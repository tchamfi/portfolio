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Activité Data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4ECDC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Roadmap T1 2026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389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Février 2026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GDP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Data Platform : flux d'intégration des données CRM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1371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CRM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691640"/>
            <a:ext cx="1828800" cy="502920"/>
          </a:xfrm>
          <a:prstGeom prst="rect">
            <a:avLst/>
          </a:prstGeom>
          <a:solidFill>
            <a:srgbClr val="00A1E0"/>
          </a:solidFill>
          <a:ln w="12700">
            <a:solidFill>
              <a:srgbClr val="0089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783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2286000"/>
            <a:ext cx="1828800" cy="502920"/>
          </a:xfrm>
          <a:prstGeom prst="rect">
            <a:avLst/>
          </a:prstGeom>
          <a:solidFill>
            <a:srgbClr val="002050"/>
          </a:solidFill>
          <a:ln w="12700">
            <a:solidFill>
              <a:srgbClr val="0018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377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Dynamics 365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880360"/>
            <a:ext cx="1828800" cy="502920"/>
          </a:xfrm>
          <a:prstGeom prst="rect">
            <a:avLst/>
          </a:prstGeom>
          <a:solidFill>
            <a:srgbClr val="FF7A59"/>
          </a:solidFill>
          <a:ln w="12700">
            <a:solidFill>
              <a:srgbClr val="E66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971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HubSpot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" y="3474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MoneyOak, FI Group, Energy...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240280" y="2423160"/>
            <a:ext cx="54864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22860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►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26080" y="1371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926080" y="1691640"/>
            <a:ext cx="1828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26080" y="1691640"/>
            <a:ext cx="1828800" cy="73152"/>
          </a:xfrm>
          <a:prstGeom prst="rect">
            <a:avLst/>
          </a:prstGeom>
          <a:solidFill>
            <a:srgbClr val="FF4A00"/>
          </a:solidFill>
          <a:ln w="12700">
            <a:solidFill>
              <a:srgbClr val="FF4A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0" y="1920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Informatica IICS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063240" y="2286000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API</a:t>
            </a:r>
            <a:endParaRPr lang="en-US" sz="900" dirty="0"/>
          </a:p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900" dirty="0"/>
          </a:p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(Orbis)</a:t>
            </a:r>
            <a:endParaRPr lang="en-US" sz="900" dirty="0"/>
          </a:p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Survivor ID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92040" y="2423160"/>
            <a:ext cx="54864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0" y="22860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►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577840" y="1371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577840" y="1691640"/>
            <a:ext cx="1828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577840" y="1691640"/>
            <a:ext cx="1828800" cy="7315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77840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Fabric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577840" y="2148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Lakehouse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715000" y="246888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Delta</a:t>
            </a:r>
            <a:endParaRPr lang="en-US" sz="900" dirty="0"/>
          </a:p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unifiées</a:t>
            </a:r>
            <a:endParaRPr lang="en-US" sz="900" dirty="0"/>
          </a:p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Historisation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543800" y="2423160"/>
            <a:ext cx="54864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55280" y="22860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►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315200" y="1371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315200" y="1691640"/>
            <a:ext cx="1554480" cy="1691640"/>
          </a:xfrm>
          <a:prstGeom prst="rect">
            <a:avLst/>
          </a:prstGeom>
          <a:solidFill>
            <a:srgbClr val="2E7D8A"/>
          </a:solidFill>
          <a:ln w="12700">
            <a:solidFill>
              <a:srgbClr val="256A7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0" y="2194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315200" y="25146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Groupe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3931920"/>
            <a:ext cx="8595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de fonctionnement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42976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Extraction des données CRM via API (comptes, contacts, opportunités)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Enrichissement et matching avec Orbis (BvD) pour obtenir le National ID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Génération du Survivor ID (dédoublonnage inter-sources) et stockage dans Fabric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Push vers Athena pour consolidation groupe et reporting unifié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→ Athena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des sources CRM vers Athena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463040"/>
          <a:ext cx="85953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188720"/>
                <a:gridCol w="1188720"/>
                <a:gridCol w="1005840"/>
                <a:gridCol w="1005840"/>
                <a:gridCol w="118872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Athena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MoneyOak / Kronos / FI Belgium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Salesforce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Innovation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Intégré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RECETTE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PREPROD S08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 Group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Dynamics 365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Innovation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Intégré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RECETTE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PREPROD S09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Kloepfel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Dynamics 365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Procurement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Migration CRM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EPSA Marketplace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HubSpot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Marketplace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cours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attente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Connecteur S08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Sidiese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HubSpot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Substainability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attente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 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 (Enoptea...)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Salesforce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attente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 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4434840"/>
            <a:ext cx="859536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S07-S10 : Finalisation MoneyOak/FI Group en PROD, déblocage Kloepfel (migration CRM), livraison connecteur HubSpot pour MP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Hestia V3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206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73152" cy="1645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Déploiement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déployée en PROD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Campagnes de démo lancées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concernées : 7P, MP, Runview, Sassewedo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4206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005840"/>
            <a:ext cx="73152" cy="1645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Prochaines étapes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 des retours utilisateurs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à d'autres BU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des améliorations support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" y="28346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Améliorations remontées par l'équipe Support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200400"/>
          <a:ext cx="85953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5212080"/>
                <a:gridCol w="137160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8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8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Adresse site utilisateur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Ajouter champs obligatoires : Street, City, Zip, Country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Haute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Licences nominatives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Affecter licences directement (pas via groupes AD)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Haute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Modification UPN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Permettre modification adresse email à l'onboarding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Offboarding complet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Désaffecter groupes + conversion boîte partagée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 offboarding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Télécharger liste des offboarding du jour (workaround)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Quick win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Activité Data - T1 2026</dc:title>
  <dc:subject>PptxGenJS Presentation</dc:subject>
  <dc:creator>Lionel TCHAMFONG</dc:creator>
  <cp:lastModifiedBy>Lionel TCHAMFONG</cp:lastModifiedBy>
  <cp:revision>1</cp:revision>
  <dcterms:created xsi:type="dcterms:W3CDTF">2026-02-12T08:42:50Z</dcterms:created>
  <dcterms:modified xsi:type="dcterms:W3CDTF">2026-02-12T08:42:50Z</dcterms:modified>
</cp:coreProperties>
</file>