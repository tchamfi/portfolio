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  <p:sldMasterId id="2147483697" r:id="rId2"/>
  </p:sldMasterIdLst>
  <p:notesMasterIdLst>
    <p:notesMasterId r:id="rId16"/>
  </p:notesMasterIdLst>
  <p:sldIdLst>
    <p:sldId id="256" r:id="rId3"/>
    <p:sldId id="258" r:id="rId4"/>
    <p:sldId id="268" r:id="rId5"/>
    <p:sldId id="269" r:id="rId6"/>
    <p:sldId id="264" r:id="rId7"/>
    <p:sldId id="265" r:id="rId8"/>
    <p:sldId id="259" r:id="rId9"/>
    <p:sldId id="267" r:id="rId10"/>
    <p:sldId id="262" r:id="rId11"/>
    <p:sldId id="260" r:id="rId12"/>
    <p:sldId id="266" r:id="rId13"/>
    <p:sldId id="26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D43F13-86A5-9C87-8C27-FBDEB4E3505C}" name="Rajashekhar TERAGUNTI" initials="RT" userId="S::rajashekhar.t@essilorindia.com::5737e2e7-b158-4a45-b517-78602a76ac41" providerId="AD"/>
  <p188:author id="{12A8D025-0F37-DFD2-67B3-E386A75ED206}" name="Aldrick VILLATE" initials="AV" userId="S::aldrick.villate@essilor.com::ae51121c-cb2a-4e9b-9430-ddf32e56c628" providerId="AD"/>
  <p188:author id="{BBC8BEE2-80CB-3F48-1CAC-E8370E9E3E29}" name="Nilakantha Rath" initials="NR" userId="S::nilakantha.r@ext.essilor.com::9326249f-ae99-4de1-be8d-f722564acf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4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DA473-D44B-6B39-05DF-F6AD4184D3B9}" v="487" dt="2024-10-07T09:47:29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CHAMFONG LIONEL" userId="S::tchamfl@ext.essilor.com::7ba41266-02c5-4eb4-be69-a4bf1727da15" providerId="AD" clId="Web-{1CFDA473-D44B-6B39-05DF-F6AD4184D3B9}"/>
    <pc:docChg chg="addSld delSld modSld">
      <pc:chgData name="TCHAMFONG LIONEL" userId="S::tchamfl@ext.essilor.com::7ba41266-02c5-4eb4-be69-a4bf1727da15" providerId="AD" clId="Web-{1CFDA473-D44B-6B39-05DF-F6AD4184D3B9}" dt="2024-10-07T09:47:19.626" v="282"/>
      <pc:docMkLst>
        <pc:docMk/>
      </pc:docMkLst>
      <pc:sldChg chg="modSp">
        <pc:chgData name="TCHAMFONG LIONEL" userId="S::tchamfl@ext.essilor.com::7ba41266-02c5-4eb4-be69-a4bf1727da15" providerId="AD" clId="Web-{1CFDA473-D44B-6B39-05DF-F6AD4184D3B9}" dt="2024-10-07T09:43:46.478" v="278"/>
        <pc:sldMkLst>
          <pc:docMk/>
          <pc:sldMk cId="4225071537" sldId="258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4225071537" sldId="258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46.478" v="278"/>
          <ac:spMkLst>
            <pc:docMk/>
            <pc:sldMk cId="4225071537" sldId="258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4225071537" sldId="258"/>
            <ac:spMk id="100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1CFDA473-D44B-6B39-05DF-F6AD4184D3B9}" dt="2024-10-07T09:43:46.478" v="278"/>
        <pc:sldMkLst>
          <pc:docMk/>
          <pc:sldMk cId="2943919268" sldId="259"/>
        </pc:sldMkLst>
        <pc:spChg chg="mod">
          <ac:chgData name="TCHAMFONG LIONEL" userId="S::tchamfl@ext.essilor.com::7ba41266-02c5-4eb4-be69-a4bf1727da15" providerId="AD" clId="Web-{1CFDA473-D44B-6B39-05DF-F6AD4184D3B9}" dt="2024-10-07T09:43:46.478" v="278"/>
          <ac:spMkLst>
            <pc:docMk/>
            <pc:sldMk cId="2943919268" sldId="259"/>
            <ac:spMk id="90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2943919268" sldId="259"/>
            <ac:spMk id="93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2943919268" sldId="259"/>
            <ac:spMk id="100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1CFDA473-D44B-6B39-05DF-F6AD4184D3B9}" dt="2024-10-07T09:43:30.884" v="277"/>
        <pc:sldMkLst>
          <pc:docMk/>
          <pc:sldMk cId="4079179769" sldId="260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4079179769" sldId="260"/>
            <ac:spMk id="31" creationId="{27B04736-4955-FC3F-CE66-2F32DF56BEAA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4079179769" sldId="260"/>
            <ac:spMk id="93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1CFDA473-D44B-6B39-05DF-F6AD4184D3B9}" dt="2024-10-07T09:43:30.884" v="277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2579561831" sldId="261"/>
            <ac:spMk id="93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1CFDA473-D44B-6B39-05DF-F6AD4184D3B9}" dt="2024-10-07T09:43:46.478" v="278"/>
        <pc:sldMkLst>
          <pc:docMk/>
          <pc:sldMk cId="2220594792" sldId="264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2220594792" sldId="264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46.478" v="278"/>
          <ac:spMkLst>
            <pc:docMk/>
            <pc:sldMk cId="2220594792" sldId="264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2220594792" sldId="264"/>
            <ac:spMk id="100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1CFDA473-D44B-6B39-05DF-F6AD4184D3B9}" dt="2024-10-07T09:43:46.478" v="278"/>
        <pc:sldMkLst>
          <pc:docMk/>
          <pc:sldMk cId="3895836382" sldId="265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3895836382" sldId="265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46.478" v="278"/>
          <ac:spMkLst>
            <pc:docMk/>
            <pc:sldMk cId="3895836382" sldId="265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3895836382" sldId="265"/>
            <ac:spMk id="100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1CFDA473-D44B-6B39-05DF-F6AD4184D3B9}" dt="2024-10-07T09:43:30.884" v="277"/>
        <pc:sldMkLst>
          <pc:docMk/>
          <pc:sldMk cId="1190364625" sldId="266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1190364625" sldId="266"/>
            <ac:spMk id="31" creationId="{27B04736-4955-FC3F-CE66-2F32DF56BEAA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1190364625" sldId="266"/>
            <ac:spMk id="44" creationId="{0C399894-371A-D9BF-F91E-A91B31BB2E73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1190364625" sldId="266"/>
            <ac:spMk id="93" creationId="{00000000-0000-0000-0000-000000000000}"/>
          </ac:spMkLst>
        </pc:spChg>
      </pc:sldChg>
      <pc:sldChg chg="addSp delSp modSp add del replId">
        <pc:chgData name="TCHAMFONG LIONEL" userId="S::tchamfl@ext.essilor.com::7ba41266-02c5-4eb4-be69-a4bf1727da15" providerId="AD" clId="Web-{1CFDA473-D44B-6B39-05DF-F6AD4184D3B9}" dt="2024-10-07T09:47:19.423" v="281"/>
        <pc:sldMkLst>
          <pc:docMk/>
          <pc:sldMk cId="531633661" sldId="268"/>
        </pc:sldMkLst>
        <pc:spChg chg="mod">
          <ac:chgData name="TCHAMFONG LIONEL" userId="S::tchamfl@ext.essilor.com::7ba41266-02c5-4eb4-be69-a4bf1727da15" providerId="AD" clId="Web-{1CFDA473-D44B-6B39-05DF-F6AD4184D3B9}" dt="2024-10-07T09:43:07.461" v="276" actId="14100"/>
          <ac:spMkLst>
            <pc:docMk/>
            <pc:sldMk cId="531633661" sldId="268"/>
            <ac:spMk id="3" creationId="{E18B129D-D17B-4182-A6AC-A30C77739ADC}"/>
          </ac:spMkLst>
        </pc:spChg>
        <pc:spChg chg="add mod">
          <ac:chgData name="TCHAMFONG LIONEL" userId="S::tchamfl@ext.essilor.com::7ba41266-02c5-4eb4-be69-a4bf1727da15" providerId="AD" clId="Web-{1CFDA473-D44B-6B39-05DF-F6AD4184D3B9}" dt="2024-10-07T09:03:29.804" v="54" actId="1076"/>
          <ac:spMkLst>
            <pc:docMk/>
            <pc:sldMk cId="531633661" sldId="268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2:58.274" v="271" actId="20577"/>
          <ac:spMkLst>
            <pc:docMk/>
            <pc:sldMk cId="531633661" sldId="268"/>
            <ac:spMk id="5" creationId="{EA875581-F1A3-C47B-C555-AEB0159DB6BB}"/>
          </ac:spMkLst>
        </pc:spChg>
        <pc:spChg chg="add mod">
          <ac:chgData name="TCHAMFONG LIONEL" userId="S::tchamfl@ext.essilor.com::7ba41266-02c5-4eb4-be69-a4bf1727da15" providerId="AD" clId="Web-{1CFDA473-D44B-6B39-05DF-F6AD4184D3B9}" dt="2024-10-07T09:04:46.901" v="68" actId="20577"/>
          <ac:spMkLst>
            <pc:docMk/>
            <pc:sldMk cId="531633661" sldId="268"/>
            <ac:spMk id="6" creationId="{A5CC0A9C-B571-BF42-74C7-8667F029B9C0}"/>
          </ac:spMkLst>
        </pc:spChg>
        <pc:spChg chg="add del mod">
          <ac:chgData name="TCHAMFONG LIONEL" userId="S::tchamfl@ext.essilor.com::7ba41266-02c5-4eb4-be69-a4bf1727da15" providerId="AD" clId="Web-{1CFDA473-D44B-6B39-05DF-F6AD4184D3B9}" dt="2024-10-07T09:01:59.832" v="29"/>
          <ac:spMkLst>
            <pc:docMk/>
            <pc:sldMk cId="531633661" sldId="268"/>
            <ac:spMk id="8" creationId="{1C6BBBBF-A371-E4D7-6BD0-E92658E6AB6A}"/>
          </ac:spMkLst>
        </pc:spChg>
        <pc:spChg chg="add del mod">
          <ac:chgData name="TCHAMFONG LIONEL" userId="S::tchamfl@ext.essilor.com::7ba41266-02c5-4eb4-be69-a4bf1727da15" providerId="AD" clId="Web-{1CFDA473-D44B-6B39-05DF-F6AD4184D3B9}" dt="2024-10-07T09:01:59.832" v="28"/>
          <ac:spMkLst>
            <pc:docMk/>
            <pc:sldMk cId="531633661" sldId="268"/>
            <ac:spMk id="9" creationId="{781C1F88-98B3-1B2C-7269-375083F8FAC2}"/>
          </ac:spMkLst>
        </pc:spChg>
        <pc:spChg chg="add mod">
          <ac:chgData name="TCHAMFONG LIONEL" userId="S::tchamfl@ext.essilor.com::7ba41266-02c5-4eb4-be69-a4bf1727da15" providerId="AD" clId="Web-{1CFDA473-D44B-6B39-05DF-F6AD4184D3B9}" dt="2024-10-07T09:05:31.465" v="82" actId="1076"/>
          <ac:spMkLst>
            <pc:docMk/>
            <pc:sldMk cId="531633661" sldId="268"/>
            <ac:spMk id="10" creationId="{37760488-C6D4-5810-2BE9-FA2B762D87E2}"/>
          </ac:spMkLst>
        </pc:spChg>
        <pc:spChg chg="add mod">
          <ac:chgData name="TCHAMFONG LIONEL" userId="S::tchamfl@ext.essilor.com::7ba41266-02c5-4eb4-be69-a4bf1727da15" providerId="AD" clId="Web-{1CFDA473-D44B-6B39-05DF-F6AD4184D3B9}" dt="2024-10-07T09:05:29.355" v="81" actId="1076"/>
          <ac:spMkLst>
            <pc:docMk/>
            <pc:sldMk cId="531633661" sldId="268"/>
            <ac:spMk id="12" creationId="{6BDDF652-260D-E89D-28BE-11C1E478F8B2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00:44.080" v="12" actId="20577"/>
          <ac:spMkLst>
            <pc:docMk/>
            <pc:sldMk cId="531633661" sldId="268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0:47.488" v="260" actId="20577"/>
          <ac:spMkLst>
            <pc:docMk/>
            <pc:sldMk cId="531633661" sldId="268"/>
            <ac:spMk id="60" creationId="{00000000-0000-0000-0000-000000000000}"/>
          </ac:spMkLst>
        </pc:spChg>
        <pc:spChg chg="del">
          <ac:chgData name="TCHAMFONG LIONEL" userId="S::tchamfl@ext.essilor.com::7ba41266-02c5-4eb4-be69-a4bf1727da15" providerId="AD" clId="Web-{1CFDA473-D44B-6B39-05DF-F6AD4184D3B9}" dt="2024-10-07T09:04:56.698" v="73"/>
          <ac:spMkLst>
            <pc:docMk/>
            <pc:sldMk cId="531633661" sldId="268"/>
            <ac:spMk id="86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531633661" sldId="268"/>
            <ac:spMk id="100" creationId="{00000000-0000-0000-0000-000000000000}"/>
          </ac:spMkLst>
        </pc:spChg>
        <pc:spChg chg="del">
          <ac:chgData name="TCHAMFONG LIONEL" userId="S::tchamfl@ext.essilor.com::7ba41266-02c5-4eb4-be69-a4bf1727da15" providerId="AD" clId="Web-{1CFDA473-D44B-6B39-05DF-F6AD4184D3B9}" dt="2024-10-07T09:04:56.698" v="71"/>
          <ac:spMkLst>
            <pc:docMk/>
            <pc:sldMk cId="531633661" sldId="268"/>
            <ac:spMk id="102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05:59.497" v="86" actId="1076"/>
          <ac:spMkLst>
            <pc:docMk/>
            <pc:sldMk cId="531633661" sldId="268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05:50.871" v="85" actId="1076"/>
          <ac:spMkLst>
            <pc:docMk/>
            <pc:sldMk cId="531633661" sldId="268"/>
            <ac:spMk id="104" creationId="{00000000-0000-0000-0000-000000000000}"/>
          </ac:spMkLst>
        </pc:spChg>
        <pc:spChg chg="del">
          <ac:chgData name="TCHAMFONG LIONEL" userId="S::tchamfl@ext.essilor.com::7ba41266-02c5-4eb4-be69-a4bf1727da15" providerId="AD" clId="Web-{1CFDA473-D44B-6B39-05DF-F6AD4184D3B9}" dt="2024-10-07T09:01:22.519" v="14"/>
          <ac:spMkLst>
            <pc:docMk/>
            <pc:sldMk cId="531633661" sldId="268"/>
            <ac:spMk id="106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05:11.292" v="75" actId="1076"/>
          <ac:spMkLst>
            <pc:docMk/>
            <pc:sldMk cId="531633661" sldId="268"/>
            <ac:spMk id="108" creationId="{00000000-0000-0000-0000-000000000000}"/>
          </ac:spMkLst>
        </pc:spChg>
        <pc:spChg chg="del">
          <ac:chgData name="TCHAMFONG LIONEL" userId="S::tchamfl@ext.essilor.com::7ba41266-02c5-4eb4-be69-a4bf1727da15" providerId="AD" clId="Web-{1CFDA473-D44B-6B39-05DF-F6AD4184D3B9}" dt="2024-10-07T09:01:22.519" v="13"/>
          <ac:spMkLst>
            <pc:docMk/>
            <pc:sldMk cId="531633661" sldId="268"/>
            <ac:spMk id="109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05:13.245" v="77" actId="1076"/>
          <ac:spMkLst>
            <pc:docMk/>
            <pc:sldMk cId="531633661" sldId="268"/>
            <ac:spMk id="110" creationId="{00000000-0000-0000-0000-000000000000}"/>
          </ac:spMkLst>
        </pc:spChg>
        <pc:cxnChg chg="add mod">
          <ac:chgData name="TCHAMFONG LIONEL" userId="S::tchamfl@ext.essilor.com::7ba41266-02c5-4eb4-be69-a4bf1727da15" providerId="AD" clId="Web-{1CFDA473-D44B-6B39-05DF-F6AD4184D3B9}" dt="2024-10-07T09:03:29.726" v="53" actId="1076"/>
          <ac:cxnSpMkLst>
            <pc:docMk/>
            <pc:sldMk cId="531633661" sldId="268"/>
            <ac:cxnSpMk id="2" creationId="{09034ADD-3F1F-F555-A484-7AF8CABC5D48}"/>
          </ac:cxnSpMkLst>
        </pc:cxnChg>
        <pc:cxnChg chg="add del mod">
          <ac:chgData name="TCHAMFONG LIONEL" userId="S::tchamfl@ext.essilor.com::7ba41266-02c5-4eb4-be69-a4bf1727da15" providerId="AD" clId="Web-{1CFDA473-D44B-6B39-05DF-F6AD4184D3B9}" dt="2024-10-07T09:01:59.832" v="30"/>
          <ac:cxnSpMkLst>
            <pc:docMk/>
            <pc:sldMk cId="531633661" sldId="268"/>
            <ac:cxnSpMk id="7" creationId="{EE4C7CDB-8264-EB9A-2192-5FF74704D742}"/>
          </ac:cxnSpMkLst>
        </pc:cxnChg>
        <pc:cxnChg chg="add mod">
          <ac:chgData name="TCHAMFONG LIONEL" userId="S::tchamfl@ext.essilor.com::7ba41266-02c5-4eb4-be69-a4bf1727da15" providerId="AD" clId="Web-{1CFDA473-D44B-6B39-05DF-F6AD4184D3B9}" dt="2024-10-07T09:05:29.261" v="80" actId="1076"/>
          <ac:cxnSpMkLst>
            <pc:docMk/>
            <pc:sldMk cId="531633661" sldId="268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1CFDA473-D44B-6B39-05DF-F6AD4184D3B9}" dt="2024-10-07T09:05:46.606" v="84" actId="14100"/>
          <ac:cxnSpMkLst>
            <pc:docMk/>
            <pc:sldMk cId="531633661" sldId="268"/>
            <ac:cxnSpMk id="8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CFDA473-D44B-6B39-05DF-F6AD4184D3B9}" dt="2024-10-07T09:04:56.698" v="72"/>
          <ac:cxnSpMkLst>
            <pc:docMk/>
            <pc:sldMk cId="531633661" sldId="268"/>
            <ac:cxnSpMk id="9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CFDA473-D44B-6B39-05DF-F6AD4184D3B9}" dt="2024-10-07T09:01:22.534" v="15"/>
          <ac:cxnSpMkLst>
            <pc:docMk/>
            <pc:sldMk cId="531633661" sldId="268"/>
            <ac:cxnSpMk id="10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1CFDA473-D44B-6B39-05DF-F6AD4184D3B9}" dt="2024-10-07T09:05:11.261" v="74" actId="1076"/>
          <ac:cxnSpMkLst>
            <pc:docMk/>
            <pc:sldMk cId="531633661" sldId="268"/>
            <ac:cxnSpMk id="107" creationId="{00000000-0000-0000-0000-000000000000}"/>
          </ac:cxnSpMkLst>
        </pc:cxnChg>
      </pc:sldChg>
      <pc:sldChg chg="addSp delSp modSp add del replId">
        <pc:chgData name="TCHAMFONG LIONEL" userId="S::tchamfl@ext.essilor.com::7ba41266-02c5-4eb4-be69-a4bf1727da15" providerId="AD" clId="Web-{1CFDA473-D44B-6B39-05DF-F6AD4184D3B9}" dt="2024-10-07T09:47:19.626" v="282"/>
        <pc:sldMkLst>
          <pc:docMk/>
          <pc:sldMk cId="3310956740" sldId="269"/>
        </pc:sldMkLst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3310956740" sldId="269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1:18.130" v="262"/>
          <ac:spMkLst>
            <pc:docMk/>
            <pc:sldMk cId="3310956740" sldId="269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46.478" v="278"/>
          <ac:spMkLst>
            <pc:docMk/>
            <pc:sldMk cId="3310956740" sldId="269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1:37.896" v="266"/>
          <ac:spMkLst>
            <pc:docMk/>
            <pc:sldMk cId="3310956740" sldId="269"/>
            <ac:spMk id="6" creationId="{A5CC0A9C-B571-BF42-74C7-8667F029B9C0}"/>
          </ac:spMkLst>
        </pc:spChg>
        <pc:spChg chg="add del mod">
          <ac:chgData name="TCHAMFONG LIONEL" userId="S::tchamfl@ext.essilor.com::7ba41266-02c5-4eb4-be69-a4bf1727da15" providerId="AD" clId="Web-{1CFDA473-D44B-6B39-05DF-F6AD4184D3B9}" dt="2024-10-07T09:37:58.826" v="234"/>
          <ac:spMkLst>
            <pc:docMk/>
            <pc:sldMk cId="3310956740" sldId="269"/>
            <ac:spMk id="8" creationId="{FCA62D1F-92D1-AE48-01F1-9478D5FE3C33}"/>
          </ac:spMkLst>
        </pc:spChg>
        <pc:spChg chg="add del mod">
          <ac:chgData name="TCHAMFONG LIONEL" userId="S::tchamfl@ext.essilor.com::7ba41266-02c5-4eb4-be69-a4bf1727da15" providerId="AD" clId="Web-{1CFDA473-D44B-6B39-05DF-F6AD4184D3B9}" dt="2024-10-07T09:37:55.295" v="233"/>
          <ac:spMkLst>
            <pc:docMk/>
            <pc:sldMk cId="3310956740" sldId="269"/>
            <ac:spMk id="9" creationId="{F40E678A-DA74-C120-086C-2F4A27DA6EB6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2:01.912" v="270" actId="20577"/>
          <ac:spMkLst>
            <pc:docMk/>
            <pc:sldMk cId="3310956740" sldId="269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0:37.644" v="254" actId="20577"/>
          <ac:spMkLst>
            <pc:docMk/>
            <pc:sldMk cId="3310956740" sldId="269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3:30.884" v="277"/>
          <ac:spMkLst>
            <pc:docMk/>
            <pc:sldMk cId="3310956740" sldId="269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39:22.954" v="247" actId="20577"/>
          <ac:spMkLst>
            <pc:docMk/>
            <pc:sldMk cId="3310956740" sldId="269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1:18.083" v="261"/>
          <ac:spMkLst>
            <pc:docMk/>
            <pc:sldMk cId="3310956740" sldId="269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1CFDA473-D44B-6B39-05DF-F6AD4184D3B9}" dt="2024-10-07T09:41:37.849" v="265"/>
          <ac:spMkLst>
            <pc:docMk/>
            <pc:sldMk cId="3310956740" sldId="269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1CFDA473-D44B-6B39-05DF-F6AD4184D3B9}" dt="2024-10-07T09:41:31.193" v="264"/>
          <ac:cxnSpMkLst>
            <pc:docMk/>
            <pc:sldMk cId="3310956740" sldId="269"/>
            <ac:cxnSpMk id="2" creationId="{09034ADD-3F1F-F555-A484-7AF8CABC5D48}"/>
          </ac:cxnSpMkLst>
        </pc:cxnChg>
        <pc:cxnChg chg="add mod">
          <ac:chgData name="TCHAMFONG LIONEL" userId="S::tchamfl@ext.essilor.com::7ba41266-02c5-4eb4-be69-a4bf1727da15" providerId="AD" clId="Web-{1CFDA473-D44B-6B39-05DF-F6AD4184D3B9}" dt="2024-10-07T09:39:12.297" v="245" actId="1076"/>
          <ac:cxnSpMkLst>
            <pc:docMk/>
            <pc:sldMk cId="3310956740" sldId="269"/>
            <ac:cxnSpMk id="7" creationId="{05F480B2-EE4B-0730-0FDD-0B8015BCE947}"/>
          </ac:cxnSpMkLst>
        </pc:cxnChg>
        <pc:cxnChg chg="mod">
          <ac:chgData name="TCHAMFONG LIONEL" userId="S::tchamfl@ext.essilor.com::7ba41266-02c5-4eb4-be69-a4bf1727da15" providerId="AD" clId="Web-{1CFDA473-D44B-6B39-05DF-F6AD4184D3B9}" dt="2024-10-07T09:41:31.130" v="263"/>
          <ac:cxnSpMkLst>
            <pc:docMk/>
            <pc:sldMk cId="3310956740" sldId="269"/>
            <ac:cxnSpMk id="107" creationId="{00000000-0000-0000-0000-000000000000}"/>
          </ac:cxnSpMkLst>
        </pc:cxnChg>
      </pc:sldChg>
    </pc:docChg>
  </pc:docChgLst>
  <pc:docChgLst>
    <pc:chgData name="TCHAMFONG LIONEL" userId="S::tchamfl@ext.essilor.com::7ba41266-02c5-4eb4-be69-a4bf1727da15" providerId="AD" clId="Web-{6B64ED76-46BB-131F-9593-0CC9A16E59DC}"/>
    <pc:docChg chg="modSld">
      <pc:chgData name="TCHAMFONG LIONEL" userId="S::tchamfl@ext.essilor.com::7ba41266-02c5-4eb4-be69-a4bf1727da15" providerId="AD" clId="Web-{6B64ED76-46BB-131F-9593-0CC9A16E59DC}" dt="2023-01-09T13:32:11.258" v="16" actId="20577"/>
      <pc:docMkLst>
        <pc:docMk/>
      </pc:docMkLst>
      <pc:sldChg chg="modSp">
        <pc:chgData name="TCHAMFONG LIONEL" userId="S::tchamfl@ext.essilor.com::7ba41266-02c5-4eb4-be69-a4bf1727da15" providerId="AD" clId="Web-{6B64ED76-46BB-131F-9593-0CC9A16E59DC}" dt="2023-01-09T13:32:11.258" v="16" actId="20577"/>
        <pc:sldMkLst>
          <pc:docMk/>
          <pc:sldMk cId="109857222" sldId="256"/>
        </pc:sldMkLst>
        <pc:spChg chg="mod">
          <ac:chgData name="TCHAMFONG LIONEL" userId="S::tchamfl@ext.essilor.com::7ba41266-02c5-4eb4-be69-a4bf1727da15" providerId="AD" clId="Web-{6B64ED76-46BB-131F-9593-0CC9A16E59DC}" dt="2023-01-09T13:32:11.258" v="16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12CAD04E-26BC-8D69-51C2-BA0B8D6F4F6A}"/>
    <pc:docChg chg="addSld delSld modSld sldOrd">
      <pc:chgData name="TCHAMFONG LIONEL" userId="S::tchamfl@ext.essilor.com::7ba41266-02c5-4eb4-be69-a4bf1727da15" providerId="AD" clId="Web-{12CAD04E-26BC-8D69-51C2-BA0B8D6F4F6A}" dt="2023-01-23T16:19:02.154" v="2510"/>
      <pc:docMkLst>
        <pc:docMk/>
      </pc:docMkLst>
      <pc:sldChg chg="modSp">
        <pc:chgData name="TCHAMFONG LIONEL" userId="S::tchamfl@ext.essilor.com::7ba41266-02c5-4eb4-be69-a4bf1727da15" providerId="AD" clId="Web-{12CAD04E-26BC-8D69-51C2-BA0B8D6F4F6A}" dt="2023-01-23T15:08:25.432" v="2478" actId="1076"/>
        <pc:sldMkLst>
          <pc:docMk/>
          <pc:sldMk cId="4225071537" sldId="258"/>
        </pc:sldMkLst>
        <pc:spChg chg="mod">
          <ac:chgData name="TCHAMFONG LIONEL" userId="S::tchamfl@ext.essilor.com::7ba41266-02c5-4eb4-be69-a4bf1727da15" providerId="AD" clId="Web-{12CAD04E-26BC-8D69-51C2-BA0B8D6F4F6A}" dt="2023-01-23T15:02:05.921" v="2476" actId="20577"/>
          <ac:spMkLst>
            <pc:docMk/>
            <pc:sldMk cId="4225071537" sldId="258"/>
            <ac:spMk id="60" creationId="{00000000-0000-0000-0000-000000000000}"/>
          </ac:spMkLst>
        </pc:spChg>
        <pc:cxnChg chg="mod">
          <ac:chgData name="TCHAMFONG LIONEL" userId="S::tchamfl@ext.essilor.com::7ba41266-02c5-4eb4-be69-a4bf1727da15" providerId="AD" clId="Web-{12CAD04E-26BC-8D69-51C2-BA0B8D6F4F6A}" dt="2023-01-23T15:08:19.651" v="2477" actId="1076"/>
          <ac:cxnSpMkLst>
            <pc:docMk/>
            <pc:sldMk cId="4225071537" sldId="258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12CAD04E-26BC-8D69-51C2-BA0B8D6F4F6A}" dt="2023-01-23T15:08:25.432" v="2478" actId="1076"/>
          <ac:cxnSpMkLst>
            <pc:docMk/>
            <pc:sldMk cId="4225071537" sldId="258"/>
            <ac:cxnSpMk id="98" creationId="{00000000-0000-0000-0000-000000000000}"/>
          </ac:cxnSpMkLst>
        </pc:cxnChg>
      </pc:sldChg>
      <pc:sldChg chg="modSp ord">
        <pc:chgData name="TCHAMFONG LIONEL" userId="S::tchamfl@ext.essilor.com::7ba41266-02c5-4eb4-be69-a4bf1727da15" providerId="AD" clId="Web-{12CAD04E-26BC-8D69-51C2-BA0B8D6F4F6A}" dt="2023-01-23T16:10:04.840" v="2489" actId="20577"/>
        <pc:sldMkLst>
          <pc:docMk/>
          <pc:sldMk cId="2943919268" sldId="259"/>
        </pc:sldMkLst>
        <pc:spChg chg="mod">
          <ac:chgData name="TCHAMFONG LIONEL" userId="S::tchamfl@ext.essilor.com::7ba41266-02c5-4eb4-be69-a4bf1727da15" providerId="AD" clId="Web-{12CAD04E-26BC-8D69-51C2-BA0B8D6F4F6A}" dt="2023-01-23T16:10:04.840" v="2489" actId="20577"/>
          <ac:spMkLst>
            <pc:docMk/>
            <pc:sldMk cId="2943919268" sldId="259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43:49.006" v="2406"/>
          <ac:spMkLst>
            <pc:docMk/>
            <pc:sldMk cId="2943919268" sldId="259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43:32.459" v="2404"/>
          <ac:spMkLst>
            <pc:docMk/>
            <pc:sldMk cId="2943919268" sldId="259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43:55.631" v="2407" actId="20577"/>
          <ac:spMkLst>
            <pc:docMk/>
            <pc:sldMk cId="2943919268" sldId="259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12CAD04E-26BC-8D69-51C2-BA0B8D6F4F6A}" dt="2023-01-23T13:43:43.834" v="2405"/>
          <ac:cxnSpMkLst>
            <pc:docMk/>
            <pc:sldMk cId="2943919268" sldId="259"/>
            <ac:cxnSpMk id="85" creationId="{00000000-0000-0000-0000-000000000000}"/>
          </ac:cxnSpMkLst>
        </pc:cxnChg>
      </pc:sldChg>
      <pc:sldChg chg="modSp">
        <pc:chgData name="TCHAMFONG LIONEL" userId="S::tchamfl@ext.essilor.com::7ba41266-02c5-4eb4-be69-a4bf1727da15" providerId="AD" clId="Web-{12CAD04E-26BC-8D69-51C2-BA0B8D6F4F6A}" dt="2023-01-23T13:44:56.977" v="2410" actId="1076"/>
        <pc:sldMkLst>
          <pc:docMk/>
          <pc:sldMk cId="4079179769" sldId="260"/>
        </pc:sldMkLst>
        <pc:spChg chg="mod">
          <ac:chgData name="TCHAMFONG LIONEL" userId="S::tchamfl@ext.essilor.com::7ba41266-02c5-4eb4-be69-a4bf1727da15" providerId="AD" clId="Web-{12CAD04E-26BC-8D69-51C2-BA0B8D6F4F6A}" dt="2023-01-23T13:44:56.977" v="2410" actId="1076"/>
          <ac:spMkLst>
            <pc:docMk/>
            <pc:sldMk cId="4079179769" sldId="260"/>
            <ac:spMk id="44" creationId="{0C399894-371A-D9BF-F91E-A91B31BB2E73}"/>
          </ac:spMkLst>
        </pc:spChg>
      </pc:sldChg>
      <pc:sldChg chg="modSp">
        <pc:chgData name="TCHAMFONG LIONEL" userId="S::tchamfl@ext.essilor.com::7ba41266-02c5-4eb4-be69-a4bf1727da15" providerId="AD" clId="Web-{12CAD04E-26BC-8D69-51C2-BA0B8D6F4F6A}" dt="2023-01-23T13:48:14.358" v="2419" actId="14100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12CAD04E-26BC-8D69-51C2-BA0B8D6F4F6A}" dt="2023-01-23T13:48:09.264" v="2418" actId="20577"/>
          <ac:spMkLst>
            <pc:docMk/>
            <pc:sldMk cId="2579561831" sldId="261"/>
            <ac:spMk id="31" creationId="{27B04736-4955-FC3F-CE66-2F32DF56BEAA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48:14.358" v="2419" actId="14100"/>
          <ac:spMkLst>
            <pc:docMk/>
            <pc:sldMk cId="2579561831" sldId="261"/>
            <ac:spMk id="93" creationId="{00000000-0000-0000-0000-000000000000}"/>
          </ac:spMkLst>
        </pc:spChg>
      </pc:sldChg>
      <pc:sldChg chg="addSp delSp modSp add mod replId setBg">
        <pc:chgData name="TCHAMFONG LIONEL" userId="S::tchamfl@ext.essilor.com::7ba41266-02c5-4eb4-be69-a4bf1727da15" providerId="AD" clId="Web-{12CAD04E-26BC-8D69-51C2-BA0B8D6F4F6A}" dt="2023-01-23T16:19:02.154" v="2510"/>
        <pc:sldMkLst>
          <pc:docMk/>
          <pc:sldMk cId="1140851206" sldId="262"/>
        </pc:sldMkLst>
        <pc:spChg chg="del">
          <ac:chgData name="TCHAMFONG LIONEL" userId="S::tchamfl@ext.essilor.com::7ba41266-02c5-4eb4-be69-a4bf1727da15" providerId="AD" clId="Web-{12CAD04E-26BC-8D69-51C2-BA0B8D6F4F6A}" dt="2023-01-23T09:10:24.655" v="41"/>
          <ac:spMkLst>
            <pc:docMk/>
            <pc:sldMk cId="1140851206" sldId="262"/>
            <ac:spMk id="2" creationId="{A372452D-0A25-9B4C-A62D-A5A9BC6E0EA7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42"/>
          <ac:spMkLst>
            <pc:docMk/>
            <pc:sldMk cId="1140851206" sldId="262"/>
            <ac:spMk id="4" creationId="{BB6AF0CA-A816-B6AC-186B-87F4BCE34508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09:14:19.147" v="178"/>
          <ac:spMkLst>
            <pc:docMk/>
            <pc:sldMk cId="1140851206" sldId="262"/>
            <ac:spMk id="5" creationId="{62B31866-7549-0341-D7CF-C94F3621BC4C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94"/>
          <ac:spMkLst>
            <pc:docMk/>
            <pc:sldMk cId="1140851206" sldId="262"/>
            <ac:spMk id="58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93"/>
          <ac:spMkLst>
            <pc:docMk/>
            <pc:sldMk cId="1140851206" sldId="262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09:58:09.864" v="1713" actId="1076"/>
          <ac:spMkLst>
            <pc:docMk/>
            <pc:sldMk cId="1140851206" sldId="262"/>
            <ac:spMk id="60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92"/>
          <ac:spMkLst>
            <pc:docMk/>
            <pc:sldMk cId="1140851206" sldId="262"/>
            <ac:spMk id="62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91"/>
          <ac:spMkLst>
            <pc:docMk/>
            <pc:sldMk cId="1140851206" sldId="262"/>
            <ac:spMk id="63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90"/>
          <ac:spMkLst>
            <pc:docMk/>
            <pc:sldMk cId="1140851206" sldId="262"/>
            <ac:spMk id="64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9"/>
          <ac:spMkLst>
            <pc:docMk/>
            <pc:sldMk cId="1140851206" sldId="262"/>
            <ac:spMk id="65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8"/>
          <ac:spMkLst>
            <pc:docMk/>
            <pc:sldMk cId="1140851206" sldId="262"/>
            <ac:spMk id="66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7"/>
          <ac:spMkLst>
            <pc:docMk/>
            <pc:sldMk cId="1140851206" sldId="262"/>
            <ac:spMk id="67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6"/>
          <ac:spMkLst>
            <pc:docMk/>
            <pc:sldMk cId="1140851206" sldId="262"/>
            <ac:spMk id="68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5"/>
          <ac:spMkLst>
            <pc:docMk/>
            <pc:sldMk cId="1140851206" sldId="262"/>
            <ac:spMk id="69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4"/>
          <ac:spMkLst>
            <pc:docMk/>
            <pc:sldMk cId="1140851206" sldId="262"/>
            <ac:spMk id="70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3"/>
          <ac:spMkLst>
            <pc:docMk/>
            <pc:sldMk cId="1140851206" sldId="262"/>
            <ac:spMk id="71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2"/>
          <ac:spMkLst>
            <pc:docMk/>
            <pc:sldMk cId="1140851206" sldId="262"/>
            <ac:spMk id="72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1"/>
          <ac:spMkLst>
            <pc:docMk/>
            <pc:sldMk cId="1140851206" sldId="262"/>
            <ac:spMk id="73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80"/>
          <ac:spMkLst>
            <pc:docMk/>
            <pc:sldMk cId="1140851206" sldId="262"/>
            <ac:spMk id="74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79"/>
          <ac:spMkLst>
            <pc:docMk/>
            <pc:sldMk cId="1140851206" sldId="262"/>
            <ac:spMk id="75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78"/>
          <ac:spMkLst>
            <pc:docMk/>
            <pc:sldMk cId="1140851206" sldId="262"/>
            <ac:spMk id="76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77"/>
          <ac:spMkLst>
            <pc:docMk/>
            <pc:sldMk cId="1140851206" sldId="262"/>
            <ac:spMk id="77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76"/>
          <ac:spMkLst>
            <pc:docMk/>
            <pc:sldMk cId="1140851206" sldId="262"/>
            <ac:spMk id="78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75"/>
          <ac:spMkLst>
            <pc:docMk/>
            <pc:sldMk cId="1140851206" sldId="262"/>
            <ac:spMk id="79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74"/>
          <ac:spMkLst>
            <pc:docMk/>
            <pc:sldMk cId="1140851206" sldId="262"/>
            <ac:spMk id="80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68"/>
          <ac:spMkLst>
            <pc:docMk/>
            <pc:sldMk cId="1140851206" sldId="262"/>
            <ac:spMk id="86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66"/>
          <ac:spMkLst>
            <pc:docMk/>
            <pc:sldMk cId="1140851206" sldId="262"/>
            <ac:spMk id="88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59"/>
          <ac:spMkLst>
            <pc:docMk/>
            <pc:sldMk cId="1140851206" sldId="262"/>
            <ac:spMk id="90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64"/>
          <ac:spMkLst>
            <pc:docMk/>
            <pc:sldMk cId="1140851206" sldId="262"/>
            <ac:spMk id="91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63"/>
          <ac:spMkLst>
            <pc:docMk/>
            <pc:sldMk cId="1140851206" sldId="262"/>
            <ac:spMk id="92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62"/>
          <ac:spMkLst>
            <pc:docMk/>
            <pc:sldMk cId="1140851206" sldId="262"/>
            <ac:spMk id="93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61"/>
          <ac:spMkLst>
            <pc:docMk/>
            <pc:sldMk cId="1140851206" sldId="262"/>
            <ac:spMk id="94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58"/>
          <ac:spMkLst>
            <pc:docMk/>
            <pc:sldMk cId="1140851206" sldId="262"/>
            <ac:spMk id="96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70" v="57"/>
          <ac:spMkLst>
            <pc:docMk/>
            <pc:sldMk cId="1140851206" sldId="262"/>
            <ac:spMk id="97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55"/>
          <ac:spMkLst>
            <pc:docMk/>
            <pc:sldMk cId="1140851206" sldId="262"/>
            <ac:spMk id="99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54"/>
          <ac:spMkLst>
            <pc:docMk/>
            <pc:sldMk cId="1140851206" sldId="262"/>
            <ac:spMk id="100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53"/>
          <ac:spMkLst>
            <pc:docMk/>
            <pc:sldMk cId="1140851206" sldId="262"/>
            <ac:spMk id="101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52"/>
          <ac:spMkLst>
            <pc:docMk/>
            <pc:sldMk cId="1140851206" sldId="262"/>
            <ac:spMk id="102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51"/>
          <ac:spMkLst>
            <pc:docMk/>
            <pc:sldMk cId="1140851206" sldId="262"/>
            <ac:spMk id="103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50"/>
          <ac:spMkLst>
            <pc:docMk/>
            <pc:sldMk cId="1140851206" sldId="262"/>
            <ac:spMk id="104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48"/>
          <ac:spMkLst>
            <pc:docMk/>
            <pc:sldMk cId="1140851206" sldId="262"/>
            <ac:spMk id="106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46"/>
          <ac:spMkLst>
            <pc:docMk/>
            <pc:sldMk cId="1140851206" sldId="262"/>
            <ac:spMk id="108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45"/>
          <ac:spMkLst>
            <pc:docMk/>
            <pc:sldMk cId="1140851206" sldId="262"/>
            <ac:spMk id="109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09:10:24.655" v="44"/>
          <ac:spMkLst>
            <pc:docMk/>
            <pc:sldMk cId="1140851206" sldId="262"/>
            <ac:spMk id="110" creationId="{00000000-0000-0000-0000-000000000000}"/>
          </ac:spMkLst>
        </pc:spChg>
        <pc:spChg chg="add">
          <ac:chgData name="TCHAMFONG LIONEL" userId="S::tchamfl@ext.essilor.com::7ba41266-02c5-4eb4-be69-a4bf1727da15" providerId="AD" clId="Web-{12CAD04E-26BC-8D69-51C2-BA0B8D6F4F6A}" dt="2023-01-23T09:23:15.416" v="403"/>
          <ac:spMkLst>
            <pc:docMk/>
            <pc:sldMk cId="1140851206" sldId="262"/>
            <ac:spMk id="111" creationId="{53F29798-D584-4792-9B62-3F5F5C36D619}"/>
          </ac:spMkLst>
        </pc:spChg>
        <pc:graphicFrameChg chg="add del mod">
          <ac:chgData name="TCHAMFONG LIONEL" userId="S::tchamfl@ext.essilor.com::7ba41266-02c5-4eb4-be69-a4bf1727da15" providerId="AD" clId="Web-{12CAD04E-26BC-8D69-51C2-BA0B8D6F4F6A}" dt="2023-01-23T09:14:48.289" v="180"/>
          <ac:graphicFrameMkLst>
            <pc:docMk/>
            <pc:sldMk cId="1140851206" sldId="262"/>
            <ac:graphicFrameMk id="7" creationId="{09BDBCE3-733E-0378-305D-E15C420AC369}"/>
          </ac:graphicFrameMkLst>
        </pc:graphicFrameChg>
        <pc:graphicFrameChg chg="add mod modGraphic">
          <ac:chgData name="TCHAMFONG LIONEL" userId="S::tchamfl@ext.essilor.com::7ba41266-02c5-4eb4-be69-a4bf1727da15" providerId="AD" clId="Web-{12CAD04E-26BC-8D69-51C2-BA0B8D6F4F6A}" dt="2023-01-23T16:19:02.154" v="2510"/>
          <ac:graphicFrameMkLst>
            <pc:docMk/>
            <pc:sldMk cId="1140851206" sldId="262"/>
            <ac:graphicFrameMk id="9" creationId="{5301AC8B-0C86-83C5-C845-107E2699B988}"/>
          </ac:graphicFrameMkLst>
        </pc:graphicFrameChg>
        <pc:graphicFrameChg chg="add del mod">
          <ac:chgData name="TCHAMFONG LIONEL" userId="S::tchamfl@ext.essilor.com::7ba41266-02c5-4eb4-be69-a4bf1727da15" providerId="AD" clId="Web-{12CAD04E-26BC-8D69-51C2-BA0B8D6F4F6A}" dt="2023-01-23T09:18:38.891" v="306"/>
          <ac:graphicFrameMkLst>
            <pc:docMk/>
            <pc:sldMk cId="1140851206" sldId="262"/>
            <ac:graphicFrameMk id="11" creationId="{1EA93F62-0E73-1C94-BB3A-E93A61A89457}"/>
          </ac:graphicFrameMkLst>
        </pc:graphicFrameChg>
        <pc:cxnChg chg="del">
          <ac:chgData name="TCHAMFONG LIONEL" userId="S::tchamfl@ext.essilor.com::7ba41266-02c5-4eb4-be69-a4bf1727da15" providerId="AD" clId="Web-{12CAD04E-26BC-8D69-51C2-BA0B8D6F4F6A}" dt="2023-01-23T09:10:24.655" v="43"/>
          <ac:cxnSpMkLst>
            <pc:docMk/>
            <pc:sldMk cId="1140851206" sldId="262"/>
            <ac:cxnSpMk id="3" creationId="{39F5802E-BC33-9298-C082-A39066FCD4AA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73"/>
          <ac:cxnSpMkLst>
            <pc:docMk/>
            <pc:sldMk cId="1140851206" sldId="262"/>
            <ac:cxnSpMk id="81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72"/>
          <ac:cxnSpMkLst>
            <pc:docMk/>
            <pc:sldMk cId="1140851206" sldId="262"/>
            <ac:cxnSpMk id="82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71"/>
          <ac:cxnSpMkLst>
            <pc:docMk/>
            <pc:sldMk cId="1140851206" sldId="262"/>
            <ac:cxnSpMk id="83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70"/>
          <ac:cxnSpMkLst>
            <pc:docMk/>
            <pc:sldMk cId="1140851206" sldId="262"/>
            <ac:cxnSpMk id="84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69"/>
          <ac:cxnSpMkLst>
            <pc:docMk/>
            <pc:sldMk cId="1140851206" sldId="262"/>
            <ac:cxnSpMk id="8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67"/>
          <ac:cxnSpMkLst>
            <pc:docMk/>
            <pc:sldMk cId="1140851206" sldId="262"/>
            <ac:cxnSpMk id="87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65"/>
          <ac:cxnSpMkLst>
            <pc:docMk/>
            <pc:sldMk cId="1140851206" sldId="262"/>
            <ac:cxnSpMk id="89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70" v="60"/>
          <ac:cxnSpMkLst>
            <pc:docMk/>
            <pc:sldMk cId="1140851206" sldId="262"/>
            <ac:cxnSpMk id="9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55" v="56"/>
          <ac:cxnSpMkLst>
            <pc:docMk/>
            <pc:sldMk cId="1140851206" sldId="262"/>
            <ac:cxnSpMk id="98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55" v="49"/>
          <ac:cxnSpMkLst>
            <pc:docMk/>
            <pc:sldMk cId="1140851206" sldId="262"/>
            <ac:cxnSpMk id="10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09:10:24.655" v="47"/>
          <ac:cxnSpMkLst>
            <pc:docMk/>
            <pc:sldMk cId="1140851206" sldId="262"/>
            <ac:cxnSpMk id="107" creationId="{00000000-0000-0000-0000-000000000000}"/>
          </ac:cxnSpMkLst>
        </pc:cxnChg>
      </pc:sldChg>
      <pc:sldChg chg="add del ord replId">
        <pc:chgData name="TCHAMFONG LIONEL" userId="S::tchamfl@ext.essilor.com::7ba41266-02c5-4eb4-be69-a4bf1727da15" providerId="AD" clId="Web-{12CAD04E-26BC-8D69-51C2-BA0B8D6F4F6A}" dt="2023-01-23T09:04:09.954" v="2"/>
        <pc:sldMkLst>
          <pc:docMk/>
          <pc:sldMk cId="1881640747" sldId="262"/>
        </pc:sldMkLst>
      </pc:sldChg>
      <pc:sldChg chg="add del replId">
        <pc:chgData name="TCHAMFONG LIONEL" userId="S::tchamfl@ext.essilor.com::7ba41266-02c5-4eb4-be69-a4bf1727da15" providerId="AD" clId="Web-{12CAD04E-26BC-8D69-51C2-BA0B8D6F4F6A}" dt="2023-01-23T09:04:52.940" v="4"/>
        <pc:sldMkLst>
          <pc:docMk/>
          <pc:sldMk cId="2266262029" sldId="262"/>
        </pc:sldMkLst>
      </pc:sldChg>
      <pc:sldChg chg="addSp delSp modSp new">
        <pc:chgData name="TCHAMFONG LIONEL" userId="S::tchamfl@ext.essilor.com::7ba41266-02c5-4eb4-be69-a4bf1727da15" providerId="AD" clId="Web-{12CAD04E-26BC-8D69-51C2-BA0B8D6F4F6A}" dt="2023-01-23T14:00:16.598" v="2467" actId="1076"/>
        <pc:sldMkLst>
          <pc:docMk/>
          <pc:sldMk cId="3466591007" sldId="263"/>
        </pc:sldMkLst>
        <pc:spChg chg="mod">
          <ac:chgData name="TCHAMFONG LIONEL" userId="S::tchamfl@ext.essilor.com::7ba41266-02c5-4eb4-be69-a4bf1727da15" providerId="AD" clId="Web-{12CAD04E-26BC-8D69-51C2-BA0B8D6F4F6A}" dt="2023-01-23T13:59:34.909" v="2457" actId="1076"/>
          <ac:spMkLst>
            <pc:docMk/>
            <pc:sldMk cId="3466591007" sldId="263"/>
            <ac:spMk id="2" creationId="{65C4B206-747F-D4D3-66EF-08B4F4E697E2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7:05.805" v="2029"/>
          <ac:spMkLst>
            <pc:docMk/>
            <pc:sldMk cId="3466591007" sldId="263"/>
            <ac:spMk id="3" creationId="{54F01B48-7F4E-F616-FB6B-97C7D60DC172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7:00.148" v="2027"/>
          <ac:spMkLst>
            <pc:docMk/>
            <pc:sldMk cId="3466591007" sldId="263"/>
            <ac:spMk id="5" creationId="{8A63E621-14A6-8BC8-2492-2513EF6A70E8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6" creationId="{F632A958-99E8-2A4A-BAC3-7413F91FD007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7" creationId="{AD4A67A4-3D80-E470-7F14-781CB1D3C5F6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8" creationId="{483EDEC1-5114-3FD0-61C1-055FB98232F0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9" creationId="{4332E705-0271-2610-AEEA-7B135FD4206A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0" creationId="{808F2BBF-26F2-0FF9-995F-E01D381D8032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1" creationId="{8C7BAB0B-E51C-F655-43C2-34BF87E2ED36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2" creationId="{C47F8395-C44A-150A-2FF7-97ACA691AF57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3" creationId="{1A349B08-6AC8-F7B4-5614-ADE754B9DC4F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4" creationId="{85C19EC7-CDED-0FFF-A396-0C63DF1904C3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5" creationId="{62DF055A-D62E-514B-9F92-DB1311BB347F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6" creationId="{4995C312-A7C3-79C4-6186-394AD05DBFAA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6:57.898" v="2026"/>
          <ac:spMkLst>
            <pc:docMk/>
            <pc:sldMk cId="3466591007" sldId="263"/>
            <ac:spMk id="17" creationId="{BB4FF92C-E6DD-040D-2A86-03F36FCE0E2B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7:08.117" v="2030"/>
          <ac:spMkLst>
            <pc:docMk/>
            <pc:sldMk cId="3466591007" sldId="263"/>
            <ac:spMk id="19" creationId="{533A1681-CA42-F0BA-C3E8-B5A6BA21F8F1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7:44.040" v="2033"/>
          <ac:spMkLst>
            <pc:docMk/>
            <pc:sldMk cId="3466591007" sldId="263"/>
            <ac:spMk id="20" creationId="{4CE31319-56F1-8C5B-BA60-D7F12CAD5519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3:59:39.737" v="2458" actId="1076"/>
          <ac:spMkLst>
            <pc:docMk/>
            <pc:sldMk cId="3466591007" sldId="263"/>
            <ac:spMk id="21" creationId="{BE5FD7ED-1715-D749-31E8-E1BAEBF5952C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0:13:08.317" v="2178" actId="1076"/>
          <ac:spMkLst>
            <pc:docMk/>
            <pc:sldMk cId="3466591007" sldId="263"/>
            <ac:spMk id="22" creationId="{2929E2BD-A4E7-C4C9-E863-045134AC30E4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4:00:16.567" v="2465" actId="1076"/>
          <ac:spMkLst>
            <pc:docMk/>
            <pc:sldMk cId="3466591007" sldId="263"/>
            <ac:spMk id="23" creationId="{CBDE2C94-02FB-193C-5F5E-0CA03089D329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10:48.844" v="2127"/>
          <ac:spMkLst>
            <pc:docMk/>
            <pc:sldMk cId="3466591007" sldId="263"/>
            <ac:spMk id="24" creationId="{BC270C5A-7B27-FD29-B62E-42CBAB28D177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10:52.125" v="2128"/>
          <ac:spMkLst>
            <pc:docMk/>
            <pc:sldMk cId="3466591007" sldId="263"/>
            <ac:spMk id="25" creationId="{73397360-10A1-1F40-3C89-F62BD455DD8A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4:00:16.582" v="2466" actId="1076"/>
          <ac:spMkLst>
            <pc:docMk/>
            <pc:sldMk cId="3466591007" sldId="263"/>
            <ac:spMk id="26" creationId="{FEE62605-D5E4-2905-DF68-B9DC3399245B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4:00:16.598" v="2467" actId="1076"/>
          <ac:spMkLst>
            <pc:docMk/>
            <pc:sldMk cId="3466591007" sldId="263"/>
            <ac:spMk id="27" creationId="{DC8B403E-7A31-E585-946B-399BC84EF994}"/>
          </ac:spMkLst>
        </pc:spChg>
        <pc:spChg chg="add del mod">
          <ac:chgData name="TCHAMFONG LIONEL" userId="S::tchamfl@ext.essilor.com::7ba41266-02c5-4eb4-be69-a4bf1727da15" providerId="AD" clId="Web-{12CAD04E-26BC-8D69-51C2-BA0B8D6F4F6A}" dt="2023-01-23T10:08:40.730" v="2076"/>
          <ac:spMkLst>
            <pc:docMk/>
            <pc:sldMk cId="3466591007" sldId="263"/>
            <ac:spMk id="28" creationId="{C4233782-63C5-F84C-8250-1E818D97D11B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0:11:25.642" v="2140" actId="1076"/>
          <ac:spMkLst>
            <pc:docMk/>
            <pc:sldMk cId="3466591007" sldId="263"/>
            <ac:spMk id="30" creationId="{86FC711A-5C4B-48E9-5C6D-9344FAF154B4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0:11:25.642" v="2141" actId="1076"/>
          <ac:spMkLst>
            <pc:docMk/>
            <pc:sldMk cId="3466591007" sldId="263"/>
            <ac:spMk id="31" creationId="{AB05C8EA-FF27-183B-6E98-0836744A74B1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3:59:50.457" v="2459" actId="1076"/>
          <ac:spMkLst>
            <pc:docMk/>
            <pc:sldMk cId="3466591007" sldId="263"/>
            <ac:spMk id="32" creationId="{1286574D-8E19-0C6B-A4F0-FE7B8756FD1A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0:13:08.302" v="2176" actId="1076"/>
          <ac:spMkLst>
            <pc:docMk/>
            <pc:sldMk cId="3466591007" sldId="263"/>
            <ac:spMk id="33" creationId="{ACCA281C-F63B-8EAF-4DA1-FF782FA9A87C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3:59:50.472" v="2460" actId="1076"/>
          <ac:spMkLst>
            <pc:docMk/>
            <pc:sldMk cId="3466591007" sldId="263"/>
            <ac:spMk id="34" creationId="{DC4DCF86-E1DB-1F62-15C0-AD99E1EA665C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0:16:54.184" v="2260" actId="20577"/>
          <ac:spMkLst>
            <pc:docMk/>
            <pc:sldMk cId="3466591007" sldId="263"/>
            <ac:spMk id="35" creationId="{4D01449E-5AD4-67A6-0DB5-79435B43B0FD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3:59:50.488" v="2461" actId="1076"/>
          <ac:spMkLst>
            <pc:docMk/>
            <pc:sldMk cId="3466591007" sldId="263"/>
            <ac:spMk id="36" creationId="{A950548F-0B14-C638-C722-8309FB374CCA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3:59:58.504" v="2464" actId="1076"/>
          <ac:spMkLst>
            <pc:docMk/>
            <pc:sldMk cId="3466591007" sldId="263"/>
            <ac:spMk id="37" creationId="{BD921E6E-3518-0CB6-1361-6907A0A97A74}"/>
          </ac:spMkLst>
        </pc:spChg>
        <pc:cxnChg chg="add mod">
          <ac:chgData name="TCHAMFONG LIONEL" userId="S::tchamfl@ext.essilor.com::7ba41266-02c5-4eb4-be69-a4bf1727da15" providerId="AD" clId="Web-{12CAD04E-26BC-8D69-51C2-BA0B8D6F4F6A}" dt="2023-01-23T10:11:25.626" v="2139" actId="1076"/>
          <ac:cxnSpMkLst>
            <pc:docMk/>
            <pc:sldMk cId="3466591007" sldId="263"/>
            <ac:cxnSpMk id="29" creationId="{FF6FCE80-CD14-43FF-EA2F-A412A22BA2D2}"/>
          </ac:cxnSpMkLst>
        </pc:cxnChg>
      </pc:sldChg>
      <pc:sldChg chg="addSp delSp modSp add replId">
        <pc:chgData name="TCHAMFONG LIONEL" userId="S::tchamfl@ext.essilor.com::7ba41266-02c5-4eb4-be69-a4bf1727da15" providerId="AD" clId="Web-{12CAD04E-26BC-8D69-51C2-BA0B8D6F4F6A}" dt="2023-01-23T16:10:13.887" v="2496" actId="20577"/>
        <pc:sldMkLst>
          <pc:docMk/>
          <pc:sldMk cId="2220594792" sldId="264"/>
        </pc:sldMkLst>
        <pc:spChg chg="add mod">
          <ac:chgData name="TCHAMFONG LIONEL" userId="S::tchamfl@ext.essilor.com::7ba41266-02c5-4eb4-be69-a4bf1727da15" providerId="AD" clId="Web-{12CAD04E-26BC-8D69-51C2-BA0B8D6F4F6A}" dt="2023-01-23T13:31:55.016" v="2331"/>
          <ac:spMkLst>
            <pc:docMk/>
            <pc:sldMk cId="2220594792" sldId="264"/>
            <ac:spMk id="4" creationId="{2E0AA551-23AE-5861-7B0F-CF326ED5E4B7}"/>
          </ac:spMkLst>
        </pc:spChg>
        <pc:spChg chg="add mod">
          <ac:chgData name="TCHAMFONG LIONEL" userId="S::tchamfl@ext.essilor.com::7ba41266-02c5-4eb4-be69-a4bf1727da15" providerId="AD" clId="Web-{12CAD04E-26BC-8D69-51C2-BA0B8D6F4F6A}" dt="2023-01-23T13:31:55.048" v="2332"/>
          <ac:spMkLst>
            <pc:docMk/>
            <pc:sldMk cId="2220594792" sldId="264"/>
            <ac:spMk id="7" creationId="{BA7F263B-065B-B95F-ABA7-3D8B7469A3E2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6:10:13.887" v="2496" actId="20577"/>
          <ac:spMkLst>
            <pc:docMk/>
            <pc:sldMk cId="2220594792" sldId="264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26:19.928" v="2284" actId="1076"/>
          <ac:spMkLst>
            <pc:docMk/>
            <pc:sldMk cId="2220594792" sldId="264"/>
            <ac:spMk id="86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40:16.156" v="2383" actId="1076"/>
          <ac:spMkLst>
            <pc:docMk/>
            <pc:sldMk cId="2220594792" sldId="264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26:08.850" v="2280" actId="1076"/>
          <ac:spMkLst>
            <pc:docMk/>
            <pc:sldMk cId="2220594792" sldId="264"/>
            <ac:spMk id="102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39:53.421" v="2382" actId="20577"/>
          <ac:spMkLst>
            <pc:docMk/>
            <pc:sldMk cId="2220594792" sldId="264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26:08.865" v="2281" actId="1076"/>
          <ac:spMkLst>
            <pc:docMk/>
            <pc:sldMk cId="2220594792" sldId="264"/>
            <ac:spMk id="104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13:25:24.411" v="2274"/>
          <ac:spMkLst>
            <pc:docMk/>
            <pc:sldMk cId="2220594792" sldId="264"/>
            <ac:spMk id="106" creationId="{00000000-0000-0000-0000-000000000000}"/>
          </ac:spMkLst>
        </pc:spChg>
        <pc:spChg chg="del">
          <ac:chgData name="TCHAMFONG LIONEL" userId="S::tchamfl@ext.essilor.com::7ba41266-02c5-4eb4-be69-a4bf1727da15" providerId="AD" clId="Web-{12CAD04E-26BC-8D69-51C2-BA0B8D6F4F6A}" dt="2023-01-23T13:25:24.411" v="2272"/>
          <ac:spMkLst>
            <pc:docMk/>
            <pc:sldMk cId="2220594792" sldId="264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39:11.295" v="2361" actId="20577"/>
          <ac:spMkLst>
            <pc:docMk/>
            <pc:sldMk cId="2220594792" sldId="264"/>
            <ac:spMk id="109" creationId="{00000000-0000-0000-0000-000000000000}"/>
          </ac:spMkLst>
        </pc:spChg>
        <pc:spChg chg="mod">
          <ac:chgData name="TCHAMFONG LIONEL" userId="S::tchamfl@ext.essilor.com::7ba41266-02c5-4eb4-be69-a4bf1727da15" providerId="AD" clId="Web-{12CAD04E-26BC-8D69-51C2-BA0B8D6F4F6A}" dt="2023-01-23T13:44:09.319" v="2409" actId="20577"/>
          <ac:spMkLst>
            <pc:docMk/>
            <pc:sldMk cId="2220594792" sldId="264"/>
            <ac:spMk id="110" creationId="{00000000-0000-0000-0000-000000000000}"/>
          </ac:spMkLst>
        </pc:spChg>
        <pc:cxnChg chg="add mod">
          <ac:chgData name="TCHAMFONG LIONEL" userId="S::tchamfl@ext.essilor.com::7ba41266-02c5-4eb4-be69-a4bf1727da15" providerId="AD" clId="Web-{12CAD04E-26BC-8D69-51C2-BA0B8D6F4F6A}" dt="2023-01-23T13:32:14.189" v="2335"/>
          <ac:cxnSpMkLst>
            <pc:docMk/>
            <pc:sldMk cId="2220594792" sldId="264"/>
            <ac:cxnSpMk id="2" creationId="{502DE58B-45F1-DAE6-31DA-0AA117E67322}"/>
          </ac:cxnSpMkLst>
        </pc:cxnChg>
        <pc:cxnChg chg="add mod">
          <ac:chgData name="TCHAMFONG LIONEL" userId="S::tchamfl@ext.essilor.com::7ba41266-02c5-4eb4-be69-a4bf1727da15" providerId="AD" clId="Web-{12CAD04E-26BC-8D69-51C2-BA0B8D6F4F6A}" dt="2023-01-23T13:32:14.204" v="2336"/>
          <ac:cxnSpMkLst>
            <pc:docMk/>
            <pc:sldMk cId="2220594792" sldId="264"/>
            <ac:cxnSpMk id="6" creationId="{AD5C2A83-6C36-9DC6-5313-FD1A368FA512}"/>
          </ac:cxnSpMkLst>
        </pc:cxnChg>
        <pc:cxnChg chg="add mod">
          <ac:chgData name="TCHAMFONG LIONEL" userId="S::tchamfl@ext.essilor.com::7ba41266-02c5-4eb4-be69-a4bf1727da15" providerId="AD" clId="Web-{12CAD04E-26BC-8D69-51C2-BA0B8D6F4F6A}" dt="2023-01-23T13:28:40.870" v="2306"/>
          <ac:cxnSpMkLst>
            <pc:docMk/>
            <pc:sldMk cId="2220594792" sldId="264"/>
            <ac:cxnSpMk id="8" creationId="{1C300BFB-476B-957B-0C5B-FCC86DFF59DC}"/>
          </ac:cxnSpMkLst>
        </pc:cxnChg>
        <pc:cxnChg chg="mod">
          <ac:chgData name="TCHAMFONG LIONEL" userId="S::tchamfl@ext.essilor.com::7ba41266-02c5-4eb4-be69-a4bf1727da15" providerId="AD" clId="Web-{12CAD04E-26BC-8D69-51C2-BA0B8D6F4F6A}" dt="2023-01-23T13:27:28.212" v="2296" actId="1076"/>
          <ac:cxnSpMkLst>
            <pc:docMk/>
            <pc:sldMk cId="2220594792" sldId="264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12CAD04E-26BC-8D69-51C2-BA0B8D6F4F6A}" dt="2023-01-23T13:26:08.787" v="2278" actId="1076"/>
          <ac:cxnSpMkLst>
            <pc:docMk/>
            <pc:sldMk cId="2220594792" sldId="264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12CAD04E-26BC-8D69-51C2-BA0B8D6F4F6A}" dt="2023-01-23T13:26:08.819" v="2279" actId="1076"/>
          <ac:cxnSpMkLst>
            <pc:docMk/>
            <pc:sldMk cId="2220594792" sldId="264"/>
            <ac:cxnSpMk id="9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13:25:24.411" v="2275"/>
          <ac:cxnSpMkLst>
            <pc:docMk/>
            <pc:sldMk cId="2220594792" sldId="264"/>
            <ac:cxnSpMk id="10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12CAD04E-26BC-8D69-51C2-BA0B8D6F4F6A}" dt="2023-01-23T13:25:24.411" v="2273"/>
          <ac:cxnSpMkLst>
            <pc:docMk/>
            <pc:sldMk cId="2220594792" sldId="264"/>
            <ac:cxnSpMk id="107" creationId="{00000000-0000-0000-0000-000000000000}"/>
          </ac:cxnSpMkLst>
        </pc:cxnChg>
      </pc:sldChg>
    </pc:docChg>
  </pc:docChgLst>
  <pc:docChgLst>
    <pc:chgData name="TCHAMFONG LIONEL" userId="S::tchamfl@ext.essilor.com::7ba41266-02c5-4eb4-be69-a4bf1727da15" providerId="AD" clId="Web-{B070759B-37AA-F5FF-AC72-1D3DE5A6B485}"/>
    <pc:docChg chg="modSld">
      <pc:chgData name="TCHAMFONG LIONEL" userId="S::tchamfl@ext.essilor.com::7ba41266-02c5-4eb4-be69-a4bf1727da15" providerId="AD" clId="Web-{B070759B-37AA-F5FF-AC72-1D3DE5A6B485}" dt="2023-01-24T14:06:44.223" v="119" actId="20577"/>
      <pc:docMkLst>
        <pc:docMk/>
      </pc:docMkLst>
      <pc:sldChg chg="modSp">
        <pc:chgData name="TCHAMFONG LIONEL" userId="S::tchamfl@ext.essilor.com::7ba41266-02c5-4eb4-be69-a4bf1727da15" providerId="AD" clId="Web-{B070759B-37AA-F5FF-AC72-1D3DE5A6B485}" dt="2023-01-24T14:04:52.110" v="28" actId="20577"/>
        <pc:sldMkLst>
          <pc:docMk/>
          <pc:sldMk cId="2943919268" sldId="259"/>
        </pc:sldMkLst>
        <pc:spChg chg="mod">
          <ac:chgData name="TCHAMFONG LIONEL" userId="S::tchamfl@ext.essilor.com::7ba41266-02c5-4eb4-be69-a4bf1727da15" providerId="AD" clId="Web-{B070759B-37AA-F5FF-AC72-1D3DE5A6B485}" dt="2023-01-24T14:04:52.110" v="28" actId="20577"/>
          <ac:spMkLst>
            <pc:docMk/>
            <pc:sldMk cId="2943919268" sldId="259"/>
            <ac:spMk id="60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B070759B-37AA-F5FF-AC72-1D3DE5A6B485}" dt="2023-01-24T14:06:44.223" v="119" actId="20577"/>
        <pc:sldMkLst>
          <pc:docMk/>
          <pc:sldMk cId="2220594792" sldId="264"/>
        </pc:sldMkLst>
        <pc:spChg chg="mod">
          <ac:chgData name="TCHAMFONG LIONEL" userId="S::tchamfl@ext.essilor.com::7ba41266-02c5-4eb4-be69-a4bf1727da15" providerId="AD" clId="Web-{B070759B-37AA-F5FF-AC72-1D3DE5A6B485}" dt="2023-01-24T14:06:44.223" v="119" actId="20577"/>
          <ac:spMkLst>
            <pc:docMk/>
            <pc:sldMk cId="2220594792" sldId="264"/>
            <ac:spMk id="60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ACB91164-3AD7-C8D4-B770-3D940D061DD6}"/>
    <pc:docChg chg="modSld">
      <pc:chgData name="TCHAMFONG LIONEL" userId="S::tchamfl@ext.essilor.com::7ba41266-02c5-4eb4-be69-a4bf1727da15" providerId="AD" clId="Web-{ACB91164-3AD7-C8D4-B770-3D940D061DD6}" dt="2023-02-13T09:14:20.005" v="0"/>
      <pc:docMkLst>
        <pc:docMk/>
      </pc:docMkLst>
      <pc:sldChg chg="mod modShow">
        <pc:chgData name="TCHAMFONG LIONEL" userId="S::tchamfl@ext.essilor.com::7ba41266-02c5-4eb4-be69-a4bf1727da15" providerId="AD" clId="Web-{ACB91164-3AD7-C8D4-B770-3D940D061DD6}" dt="2023-02-13T09:14:20.005" v="0"/>
        <pc:sldMkLst>
          <pc:docMk/>
          <pc:sldMk cId="2943919268" sldId="259"/>
        </pc:sldMkLst>
      </pc:sldChg>
    </pc:docChg>
  </pc:docChgLst>
  <pc:docChgLst>
    <pc:chgData name="TCHAMFONG LIONEL" userId="S::tchamfl@ext.essilor.com::7ba41266-02c5-4eb4-be69-a4bf1727da15" providerId="AD" clId="Web-{61E4DA74-EE0F-110A-4A6E-00133ADF48A7}"/>
    <pc:docChg chg="modSld">
      <pc:chgData name="TCHAMFONG LIONEL" userId="S::tchamfl@ext.essilor.com::7ba41266-02c5-4eb4-be69-a4bf1727da15" providerId="AD" clId="Web-{61E4DA74-EE0F-110A-4A6E-00133ADF48A7}" dt="2023-01-18T10:23:44.441" v="127" actId="20577"/>
      <pc:docMkLst>
        <pc:docMk/>
      </pc:docMkLst>
      <pc:sldChg chg="modSp">
        <pc:chgData name="TCHAMFONG LIONEL" userId="S::tchamfl@ext.essilor.com::7ba41266-02c5-4eb4-be69-a4bf1727da15" providerId="AD" clId="Web-{61E4DA74-EE0F-110A-4A6E-00133ADF48A7}" dt="2023-01-18T10:23:34.003" v="124" actId="20577"/>
        <pc:sldMkLst>
          <pc:docMk/>
          <pc:sldMk cId="4079179769" sldId="260"/>
        </pc:sldMkLst>
        <pc:spChg chg="mod">
          <ac:chgData name="TCHAMFONG LIONEL" userId="S::tchamfl@ext.essilor.com::7ba41266-02c5-4eb4-be69-a4bf1727da15" providerId="AD" clId="Web-{61E4DA74-EE0F-110A-4A6E-00133ADF48A7}" dt="2023-01-18T10:23:34.003" v="124" actId="20577"/>
          <ac:spMkLst>
            <pc:docMk/>
            <pc:sldMk cId="4079179769" sldId="260"/>
            <ac:spMk id="60" creationId="{00000000-0000-0000-0000-000000000000}"/>
          </ac:spMkLst>
        </pc:spChg>
      </pc:sldChg>
      <pc:sldChg chg="addSp modSp">
        <pc:chgData name="TCHAMFONG LIONEL" userId="S::tchamfl@ext.essilor.com::7ba41266-02c5-4eb4-be69-a4bf1727da15" providerId="AD" clId="Web-{61E4DA74-EE0F-110A-4A6E-00133ADF48A7}" dt="2023-01-18T10:23:44.441" v="127" actId="20577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61E4DA74-EE0F-110A-4A6E-00133ADF48A7}" dt="2023-01-18T10:14:01.311" v="96" actId="1076"/>
          <ac:spMkLst>
            <pc:docMk/>
            <pc:sldMk cId="2579561831" sldId="261"/>
            <ac:spMk id="25" creationId="{B970EA4C-D598-8D7B-519C-7ABE249FDFB7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29.133" v="40" actId="1076"/>
          <ac:spMkLst>
            <pc:docMk/>
            <pc:sldMk cId="2579561831" sldId="261"/>
            <ac:spMk id="26" creationId="{D07755CB-D5D2-3DA9-B394-2421FFFAA5DF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29.148" v="41" actId="1076"/>
          <ac:spMkLst>
            <pc:docMk/>
            <pc:sldMk cId="2579561831" sldId="261"/>
            <ac:spMk id="27" creationId="{232E15A8-6943-A62E-734D-DCA526112EC2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0:31.763" v="3" actId="20577"/>
          <ac:spMkLst>
            <pc:docMk/>
            <pc:sldMk cId="2579561831" sldId="261"/>
            <ac:spMk id="36" creationId="{EF28D74F-FAEB-874F-DDA8-8508FA61FA15}"/>
          </ac:spMkLst>
        </pc:spChg>
        <pc:spChg chg="mod">
          <ac:chgData name="TCHAMFONG LIONEL" userId="S::tchamfl@ext.essilor.com::7ba41266-02c5-4eb4-be69-a4bf1727da15" providerId="AD" clId="Web-{61E4DA74-EE0F-110A-4A6E-00133ADF48A7}" dt="2023-01-18T10:18:17.148" v="113" actId="1076"/>
          <ac:spMkLst>
            <pc:docMk/>
            <pc:sldMk cId="2579561831" sldId="261"/>
            <ac:spMk id="41" creationId="{9AA75A8B-F41F-7E8C-67A9-01E25EACF3C4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39.649" v="46" actId="1076"/>
          <ac:spMkLst>
            <pc:docMk/>
            <pc:sldMk cId="2579561831" sldId="261"/>
            <ac:spMk id="46" creationId="{6C61C9E9-29F8-3BCB-3AD3-E6F75C86604D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39.664" v="47" actId="1076"/>
          <ac:spMkLst>
            <pc:docMk/>
            <pc:sldMk cId="2579561831" sldId="261"/>
            <ac:spMk id="47" creationId="{ADDF76E4-2EAA-5A8A-013E-7404308B6595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29.164" v="42" actId="1076"/>
          <ac:spMkLst>
            <pc:docMk/>
            <pc:sldMk cId="2579561831" sldId="261"/>
            <ac:spMk id="48" creationId="{07E86F80-648A-7A2D-F01A-57F9CDDB5EF1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29.180" v="43" actId="1076"/>
          <ac:spMkLst>
            <pc:docMk/>
            <pc:sldMk cId="2579561831" sldId="261"/>
            <ac:spMk id="49" creationId="{B906E2F2-6567-27DF-947F-0FE08AAB6381}"/>
          </ac:spMkLst>
        </pc:spChg>
        <pc:spChg chg="mod">
          <ac:chgData name="TCHAMFONG LIONEL" userId="S::tchamfl@ext.essilor.com::7ba41266-02c5-4eb4-be69-a4bf1727da15" providerId="AD" clId="Web-{61E4DA74-EE0F-110A-4A6E-00133ADF48A7}" dt="2023-01-18T10:07:10.766" v="84" actId="1076"/>
          <ac:spMkLst>
            <pc:docMk/>
            <pc:sldMk cId="2579561831" sldId="261"/>
            <ac:spMk id="50" creationId="{2D81C953-BAA9-9062-CD8F-E2C27CE89B5E}"/>
          </ac:spMkLst>
        </pc:spChg>
        <pc:spChg chg="mod">
          <ac:chgData name="TCHAMFONG LIONEL" userId="S::tchamfl@ext.essilor.com::7ba41266-02c5-4eb4-be69-a4bf1727da15" providerId="AD" clId="Web-{61E4DA74-EE0F-110A-4A6E-00133ADF48A7}" dt="2023-01-18T10:23:44.441" v="127" actId="20577"/>
          <ac:spMkLst>
            <pc:docMk/>
            <pc:sldMk cId="2579561831" sldId="261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39.618" v="44" actId="1076"/>
          <ac:spMkLst>
            <pc:docMk/>
            <pc:sldMk cId="2579561831" sldId="261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61E4DA74-EE0F-110A-4A6E-00133ADF48A7}" dt="2023-01-18T09:46:39.633" v="45" actId="1076"/>
          <ac:spMkLst>
            <pc:docMk/>
            <pc:sldMk cId="2579561831" sldId="261"/>
            <ac:spMk id="79" creationId="{00000000-0000-0000-0000-000000000000}"/>
          </ac:spMkLst>
        </pc:spChg>
        <pc:cxnChg chg="mod">
          <ac:chgData name="TCHAMFONG LIONEL" userId="S::tchamfl@ext.essilor.com::7ba41266-02c5-4eb4-be69-a4bf1727da15" providerId="AD" clId="Web-{61E4DA74-EE0F-110A-4A6E-00133ADF48A7}" dt="2023-01-18T10:18:29.680" v="114" actId="14100"/>
          <ac:cxnSpMkLst>
            <pc:docMk/>
            <pc:sldMk cId="2579561831" sldId="261"/>
            <ac:cxnSpMk id="2" creationId="{59FAC9EB-F5B7-0220-5ED8-E47B1A7D80E4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10:13:53.311" v="95" actId="14100"/>
          <ac:cxnSpMkLst>
            <pc:docMk/>
            <pc:sldMk cId="2579561831" sldId="261"/>
            <ac:cxnSpMk id="3" creationId="{7133142F-0F9B-473B-1540-F543E9EE2366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10:13:13.325" v="94" actId="1076"/>
          <ac:cxnSpMkLst>
            <pc:docMk/>
            <pc:sldMk cId="2579561831" sldId="261"/>
            <ac:cxnSpMk id="4" creationId="{3B154069-9D50-7204-A125-85CB17972184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10:13:10.044" v="93" actId="14100"/>
          <ac:cxnSpMkLst>
            <pc:docMk/>
            <pc:sldMk cId="2579561831" sldId="261"/>
            <ac:cxnSpMk id="6" creationId="{1F332783-D8D5-F676-A137-26728A37A4EE}"/>
          </ac:cxnSpMkLst>
        </pc:cxnChg>
        <pc:cxnChg chg="add mod">
          <ac:chgData name="TCHAMFONG LIONEL" userId="S::tchamfl@ext.essilor.com::7ba41266-02c5-4eb4-be69-a4bf1727da15" providerId="AD" clId="Web-{61E4DA74-EE0F-110A-4A6E-00133ADF48A7}" dt="2023-01-18T10:06:35.436" v="80" actId="14100"/>
          <ac:cxnSpMkLst>
            <pc:docMk/>
            <pc:sldMk cId="2579561831" sldId="261"/>
            <ac:cxnSpMk id="8" creationId="{82FFC0A4-B53E-C47B-B615-EC3CA8745C67}"/>
          </ac:cxnSpMkLst>
        </pc:cxnChg>
        <pc:cxnChg chg="add mod">
          <ac:chgData name="TCHAMFONG LIONEL" userId="S::tchamfl@ext.essilor.com::7ba41266-02c5-4eb4-be69-a4bf1727da15" providerId="AD" clId="Web-{61E4DA74-EE0F-110A-4A6E-00133ADF48A7}" dt="2023-01-18T10:18:12.148" v="112" actId="1076"/>
          <ac:cxnSpMkLst>
            <pc:docMk/>
            <pc:sldMk cId="2579561831" sldId="261"/>
            <ac:cxnSpMk id="9" creationId="{7ADE51DA-01EC-BAD2-2C35-9CEC5C65BF5C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09:46:46.649" v="48" actId="14100"/>
          <ac:cxnSpMkLst>
            <pc:docMk/>
            <pc:sldMk cId="2579561831" sldId="261"/>
            <ac:cxnSpMk id="10" creationId="{917E646E-A160-152B-5269-3506A93E5820}"/>
          </ac:cxnSpMkLst>
        </pc:cxnChg>
        <pc:cxnChg chg="add mod">
          <ac:chgData name="TCHAMFONG LIONEL" userId="S::tchamfl@ext.essilor.com::7ba41266-02c5-4eb4-be69-a4bf1727da15" providerId="AD" clId="Web-{61E4DA74-EE0F-110A-4A6E-00133ADF48A7}" dt="2023-01-18T10:18:49.759" v="117" actId="14100"/>
          <ac:cxnSpMkLst>
            <pc:docMk/>
            <pc:sldMk cId="2579561831" sldId="261"/>
            <ac:cxnSpMk id="11" creationId="{BC0AA857-2826-E20B-27A4-D1F4D27D4286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10:14:34.422" v="97"/>
          <ac:cxnSpMkLst>
            <pc:docMk/>
            <pc:sldMk cId="2579561831" sldId="261"/>
            <ac:cxnSpMk id="28" creationId="{19756C80-7841-45B3-D24E-2AA92AFA50B3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10:15:25.049" v="98"/>
          <ac:cxnSpMkLst>
            <pc:docMk/>
            <pc:sldMk cId="2579561831" sldId="261"/>
            <ac:cxnSpMk id="33" creationId="{D137AE02-4612-8090-7460-1E5225FFD799}"/>
          </ac:cxnSpMkLst>
        </pc:cxnChg>
        <pc:cxnChg chg="mod">
          <ac:chgData name="TCHAMFONG LIONEL" userId="S::tchamfl@ext.essilor.com::7ba41266-02c5-4eb4-be69-a4bf1727da15" providerId="AD" clId="Web-{61E4DA74-EE0F-110A-4A6E-00133ADF48A7}" dt="2023-01-18T10:16:36.551" v="101" actId="14100"/>
          <ac:cxnSpMkLst>
            <pc:docMk/>
            <pc:sldMk cId="2579561831" sldId="261"/>
            <ac:cxnSpMk id="40" creationId="{240A4699-9778-BD4F-6863-BDF51817E62D}"/>
          </ac:cxnSpMkLst>
        </pc:cxnChg>
      </pc:sldChg>
    </pc:docChg>
  </pc:docChgLst>
  <pc:docChgLst>
    <pc:chgData name="TCHAMFONG LIONEL" userId="S::tchamfl@ext.essilor.com::7ba41266-02c5-4eb4-be69-a4bf1727da15" providerId="AD" clId="Web-{78E2F5FA-F79B-E0C6-47EC-3F8FFE7DC591}"/>
    <pc:docChg chg="modSld sldOrd">
      <pc:chgData name="TCHAMFONG LIONEL" userId="S::tchamfl@ext.essilor.com::7ba41266-02c5-4eb4-be69-a4bf1727da15" providerId="AD" clId="Web-{78E2F5FA-F79B-E0C6-47EC-3F8FFE7DC591}" dt="2023-02-21T13:54:17.924" v="23" actId="20577"/>
      <pc:docMkLst>
        <pc:docMk/>
      </pc:docMkLst>
      <pc:sldChg chg="modSp">
        <pc:chgData name="TCHAMFONG LIONEL" userId="S::tchamfl@ext.essilor.com::7ba41266-02c5-4eb4-be69-a4bf1727da15" providerId="AD" clId="Web-{78E2F5FA-F79B-E0C6-47EC-3F8FFE7DC591}" dt="2023-02-21T13:54:17.924" v="23" actId="20577"/>
        <pc:sldMkLst>
          <pc:docMk/>
          <pc:sldMk cId="2943919268" sldId="259"/>
        </pc:sldMkLst>
        <pc:spChg chg="mod">
          <ac:chgData name="TCHAMFONG LIONEL" userId="S::tchamfl@ext.essilor.com::7ba41266-02c5-4eb4-be69-a4bf1727da15" providerId="AD" clId="Web-{78E2F5FA-F79B-E0C6-47EC-3F8FFE7DC591}" dt="2023-02-21T13:54:17.924" v="23" actId="20577"/>
          <ac:spMkLst>
            <pc:docMk/>
            <pc:sldMk cId="2943919268" sldId="259"/>
            <ac:spMk id="60" creationId="{00000000-0000-0000-0000-000000000000}"/>
          </ac:spMkLst>
        </pc:spChg>
      </pc:sldChg>
      <pc:sldChg chg="modSp ord">
        <pc:chgData name="TCHAMFONG LIONEL" userId="S::tchamfl@ext.essilor.com::7ba41266-02c5-4eb4-be69-a4bf1727da15" providerId="AD" clId="Web-{78E2F5FA-F79B-E0C6-47EC-3F8FFE7DC591}" dt="2023-02-21T13:54:11.471" v="22" actId="20577"/>
        <pc:sldMkLst>
          <pc:docMk/>
          <pc:sldMk cId="2220594792" sldId="264"/>
        </pc:sldMkLst>
        <pc:spChg chg="mod">
          <ac:chgData name="TCHAMFONG LIONEL" userId="S::tchamfl@ext.essilor.com::7ba41266-02c5-4eb4-be69-a4bf1727da15" providerId="AD" clId="Web-{78E2F5FA-F79B-E0C6-47EC-3F8FFE7DC591}" dt="2023-02-21T13:54:11.471" v="22" actId="20577"/>
          <ac:spMkLst>
            <pc:docMk/>
            <pc:sldMk cId="2220594792" sldId="264"/>
            <ac:spMk id="60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8EAB0515-4972-A775-B9A5-CB6B97666ECB}"/>
    <pc:docChg chg="modSld">
      <pc:chgData name="TCHAMFONG LIONEL" userId="S::tchamfl@ext.essilor.com::7ba41266-02c5-4eb4-be69-a4bf1727da15" providerId="AD" clId="Web-{8EAB0515-4972-A775-B9A5-CB6B97666ECB}" dt="2023-04-04T15:25:16.859" v="12" actId="20577"/>
      <pc:docMkLst>
        <pc:docMk/>
      </pc:docMkLst>
      <pc:sldChg chg="modSp">
        <pc:chgData name="TCHAMFONG LIONEL" userId="S::tchamfl@ext.essilor.com::7ba41266-02c5-4eb4-be69-a4bf1727da15" providerId="AD" clId="Web-{8EAB0515-4972-A775-B9A5-CB6B97666ECB}" dt="2023-04-04T15:25:16.859" v="12" actId="20577"/>
        <pc:sldMkLst>
          <pc:docMk/>
          <pc:sldMk cId="3466591007" sldId="263"/>
        </pc:sldMkLst>
        <pc:spChg chg="mod">
          <ac:chgData name="TCHAMFONG LIONEL" userId="S::tchamfl@ext.essilor.com::7ba41266-02c5-4eb4-be69-a4bf1727da15" providerId="AD" clId="Web-{8EAB0515-4972-A775-B9A5-CB6B97666ECB}" dt="2023-04-04T15:24:49.483" v="0" actId="20577"/>
          <ac:spMkLst>
            <pc:docMk/>
            <pc:sldMk cId="3466591007" sldId="263"/>
            <ac:spMk id="33" creationId="{ACCA281C-F63B-8EAF-4DA1-FF782FA9A87C}"/>
          </ac:spMkLst>
        </pc:spChg>
        <pc:spChg chg="mod">
          <ac:chgData name="TCHAMFONG LIONEL" userId="S::tchamfl@ext.essilor.com::7ba41266-02c5-4eb4-be69-a4bf1727da15" providerId="AD" clId="Web-{8EAB0515-4972-A775-B9A5-CB6B97666ECB}" dt="2023-04-04T15:25:16.859" v="12" actId="20577"/>
          <ac:spMkLst>
            <pc:docMk/>
            <pc:sldMk cId="3466591007" sldId="263"/>
            <ac:spMk id="35" creationId="{4D01449E-5AD4-67A6-0DB5-79435B43B0FD}"/>
          </ac:spMkLst>
        </pc:spChg>
      </pc:sldChg>
    </pc:docChg>
  </pc:docChgLst>
  <pc:docChgLst>
    <pc:chgData name="TCHAMFONG LIONEL" userId="S::tchamfl@ext.essilor.com::7ba41266-02c5-4eb4-be69-a4bf1727da15" providerId="AD" clId="Web-{646A12EF-1218-3A40-7E39-F3842C29A105}"/>
    <pc:docChg chg="delSld modSld">
      <pc:chgData name="TCHAMFONG LIONEL" userId="S::tchamfl@ext.essilor.com::7ba41266-02c5-4eb4-be69-a4bf1727da15" providerId="AD" clId="Web-{646A12EF-1218-3A40-7E39-F3842C29A105}" dt="2023-02-07T12:48:17.316" v="123"/>
      <pc:docMkLst>
        <pc:docMk/>
      </pc:docMkLst>
      <pc:sldChg chg="modSp">
        <pc:chgData name="TCHAMFONG LIONEL" userId="S::tchamfl@ext.essilor.com::7ba41266-02c5-4eb4-be69-a4bf1727da15" providerId="AD" clId="Web-{646A12EF-1218-3A40-7E39-F3842C29A105}" dt="2023-02-07T12:47:55.206" v="122"/>
        <pc:sldMkLst>
          <pc:docMk/>
          <pc:sldMk cId="109857222" sldId="256"/>
        </pc:sldMkLst>
        <pc:spChg chg="mod">
          <ac:chgData name="TCHAMFONG LIONEL" userId="S::tchamfl@ext.essilor.com::7ba41266-02c5-4eb4-be69-a4bf1727da15" providerId="AD" clId="Web-{646A12EF-1218-3A40-7E39-F3842C29A105}" dt="2023-02-07T12:47:55.206" v="122"/>
          <ac:spMkLst>
            <pc:docMk/>
            <pc:sldMk cId="109857222" sldId="256"/>
            <ac:spMk id="2" creationId="{00000000-0000-0000-0000-000000000000}"/>
          </ac:spMkLst>
        </pc:spChg>
      </pc:sldChg>
      <pc:sldChg chg="mod modShow">
        <pc:chgData name="TCHAMFONG LIONEL" userId="S::tchamfl@ext.essilor.com::7ba41266-02c5-4eb4-be69-a4bf1727da15" providerId="AD" clId="Web-{646A12EF-1218-3A40-7E39-F3842C29A105}" dt="2023-02-07T12:45:34.546" v="91"/>
        <pc:sldMkLst>
          <pc:docMk/>
          <pc:sldMk cId="2943919268" sldId="259"/>
        </pc:sldMkLst>
      </pc:sldChg>
      <pc:sldChg chg="mod modShow">
        <pc:chgData name="TCHAMFONG LIONEL" userId="S::tchamfl@ext.essilor.com::7ba41266-02c5-4eb4-be69-a4bf1727da15" providerId="AD" clId="Web-{646A12EF-1218-3A40-7E39-F3842C29A105}" dt="2023-02-07T12:46:22.688" v="92"/>
        <pc:sldMkLst>
          <pc:docMk/>
          <pc:sldMk cId="1140851206" sldId="262"/>
        </pc:sldMkLst>
      </pc:sldChg>
      <pc:sldChg chg="delSp modSp">
        <pc:chgData name="TCHAMFONG LIONEL" userId="S::tchamfl@ext.essilor.com::7ba41266-02c5-4eb4-be69-a4bf1727da15" providerId="AD" clId="Web-{646A12EF-1218-3A40-7E39-F3842C29A105}" dt="2023-02-07T10:38:33.630" v="90" actId="1076"/>
        <pc:sldMkLst>
          <pc:docMk/>
          <pc:sldMk cId="3466591007" sldId="263"/>
        </pc:sldMkLst>
        <pc:spChg chg="mod">
          <ac:chgData name="TCHAMFONG LIONEL" userId="S::tchamfl@ext.essilor.com::7ba41266-02c5-4eb4-be69-a4bf1727da15" providerId="AD" clId="Web-{646A12EF-1218-3A40-7E39-F3842C29A105}" dt="2023-02-07T10:38:07.739" v="86"/>
          <ac:spMkLst>
            <pc:docMk/>
            <pc:sldMk cId="3466591007" sldId="263"/>
            <ac:spMk id="21" creationId="{BE5FD7ED-1715-D749-31E8-E1BAEBF5952C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8:16.177" v="87"/>
          <ac:spMkLst>
            <pc:docMk/>
            <pc:sldMk cId="3466591007" sldId="263"/>
            <ac:spMk id="22" creationId="{2929E2BD-A4E7-C4C9-E863-045134AC30E4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21.064" v="69" actId="1076"/>
          <ac:spMkLst>
            <pc:docMk/>
            <pc:sldMk cId="3466591007" sldId="263"/>
            <ac:spMk id="23" creationId="{CBDE2C94-02FB-193C-5F5E-0CA03089D329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21.079" v="70" actId="1076"/>
          <ac:spMkLst>
            <pc:docMk/>
            <pc:sldMk cId="3466591007" sldId="263"/>
            <ac:spMk id="26" creationId="{FEE62605-D5E4-2905-DF68-B9DC3399245B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21.079" v="71" actId="1076"/>
          <ac:spMkLst>
            <pc:docMk/>
            <pc:sldMk cId="3466591007" sldId="263"/>
            <ac:spMk id="27" creationId="{DC8B403E-7A31-E585-946B-399BC84EF994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30.283" v="75" actId="1076"/>
          <ac:spMkLst>
            <pc:docMk/>
            <pc:sldMk cId="3466591007" sldId="263"/>
            <ac:spMk id="30" creationId="{86FC711A-5C4B-48E9-5C6D-9344FAF154B4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30.298" v="76" actId="1076"/>
          <ac:spMkLst>
            <pc:docMk/>
            <pc:sldMk cId="3466591007" sldId="263"/>
            <ac:spMk id="31" creationId="{AB05C8EA-FF27-183B-6E98-0836744A74B1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8:33.630" v="90" actId="1076"/>
          <ac:spMkLst>
            <pc:docMk/>
            <pc:sldMk cId="3466591007" sldId="263"/>
            <ac:spMk id="32" creationId="{1286574D-8E19-0C6B-A4F0-FE7B8756FD1A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21.095" v="72" actId="1076"/>
          <ac:spMkLst>
            <pc:docMk/>
            <pc:sldMk cId="3466591007" sldId="263"/>
            <ac:spMk id="33" creationId="{ACCA281C-F63B-8EAF-4DA1-FF782FA9A87C}"/>
          </ac:spMkLst>
        </pc:spChg>
        <pc:spChg chg="del">
          <ac:chgData name="TCHAMFONG LIONEL" userId="S::tchamfl@ext.essilor.com::7ba41266-02c5-4eb4-be69-a4bf1727da15" providerId="AD" clId="Web-{646A12EF-1218-3A40-7E39-F3842C29A105}" dt="2023-02-07T10:35:56.516" v="64"/>
          <ac:spMkLst>
            <pc:docMk/>
            <pc:sldMk cId="3466591007" sldId="263"/>
            <ac:spMk id="34" creationId="{DC4DCF86-E1DB-1F62-15C0-AD99E1EA665C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6:21.111" v="73" actId="1076"/>
          <ac:spMkLst>
            <pc:docMk/>
            <pc:sldMk cId="3466591007" sldId="263"/>
            <ac:spMk id="35" creationId="{4D01449E-5AD4-67A6-0DB5-79435B43B0FD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8:29.880" v="89" actId="1076"/>
          <ac:spMkLst>
            <pc:docMk/>
            <pc:sldMk cId="3466591007" sldId="263"/>
            <ac:spMk id="36" creationId="{A950548F-0B14-C638-C722-8309FB374CCA}"/>
          </ac:spMkLst>
        </pc:spChg>
        <pc:spChg chg="mod">
          <ac:chgData name="TCHAMFONG LIONEL" userId="S::tchamfl@ext.essilor.com::7ba41266-02c5-4eb4-be69-a4bf1727da15" providerId="AD" clId="Web-{646A12EF-1218-3A40-7E39-F3842C29A105}" dt="2023-02-07T10:38:24.130" v="88" actId="1076"/>
          <ac:spMkLst>
            <pc:docMk/>
            <pc:sldMk cId="3466591007" sldId="263"/>
            <ac:spMk id="37" creationId="{BD921E6E-3518-0CB6-1361-6907A0A97A74}"/>
          </ac:spMkLst>
        </pc:spChg>
        <pc:cxnChg chg="mod">
          <ac:chgData name="TCHAMFONG LIONEL" userId="S::tchamfl@ext.essilor.com::7ba41266-02c5-4eb4-be69-a4bf1727da15" providerId="AD" clId="Web-{646A12EF-1218-3A40-7E39-F3842C29A105}" dt="2023-02-07T10:36:30.283" v="74" actId="1076"/>
          <ac:cxnSpMkLst>
            <pc:docMk/>
            <pc:sldMk cId="3466591007" sldId="263"/>
            <ac:cxnSpMk id="29" creationId="{FF6FCE80-CD14-43FF-EA2F-A412A22BA2D2}"/>
          </ac:cxnSpMkLst>
        </pc:cxnChg>
      </pc:sldChg>
      <pc:sldChg chg="del">
        <pc:chgData name="TCHAMFONG LIONEL" userId="S::tchamfl@ext.essilor.com::7ba41266-02c5-4eb4-be69-a4bf1727da15" providerId="AD" clId="Web-{646A12EF-1218-3A40-7E39-F3842C29A105}" dt="2023-02-07T12:48:17.316" v="123"/>
        <pc:sldMkLst>
          <pc:docMk/>
          <pc:sldMk cId="4206558308" sldId="265"/>
        </pc:sldMkLst>
      </pc:sldChg>
    </pc:docChg>
  </pc:docChgLst>
  <pc:docChgLst>
    <pc:chgData name="TCHAMFONG LIONEL" userId="S::tchamfl@ext.essilor.com::7ba41266-02c5-4eb4-be69-a4bf1727da15" providerId="AD" clId="Web-{85301552-C1D7-B483-A1C8-21EC10DBCC20}"/>
    <pc:docChg chg="modSld">
      <pc:chgData name="TCHAMFONG LIONEL" userId="S::tchamfl@ext.essilor.com::7ba41266-02c5-4eb4-be69-a4bf1727da15" providerId="AD" clId="Web-{85301552-C1D7-B483-A1C8-21EC10DBCC20}" dt="2023-03-31T13:03:11.945" v="59"/>
      <pc:docMkLst>
        <pc:docMk/>
      </pc:docMkLst>
      <pc:sldChg chg="mod modShow">
        <pc:chgData name="TCHAMFONG LIONEL" userId="S::tchamfl@ext.essilor.com::7ba41266-02c5-4eb4-be69-a4bf1727da15" providerId="AD" clId="Web-{85301552-C1D7-B483-A1C8-21EC10DBCC20}" dt="2023-03-31T13:03:11.945" v="59"/>
        <pc:sldMkLst>
          <pc:docMk/>
          <pc:sldMk cId="2943919268" sldId="259"/>
        </pc:sldMkLst>
      </pc:sldChg>
      <pc:sldChg chg="modSp">
        <pc:chgData name="TCHAMFONG LIONEL" userId="S::tchamfl@ext.essilor.com::7ba41266-02c5-4eb4-be69-a4bf1727da15" providerId="AD" clId="Web-{85301552-C1D7-B483-A1C8-21EC10DBCC20}" dt="2023-03-31T13:00:46.582" v="42" actId="20577"/>
        <pc:sldMkLst>
          <pc:docMk/>
          <pc:sldMk cId="4079179769" sldId="260"/>
        </pc:sldMkLst>
        <pc:spChg chg="mod">
          <ac:chgData name="TCHAMFONG LIONEL" userId="S::tchamfl@ext.essilor.com::7ba41266-02c5-4eb4-be69-a4bf1727da15" providerId="AD" clId="Web-{85301552-C1D7-B483-A1C8-21EC10DBCC20}" dt="2023-03-31T13:00:30.894" v="37" actId="20577"/>
          <ac:spMkLst>
            <pc:docMk/>
            <pc:sldMk cId="4079179769" sldId="260"/>
            <ac:spMk id="32" creationId="{06EA1ACC-40D0-DB15-7EA0-A75908F6A498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0:46.582" v="42" actId="20577"/>
          <ac:spMkLst>
            <pc:docMk/>
            <pc:sldMk cId="4079179769" sldId="260"/>
            <ac:spMk id="34" creationId="{46DC406A-6DC5-735C-E805-10AB4D96D1D2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0:34.129" v="38" actId="20577"/>
          <ac:spMkLst>
            <pc:docMk/>
            <pc:sldMk cId="4079179769" sldId="260"/>
            <ac:spMk id="38" creationId="{0686D311-F80F-AF9D-5BD9-BDF8DF4A1A4D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0:40.113" v="40" actId="20577"/>
          <ac:spMkLst>
            <pc:docMk/>
            <pc:sldMk cId="4079179769" sldId="260"/>
            <ac:spMk id="41" creationId="{9AA75A8B-F41F-7E8C-67A9-01E25EACF3C4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0:18.597" v="35" actId="20577"/>
          <ac:spMkLst>
            <pc:docMk/>
            <pc:sldMk cId="4079179769" sldId="260"/>
            <ac:spMk id="60" creationId="{00000000-0000-0000-0000-000000000000}"/>
          </ac:spMkLst>
        </pc:spChg>
      </pc:sldChg>
      <pc:sldChg chg="addSp delSp modSp">
        <pc:chgData name="TCHAMFONG LIONEL" userId="S::tchamfl@ext.essilor.com::7ba41266-02c5-4eb4-be69-a4bf1727da15" providerId="AD" clId="Web-{85301552-C1D7-B483-A1C8-21EC10DBCC20}" dt="2023-03-31T13:02:12.600" v="58" actId="20577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85301552-C1D7-B483-A1C8-21EC10DBCC20}" dt="2023-03-31T13:01:59.428" v="54" actId="20577"/>
          <ac:spMkLst>
            <pc:docMk/>
            <pc:sldMk cId="2579561831" sldId="261"/>
            <ac:spMk id="32" creationId="{06EA1ACC-40D0-DB15-7EA0-A75908F6A498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2:04.162" v="56" actId="20577"/>
          <ac:spMkLst>
            <pc:docMk/>
            <pc:sldMk cId="2579561831" sldId="261"/>
            <ac:spMk id="34" creationId="{46DC406A-6DC5-735C-E805-10AB4D96D1D2}"/>
          </ac:spMkLst>
        </pc:spChg>
        <pc:spChg chg="add del mod">
          <ac:chgData name="TCHAMFONG LIONEL" userId="S::tchamfl@ext.essilor.com::7ba41266-02c5-4eb4-be69-a4bf1727da15" providerId="AD" clId="Web-{85301552-C1D7-B483-A1C8-21EC10DBCC20}" dt="2023-03-31T13:01:39.271" v="52" actId="20577"/>
          <ac:spMkLst>
            <pc:docMk/>
            <pc:sldMk cId="2579561831" sldId="261"/>
            <ac:spMk id="38" creationId="{0686D311-F80F-AF9D-5BD9-BDF8DF4A1A4D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2:12.600" v="58" actId="20577"/>
          <ac:spMkLst>
            <pc:docMk/>
            <pc:sldMk cId="2579561831" sldId="261"/>
            <ac:spMk id="41" creationId="{9AA75A8B-F41F-7E8C-67A9-01E25EACF3C4}"/>
          </ac:spMkLst>
        </pc:spChg>
        <pc:spChg chg="mod">
          <ac:chgData name="TCHAMFONG LIONEL" userId="S::tchamfl@ext.essilor.com::7ba41266-02c5-4eb4-be69-a4bf1727da15" providerId="AD" clId="Web-{85301552-C1D7-B483-A1C8-21EC10DBCC20}" dt="2023-03-31T13:00:06.972" v="33" actId="20577"/>
          <ac:spMkLst>
            <pc:docMk/>
            <pc:sldMk cId="2579561831" sldId="261"/>
            <ac:spMk id="60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8D21E103-9BEF-CFB7-5BF9-924E8F3F8C65}"/>
    <pc:docChg chg="addSld modSld">
      <pc:chgData name="TCHAMFONG LIONEL" userId="S::tchamfl@ext.essilor.com::7ba41266-02c5-4eb4-be69-a4bf1727da15" providerId="AD" clId="Web-{8D21E103-9BEF-CFB7-5BF9-924E8F3F8C65}" dt="2023-02-23T09:56:22.753" v="112" actId="20577"/>
      <pc:docMkLst>
        <pc:docMk/>
      </pc:docMkLst>
      <pc:sldChg chg="modSp">
        <pc:chgData name="TCHAMFONG LIONEL" userId="S::tchamfl@ext.essilor.com::7ba41266-02c5-4eb4-be69-a4bf1727da15" providerId="AD" clId="Web-{8D21E103-9BEF-CFB7-5BF9-924E8F3F8C65}" dt="2023-02-23T09:56:18.691" v="111" actId="20577"/>
        <pc:sldMkLst>
          <pc:docMk/>
          <pc:sldMk cId="2220594792" sldId="264"/>
        </pc:sldMkLst>
        <pc:spChg chg="mod">
          <ac:chgData name="TCHAMFONG LIONEL" userId="S::tchamfl@ext.essilor.com::7ba41266-02c5-4eb4-be69-a4bf1727da15" providerId="AD" clId="Web-{8D21E103-9BEF-CFB7-5BF9-924E8F3F8C65}" dt="2023-02-23T09:56:18.691" v="111" actId="20577"/>
          <ac:spMkLst>
            <pc:docMk/>
            <pc:sldMk cId="2220594792" sldId="264"/>
            <ac:spMk id="60" creationId="{00000000-0000-0000-0000-000000000000}"/>
          </ac:spMkLst>
        </pc:spChg>
      </pc:sldChg>
      <pc:sldChg chg="delSp modSp add replId">
        <pc:chgData name="TCHAMFONG LIONEL" userId="S::tchamfl@ext.essilor.com::7ba41266-02c5-4eb4-be69-a4bf1727da15" providerId="AD" clId="Web-{8D21E103-9BEF-CFB7-5BF9-924E8F3F8C65}" dt="2023-02-23T09:56:22.753" v="112" actId="20577"/>
        <pc:sldMkLst>
          <pc:docMk/>
          <pc:sldMk cId="3895836382" sldId="265"/>
        </pc:sldMkLst>
        <pc:spChg chg="mod">
          <ac:chgData name="TCHAMFONG LIONEL" userId="S::tchamfl@ext.essilor.com::7ba41266-02c5-4eb4-be69-a4bf1727da15" providerId="AD" clId="Web-{8D21E103-9BEF-CFB7-5BF9-924E8F3F8C65}" dt="2023-02-23T09:53:10.090" v="55" actId="1076"/>
          <ac:spMkLst>
            <pc:docMk/>
            <pc:sldMk cId="3895836382" sldId="265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10.012" v="51" actId="1076"/>
          <ac:spMkLst>
            <pc:docMk/>
            <pc:sldMk cId="3895836382" sldId="265"/>
            <ac:spMk id="4" creationId="{2E0AA551-23AE-5861-7B0F-CF326ED5E4B7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10.106" v="56" actId="1076"/>
          <ac:spMkLst>
            <pc:docMk/>
            <pc:sldMk cId="3895836382" sldId="265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10.044" v="53" actId="1076"/>
          <ac:spMkLst>
            <pc:docMk/>
            <pc:sldMk cId="3895836382" sldId="265"/>
            <ac:spMk id="7" creationId="{BA7F263B-065B-B95F-ABA7-3D8B7469A3E2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4:56.172" v="103" actId="1076"/>
          <ac:spMkLst>
            <pc:docMk/>
            <pc:sldMk cId="3895836382" sldId="265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716" v="63" actId="1076"/>
          <ac:spMkLst>
            <pc:docMk/>
            <pc:sldMk cId="3895836382" sldId="265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6:22.753" v="112" actId="20577"/>
          <ac:spMkLst>
            <pc:docMk/>
            <pc:sldMk cId="3895836382" sldId="265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748" v="64" actId="1076"/>
          <ac:spMkLst>
            <pc:docMk/>
            <pc:sldMk cId="3895836382" sldId="265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763" v="65" actId="1076"/>
          <ac:spMkLst>
            <pc:docMk/>
            <pc:sldMk cId="3895836382" sldId="265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779" v="66" actId="1076"/>
          <ac:spMkLst>
            <pc:docMk/>
            <pc:sldMk cId="3895836382" sldId="265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262" v="13" actId="1076"/>
          <ac:spMkLst>
            <pc:docMk/>
            <pc:sldMk cId="3895836382" sldId="265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294" v="14" actId="1076"/>
          <ac:spMkLst>
            <pc:docMk/>
            <pc:sldMk cId="3895836382" sldId="265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309" v="15" actId="1076"/>
          <ac:spMkLst>
            <pc:docMk/>
            <pc:sldMk cId="3895836382" sldId="265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46.670" v="76" actId="20577"/>
          <ac:spMkLst>
            <pc:docMk/>
            <pc:sldMk cId="3895836382" sldId="265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795" v="67" actId="1076"/>
          <ac:spMkLst>
            <pc:docMk/>
            <pc:sldMk cId="3895836382" sldId="265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810" v="68" actId="1076"/>
          <ac:spMkLst>
            <pc:docMk/>
            <pc:sldMk cId="3895836382" sldId="265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826" v="69" actId="1076"/>
          <ac:spMkLst>
            <pc:docMk/>
            <pc:sldMk cId="3895836382" sldId="265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841" v="70" actId="1076"/>
          <ac:spMkLst>
            <pc:docMk/>
            <pc:sldMk cId="3895836382" sldId="265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857" v="71" actId="1076"/>
          <ac:spMkLst>
            <pc:docMk/>
            <pc:sldMk cId="3895836382" sldId="265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873" v="72" actId="1076"/>
          <ac:spMkLst>
            <pc:docMk/>
            <pc:sldMk cId="3895836382" sldId="265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888" v="73" actId="1076"/>
          <ac:spMkLst>
            <pc:docMk/>
            <pc:sldMk cId="3895836382" sldId="265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36.920" v="74" actId="1076"/>
          <ac:spMkLst>
            <pc:docMk/>
            <pc:sldMk cId="3895836382" sldId="265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4:18.327" v="89" actId="1076"/>
          <ac:spMkLst>
            <pc:docMk/>
            <pc:sldMk cId="3895836382" sldId="265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4:18.358" v="90" actId="1076"/>
          <ac:spMkLst>
            <pc:docMk/>
            <pc:sldMk cId="3895836382" sldId="265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4:18.374" v="91" actId="1076"/>
          <ac:spMkLst>
            <pc:docMk/>
            <pc:sldMk cId="3895836382" sldId="265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4:18.390" v="92" actId="1076"/>
          <ac:spMkLst>
            <pc:docMk/>
            <pc:sldMk cId="3895836382" sldId="265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5:35.236" v="110" actId="20577"/>
          <ac:spMkLst>
            <pc:docMk/>
            <pc:sldMk cId="3895836382" sldId="265"/>
            <ac:spMk id="86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10.137" v="58" actId="1076"/>
          <ac:spMkLst>
            <pc:docMk/>
            <pc:sldMk cId="3895836382" sldId="265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5:27.080" v="107" actId="20577"/>
          <ac:spMkLst>
            <pc:docMk/>
            <pc:sldMk cId="3895836382" sldId="265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10.122" v="57" actId="1076"/>
          <ac:spMkLst>
            <pc:docMk/>
            <pc:sldMk cId="3895836382" sldId="265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5:06.235" v="104" actId="20577"/>
          <ac:spMkLst>
            <pc:docMk/>
            <pc:sldMk cId="3895836382" sldId="265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778" v="39" actId="1076"/>
          <ac:spMkLst>
            <pc:docMk/>
            <pc:sldMk cId="3895836382" sldId="265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4:42.156" v="99" actId="1076"/>
          <ac:spMkLst>
            <pc:docMk/>
            <pc:sldMk cId="3895836382" sldId="265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840" v="42" actId="1076"/>
          <ac:spMkLst>
            <pc:docMk/>
            <pc:sldMk cId="3895836382" sldId="265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856" v="43" actId="1076"/>
          <ac:spMkLst>
            <pc:docMk/>
            <pc:sldMk cId="3895836382" sldId="265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887" v="44" actId="1076"/>
          <ac:spMkLst>
            <pc:docMk/>
            <pc:sldMk cId="3895836382" sldId="265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903" v="45" actId="1076"/>
          <ac:spMkLst>
            <pc:docMk/>
            <pc:sldMk cId="3895836382" sldId="265"/>
            <ac:spMk id="102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919" v="46" actId="1076"/>
          <ac:spMkLst>
            <pc:docMk/>
            <pc:sldMk cId="3895836382" sldId="265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934" v="47" actId="1076"/>
          <ac:spMkLst>
            <pc:docMk/>
            <pc:sldMk cId="3895836382" sldId="265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950" v="48" actId="1076"/>
          <ac:spMkLst>
            <pc:docMk/>
            <pc:sldMk cId="3895836382" sldId="265"/>
            <ac:spMk id="109" creationId="{00000000-0000-0000-0000-000000000000}"/>
          </ac:spMkLst>
        </pc:spChg>
        <pc:spChg chg="mod">
          <ac:chgData name="TCHAMFONG LIONEL" userId="S::tchamfl@ext.essilor.com::7ba41266-02c5-4eb4-be69-a4bf1727da15" providerId="AD" clId="Web-{8D21E103-9BEF-CFB7-5BF9-924E8F3F8C65}" dt="2023-02-23T09:53:09.981" v="49" actId="1076"/>
          <ac:spMkLst>
            <pc:docMk/>
            <pc:sldMk cId="3895836382" sldId="265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8D21E103-9BEF-CFB7-5BF9-924E8F3F8C65}" dt="2023-02-23T09:53:09.997" v="50" actId="1076"/>
          <ac:cxnSpMkLst>
            <pc:docMk/>
            <pc:sldMk cId="3895836382" sldId="265"/>
            <ac:cxnSpMk id="2" creationId="{502DE58B-45F1-DAE6-31DA-0AA117E67322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3:10.028" v="52" actId="1076"/>
          <ac:cxnSpMkLst>
            <pc:docMk/>
            <pc:sldMk cId="3895836382" sldId="265"/>
            <ac:cxnSpMk id="6" creationId="{AD5C2A83-6C36-9DC6-5313-FD1A368FA512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5:14.095" v="105" actId="14100"/>
          <ac:cxnSpMkLst>
            <pc:docMk/>
            <pc:sldMk cId="3895836382" sldId="265"/>
            <ac:cxnSpMk id="8" creationId="{1C300BFB-476B-957B-0C5B-FCC86DFF59DC}"/>
          </ac:cxnSpMkLst>
        </pc:cxnChg>
        <pc:cxnChg chg="del mod">
          <ac:chgData name="TCHAMFONG LIONEL" userId="S::tchamfl@ext.essilor.com::7ba41266-02c5-4eb4-be69-a4bf1727da15" providerId="AD" clId="Web-{8D21E103-9BEF-CFB7-5BF9-924E8F3F8C65}" dt="2023-02-23T09:53:58.936" v="79"/>
          <ac:cxnSpMkLst>
            <pc:docMk/>
            <pc:sldMk cId="3895836382" sldId="265"/>
            <ac:cxnSpMk id="81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8D21E103-9BEF-CFB7-5BF9-924E8F3F8C65}" dt="2023-02-23T09:53:58.936" v="78"/>
          <ac:cxnSpMkLst>
            <pc:docMk/>
            <pc:sldMk cId="3895836382" sldId="265"/>
            <ac:cxnSpMk id="82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8D21E103-9BEF-CFB7-5BF9-924E8F3F8C65}" dt="2023-02-23T09:53:58.936" v="77"/>
          <ac:cxnSpMkLst>
            <pc:docMk/>
            <pc:sldMk cId="3895836382" sldId="265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4:37.687" v="98" actId="1076"/>
          <ac:cxnSpMkLst>
            <pc:docMk/>
            <pc:sldMk cId="3895836382" sldId="265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3:09.637" v="32" actId="1076"/>
          <ac:cxnSpMkLst>
            <pc:docMk/>
            <pc:sldMk cId="3895836382" sldId="265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3:09.669" v="34" actId="1076"/>
          <ac:cxnSpMkLst>
            <pc:docMk/>
            <pc:sldMk cId="3895836382" sldId="265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3:09.700" v="35" actId="1076"/>
          <ac:cxnSpMkLst>
            <pc:docMk/>
            <pc:sldMk cId="3895836382" sldId="265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3:09.762" v="38" actId="1076"/>
          <ac:cxnSpMkLst>
            <pc:docMk/>
            <pc:sldMk cId="3895836382" sldId="265"/>
            <ac:cxnSpMk id="9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8D21E103-9BEF-CFB7-5BF9-924E8F3F8C65}" dt="2023-02-23T09:53:09.825" v="41" actId="1076"/>
          <ac:cxnSpMkLst>
            <pc:docMk/>
            <pc:sldMk cId="3895836382" sldId="265"/>
            <ac:cxnSpMk id="98" creationId="{00000000-0000-0000-0000-000000000000}"/>
          </ac:cxnSpMkLst>
        </pc:cxnChg>
      </pc:sldChg>
    </pc:docChg>
  </pc:docChgLst>
  <pc:docChgLst>
    <pc:chgData name="TCHAMFONG LIONEL" userId="S::tchamfl@ext.essilor.com::7ba41266-02c5-4eb4-be69-a4bf1727da15" providerId="AD" clId="Web-{9AE16F1F-CD48-4890-8080-4F366209F0E5}"/>
    <pc:docChg chg="modSld">
      <pc:chgData name="TCHAMFONG LIONEL" userId="S::tchamfl@ext.essilor.com::7ba41266-02c5-4eb4-be69-a4bf1727da15" providerId="AD" clId="Web-{9AE16F1F-CD48-4890-8080-4F366209F0E5}" dt="2023-01-10T16:10:44.651" v="33" actId="20577"/>
      <pc:docMkLst>
        <pc:docMk/>
      </pc:docMkLst>
      <pc:sldChg chg="addSp modSp">
        <pc:chgData name="TCHAMFONG LIONEL" userId="S::tchamfl@ext.essilor.com::7ba41266-02c5-4eb4-be69-a4bf1727da15" providerId="AD" clId="Web-{9AE16F1F-CD48-4890-8080-4F366209F0E5}" dt="2023-01-10T16:10:44.651" v="33" actId="20577"/>
        <pc:sldMkLst>
          <pc:docMk/>
          <pc:sldMk cId="2943919268" sldId="259"/>
        </pc:sldMkLst>
        <pc:spChg chg="add mod">
          <ac:chgData name="TCHAMFONG LIONEL" userId="S::tchamfl@ext.essilor.com::7ba41266-02c5-4eb4-be69-a4bf1727da15" providerId="AD" clId="Web-{9AE16F1F-CD48-4890-8080-4F366209F0E5}" dt="2023-01-10T16:10:44.651" v="33" actId="20577"/>
          <ac:spMkLst>
            <pc:docMk/>
            <pc:sldMk cId="2943919268" sldId="259"/>
            <ac:spMk id="2" creationId="{A372452D-0A25-9B4C-A62D-A5A9BC6E0EA7}"/>
          </ac:spMkLst>
        </pc:spChg>
        <pc:spChg chg="mod">
          <ac:chgData name="TCHAMFONG LIONEL" userId="S::tchamfl@ext.essilor.com::7ba41266-02c5-4eb4-be69-a4bf1727da15" providerId="AD" clId="Web-{9AE16F1F-CD48-4890-8080-4F366209F0E5}" dt="2023-01-10T16:10:20.260" v="25" actId="20577"/>
          <ac:spMkLst>
            <pc:docMk/>
            <pc:sldMk cId="2943919268" sldId="259"/>
            <ac:spMk id="86" creationId="{00000000-0000-0000-0000-000000000000}"/>
          </ac:spMkLst>
        </pc:spChg>
        <pc:spChg chg="mod">
          <ac:chgData name="TCHAMFONG LIONEL" userId="S::tchamfl@ext.essilor.com::7ba41266-02c5-4eb4-be69-a4bf1727da15" providerId="AD" clId="Web-{9AE16F1F-CD48-4890-8080-4F366209F0E5}" dt="2023-01-10T16:09:46.337" v="19" actId="20577"/>
          <ac:spMkLst>
            <pc:docMk/>
            <pc:sldMk cId="2943919268" sldId="259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9AE16F1F-CD48-4890-8080-4F366209F0E5}" dt="2023-01-10T16:10:06.291" v="22" actId="20577"/>
          <ac:spMkLst>
            <pc:docMk/>
            <pc:sldMk cId="2943919268" sldId="259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9AE16F1F-CD48-4890-8080-4F366209F0E5}" dt="2023-01-10T16:09:36.368" v="16" actId="20577"/>
          <ac:spMkLst>
            <pc:docMk/>
            <pc:sldMk cId="2943919268" sldId="259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9AE16F1F-CD48-4890-8080-4F366209F0E5}" dt="2023-01-10T16:10:29.260" v="30" actId="14100"/>
          <ac:spMkLst>
            <pc:docMk/>
            <pc:sldMk cId="2943919268" sldId="259"/>
            <ac:spMk id="103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D4BF064C-991D-37D3-8D2D-69D944EE7D37}"/>
    <pc:docChg chg="addSld modSld">
      <pc:chgData name="TCHAMFONG LIONEL" userId="S::tchamfl@ext.essilor.com::7ba41266-02c5-4eb4-be69-a4bf1727da15" providerId="AD" clId="Web-{D4BF064C-991D-37D3-8D2D-69D944EE7D37}" dt="2023-02-06T09:20:24.545" v="25" actId="20577"/>
      <pc:docMkLst>
        <pc:docMk/>
      </pc:docMkLst>
      <pc:sldChg chg="modSp">
        <pc:chgData name="TCHAMFONG LIONEL" userId="S::tchamfl@ext.essilor.com::7ba41266-02c5-4eb4-be69-a4bf1727da15" providerId="AD" clId="Web-{D4BF064C-991D-37D3-8D2D-69D944EE7D37}" dt="2023-02-06T09:15:26.209" v="4" actId="20577"/>
        <pc:sldMkLst>
          <pc:docMk/>
          <pc:sldMk cId="3466591007" sldId="263"/>
        </pc:sldMkLst>
        <pc:spChg chg="mod">
          <ac:chgData name="TCHAMFONG LIONEL" userId="S::tchamfl@ext.essilor.com::7ba41266-02c5-4eb4-be69-a4bf1727da15" providerId="AD" clId="Web-{D4BF064C-991D-37D3-8D2D-69D944EE7D37}" dt="2023-02-06T09:15:26.209" v="4" actId="20577"/>
          <ac:spMkLst>
            <pc:docMk/>
            <pc:sldMk cId="3466591007" sldId="263"/>
            <ac:spMk id="36" creationId="{A950548F-0B14-C638-C722-8309FB374CCA}"/>
          </ac:spMkLst>
        </pc:spChg>
      </pc:sldChg>
      <pc:sldChg chg="modSp new">
        <pc:chgData name="TCHAMFONG LIONEL" userId="S::tchamfl@ext.essilor.com::7ba41266-02c5-4eb4-be69-a4bf1727da15" providerId="AD" clId="Web-{D4BF064C-991D-37D3-8D2D-69D944EE7D37}" dt="2023-02-06T09:20:24.545" v="25" actId="20577"/>
        <pc:sldMkLst>
          <pc:docMk/>
          <pc:sldMk cId="4206558308" sldId="265"/>
        </pc:sldMkLst>
        <pc:spChg chg="mod">
          <ac:chgData name="TCHAMFONG LIONEL" userId="S::tchamfl@ext.essilor.com::7ba41266-02c5-4eb4-be69-a4bf1727da15" providerId="AD" clId="Web-{D4BF064C-991D-37D3-8D2D-69D944EE7D37}" dt="2023-02-06T09:20:24.545" v="25" actId="20577"/>
          <ac:spMkLst>
            <pc:docMk/>
            <pc:sldMk cId="4206558308" sldId="265"/>
            <ac:spMk id="2" creationId="{89D73884-7027-D11C-4747-60B60590A5C9}"/>
          </ac:spMkLst>
        </pc:spChg>
      </pc:sldChg>
    </pc:docChg>
  </pc:docChgLst>
  <pc:docChgLst>
    <pc:chgData name="TCHAMFONG LIONEL" userId="S::tchamfl@ext.essilor.com::7ba41266-02c5-4eb4-be69-a4bf1727da15" providerId="AD" clId="Web-{79A5EB52-3A34-04FD-89D7-8D3B99045FFC}"/>
    <pc:docChg chg="addSld delSld modSld">
      <pc:chgData name="TCHAMFONG LIONEL" userId="S::tchamfl@ext.essilor.com::7ba41266-02c5-4eb4-be69-a4bf1727da15" providerId="AD" clId="Web-{79A5EB52-3A34-04FD-89D7-8D3B99045FFC}" dt="2023-04-06T09:13:45.970" v="118" actId="688"/>
      <pc:docMkLst>
        <pc:docMk/>
      </pc:docMkLst>
      <pc:sldChg chg="addSp delSp modSp">
        <pc:chgData name="TCHAMFONG LIONEL" userId="S::tchamfl@ext.essilor.com::7ba41266-02c5-4eb4-be69-a4bf1727da15" providerId="AD" clId="Web-{79A5EB52-3A34-04FD-89D7-8D3B99045FFC}" dt="2023-04-06T09:13:45.970" v="118" actId="688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79A5EB52-3A34-04FD-89D7-8D3B99045FFC}" dt="2023-04-06T09:07:08.174" v="71" actId="1076"/>
          <ac:spMkLst>
            <pc:docMk/>
            <pc:sldMk cId="2579561831" sldId="261"/>
            <ac:spMk id="5" creationId="{5AC95BFD-8480-727B-D5A6-EC5474D612A2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07:02.877" v="70" actId="1076"/>
          <ac:spMkLst>
            <pc:docMk/>
            <pc:sldMk cId="2579561831" sldId="261"/>
            <ac:spMk id="7" creationId="{F1A0AEBF-B79B-0540-44EC-FA9BF07A44B7}"/>
          </ac:spMkLst>
        </pc:spChg>
        <pc:spChg chg="add mod">
          <ac:chgData name="TCHAMFONG LIONEL" userId="S::tchamfl@ext.essilor.com::7ba41266-02c5-4eb4-be69-a4bf1727da15" providerId="AD" clId="Web-{79A5EB52-3A34-04FD-89D7-8D3B99045FFC}" dt="2023-04-06T09:13:15.782" v="112" actId="20577"/>
          <ac:spMkLst>
            <pc:docMk/>
            <pc:sldMk cId="2579561831" sldId="261"/>
            <ac:spMk id="13" creationId="{F7D76B12-0BCA-53C1-22F8-DF0605BEE403}"/>
          </ac:spMkLst>
        </pc:spChg>
        <pc:spChg chg="add del">
          <ac:chgData name="TCHAMFONG LIONEL" userId="S::tchamfl@ext.essilor.com::7ba41266-02c5-4eb4-be69-a4bf1727da15" providerId="AD" clId="Web-{79A5EB52-3A34-04FD-89D7-8D3B99045FFC}" dt="2023-04-06T09:13:22.704" v="114"/>
          <ac:spMkLst>
            <pc:docMk/>
            <pc:sldMk cId="2579561831" sldId="261"/>
            <ac:spMk id="14" creationId="{B889BCD9-47BA-63EB-840B-2D672A793A48}"/>
          </ac:spMkLst>
        </pc:spChg>
        <pc:spChg chg="add mod">
          <ac:chgData name="TCHAMFONG LIONEL" userId="S::tchamfl@ext.essilor.com::7ba41266-02c5-4eb4-be69-a4bf1727da15" providerId="AD" clId="Web-{79A5EB52-3A34-04FD-89D7-8D3B99045FFC}" dt="2023-04-06T09:13:45.970" v="118" actId="688"/>
          <ac:spMkLst>
            <pc:docMk/>
            <pc:sldMk cId="2579561831" sldId="261"/>
            <ac:spMk id="15" creationId="{50DACD7D-97FD-E7CA-B5C5-F6B95D4C90EC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06:33.438" v="63" actId="1076"/>
          <ac:spMkLst>
            <pc:docMk/>
            <pc:sldMk cId="2579561831" sldId="261"/>
            <ac:spMk id="23" creationId="{E61FC734-B149-0244-7469-6C6753C32FFA}"/>
          </ac:spMkLst>
        </pc:spChg>
        <pc:spChg chg="del mod">
          <ac:chgData name="TCHAMFONG LIONEL" userId="S::tchamfl@ext.essilor.com::7ba41266-02c5-4eb4-be69-a4bf1727da15" providerId="AD" clId="Web-{79A5EB52-3A34-04FD-89D7-8D3B99045FFC}" dt="2023-04-06T09:07:54.426" v="74"/>
          <ac:spMkLst>
            <pc:docMk/>
            <pc:sldMk cId="2579561831" sldId="261"/>
            <ac:spMk id="24" creationId="{57C5419B-9777-FEC7-E656-75C9D88E41E2}"/>
          </ac:spMkLst>
        </pc:spChg>
        <pc:spChg chg="del mod">
          <ac:chgData name="TCHAMFONG LIONEL" userId="S::tchamfl@ext.essilor.com::7ba41266-02c5-4eb4-be69-a4bf1727da15" providerId="AD" clId="Web-{79A5EB52-3A34-04FD-89D7-8D3B99045FFC}" dt="2023-04-06T09:07:54.426" v="73"/>
          <ac:spMkLst>
            <pc:docMk/>
            <pc:sldMk cId="2579561831" sldId="261"/>
            <ac:spMk id="25" creationId="{B970EA4C-D598-8D7B-519C-7ABE249FDFB7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12:21.155" v="104" actId="1076"/>
          <ac:spMkLst>
            <pc:docMk/>
            <pc:sldMk cId="2579561831" sldId="261"/>
            <ac:spMk id="26" creationId="{D07755CB-D5D2-3DA9-B394-2421FFFAA5DF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11:32.512" v="97" actId="1076"/>
          <ac:spMkLst>
            <pc:docMk/>
            <pc:sldMk cId="2579561831" sldId="261"/>
            <ac:spMk id="27" creationId="{232E15A8-6943-A62E-734D-DCA526112EC2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10:44.682" v="90" actId="1076"/>
          <ac:spMkLst>
            <pc:docMk/>
            <pc:sldMk cId="2579561831" sldId="261"/>
            <ac:spMk id="36" creationId="{EF28D74F-FAEB-874F-DDA8-8508FA61FA15}"/>
          </ac:spMkLst>
        </pc:spChg>
        <pc:spChg chg="mod ord">
          <ac:chgData name="TCHAMFONG LIONEL" userId="S::tchamfl@ext.essilor.com::7ba41266-02c5-4eb4-be69-a4bf1727da15" providerId="AD" clId="Web-{79A5EB52-3A34-04FD-89D7-8D3B99045FFC}" dt="2023-04-06T09:11:12.043" v="94"/>
          <ac:spMkLst>
            <pc:docMk/>
            <pc:sldMk cId="2579561831" sldId="261"/>
            <ac:spMk id="38" creationId="{0686D311-F80F-AF9D-5BD9-BDF8DF4A1A4D}"/>
          </ac:spMkLst>
        </pc:spChg>
        <pc:spChg chg="mod ord">
          <ac:chgData name="TCHAMFONG LIONEL" userId="S::tchamfl@ext.essilor.com::7ba41266-02c5-4eb4-be69-a4bf1727da15" providerId="AD" clId="Web-{79A5EB52-3A34-04FD-89D7-8D3B99045FFC}" dt="2023-04-06T09:11:48.357" v="101" actId="1076"/>
          <ac:spMkLst>
            <pc:docMk/>
            <pc:sldMk cId="2579561831" sldId="261"/>
            <ac:spMk id="41" creationId="{9AA75A8B-F41F-7E8C-67A9-01E25EACF3C4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07:11.549" v="72" actId="1076"/>
          <ac:spMkLst>
            <pc:docMk/>
            <pc:sldMk cId="2579561831" sldId="261"/>
            <ac:spMk id="45" creationId="{FBF21EE0-3E76-5472-CCE1-AD7EDF566B5B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6:08.187" v="57"/>
          <ac:spMkLst>
            <pc:docMk/>
            <pc:sldMk cId="2579561831" sldId="261"/>
            <ac:spMk id="46" creationId="{6C61C9E9-29F8-3BCB-3AD3-E6F75C86604D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6:09.984" v="58"/>
          <ac:spMkLst>
            <pc:docMk/>
            <pc:sldMk cId="2579561831" sldId="261"/>
            <ac:spMk id="47" creationId="{ADDF76E4-2EAA-5A8A-013E-7404308B6595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9:19.382" v="80"/>
          <ac:spMkLst>
            <pc:docMk/>
            <pc:sldMk cId="2579561831" sldId="261"/>
            <ac:spMk id="48" creationId="{07E86F80-648A-7A2D-F01A-57F9CDDB5EF1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9:19.382" v="79"/>
          <ac:spMkLst>
            <pc:docMk/>
            <pc:sldMk cId="2579561831" sldId="261"/>
            <ac:spMk id="49" creationId="{B906E2F2-6567-27DF-947F-0FE08AAB6381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11:48.357" v="102" actId="1076"/>
          <ac:spMkLst>
            <pc:docMk/>
            <pc:sldMk cId="2579561831" sldId="261"/>
            <ac:spMk id="50" creationId="{2D81C953-BAA9-9062-CD8F-E2C27CE89B5E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6:07.109" v="56"/>
          <ac:spMkLst>
            <pc:docMk/>
            <pc:sldMk cId="2579561831" sldId="261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06:56.939" v="69" actId="1076"/>
          <ac:spMkLst>
            <pc:docMk/>
            <pc:sldMk cId="2579561831" sldId="261"/>
            <ac:spMk id="79" creationId="{00000000-0000-0000-0000-000000000000}"/>
          </ac:spMkLst>
        </pc:spChg>
        <pc:cxnChg chg="mod">
          <ac:chgData name="TCHAMFONG LIONEL" userId="S::tchamfl@ext.essilor.com::7ba41266-02c5-4eb4-be69-a4bf1727da15" providerId="AD" clId="Web-{79A5EB52-3A34-04FD-89D7-8D3B99045FFC}" dt="2023-04-06T09:10:47.901" v="91" actId="1076"/>
          <ac:cxnSpMkLst>
            <pc:docMk/>
            <pc:sldMk cId="2579561831" sldId="261"/>
            <ac:cxnSpMk id="2" creationId="{59FAC9EB-F5B7-0220-5ED8-E47B1A7D80E4}"/>
          </ac:cxnSpMkLst>
        </pc:cxnChg>
        <pc:cxnChg chg="del mod">
          <ac:chgData name="TCHAMFONG LIONEL" userId="S::tchamfl@ext.essilor.com::7ba41266-02c5-4eb4-be69-a4bf1727da15" providerId="AD" clId="Web-{79A5EB52-3A34-04FD-89D7-8D3B99045FFC}" dt="2023-04-06T09:07:54.426" v="75"/>
          <ac:cxnSpMkLst>
            <pc:docMk/>
            <pc:sldMk cId="2579561831" sldId="261"/>
            <ac:cxnSpMk id="3" creationId="{7133142F-0F9B-473B-1540-F543E9EE2366}"/>
          </ac:cxnSpMkLst>
        </pc:cxnChg>
        <pc:cxnChg chg="mod">
          <ac:chgData name="TCHAMFONG LIONEL" userId="S::tchamfl@ext.essilor.com::7ba41266-02c5-4eb4-be69-a4bf1727da15" providerId="AD" clId="Web-{79A5EB52-3A34-04FD-89D7-8D3B99045FFC}" dt="2023-04-06T09:06:25.969" v="61" actId="14100"/>
          <ac:cxnSpMkLst>
            <pc:docMk/>
            <pc:sldMk cId="2579561831" sldId="261"/>
            <ac:cxnSpMk id="4" creationId="{3B154069-9D50-7204-A125-85CB17972184}"/>
          </ac:cxnSpMkLst>
        </pc:cxnChg>
        <pc:cxnChg chg="mod">
          <ac:chgData name="TCHAMFONG LIONEL" userId="S::tchamfl@ext.essilor.com::7ba41266-02c5-4eb4-be69-a4bf1727da15" providerId="AD" clId="Web-{79A5EB52-3A34-04FD-89D7-8D3B99045FFC}" dt="2023-04-06T09:06:48.626" v="68" actId="1076"/>
          <ac:cxnSpMkLst>
            <pc:docMk/>
            <pc:sldMk cId="2579561831" sldId="261"/>
            <ac:cxnSpMk id="6" creationId="{1F332783-D8D5-F676-A137-26728A37A4EE}"/>
          </ac:cxnSpMkLst>
        </pc:cxnChg>
        <pc:cxnChg chg="del mod">
          <ac:chgData name="TCHAMFONG LIONEL" userId="S::tchamfl@ext.essilor.com::7ba41266-02c5-4eb4-be69-a4bf1727da15" providerId="AD" clId="Web-{79A5EB52-3A34-04FD-89D7-8D3B99045FFC}" dt="2023-04-06T09:09:39.414" v="84"/>
          <ac:cxnSpMkLst>
            <pc:docMk/>
            <pc:sldMk cId="2579561831" sldId="261"/>
            <ac:cxnSpMk id="8" creationId="{82FFC0A4-B53E-C47B-B615-EC3CA8745C67}"/>
          </ac:cxnSpMkLst>
        </pc:cxnChg>
        <pc:cxnChg chg="del">
          <ac:chgData name="TCHAMFONG LIONEL" userId="S::tchamfl@ext.essilor.com::7ba41266-02c5-4eb4-be69-a4bf1727da15" providerId="AD" clId="Web-{79A5EB52-3A34-04FD-89D7-8D3B99045FFC}" dt="2023-04-06T09:11:35.043" v="98"/>
          <ac:cxnSpMkLst>
            <pc:docMk/>
            <pc:sldMk cId="2579561831" sldId="261"/>
            <ac:cxnSpMk id="9" creationId="{7ADE51DA-01EC-BAD2-2C35-9CEC5C65BF5C}"/>
          </ac:cxnSpMkLst>
        </pc:cxnChg>
        <pc:cxnChg chg="del mod">
          <ac:chgData name="TCHAMFONG LIONEL" userId="S::tchamfl@ext.essilor.com::7ba41266-02c5-4eb4-be69-a4bf1727da15" providerId="AD" clId="Web-{79A5EB52-3A34-04FD-89D7-8D3B99045FFC}" dt="2023-04-06T09:09:40.555" v="85"/>
          <ac:cxnSpMkLst>
            <pc:docMk/>
            <pc:sldMk cId="2579561831" sldId="261"/>
            <ac:cxnSpMk id="10" creationId="{917E646E-A160-152B-5269-3506A93E5820}"/>
          </ac:cxnSpMkLst>
        </pc:cxnChg>
        <pc:cxnChg chg="mod">
          <ac:chgData name="TCHAMFONG LIONEL" userId="S::tchamfl@ext.essilor.com::7ba41266-02c5-4eb4-be69-a4bf1727da15" providerId="AD" clId="Web-{79A5EB52-3A34-04FD-89D7-8D3B99045FFC}" dt="2023-04-06T09:10:44.682" v="89" actId="1076"/>
          <ac:cxnSpMkLst>
            <pc:docMk/>
            <pc:sldMk cId="2579561831" sldId="261"/>
            <ac:cxnSpMk id="11" creationId="{BC0AA857-2826-E20B-27A4-D1F4D27D4286}"/>
          </ac:cxnSpMkLst>
        </pc:cxnChg>
        <pc:cxnChg chg="add mod">
          <ac:chgData name="TCHAMFONG LIONEL" userId="S::tchamfl@ext.essilor.com::7ba41266-02c5-4eb4-be69-a4bf1727da15" providerId="AD" clId="Web-{79A5EB52-3A34-04FD-89D7-8D3B99045FFC}" dt="2023-04-06T09:12:59.453" v="108"/>
          <ac:cxnSpMkLst>
            <pc:docMk/>
            <pc:sldMk cId="2579561831" sldId="261"/>
            <ac:cxnSpMk id="12" creationId="{AD9B84CA-F1B1-A0D6-17B2-14BF1C1C405E}"/>
          </ac:cxnSpMkLst>
        </pc:cxnChg>
        <pc:cxnChg chg="del">
          <ac:chgData name="TCHAMFONG LIONEL" userId="S::tchamfl@ext.essilor.com::7ba41266-02c5-4eb4-be69-a4bf1727da15" providerId="AD" clId="Web-{79A5EB52-3A34-04FD-89D7-8D3B99045FFC}" dt="2023-04-06T09:09:19.382" v="81"/>
          <ac:cxnSpMkLst>
            <pc:docMk/>
            <pc:sldMk cId="2579561831" sldId="261"/>
            <ac:cxnSpMk id="40" creationId="{240A4699-9778-BD4F-6863-BDF51817E62D}"/>
          </ac:cxnSpMkLst>
        </pc:cxnChg>
      </pc:sldChg>
      <pc:sldChg chg="add del replId">
        <pc:chgData name="TCHAMFONG LIONEL" userId="S::tchamfl@ext.essilor.com::7ba41266-02c5-4eb4-be69-a4bf1727da15" providerId="AD" clId="Web-{79A5EB52-3A34-04FD-89D7-8D3B99045FFC}" dt="2023-04-06T09:02:20.803" v="24"/>
        <pc:sldMkLst>
          <pc:docMk/>
          <pc:sldMk cId="18533387" sldId="266"/>
        </pc:sldMkLst>
      </pc:sldChg>
      <pc:sldChg chg="delSp modSp add del replId">
        <pc:chgData name="TCHAMFONG LIONEL" userId="S::tchamfl@ext.essilor.com::7ba41266-02c5-4eb4-be69-a4bf1727da15" providerId="AD" clId="Web-{79A5EB52-3A34-04FD-89D7-8D3B99045FFC}" dt="2023-04-06T09:04:22.902" v="48"/>
        <pc:sldMkLst>
          <pc:docMk/>
          <pc:sldMk cId="184624038" sldId="266"/>
        </pc:sldMkLst>
        <pc:spChg chg="del mod">
          <ac:chgData name="TCHAMFONG LIONEL" userId="S::tchamfl@ext.essilor.com::7ba41266-02c5-4eb4-be69-a4bf1727da15" providerId="AD" clId="Web-{79A5EB52-3A34-04FD-89D7-8D3B99045FFC}" dt="2023-04-06T09:04:09.667" v="44"/>
          <ac:spMkLst>
            <pc:docMk/>
            <pc:sldMk cId="184624038" sldId="266"/>
            <ac:spMk id="5" creationId="{5AC95BFD-8480-727B-D5A6-EC5474D612A2}"/>
          </ac:spMkLst>
        </pc:spChg>
        <pc:spChg chg="del mod">
          <ac:chgData name="TCHAMFONG LIONEL" userId="S::tchamfl@ext.essilor.com::7ba41266-02c5-4eb4-be69-a4bf1727da15" providerId="AD" clId="Web-{79A5EB52-3A34-04FD-89D7-8D3B99045FFC}" dt="2023-04-06T09:04:09.667" v="43"/>
          <ac:spMkLst>
            <pc:docMk/>
            <pc:sldMk cId="184624038" sldId="266"/>
            <ac:spMk id="7" creationId="{F1A0AEBF-B79B-0540-44EC-FA9BF07A44B7}"/>
          </ac:spMkLst>
        </pc:spChg>
        <pc:spChg chg="del mod">
          <ac:chgData name="TCHAMFONG LIONEL" userId="S::tchamfl@ext.essilor.com::7ba41266-02c5-4eb4-be69-a4bf1727da15" providerId="AD" clId="Web-{79A5EB52-3A34-04FD-89D7-8D3B99045FFC}" dt="2023-04-06T09:04:09.667" v="42"/>
          <ac:spMkLst>
            <pc:docMk/>
            <pc:sldMk cId="184624038" sldId="266"/>
            <ac:spMk id="23" creationId="{E61FC734-B149-0244-7469-6C6753C32FFA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4:09.667" v="41"/>
          <ac:spMkLst>
            <pc:docMk/>
            <pc:sldMk cId="184624038" sldId="266"/>
            <ac:spMk id="24" creationId="{57C5419B-9777-FEC7-E656-75C9D88E41E2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4:14.605" v="47"/>
          <ac:spMkLst>
            <pc:docMk/>
            <pc:sldMk cId="184624038" sldId="266"/>
            <ac:spMk id="25" creationId="{B970EA4C-D598-8D7B-519C-7ABE249FDFB7}"/>
          </ac:spMkLst>
        </pc:spChg>
        <pc:spChg chg="del mod">
          <ac:chgData name="TCHAMFONG LIONEL" userId="S::tchamfl@ext.essilor.com::7ba41266-02c5-4eb4-be69-a4bf1727da15" providerId="AD" clId="Web-{79A5EB52-3A34-04FD-89D7-8D3B99045FFC}" dt="2023-04-06T09:04:09.667" v="40"/>
          <ac:spMkLst>
            <pc:docMk/>
            <pc:sldMk cId="184624038" sldId="266"/>
            <ac:spMk id="45" creationId="{FBF21EE0-3E76-5472-CCE1-AD7EDF566B5B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2:49.242" v="27"/>
          <ac:spMkLst>
            <pc:docMk/>
            <pc:sldMk cId="184624038" sldId="266"/>
            <ac:spMk id="46" creationId="{6C61C9E9-29F8-3BCB-3AD3-E6F75C86604D}"/>
          </ac:spMkLst>
        </pc:spChg>
        <pc:spChg chg="del mod">
          <ac:chgData name="TCHAMFONG LIONEL" userId="S::tchamfl@ext.essilor.com::7ba41266-02c5-4eb4-be69-a4bf1727da15" providerId="AD" clId="Web-{79A5EB52-3A34-04FD-89D7-8D3B99045FFC}" dt="2023-04-06T09:03:03.992" v="32"/>
          <ac:spMkLst>
            <pc:docMk/>
            <pc:sldMk cId="184624038" sldId="266"/>
            <ac:spMk id="47" creationId="{ADDF76E4-2EAA-5A8A-013E-7404308B6595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2:46.820" v="26"/>
          <ac:spMkLst>
            <pc:docMk/>
            <pc:sldMk cId="184624038" sldId="266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03:01.320" v="30" actId="1076"/>
          <ac:spMkLst>
            <pc:docMk/>
            <pc:sldMk cId="184624038" sldId="266"/>
            <ac:spMk id="79" creationId="{00000000-0000-0000-0000-000000000000}"/>
          </ac:spMkLst>
        </pc:spChg>
        <pc:cxnChg chg="del mod">
          <ac:chgData name="TCHAMFONG LIONEL" userId="S::tchamfl@ext.essilor.com::7ba41266-02c5-4eb4-be69-a4bf1727da15" providerId="AD" clId="Web-{79A5EB52-3A34-04FD-89D7-8D3B99045FFC}" dt="2023-04-06T09:04:11.886" v="46"/>
          <ac:cxnSpMkLst>
            <pc:docMk/>
            <pc:sldMk cId="184624038" sldId="266"/>
            <ac:cxnSpMk id="4" creationId="{3B154069-9D50-7204-A125-85CB17972184}"/>
          </ac:cxnSpMkLst>
        </pc:cxnChg>
        <pc:cxnChg chg="del mod">
          <ac:chgData name="TCHAMFONG LIONEL" userId="S::tchamfl@ext.essilor.com::7ba41266-02c5-4eb4-be69-a4bf1727da15" providerId="AD" clId="Web-{79A5EB52-3A34-04FD-89D7-8D3B99045FFC}" dt="2023-04-06T09:04:11.026" v="45"/>
          <ac:cxnSpMkLst>
            <pc:docMk/>
            <pc:sldMk cId="184624038" sldId="266"/>
            <ac:cxnSpMk id="6" creationId="{1F332783-D8D5-F676-A137-26728A37A4EE}"/>
          </ac:cxnSpMkLst>
        </pc:cxnChg>
      </pc:sldChg>
      <pc:sldChg chg="delSp modSp add del replId">
        <pc:chgData name="TCHAMFONG LIONEL" userId="S::tchamfl@ext.essilor.com::7ba41266-02c5-4eb4-be69-a4bf1727da15" providerId="AD" clId="Web-{79A5EB52-3A34-04FD-89D7-8D3B99045FFC}" dt="2023-04-06T09:02:12.162" v="22"/>
        <pc:sldMkLst>
          <pc:docMk/>
          <pc:sldMk cId="1958084625" sldId="266"/>
        </pc:sldMkLst>
        <pc:spChg chg="del">
          <ac:chgData name="TCHAMFONG LIONEL" userId="S::tchamfl@ext.essilor.com::7ba41266-02c5-4eb4-be69-a4bf1727da15" providerId="AD" clId="Web-{79A5EB52-3A34-04FD-89D7-8D3B99045FFC}" dt="2023-04-06T09:01:56.990" v="16"/>
          <ac:spMkLst>
            <pc:docMk/>
            <pc:sldMk cId="1958084625" sldId="266"/>
            <ac:spMk id="59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5"/>
          <ac:spMkLst>
            <pc:docMk/>
            <pc:sldMk cId="1958084625" sldId="266"/>
            <ac:spMk id="62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4"/>
          <ac:spMkLst>
            <pc:docMk/>
            <pc:sldMk cId="1958084625" sldId="266"/>
            <ac:spMk id="63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3"/>
          <ac:spMkLst>
            <pc:docMk/>
            <pc:sldMk cId="1958084625" sldId="266"/>
            <ac:spMk id="64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2"/>
          <ac:spMkLst>
            <pc:docMk/>
            <pc:sldMk cId="1958084625" sldId="266"/>
            <ac:spMk id="69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1"/>
          <ac:spMkLst>
            <pc:docMk/>
            <pc:sldMk cId="1958084625" sldId="266"/>
            <ac:spMk id="70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0"/>
          <ac:spMkLst>
            <pc:docMk/>
            <pc:sldMk cId="1958084625" sldId="266"/>
            <ac:spMk id="71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9"/>
          <ac:spMkLst>
            <pc:docMk/>
            <pc:sldMk cId="1958084625" sldId="266"/>
            <ac:spMk id="72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8"/>
          <ac:spMkLst>
            <pc:docMk/>
            <pc:sldMk cId="1958084625" sldId="266"/>
            <ac:spMk id="73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7"/>
          <ac:spMkLst>
            <pc:docMk/>
            <pc:sldMk cId="1958084625" sldId="266"/>
            <ac:spMk id="74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6"/>
          <ac:spMkLst>
            <pc:docMk/>
            <pc:sldMk cId="1958084625" sldId="266"/>
            <ac:spMk id="75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5"/>
          <ac:spMkLst>
            <pc:docMk/>
            <pc:sldMk cId="1958084625" sldId="266"/>
            <ac:spMk id="76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4"/>
          <ac:spMkLst>
            <pc:docMk/>
            <pc:sldMk cId="1958084625" sldId="266"/>
            <ac:spMk id="77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3"/>
          <ac:spMkLst>
            <pc:docMk/>
            <pc:sldMk cId="1958084625" sldId="266"/>
            <ac:spMk id="78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2"/>
          <ac:spMkLst>
            <pc:docMk/>
            <pc:sldMk cId="1958084625" sldId="266"/>
            <ac:spMk id="79" creationId="{00000000-0000-0000-0000-000000000000}"/>
          </ac:spMkLst>
        </pc:spChg>
        <pc:spChg chg="del">
          <ac:chgData name="TCHAMFONG LIONEL" userId="S::tchamfl@ext.essilor.com::7ba41266-02c5-4eb4-be69-a4bf1727da15" providerId="AD" clId="Web-{79A5EB52-3A34-04FD-89D7-8D3B99045FFC}" dt="2023-04-06T09:01:56.990" v="1"/>
          <ac:spMkLst>
            <pc:docMk/>
            <pc:sldMk cId="1958084625" sldId="266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79A5EB52-3A34-04FD-89D7-8D3B99045FFC}" dt="2023-04-06T09:02:08.990" v="21" actId="1076"/>
          <ac:spMkLst>
            <pc:docMk/>
            <pc:sldMk cId="1958084625" sldId="266"/>
            <ac:spMk id="88" creationId="{00000000-0000-0000-0000-000000000000}"/>
          </ac:spMkLst>
        </pc:spChg>
        <pc:cxnChg chg="del">
          <ac:chgData name="TCHAMFONG LIONEL" userId="S::tchamfl@ext.essilor.com::7ba41266-02c5-4eb4-be69-a4bf1727da15" providerId="AD" clId="Web-{79A5EB52-3A34-04FD-89D7-8D3B99045FFC}" dt="2023-04-06T09:02:03.599" v="19"/>
          <ac:cxnSpMkLst>
            <pc:docMk/>
            <pc:sldMk cId="1958084625" sldId="266"/>
            <ac:cxnSpMk id="81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79A5EB52-3A34-04FD-89D7-8D3B99045FFC}" dt="2023-04-06T09:02:03.599" v="18"/>
          <ac:cxnSpMkLst>
            <pc:docMk/>
            <pc:sldMk cId="1958084625" sldId="266"/>
            <ac:cxnSpMk id="82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79A5EB52-3A34-04FD-89D7-8D3B99045FFC}" dt="2023-04-06T09:02:03.599" v="17"/>
          <ac:cxnSpMkLst>
            <pc:docMk/>
            <pc:sldMk cId="1958084625" sldId="266"/>
            <ac:cxnSpMk id="83" creationId="{00000000-0000-0000-0000-000000000000}"/>
          </ac:cxnSpMkLst>
        </pc:cxnChg>
      </pc:sldChg>
      <pc:sldChg chg="modSp add del replId">
        <pc:chgData name="TCHAMFONG LIONEL" userId="S::tchamfl@ext.essilor.com::7ba41266-02c5-4eb4-be69-a4bf1727da15" providerId="AD" clId="Web-{79A5EB52-3A34-04FD-89D7-8D3B99045FFC}" dt="2023-04-06T09:05:21.748" v="52"/>
        <pc:sldMkLst>
          <pc:docMk/>
          <pc:sldMk cId="2490020320" sldId="266"/>
        </pc:sldMkLst>
        <pc:spChg chg="mod">
          <ac:chgData name="TCHAMFONG LIONEL" userId="S::tchamfl@ext.essilor.com::7ba41266-02c5-4eb4-be69-a4bf1727da15" providerId="AD" clId="Web-{79A5EB52-3A34-04FD-89D7-8D3B99045FFC}" dt="2023-04-06T09:05:18.951" v="51" actId="1076"/>
          <ac:spMkLst>
            <pc:docMk/>
            <pc:sldMk cId="2490020320" sldId="266"/>
            <ac:spMk id="25" creationId="{B970EA4C-D598-8D7B-519C-7ABE249FDFB7}"/>
          </ac:spMkLst>
        </pc:spChg>
      </pc:sldChg>
    </pc:docChg>
  </pc:docChgLst>
  <pc:docChgLst>
    <pc:chgData name="TCHAMFONG LIONEL" userId="S::tchamfl@ext.essilor.com::7ba41266-02c5-4eb4-be69-a4bf1727da15" providerId="AD" clId="Web-{B9F7609A-18B8-EC38-8E9F-9B72AF852A1C}"/>
    <pc:docChg chg="modSld">
      <pc:chgData name="TCHAMFONG LIONEL" userId="S::tchamfl@ext.essilor.com::7ba41266-02c5-4eb4-be69-a4bf1727da15" providerId="AD" clId="Web-{B9F7609A-18B8-EC38-8E9F-9B72AF852A1C}" dt="2023-01-16T14:57:28.303" v="62" actId="1076"/>
      <pc:docMkLst>
        <pc:docMk/>
      </pc:docMkLst>
      <pc:sldChg chg="addSp delSp modSp">
        <pc:chgData name="TCHAMFONG LIONEL" userId="S::tchamfl@ext.essilor.com::7ba41266-02c5-4eb4-be69-a4bf1727da15" providerId="AD" clId="Web-{B9F7609A-18B8-EC38-8E9F-9B72AF852A1C}" dt="2023-01-16T14:57:28.303" v="62" actId="1076"/>
        <pc:sldMkLst>
          <pc:docMk/>
          <pc:sldMk cId="4225071537" sldId="258"/>
        </pc:sldMkLst>
        <pc:spChg chg="add">
          <ac:chgData name="TCHAMFONG LIONEL" userId="S::tchamfl@ext.essilor.com::7ba41266-02c5-4eb4-be69-a4bf1727da15" providerId="AD" clId="Web-{B9F7609A-18B8-EC38-8E9F-9B72AF852A1C}" dt="2023-01-16T14:43:34.873" v="30"/>
          <ac:spMkLst>
            <pc:docMk/>
            <pc:sldMk cId="4225071537" sldId="258"/>
            <ac:spMk id="3" creationId="{E18B129D-D17B-4182-A6AC-A30C77739ADC}"/>
          </ac:spMkLst>
        </pc:spChg>
        <pc:spChg chg="add mod">
          <ac:chgData name="TCHAMFONG LIONEL" userId="S::tchamfl@ext.essilor.com::7ba41266-02c5-4eb4-be69-a4bf1727da15" providerId="AD" clId="Web-{B9F7609A-18B8-EC38-8E9F-9B72AF852A1C}" dt="2023-01-16T14:44:00.436" v="36" actId="20577"/>
          <ac:spMkLst>
            <pc:docMk/>
            <pc:sldMk cId="4225071537" sldId="258"/>
            <ac:spMk id="5" creationId="{EA875581-F1A3-C47B-C555-AEB0159DB6BB}"/>
          </ac:spMkLst>
        </pc:spChg>
        <pc:spChg chg="del mod">
          <ac:chgData name="TCHAMFONG LIONEL" userId="S::tchamfl@ext.essilor.com::7ba41266-02c5-4eb4-be69-a4bf1727da15" providerId="AD" clId="Web-{B9F7609A-18B8-EC38-8E9F-9B72AF852A1C}" dt="2023-01-16T14:43:46.139" v="32"/>
          <ac:spMkLst>
            <pc:docMk/>
            <pc:sldMk cId="4225071537" sldId="258"/>
            <ac:spMk id="90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B9F7609A-18B8-EC38-8E9F-9B72AF852A1C}" dt="2023-01-16T14:43:33.514" v="29"/>
          <ac:spMkLst>
            <pc:docMk/>
            <pc:sldMk cId="4225071537" sldId="258"/>
            <ac:spMk id="93" creationId="{00000000-0000-0000-0000-000000000000}"/>
          </ac:spMkLst>
        </pc:spChg>
        <pc:spChg chg="mod">
          <ac:chgData name="TCHAMFONG LIONEL" userId="S::tchamfl@ext.essilor.com::7ba41266-02c5-4eb4-be69-a4bf1727da15" providerId="AD" clId="Web-{B9F7609A-18B8-EC38-8E9F-9B72AF852A1C}" dt="2023-01-16T14:57:28.271" v="61" actId="1076"/>
          <ac:spMkLst>
            <pc:docMk/>
            <pc:sldMk cId="4225071537" sldId="258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B9F7609A-18B8-EC38-8E9F-9B72AF852A1C}" dt="2023-01-16T14:57:28.303" v="62" actId="1076"/>
          <ac:spMkLst>
            <pc:docMk/>
            <pc:sldMk cId="4225071537" sldId="258"/>
            <ac:spMk id="100" creationId="{00000000-0000-0000-0000-000000000000}"/>
          </ac:spMkLst>
        </pc:spChg>
        <pc:cxnChg chg="mod">
          <ac:chgData name="TCHAMFONG LIONEL" userId="S::tchamfl@ext.essilor.com::7ba41266-02c5-4eb4-be69-a4bf1727da15" providerId="AD" clId="Web-{B9F7609A-18B8-EC38-8E9F-9B72AF852A1C}" dt="2023-01-16T14:57:28.256" v="60" actId="1076"/>
          <ac:cxnSpMkLst>
            <pc:docMk/>
            <pc:sldMk cId="4225071537" sldId="258"/>
            <ac:cxnSpMk id="98" creationId="{00000000-0000-0000-0000-000000000000}"/>
          </ac:cxnSpMkLst>
        </pc:cxnChg>
      </pc:sldChg>
      <pc:sldChg chg="modSp">
        <pc:chgData name="TCHAMFONG LIONEL" userId="S::tchamfl@ext.essilor.com::7ba41266-02c5-4eb4-be69-a4bf1727da15" providerId="AD" clId="Web-{B9F7609A-18B8-EC38-8E9F-9B72AF852A1C}" dt="2023-01-16T14:42:51.966" v="24" actId="1076"/>
        <pc:sldMkLst>
          <pc:docMk/>
          <pc:sldMk cId="2943919268" sldId="259"/>
        </pc:sldMkLst>
        <pc:spChg chg="mod">
          <ac:chgData name="TCHAMFONG LIONEL" userId="S::tchamfl@ext.essilor.com::7ba41266-02c5-4eb4-be69-a4bf1727da15" providerId="AD" clId="Web-{B9F7609A-18B8-EC38-8E9F-9B72AF852A1C}" dt="2023-01-16T14:42:38.950" v="23" actId="20577"/>
          <ac:spMkLst>
            <pc:docMk/>
            <pc:sldMk cId="2943919268" sldId="259"/>
            <ac:spMk id="90" creationId="{00000000-0000-0000-0000-000000000000}"/>
          </ac:spMkLst>
        </pc:spChg>
        <pc:spChg chg="mod">
          <ac:chgData name="TCHAMFONG LIONEL" userId="S::tchamfl@ext.essilor.com::7ba41266-02c5-4eb4-be69-a4bf1727da15" providerId="AD" clId="Web-{B9F7609A-18B8-EC38-8E9F-9B72AF852A1C}" dt="2023-01-16T14:42:51.966" v="24" actId="1076"/>
          <ac:spMkLst>
            <pc:docMk/>
            <pc:sldMk cId="2943919268" sldId="259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B9F7609A-18B8-EC38-8E9F-9B72AF852A1C}" dt="2023-01-16T14:42:29.606" v="17" actId="14100"/>
          <ac:spMkLst>
            <pc:docMk/>
            <pc:sldMk cId="2943919268" sldId="259"/>
            <ac:spMk id="93" creationId="{00000000-0000-0000-0000-000000000000}"/>
          </ac:spMkLst>
        </pc:spChg>
        <pc:spChg chg="mod">
          <ac:chgData name="TCHAMFONG LIONEL" userId="S::tchamfl@ext.essilor.com::7ba41266-02c5-4eb4-be69-a4bf1727da15" providerId="AD" clId="Web-{B9F7609A-18B8-EC38-8E9F-9B72AF852A1C}" dt="2023-01-16T14:42:02.918" v="1" actId="1076"/>
          <ac:spMkLst>
            <pc:docMk/>
            <pc:sldMk cId="2943919268" sldId="259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B9F7609A-18B8-EC38-8E9F-9B72AF852A1C}" dt="2023-01-16T14:42:13.717" v="9" actId="20577"/>
          <ac:spMkLst>
            <pc:docMk/>
            <pc:sldMk cId="2943919268" sldId="259"/>
            <ac:spMk id="100" creationId="{00000000-0000-0000-0000-000000000000}"/>
          </ac:spMkLst>
        </pc:spChg>
        <pc:cxnChg chg="mod">
          <ac:chgData name="TCHAMFONG LIONEL" userId="S::tchamfl@ext.essilor.com::7ba41266-02c5-4eb4-be69-a4bf1727da15" providerId="AD" clId="Web-{B9F7609A-18B8-EC38-8E9F-9B72AF852A1C}" dt="2023-01-16T14:42:02.871" v="0" actId="1076"/>
          <ac:cxnSpMkLst>
            <pc:docMk/>
            <pc:sldMk cId="2943919268" sldId="259"/>
            <ac:cxnSpMk id="98" creationId="{00000000-0000-0000-0000-000000000000}"/>
          </ac:cxnSpMkLst>
        </pc:cxnChg>
      </pc:sldChg>
    </pc:docChg>
  </pc:docChgLst>
  <pc:docChgLst>
    <pc:chgData name="TCHAMFONG LIONEL" userId="S::tchamfl@ext.essilor.com::7ba41266-02c5-4eb4-be69-a4bf1727da15" providerId="AD" clId="Web-{02D40DCD-8B8A-DB90-0D08-6C458F3BCEF2}"/>
    <pc:docChg chg="mod addSld delSld modSld addMainMaster">
      <pc:chgData name="TCHAMFONG LIONEL" userId="S::tchamfl@ext.essilor.com::7ba41266-02c5-4eb4-be69-a4bf1727da15" providerId="AD" clId="Web-{02D40DCD-8B8A-DB90-0D08-6C458F3BCEF2}" dt="2023-01-09T09:10:01.078" v="35" actId="20577"/>
      <pc:docMkLst>
        <pc:docMk/>
      </pc:docMkLst>
      <pc:sldChg chg="add del">
        <pc:chgData name="TCHAMFONG LIONEL" userId="S::tchamfl@ext.essilor.com::7ba41266-02c5-4eb4-be69-a4bf1727da15" providerId="AD" clId="Web-{02D40DCD-8B8A-DB90-0D08-6C458F3BCEF2}" dt="2023-01-09T09:05:36.912" v="4"/>
        <pc:sldMkLst>
          <pc:docMk/>
          <pc:sldMk cId="2559560339" sldId="257"/>
        </pc:sldMkLst>
      </pc:sldChg>
      <pc:sldChg chg="add">
        <pc:chgData name="TCHAMFONG LIONEL" userId="S::tchamfl@ext.essilor.com::7ba41266-02c5-4eb4-be69-a4bf1727da15" providerId="AD" clId="Web-{02D40DCD-8B8A-DB90-0D08-6C458F3BCEF2}" dt="2023-01-09T09:05:12.474" v="2"/>
        <pc:sldMkLst>
          <pc:docMk/>
          <pc:sldMk cId="4225071537" sldId="258"/>
        </pc:sldMkLst>
      </pc:sldChg>
      <pc:sldChg chg="addSp delSp modSp add replId">
        <pc:chgData name="TCHAMFONG LIONEL" userId="S::tchamfl@ext.essilor.com::7ba41266-02c5-4eb4-be69-a4bf1727da15" providerId="AD" clId="Web-{02D40DCD-8B8A-DB90-0D08-6C458F3BCEF2}" dt="2023-01-09T09:10:01.078" v="35" actId="20577"/>
        <pc:sldMkLst>
          <pc:docMk/>
          <pc:sldMk cId="248623457" sldId="259"/>
        </pc:sldMkLst>
        <pc:spChg chg="mod">
          <ac:chgData name="TCHAMFONG LIONEL" userId="S::tchamfl@ext.essilor.com::7ba41266-02c5-4eb4-be69-a4bf1727da15" providerId="AD" clId="Web-{02D40DCD-8B8A-DB90-0D08-6C458F3BCEF2}" dt="2023-01-09T09:07:04.884" v="14" actId="1076"/>
          <ac:spMkLst>
            <pc:docMk/>
            <pc:sldMk cId="248623457" sldId="259"/>
            <ac:spMk id="86" creationId="{00000000-0000-0000-0000-000000000000}"/>
          </ac:spMkLst>
        </pc:spChg>
        <pc:spChg chg="mod">
          <ac:chgData name="TCHAMFONG LIONEL" userId="S::tchamfl@ext.essilor.com::7ba41266-02c5-4eb4-be69-a4bf1727da15" providerId="AD" clId="Web-{02D40DCD-8B8A-DB90-0D08-6C458F3BCEF2}" dt="2023-01-09T09:06:52.383" v="12" actId="1076"/>
          <ac:spMkLst>
            <pc:docMk/>
            <pc:sldMk cId="248623457" sldId="259"/>
            <ac:spMk id="102" creationId="{00000000-0000-0000-0000-000000000000}"/>
          </ac:spMkLst>
        </pc:spChg>
        <pc:spChg chg="mod">
          <ac:chgData name="TCHAMFONG LIONEL" userId="S::tchamfl@ext.essilor.com::7ba41266-02c5-4eb4-be69-a4bf1727da15" providerId="AD" clId="Web-{02D40DCD-8B8A-DB90-0D08-6C458F3BCEF2}" dt="2023-01-09T09:10:01.078" v="35" actId="20577"/>
          <ac:spMkLst>
            <pc:docMk/>
            <pc:sldMk cId="248623457" sldId="259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02D40DCD-8B8A-DB90-0D08-6C458F3BCEF2}" dt="2023-01-09T09:09:08.138" v="22" actId="1076"/>
          <ac:spMkLst>
            <pc:docMk/>
            <pc:sldMk cId="248623457" sldId="259"/>
            <ac:spMk id="104" creationId="{00000000-0000-0000-0000-000000000000}"/>
          </ac:spMkLst>
        </pc:spChg>
        <pc:spChg chg="del">
          <ac:chgData name="TCHAMFONG LIONEL" userId="S::tchamfl@ext.essilor.com::7ba41266-02c5-4eb4-be69-a4bf1727da15" providerId="AD" clId="Web-{02D40DCD-8B8A-DB90-0D08-6C458F3BCEF2}" dt="2023-01-09T09:06:13.945" v="9"/>
          <ac:spMkLst>
            <pc:docMk/>
            <pc:sldMk cId="248623457" sldId="259"/>
            <ac:spMk id="106" creationId="{00000000-0000-0000-0000-000000000000}"/>
          </ac:spMkLst>
        </pc:spChg>
        <pc:spChg chg="del">
          <ac:chgData name="TCHAMFONG LIONEL" userId="S::tchamfl@ext.essilor.com::7ba41266-02c5-4eb4-be69-a4bf1727da15" providerId="AD" clId="Web-{02D40DCD-8B8A-DB90-0D08-6C458F3BCEF2}" dt="2023-01-09T09:06:07.554" v="6"/>
          <ac:spMkLst>
            <pc:docMk/>
            <pc:sldMk cId="248623457" sldId="259"/>
            <ac:spMk id="108" creationId="{00000000-0000-0000-0000-000000000000}"/>
          </ac:spMkLst>
        </pc:spChg>
        <pc:spChg chg="del">
          <ac:chgData name="TCHAMFONG LIONEL" userId="S::tchamfl@ext.essilor.com::7ba41266-02c5-4eb4-be69-a4bf1727da15" providerId="AD" clId="Web-{02D40DCD-8B8A-DB90-0D08-6C458F3BCEF2}" dt="2023-01-09T09:06:12.851" v="8"/>
          <ac:spMkLst>
            <pc:docMk/>
            <pc:sldMk cId="248623457" sldId="259"/>
            <ac:spMk id="109" creationId="{00000000-0000-0000-0000-000000000000}"/>
          </ac:spMkLst>
        </pc:spChg>
        <pc:spChg chg="del">
          <ac:chgData name="TCHAMFONG LIONEL" userId="S::tchamfl@ext.essilor.com::7ba41266-02c5-4eb4-be69-a4bf1727da15" providerId="AD" clId="Web-{02D40DCD-8B8A-DB90-0D08-6C458F3BCEF2}" dt="2023-01-09T09:06:05.819" v="5"/>
          <ac:spMkLst>
            <pc:docMk/>
            <pc:sldMk cId="248623457" sldId="259"/>
            <ac:spMk id="110" creationId="{00000000-0000-0000-0000-000000000000}"/>
          </ac:spMkLst>
        </pc:spChg>
        <pc:cxnChg chg="add mod">
          <ac:chgData name="TCHAMFONG LIONEL" userId="S::tchamfl@ext.essilor.com::7ba41266-02c5-4eb4-be69-a4bf1727da15" providerId="AD" clId="Web-{02D40DCD-8B8A-DB90-0D08-6C458F3BCEF2}" dt="2023-01-09T09:07:58.245" v="19" actId="1076"/>
          <ac:cxnSpMkLst>
            <pc:docMk/>
            <pc:sldMk cId="248623457" sldId="259"/>
            <ac:cxnSpMk id="2" creationId="{DF18486F-AC14-D553-F6C0-5384A51ABBC8}"/>
          </ac:cxnSpMkLst>
        </pc:cxnChg>
        <pc:cxnChg chg="mod">
          <ac:chgData name="TCHAMFONG LIONEL" userId="S::tchamfl@ext.essilor.com::7ba41266-02c5-4eb4-be69-a4bf1727da15" providerId="AD" clId="Web-{02D40DCD-8B8A-DB90-0D08-6C458F3BCEF2}" dt="2023-01-09T09:08:29.746" v="20" actId="1076"/>
          <ac:cxnSpMkLst>
            <pc:docMk/>
            <pc:sldMk cId="248623457" sldId="259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02D40DCD-8B8A-DB90-0D08-6C458F3BCEF2}" dt="2023-01-09T09:06:58.431" v="13" actId="1076"/>
          <ac:cxnSpMkLst>
            <pc:docMk/>
            <pc:sldMk cId="248623457" sldId="259"/>
            <ac:cxnSpMk id="9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02D40DCD-8B8A-DB90-0D08-6C458F3BCEF2}" dt="2023-01-09T09:06:16.273" v="10"/>
          <ac:cxnSpMkLst>
            <pc:docMk/>
            <pc:sldMk cId="248623457" sldId="259"/>
            <ac:cxnSpMk id="10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02D40DCD-8B8A-DB90-0D08-6C458F3BCEF2}" dt="2023-01-09T09:06:09.710" v="7"/>
          <ac:cxnSpMkLst>
            <pc:docMk/>
            <pc:sldMk cId="248623457" sldId="259"/>
            <ac:cxnSpMk id="107" creationId="{00000000-0000-0000-0000-000000000000}"/>
          </ac:cxnSpMkLst>
        </pc:cxnChg>
      </pc:sldChg>
      <pc:sldMasterChg chg="add addSldLayout">
        <pc:chgData name="TCHAMFONG LIONEL" userId="S::tchamfl@ext.essilor.com::7ba41266-02c5-4eb4-be69-a4bf1727da15" providerId="AD" clId="Web-{02D40DCD-8B8A-DB90-0D08-6C458F3BCEF2}" dt="2023-01-09T09:05:12.317" v="1"/>
        <pc:sldMasterMkLst>
          <pc:docMk/>
          <pc:sldMasterMk cId="0" sldId="2147483654"/>
        </pc:sldMasterMkLst>
        <pc:sldLayoutChg chg="add">
          <pc:chgData name="TCHAMFONG LIONEL" userId="S::tchamfl@ext.essilor.com::7ba41266-02c5-4eb4-be69-a4bf1727da15" providerId="AD" clId="Web-{02D40DCD-8B8A-DB90-0D08-6C458F3BCEF2}" dt="2023-01-09T09:05:12.317" v="1"/>
          <pc:sldLayoutMkLst>
            <pc:docMk/>
            <pc:sldMasterMk cId="0" sldId="2147483654"/>
            <pc:sldLayoutMk cId="0" sldId="2147483648"/>
          </pc:sldLayoutMkLst>
        </pc:sldLayoutChg>
        <pc:sldLayoutChg chg="add">
          <pc:chgData name="TCHAMFONG LIONEL" userId="S::tchamfl@ext.essilor.com::7ba41266-02c5-4eb4-be69-a4bf1727da15" providerId="AD" clId="Web-{02D40DCD-8B8A-DB90-0D08-6C458F3BCEF2}" dt="2023-01-09T09:05:12.317" v="1"/>
          <pc:sldLayoutMkLst>
            <pc:docMk/>
            <pc:sldMasterMk cId="0" sldId="2147483654"/>
            <pc:sldLayoutMk cId="0" sldId="2147483649"/>
          </pc:sldLayoutMkLst>
        </pc:sldLayoutChg>
        <pc:sldLayoutChg chg="add">
          <pc:chgData name="TCHAMFONG LIONEL" userId="S::tchamfl@ext.essilor.com::7ba41266-02c5-4eb4-be69-a4bf1727da15" providerId="AD" clId="Web-{02D40DCD-8B8A-DB90-0D08-6C458F3BCEF2}" dt="2023-01-09T09:05:12.317" v="1"/>
          <pc:sldLayoutMkLst>
            <pc:docMk/>
            <pc:sldMasterMk cId="0" sldId="2147483654"/>
            <pc:sldLayoutMk cId="0" sldId="2147483650"/>
          </pc:sldLayoutMkLst>
        </pc:sldLayoutChg>
        <pc:sldLayoutChg chg="add">
          <pc:chgData name="TCHAMFONG LIONEL" userId="S::tchamfl@ext.essilor.com::7ba41266-02c5-4eb4-be69-a4bf1727da15" providerId="AD" clId="Web-{02D40DCD-8B8A-DB90-0D08-6C458F3BCEF2}" dt="2023-01-09T09:05:12.317" v="1"/>
          <pc:sldLayoutMkLst>
            <pc:docMk/>
            <pc:sldMasterMk cId="0" sldId="2147483654"/>
            <pc:sldLayoutMk cId="0" sldId="2147483651"/>
          </pc:sldLayoutMkLst>
        </pc:sldLayoutChg>
        <pc:sldLayoutChg chg="add">
          <pc:chgData name="TCHAMFONG LIONEL" userId="S::tchamfl@ext.essilor.com::7ba41266-02c5-4eb4-be69-a4bf1727da15" providerId="AD" clId="Web-{02D40DCD-8B8A-DB90-0D08-6C458F3BCEF2}" dt="2023-01-09T09:05:12.317" v="1"/>
          <pc:sldLayoutMkLst>
            <pc:docMk/>
            <pc:sldMasterMk cId="0" sldId="2147483654"/>
            <pc:sldLayoutMk cId="0" sldId="2147483652"/>
          </pc:sldLayoutMkLst>
        </pc:sldLayoutChg>
        <pc:sldLayoutChg chg="add">
          <pc:chgData name="TCHAMFONG LIONEL" userId="S::tchamfl@ext.essilor.com::7ba41266-02c5-4eb4-be69-a4bf1727da15" providerId="AD" clId="Web-{02D40DCD-8B8A-DB90-0D08-6C458F3BCEF2}" dt="2023-01-09T09:05:12.317" v="1"/>
          <pc:sldLayoutMkLst>
            <pc:docMk/>
            <pc:sldMasterMk cId="0" sldId="2147483654"/>
            <pc:sldLayoutMk cId="0" sldId="2147483653"/>
          </pc:sldLayoutMkLst>
        </pc:sldLayoutChg>
      </pc:sldMasterChg>
    </pc:docChg>
  </pc:docChgLst>
  <pc:docChgLst>
    <pc:chgData name="TCHAMFONG LIONEL" userId="S::tchamfl@ext.essilor.com::7ba41266-02c5-4eb4-be69-a4bf1727da15" providerId="AD" clId="Web-{D933FBD5-ECC8-F28E-B29F-106AE70B909B}"/>
    <pc:docChg chg="addSld modSld addMainMaster">
      <pc:chgData name="TCHAMFONG LIONEL" userId="S::tchamfl@ext.essilor.com::7ba41266-02c5-4eb4-be69-a4bf1727da15" providerId="AD" clId="Web-{D933FBD5-ECC8-F28E-B29F-106AE70B909B}" dt="2023-04-06T10:09:09.373" v="184"/>
      <pc:docMkLst>
        <pc:docMk/>
      </pc:docMkLst>
      <pc:sldChg chg="mod modShow">
        <pc:chgData name="TCHAMFONG LIONEL" userId="S::tchamfl@ext.essilor.com::7ba41266-02c5-4eb4-be69-a4bf1727da15" providerId="AD" clId="Web-{D933FBD5-ECC8-F28E-B29F-106AE70B909B}" dt="2023-04-06T10:09:04.920" v="183"/>
        <pc:sldMkLst>
          <pc:docMk/>
          <pc:sldMk cId="2943919268" sldId="259"/>
        </pc:sldMkLst>
      </pc:sldChg>
      <pc:sldChg chg="modSp">
        <pc:chgData name="TCHAMFONG LIONEL" userId="S::tchamfl@ext.essilor.com::7ba41266-02c5-4eb4-be69-a4bf1727da15" providerId="AD" clId="Web-{D933FBD5-ECC8-F28E-B29F-106AE70B909B}" dt="2023-04-06T09:42:03.186" v="132" actId="20577"/>
        <pc:sldMkLst>
          <pc:docMk/>
          <pc:sldMk cId="4079179769" sldId="260"/>
        </pc:sldMkLst>
        <pc:spChg chg="mod">
          <ac:chgData name="TCHAMFONG LIONEL" userId="S::tchamfl@ext.essilor.com::7ba41266-02c5-4eb4-be69-a4bf1727da15" providerId="AD" clId="Web-{D933FBD5-ECC8-F28E-B29F-106AE70B909B}" dt="2023-04-06T09:42:03.186" v="132" actId="20577"/>
          <ac:spMkLst>
            <pc:docMk/>
            <pc:sldMk cId="4079179769" sldId="260"/>
            <ac:spMk id="60" creationId="{00000000-0000-0000-0000-000000000000}"/>
          </ac:spMkLst>
        </pc:spChg>
      </pc:sldChg>
      <pc:sldChg chg="addSp delSp modSp">
        <pc:chgData name="TCHAMFONG LIONEL" userId="S::tchamfl@ext.essilor.com::7ba41266-02c5-4eb4-be69-a4bf1727da15" providerId="AD" clId="Web-{D933FBD5-ECC8-F28E-B29F-106AE70B909B}" dt="2023-04-06T09:44:42.708" v="179" actId="1076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D933FBD5-ECC8-F28E-B29F-106AE70B909B}" dt="2023-04-06T09:44:42.630" v="170" actId="1076"/>
          <ac:spMkLst>
            <pc:docMk/>
            <pc:sldMk cId="2579561831" sldId="261"/>
            <ac:spMk id="5" creationId="{5AC95BFD-8480-727B-D5A6-EC5474D612A2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646" v="172" actId="1076"/>
          <ac:spMkLst>
            <pc:docMk/>
            <pc:sldMk cId="2579561831" sldId="261"/>
            <ac:spMk id="7" creationId="{F1A0AEBF-B79B-0540-44EC-FA9BF07A44B7}"/>
          </ac:spMkLst>
        </pc:spChg>
        <pc:spChg chg="add del mod">
          <ac:chgData name="TCHAMFONG LIONEL" userId="S::tchamfl@ext.essilor.com::7ba41266-02c5-4eb4-be69-a4bf1727da15" providerId="AD" clId="Web-{D933FBD5-ECC8-F28E-B29F-106AE70B909B}" dt="2023-04-06T09:43:37.237" v="134"/>
          <ac:spMkLst>
            <pc:docMk/>
            <pc:sldMk cId="2579561831" sldId="261"/>
            <ac:spMk id="10" creationId="{9B666A58-7F3D-D575-39A7-63FD89829ED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708" v="178" actId="1076"/>
          <ac:spMkLst>
            <pc:docMk/>
            <pc:sldMk cId="2579561831" sldId="261"/>
            <ac:spMk id="13" creationId="{F7D76B12-0BCA-53C1-22F8-DF0605BEE403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708" v="179" actId="1076"/>
          <ac:spMkLst>
            <pc:docMk/>
            <pc:sldMk cId="2579561831" sldId="261"/>
            <ac:spMk id="15" creationId="{50DACD7D-97FD-E7CA-B5C5-F6B95D4C90EC}"/>
          </ac:spMkLst>
        </pc:spChg>
        <pc:spChg chg="add del mod">
          <ac:chgData name="TCHAMFONG LIONEL" userId="S::tchamfl@ext.essilor.com::7ba41266-02c5-4eb4-be69-a4bf1727da15" providerId="AD" clId="Web-{D933FBD5-ECC8-F28E-B29F-106AE70B909B}" dt="2023-04-06T09:43:41.128" v="147"/>
          <ac:spMkLst>
            <pc:docMk/>
            <pc:sldMk cId="2579561831" sldId="261"/>
            <ac:spMk id="16" creationId="{05C3F107-20AA-A3F2-D478-55BA08E4549F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661" v="174" actId="1076"/>
          <ac:spMkLst>
            <pc:docMk/>
            <pc:sldMk cId="2579561831" sldId="261"/>
            <ac:spMk id="23" creationId="{E61FC734-B149-0244-7469-6C6753C32FFA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692" v="176" actId="1076"/>
          <ac:spMkLst>
            <pc:docMk/>
            <pc:sldMk cId="2579561831" sldId="261"/>
            <ac:spMk id="26" creationId="{D07755CB-D5D2-3DA9-B394-2421FFFAA5DF}"/>
          </ac:spMkLst>
        </pc:spChg>
        <pc:spChg chg="del mod">
          <ac:chgData name="TCHAMFONG LIONEL" userId="S::tchamfl@ext.essilor.com::7ba41266-02c5-4eb4-be69-a4bf1727da15" providerId="AD" clId="Web-{D933FBD5-ECC8-F28E-B29F-106AE70B909B}" dt="2023-04-06T09:43:37.237" v="142"/>
          <ac:spMkLst>
            <pc:docMk/>
            <pc:sldMk cId="2579561831" sldId="261"/>
            <ac:spMk id="27" creationId="{232E15A8-6943-A62E-734D-DCA526112EC2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7.237" v="140"/>
          <ac:spMkLst>
            <pc:docMk/>
            <pc:sldMk cId="2579561831" sldId="261"/>
            <ac:spMk id="29" creationId="{E9B15808-48F3-5278-584F-B77F8633E48A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9.346" v="146"/>
          <ac:spMkLst>
            <pc:docMk/>
            <pc:sldMk cId="2579561831" sldId="261"/>
            <ac:spMk id="30" creationId="{046EA0D7-3E03-D000-8834-C0D8A0032B4B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9.346" v="145"/>
          <ac:spMkLst>
            <pc:docMk/>
            <pc:sldMk cId="2579561831" sldId="261"/>
            <ac:spMk id="31" creationId="{27B04736-4955-FC3F-CE66-2F32DF56BEAA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7.237" v="139"/>
          <ac:spMkLst>
            <pc:docMk/>
            <pc:sldMk cId="2579561831" sldId="261"/>
            <ac:spMk id="32" creationId="{06EA1ACC-40D0-DB15-7EA0-A75908F6A498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7.237" v="138"/>
          <ac:spMkLst>
            <pc:docMk/>
            <pc:sldMk cId="2579561831" sldId="261"/>
            <ac:spMk id="34" creationId="{46DC406A-6DC5-735C-E805-10AB4D96D1D2}"/>
          </ac:spMkLst>
        </pc:spChg>
        <pc:spChg chg="del mod">
          <ac:chgData name="TCHAMFONG LIONEL" userId="S::tchamfl@ext.essilor.com::7ba41266-02c5-4eb4-be69-a4bf1727da15" providerId="AD" clId="Web-{D933FBD5-ECC8-F28E-B29F-106AE70B909B}" dt="2023-04-06T09:43:48.972" v="153"/>
          <ac:spMkLst>
            <pc:docMk/>
            <pc:sldMk cId="2579561831" sldId="261"/>
            <ac:spMk id="35" creationId="{6E4FD6EB-E42C-79DC-6F8D-6105EC24FB11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7.237" v="137"/>
          <ac:spMkLst>
            <pc:docMk/>
            <pc:sldMk cId="2579561831" sldId="261"/>
            <ac:spMk id="36" creationId="{EF28D74F-FAEB-874F-DDA8-8508FA61FA15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37.237" v="135"/>
          <ac:spMkLst>
            <pc:docMk/>
            <pc:sldMk cId="2579561831" sldId="261"/>
            <ac:spMk id="38" creationId="{0686D311-F80F-AF9D-5BD9-BDF8DF4A1A4D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20:06.277" v="13"/>
          <ac:spMkLst>
            <pc:docMk/>
            <pc:sldMk cId="2579561831" sldId="261"/>
            <ac:spMk id="41" creationId="{9AA75A8B-F41F-7E8C-67A9-01E25EACF3C4}"/>
          </ac:spMkLst>
        </pc:spChg>
        <pc:spChg chg="del">
          <ac:chgData name="TCHAMFONG LIONEL" userId="S::tchamfl@ext.essilor.com::7ba41266-02c5-4eb4-be69-a4bf1727da15" providerId="AD" clId="Web-{D933FBD5-ECC8-F28E-B29F-106AE70B909B}" dt="2023-04-06T09:43:23.893" v="133"/>
          <ac:spMkLst>
            <pc:docMk/>
            <pc:sldMk cId="2579561831" sldId="261"/>
            <ac:spMk id="44" creationId="{0C399894-371A-D9BF-F91E-A91B31BB2E73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677" v="175" actId="1076"/>
          <ac:spMkLst>
            <pc:docMk/>
            <pc:sldMk cId="2579561831" sldId="261"/>
            <ac:spMk id="45" creationId="{FBF21EE0-3E76-5472-CCE1-AD7EDF566B5B}"/>
          </ac:spMkLst>
        </pc:spChg>
        <pc:spChg chg="del mod">
          <ac:chgData name="TCHAMFONG LIONEL" userId="S::tchamfl@ext.essilor.com::7ba41266-02c5-4eb4-be69-a4bf1727da15" providerId="AD" clId="Web-{D933FBD5-ECC8-F28E-B29F-106AE70B909B}" dt="2023-04-06T09:20:04.105" v="12"/>
          <ac:spMkLst>
            <pc:docMk/>
            <pc:sldMk cId="2579561831" sldId="261"/>
            <ac:spMk id="50" creationId="{2D81C953-BAA9-9062-CD8F-E2C27CE89B5E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1:52.764" v="128" actId="20577"/>
          <ac:spMkLst>
            <pc:docMk/>
            <pc:sldMk cId="2579561831" sldId="261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552" v="161" actId="1076"/>
          <ac:spMkLst>
            <pc:docMk/>
            <pc:sldMk cId="2579561831" sldId="261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567" v="163" actId="1076"/>
          <ac:spMkLst>
            <pc:docMk/>
            <pc:sldMk cId="2579561831" sldId="261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583" v="164" actId="1076"/>
          <ac:spMkLst>
            <pc:docMk/>
            <pc:sldMk cId="2579561831" sldId="261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583" v="165" actId="1076"/>
          <ac:spMkLst>
            <pc:docMk/>
            <pc:sldMk cId="2579561831" sldId="261"/>
            <ac:spMk id="93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599" v="166" actId="1076"/>
          <ac:spMkLst>
            <pc:docMk/>
            <pc:sldMk cId="2579561831" sldId="261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614" v="168" actId="1076"/>
          <ac:spMkLst>
            <pc:docMk/>
            <pc:sldMk cId="2579561831" sldId="261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4:42.630" v="169" actId="1076"/>
          <ac:spMkLst>
            <pc:docMk/>
            <pc:sldMk cId="2579561831" sldId="261"/>
            <ac:spMk id="100" creationId="{00000000-0000-0000-0000-000000000000}"/>
          </ac:spMkLst>
        </pc:spChg>
        <pc:cxnChg chg="del">
          <ac:chgData name="TCHAMFONG LIONEL" userId="S::tchamfl@ext.essilor.com::7ba41266-02c5-4eb4-be69-a4bf1727da15" providerId="AD" clId="Web-{D933FBD5-ECC8-F28E-B29F-106AE70B909B}" dt="2023-04-06T09:43:37.237" v="144"/>
          <ac:cxnSpMkLst>
            <pc:docMk/>
            <pc:sldMk cId="2579561831" sldId="261"/>
            <ac:cxnSpMk id="2" creationId="{59FAC9EB-F5B7-0220-5ED8-E47B1A7D80E4}"/>
          </ac:cxnSpMkLst>
        </pc:cxnChg>
        <pc:cxnChg chg="mod">
          <ac:chgData name="TCHAMFONG LIONEL" userId="S::tchamfl@ext.essilor.com::7ba41266-02c5-4eb4-be69-a4bf1727da15" providerId="AD" clId="Web-{D933FBD5-ECC8-F28E-B29F-106AE70B909B}" dt="2023-04-06T09:44:42.661" v="173" actId="1076"/>
          <ac:cxnSpMkLst>
            <pc:docMk/>
            <pc:sldMk cId="2579561831" sldId="261"/>
            <ac:cxnSpMk id="4" creationId="{3B154069-9D50-7204-A125-85CB17972184}"/>
          </ac:cxnSpMkLst>
        </pc:cxnChg>
        <pc:cxnChg chg="mod">
          <ac:chgData name="TCHAMFONG LIONEL" userId="S::tchamfl@ext.essilor.com::7ba41266-02c5-4eb4-be69-a4bf1727da15" providerId="AD" clId="Web-{D933FBD5-ECC8-F28E-B29F-106AE70B909B}" dt="2023-04-06T09:44:42.646" v="171" actId="1076"/>
          <ac:cxnSpMkLst>
            <pc:docMk/>
            <pc:sldMk cId="2579561831" sldId="261"/>
            <ac:cxnSpMk id="6" creationId="{1F332783-D8D5-F676-A137-26728A37A4EE}"/>
          </ac:cxnSpMkLst>
        </pc:cxnChg>
        <pc:cxnChg chg="add del mod">
          <ac:chgData name="TCHAMFONG LIONEL" userId="S::tchamfl@ext.essilor.com::7ba41266-02c5-4eb4-be69-a4bf1727da15" providerId="AD" clId="Web-{D933FBD5-ECC8-F28E-B29F-106AE70B909B}" dt="2023-04-06T09:43:50.565" v="154"/>
          <ac:cxnSpMkLst>
            <pc:docMk/>
            <pc:sldMk cId="2579561831" sldId="261"/>
            <ac:cxnSpMk id="8" creationId="{47226C6F-4B29-4224-283D-B98045316684}"/>
          </ac:cxnSpMkLst>
        </pc:cxnChg>
        <pc:cxnChg chg="add del mod">
          <ac:chgData name="TCHAMFONG LIONEL" userId="S::tchamfl@ext.essilor.com::7ba41266-02c5-4eb4-be69-a4bf1727da15" providerId="AD" clId="Web-{D933FBD5-ECC8-F28E-B29F-106AE70B909B}" dt="2023-04-06T09:43:42.550" v="148"/>
          <ac:cxnSpMkLst>
            <pc:docMk/>
            <pc:sldMk cId="2579561831" sldId="261"/>
            <ac:cxnSpMk id="9" creationId="{E755D922-6972-EE49-140C-03119094CCC6}"/>
          </ac:cxnSpMkLst>
        </pc:cxnChg>
        <pc:cxnChg chg="del">
          <ac:chgData name="TCHAMFONG LIONEL" userId="S::tchamfl@ext.essilor.com::7ba41266-02c5-4eb4-be69-a4bf1727da15" providerId="AD" clId="Web-{D933FBD5-ECC8-F28E-B29F-106AE70B909B}" dt="2023-04-06T09:43:37.237" v="136"/>
          <ac:cxnSpMkLst>
            <pc:docMk/>
            <pc:sldMk cId="2579561831" sldId="261"/>
            <ac:cxnSpMk id="11" creationId="{BC0AA857-2826-E20B-27A4-D1F4D27D4286}"/>
          </ac:cxnSpMkLst>
        </pc:cxnChg>
        <pc:cxnChg chg="mod">
          <ac:chgData name="TCHAMFONG LIONEL" userId="S::tchamfl@ext.essilor.com::7ba41266-02c5-4eb4-be69-a4bf1727da15" providerId="AD" clId="Web-{D933FBD5-ECC8-F28E-B29F-106AE70B909B}" dt="2023-04-06T09:44:42.692" v="177" actId="1076"/>
          <ac:cxnSpMkLst>
            <pc:docMk/>
            <pc:sldMk cId="2579561831" sldId="261"/>
            <ac:cxnSpMk id="12" creationId="{AD9B84CA-F1B1-A0D6-17B2-14BF1C1C405E}"/>
          </ac:cxnSpMkLst>
        </pc:cxnChg>
        <pc:cxnChg chg="del">
          <ac:chgData name="TCHAMFONG LIONEL" userId="S::tchamfl@ext.essilor.com::7ba41266-02c5-4eb4-be69-a4bf1727da15" providerId="AD" clId="Web-{D933FBD5-ECC8-F28E-B29F-106AE70B909B}" dt="2023-04-06T09:43:37.237" v="141"/>
          <ac:cxnSpMkLst>
            <pc:docMk/>
            <pc:sldMk cId="2579561831" sldId="261"/>
            <ac:cxnSpMk id="28" creationId="{19756C80-7841-45B3-D24E-2AA92AFA50B3}"/>
          </ac:cxnSpMkLst>
        </pc:cxnChg>
        <pc:cxnChg chg="del">
          <ac:chgData name="TCHAMFONG LIONEL" userId="S::tchamfl@ext.essilor.com::7ba41266-02c5-4eb4-be69-a4bf1727da15" providerId="AD" clId="Web-{D933FBD5-ECC8-F28E-B29F-106AE70B909B}" dt="2023-04-06T09:43:37.237" v="143"/>
          <ac:cxnSpMkLst>
            <pc:docMk/>
            <pc:sldMk cId="2579561831" sldId="261"/>
            <ac:cxnSpMk id="33" creationId="{D137AE02-4612-8090-7460-1E5225FFD799}"/>
          </ac:cxnSpMkLst>
        </pc:cxnChg>
        <pc:cxnChg chg="mod">
          <ac:chgData name="TCHAMFONG LIONEL" userId="S::tchamfl@ext.essilor.com::7ba41266-02c5-4eb4-be69-a4bf1727da15" providerId="AD" clId="Web-{D933FBD5-ECC8-F28E-B29F-106AE70B909B}" dt="2023-04-06T09:44:42.552" v="162" actId="1076"/>
          <ac:cxnSpMkLst>
            <pc:docMk/>
            <pc:sldMk cId="2579561831" sldId="261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D933FBD5-ECC8-F28E-B29F-106AE70B909B}" dt="2023-04-06T09:44:42.599" v="167" actId="1076"/>
          <ac:cxnSpMkLst>
            <pc:docMk/>
            <pc:sldMk cId="2579561831" sldId="261"/>
            <ac:cxnSpMk id="98" creationId="{00000000-0000-0000-0000-000000000000}"/>
          </ac:cxnSpMkLst>
        </pc:cxnChg>
      </pc:sldChg>
      <pc:sldChg chg="modSp add">
        <pc:chgData name="TCHAMFONG LIONEL" userId="S::tchamfl@ext.essilor.com::7ba41266-02c5-4eb4-be69-a4bf1727da15" providerId="AD" clId="Web-{D933FBD5-ECC8-F28E-B29F-106AE70B909B}" dt="2023-04-06T09:41:58.483" v="130" actId="20577"/>
        <pc:sldMkLst>
          <pc:docMk/>
          <pc:sldMk cId="1190364625" sldId="266"/>
        </pc:sldMkLst>
        <pc:spChg chg="mod">
          <ac:chgData name="TCHAMFONG LIONEL" userId="S::tchamfl@ext.essilor.com::7ba41266-02c5-4eb4-be69-a4bf1727da15" providerId="AD" clId="Web-{D933FBD5-ECC8-F28E-B29F-106AE70B909B}" dt="2023-04-06T09:23:16.956" v="50" actId="1076"/>
          <ac:spMkLst>
            <pc:docMk/>
            <pc:sldMk cId="1190364625" sldId="266"/>
            <ac:spMk id="25" creationId="{B970EA4C-D598-8D7B-519C-7ABE249FDFB7}"/>
          </ac:spMkLst>
        </pc:spChg>
        <pc:spChg chg="mod">
          <ac:chgData name="TCHAMFONG LIONEL" userId="S::tchamfl@ext.essilor.com::7ba41266-02c5-4eb4-be69-a4bf1727da15" providerId="AD" clId="Web-{D933FBD5-ECC8-F28E-B29F-106AE70B909B}" dt="2023-04-06T09:41:58.483" v="130" actId="20577"/>
          <ac:spMkLst>
            <pc:docMk/>
            <pc:sldMk cId="1190364625" sldId="266"/>
            <ac:spMk id="60" creationId="{00000000-0000-0000-0000-000000000000}"/>
          </ac:spMkLst>
        </pc:spChg>
      </pc:sldChg>
      <pc:sldChg chg="add mod modShow delCm">
        <pc:chgData name="TCHAMFONG LIONEL" userId="S::tchamfl@ext.essilor.com::7ba41266-02c5-4eb4-be69-a4bf1727da15" providerId="AD" clId="Web-{D933FBD5-ECC8-F28E-B29F-106AE70B909B}" dt="2023-04-06T10:09:09.373" v="184"/>
        <pc:sldMkLst>
          <pc:docMk/>
          <pc:sldMk cId="3134535547" sldId="26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CHAMFONG LIONEL" userId="S::tchamfl@ext.essilor.com::7ba41266-02c5-4eb4-be69-a4bf1727da15" providerId="AD" clId="Web-{D933FBD5-ECC8-F28E-B29F-106AE70B909B}" dt="2023-04-06T09:48:17.123" v="182"/>
              <pc2:cmMkLst xmlns:pc2="http://schemas.microsoft.com/office/powerpoint/2019/9/main/command">
                <pc:docMk/>
                <pc:sldMk cId="3134535547" sldId="267"/>
                <pc2:cmMk id="{4304FA44-C264-45A3-ACD6-E07A49B7B055}"/>
              </pc2:cmMkLst>
            </pc226:cmChg>
          </p:ext>
        </pc:extLst>
      </pc:sldChg>
      <pc:sldMasterChg chg="add addSldLayout">
        <pc:chgData name="TCHAMFONG LIONEL" userId="S::tchamfl@ext.essilor.com::7ba41266-02c5-4eb4-be69-a4bf1727da15" providerId="AD" clId="Web-{D933FBD5-ECC8-F28E-B29F-106AE70B909B}" dt="2023-04-06T09:47:30.855" v="180"/>
        <pc:sldMasterMkLst>
          <pc:docMk/>
          <pc:sldMasterMk cId="0" sldId="2147483697"/>
        </pc:sldMasterMkLst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48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49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0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1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2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3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4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5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6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7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8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59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0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1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2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3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4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5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6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7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8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69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0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1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2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3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4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5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6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7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8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79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0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1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2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3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4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5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6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7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8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89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0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1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2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3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4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5"/>
          </pc:sldLayoutMkLst>
        </pc:sldLayoutChg>
        <pc:sldLayoutChg chg="add">
          <pc:chgData name="TCHAMFONG LIONEL" userId="S::tchamfl@ext.essilor.com::7ba41266-02c5-4eb4-be69-a4bf1727da15" providerId="AD" clId="Web-{D933FBD5-ECC8-F28E-B29F-106AE70B909B}" dt="2023-04-06T09:47:30.855" v="180"/>
          <pc:sldLayoutMkLst>
            <pc:docMk/>
            <pc:sldMasterMk cId="0" sldId="2147483697"/>
            <pc:sldLayoutMk cId="0" sldId="2147483696"/>
          </pc:sldLayoutMkLst>
        </pc:sldLayoutChg>
      </pc:sldMasterChg>
    </pc:docChg>
  </pc:docChgLst>
  <pc:docChgLst>
    <pc:chgData name="TCHAMFONG LIONEL" userId="S::tchamfl@ext.essilor.com::7ba41266-02c5-4eb4-be69-a4bf1727da15" providerId="AD" clId="Web-{920C4B90-EB41-32C8-8D1C-E41E9838530C}"/>
    <pc:docChg chg="modSld">
      <pc:chgData name="TCHAMFONG LIONEL" userId="S::tchamfl@ext.essilor.com::7ba41266-02c5-4eb4-be69-a4bf1727da15" providerId="AD" clId="Web-{920C4B90-EB41-32C8-8D1C-E41E9838530C}" dt="2024-03-18T09:20:56.620" v="5" actId="20577"/>
      <pc:docMkLst>
        <pc:docMk/>
      </pc:docMkLst>
      <pc:sldChg chg="modSp">
        <pc:chgData name="TCHAMFONG LIONEL" userId="S::tchamfl@ext.essilor.com::7ba41266-02c5-4eb4-be69-a4bf1727da15" providerId="AD" clId="Web-{920C4B90-EB41-32C8-8D1C-E41E9838530C}" dt="2024-03-18T09:20:56.620" v="5" actId="20577"/>
        <pc:sldMkLst>
          <pc:docMk/>
          <pc:sldMk cId="3466591007" sldId="263"/>
        </pc:sldMkLst>
        <pc:spChg chg="mod">
          <ac:chgData name="TCHAMFONG LIONEL" userId="S::tchamfl@ext.essilor.com::7ba41266-02c5-4eb4-be69-a4bf1727da15" providerId="AD" clId="Web-{920C4B90-EB41-32C8-8D1C-E41E9838530C}" dt="2024-03-18T09:20:56.620" v="5" actId="20577"/>
          <ac:spMkLst>
            <pc:docMk/>
            <pc:sldMk cId="3466591007" sldId="263"/>
            <ac:spMk id="32" creationId="{1286574D-8E19-0C6B-A4F0-FE7B8756FD1A}"/>
          </ac:spMkLst>
        </pc:spChg>
      </pc:sldChg>
    </pc:docChg>
  </pc:docChgLst>
  <pc:docChgLst>
    <pc:chgData name="TCHAMFONG LIONEL" userId="S::tchamfl@ext.essilor.com::7ba41266-02c5-4eb4-be69-a4bf1727da15" providerId="AD" clId="Web-{22F19CE4-DC56-4F1A-4D64-52216FC89122}"/>
    <pc:docChg chg="addSld delSld modSld">
      <pc:chgData name="TCHAMFONG LIONEL" userId="S::tchamfl@ext.essilor.com::7ba41266-02c5-4eb4-be69-a4bf1727da15" providerId="AD" clId="Web-{22F19CE4-DC56-4F1A-4D64-52216FC89122}" dt="2023-01-09T10:35:58.556" v="36"/>
      <pc:docMkLst>
        <pc:docMk/>
      </pc:docMkLst>
      <pc:sldChg chg="addSp delSp modSp">
        <pc:chgData name="TCHAMFONG LIONEL" userId="S::tchamfl@ext.essilor.com::7ba41266-02c5-4eb4-be69-a4bf1727da15" providerId="AD" clId="Web-{22F19CE4-DC56-4F1A-4D64-52216FC89122}" dt="2023-01-09T10:35:58.556" v="36"/>
        <pc:sldMkLst>
          <pc:docMk/>
          <pc:sldMk cId="248623457" sldId="259"/>
        </pc:sldMkLst>
        <pc:spChg chg="add del mod">
          <ac:chgData name="TCHAMFONG LIONEL" userId="S::tchamfl@ext.essilor.com::7ba41266-02c5-4eb4-be69-a4bf1727da15" providerId="AD" clId="Web-{22F19CE4-DC56-4F1A-4D64-52216FC89122}" dt="2023-01-09T10:35:58.556" v="36"/>
          <ac:spMkLst>
            <pc:docMk/>
            <pc:sldMk cId="248623457" sldId="259"/>
            <ac:spMk id="3" creationId="{F33F7769-4B98-CCA9-FA28-6E1CD6BADC32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035" v="4" actId="1076"/>
          <ac:spMkLst>
            <pc:docMk/>
            <pc:sldMk cId="248623457" sldId="259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051" v="5" actId="1076"/>
          <ac:spMkLst>
            <pc:docMk/>
            <pc:sldMk cId="248623457" sldId="259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067" v="6" actId="1076"/>
          <ac:spMkLst>
            <pc:docMk/>
            <pc:sldMk cId="248623457" sldId="259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098" v="7" actId="1076"/>
          <ac:spMkLst>
            <pc:docMk/>
            <pc:sldMk cId="248623457" sldId="259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129" v="8" actId="1076"/>
          <ac:spMkLst>
            <pc:docMk/>
            <pc:sldMk cId="248623457" sldId="259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145" v="9" actId="1076"/>
          <ac:spMkLst>
            <pc:docMk/>
            <pc:sldMk cId="248623457" sldId="259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160" v="10" actId="1076"/>
          <ac:spMkLst>
            <pc:docMk/>
            <pc:sldMk cId="248623457" sldId="259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192" v="11" actId="1076"/>
          <ac:spMkLst>
            <pc:docMk/>
            <pc:sldMk cId="248623457" sldId="259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207" v="12" actId="1076"/>
          <ac:spMkLst>
            <pc:docMk/>
            <pc:sldMk cId="248623457" sldId="259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223" v="13" actId="1076"/>
          <ac:spMkLst>
            <pc:docMk/>
            <pc:sldMk cId="248623457" sldId="259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239" v="14" actId="1076"/>
          <ac:spMkLst>
            <pc:docMk/>
            <pc:sldMk cId="248623457" sldId="259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254" v="15" actId="1076"/>
          <ac:spMkLst>
            <pc:docMk/>
            <pc:sldMk cId="248623457" sldId="259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270" v="16" actId="1076"/>
          <ac:spMkLst>
            <pc:docMk/>
            <pc:sldMk cId="248623457" sldId="259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301" v="17" actId="1076"/>
          <ac:spMkLst>
            <pc:docMk/>
            <pc:sldMk cId="248623457" sldId="259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317" v="18" actId="1076"/>
          <ac:spMkLst>
            <pc:docMk/>
            <pc:sldMk cId="248623457" sldId="259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332" v="19" actId="1076"/>
          <ac:spMkLst>
            <pc:docMk/>
            <pc:sldMk cId="248623457" sldId="259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348" v="20" actId="1076"/>
          <ac:spMkLst>
            <pc:docMk/>
            <pc:sldMk cId="248623457" sldId="259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442" v="25" actId="1076"/>
          <ac:spMkLst>
            <pc:docMk/>
            <pc:sldMk cId="248623457" sldId="259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22F19CE4-DC56-4F1A-4D64-52216FC89122}" dt="2023-01-09T09:15:45.457" v="26" actId="1076"/>
          <ac:spMkLst>
            <pc:docMk/>
            <pc:sldMk cId="248623457" sldId="259"/>
            <ac:spMk id="97" creationId="{00000000-0000-0000-0000-000000000000}"/>
          </ac:spMkLst>
        </pc:spChg>
        <pc:cxnChg chg="mod">
          <ac:chgData name="TCHAMFONG LIONEL" userId="S::tchamfl@ext.essilor.com::7ba41266-02c5-4eb4-be69-a4bf1727da15" providerId="AD" clId="Web-{22F19CE4-DC56-4F1A-4D64-52216FC89122}" dt="2023-01-09T09:15:45.364" v="21" actId="1076"/>
          <ac:cxnSpMkLst>
            <pc:docMk/>
            <pc:sldMk cId="248623457" sldId="259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22F19CE4-DC56-4F1A-4D64-52216FC89122}" dt="2023-01-09T09:15:45.395" v="22" actId="1076"/>
          <ac:cxnSpMkLst>
            <pc:docMk/>
            <pc:sldMk cId="248623457" sldId="259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22F19CE4-DC56-4F1A-4D64-52216FC89122}" dt="2023-01-09T09:15:45.410" v="23" actId="1076"/>
          <ac:cxnSpMkLst>
            <pc:docMk/>
            <pc:sldMk cId="248623457" sldId="259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22F19CE4-DC56-4F1A-4D64-52216FC89122}" dt="2023-01-09T09:15:45.426" v="24" actId="1076"/>
          <ac:cxnSpMkLst>
            <pc:docMk/>
            <pc:sldMk cId="248623457" sldId="259"/>
            <ac:cxnSpMk id="84" creationId="{00000000-0000-0000-0000-000000000000}"/>
          </ac:cxnSpMkLst>
        </pc:cxnChg>
      </pc:sldChg>
      <pc:sldChg chg="modSp add del replId">
        <pc:chgData name="TCHAMFONG LIONEL" userId="S::tchamfl@ext.essilor.com::7ba41266-02c5-4eb4-be69-a4bf1727da15" providerId="AD" clId="Web-{22F19CE4-DC56-4F1A-4D64-52216FC89122}" dt="2023-01-09T09:15:01.831" v="3"/>
        <pc:sldMkLst>
          <pc:docMk/>
          <pc:sldMk cId="2650295232" sldId="260"/>
        </pc:sldMkLst>
        <pc:spChg chg="mod">
          <ac:chgData name="TCHAMFONG LIONEL" userId="S::tchamfl@ext.essilor.com::7ba41266-02c5-4eb4-be69-a4bf1727da15" providerId="AD" clId="Web-{22F19CE4-DC56-4F1A-4D64-52216FC89122}" dt="2023-01-09T09:14:57.815" v="2" actId="1076"/>
          <ac:spMkLst>
            <pc:docMk/>
            <pc:sldMk cId="2650295232" sldId="260"/>
            <ac:spMk id="97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6173A9AB-8772-2CCC-DC61-601F272A1DE8}"/>
    <pc:docChg chg="modSld">
      <pc:chgData name="TCHAMFONG LIONEL" userId="S::tchamfl@ext.essilor.com::7ba41266-02c5-4eb4-be69-a4bf1727da15" providerId="AD" clId="Web-{6173A9AB-8772-2CCC-DC61-601F272A1DE8}" dt="2023-09-18T13:22:55.010" v="1"/>
      <pc:docMkLst>
        <pc:docMk/>
      </pc:docMkLst>
      <pc:sldChg chg="mod modShow">
        <pc:chgData name="TCHAMFONG LIONEL" userId="S::tchamfl@ext.essilor.com::7ba41266-02c5-4eb4-be69-a4bf1727da15" providerId="AD" clId="Web-{6173A9AB-8772-2CCC-DC61-601F272A1DE8}" dt="2023-09-18T13:22:50.228" v="0"/>
        <pc:sldMkLst>
          <pc:docMk/>
          <pc:sldMk cId="2943919268" sldId="259"/>
        </pc:sldMkLst>
      </pc:sldChg>
      <pc:sldChg chg="mod modShow">
        <pc:chgData name="TCHAMFONG LIONEL" userId="S::tchamfl@ext.essilor.com::7ba41266-02c5-4eb4-be69-a4bf1727da15" providerId="AD" clId="Web-{6173A9AB-8772-2CCC-DC61-601F272A1DE8}" dt="2023-09-18T13:22:55.010" v="1"/>
        <pc:sldMkLst>
          <pc:docMk/>
          <pc:sldMk cId="3134535547" sldId="267"/>
        </pc:sldMkLst>
      </pc:sldChg>
    </pc:docChg>
  </pc:docChgLst>
  <pc:docChgLst>
    <pc:chgData name="TCHAMFONG LIONEL" userId="S::tchamfl@ext.essilor.com::7ba41266-02c5-4eb4-be69-a4bf1727da15" providerId="AD" clId="Web-{330D3CA0-A630-9A6D-80F7-096E22665F9F}"/>
    <pc:docChg chg="modSld">
      <pc:chgData name="TCHAMFONG LIONEL" userId="S::tchamfl@ext.essilor.com::7ba41266-02c5-4eb4-be69-a4bf1727da15" providerId="AD" clId="Web-{330D3CA0-A630-9A6D-80F7-096E22665F9F}" dt="2023-04-11T13:48:58.201" v="0" actId="20577"/>
      <pc:docMkLst>
        <pc:docMk/>
      </pc:docMkLst>
      <pc:sldChg chg="modSp">
        <pc:chgData name="TCHAMFONG LIONEL" userId="S::tchamfl@ext.essilor.com::7ba41266-02c5-4eb4-be69-a4bf1727da15" providerId="AD" clId="Web-{330D3CA0-A630-9A6D-80F7-096E22665F9F}" dt="2023-04-11T13:48:58.201" v="0" actId="20577"/>
        <pc:sldMkLst>
          <pc:docMk/>
          <pc:sldMk cId="3134535547" sldId="267"/>
        </pc:sldMkLst>
        <pc:spChg chg="mod">
          <ac:chgData name="TCHAMFONG LIONEL" userId="S::tchamfl@ext.essilor.com::7ba41266-02c5-4eb4-be69-a4bf1727da15" providerId="AD" clId="Web-{330D3CA0-A630-9A6D-80F7-096E22665F9F}" dt="2023-04-11T13:48:58.201" v="0" actId="20577"/>
          <ac:spMkLst>
            <pc:docMk/>
            <pc:sldMk cId="3134535547" sldId="267"/>
            <ac:spMk id="2" creationId="{4A746135-09BE-8454-6CA6-444F56B79D95}"/>
          </ac:spMkLst>
        </pc:spChg>
      </pc:sldChg>
    </pc:docChg>
  </pc:docChgLst>
  <pc:docChgLst>
    <pc:chgData name="TCHAMFONG LIONEL" userId="S::tchamfl@ext.essilor.com::7ba41266-02c5-4eb4-be69-a4bf1727da15" providerId="AD" clId="Web-{FEA10A44-274C-610C-7AB9-5A575D39DDDF}"/>
    <pc:docChg chg="addSld delSld modSld addMainMaster delMainMaster">
      <pc:chgData name="TCHAMFONG LIONEL" userId="S::tchamfl@ext.essilor.com::7ba41266-02c5-4eb4-be69-a4bf1727da15" providerId="AD" clId="Web-{FEA10A44-274C-610C-7AB9-5A575D39DDDF}" dt="2023-01-09T15:08:12.684" v="371" actId="20577"/>
      <pc:docMkLst>
        <pc:docMk/>
      </pc:docMkLst>
      <pc:sldChg chg="addSp delSp modSp mod setBg modClrScheme addAnim delAnim delDesignElem chgLayout">
        <pc:chgData name="TCHAMFONG LIONEL" userId="S::tchamfl@ext.essilor.com::7ba41266-02c5-4eb4-be69-a4bf1727da15" providerId="AD" clId="Web-{FEA10A44-274C-610C-7AB9-5A575D39DDDF}" dt="2023-01-09T14:12:28.307" v="34"/>
        <pc:sldMkLst>
          <pc:docMk/>
          <pc:sldMk cId="109857222" sldId="256"/>
        </pc:sldMkLst>
        <pc:spChg chg="mod ord">
          <ac:chgData name="TCHAMFONG LIONEL" userId="S::tchamfl@ext.essilor.com::7ba41266-02c5-4eb4-be69-a4bf1727da15" providerId="AD" clId="Web-{FEA10A44-274C-610C-7AB9-5A575D39DDDF}" dt="2023-01-09T14:12:21.963" v="33"/>
          <ac:spMkLst>
            <pc:docMk/>
            <pc:sldMk cId="109857222" sldId="256"/>
            <ac:spMk id="2" creationId="{00000000-0000-0000-0000-000000000000}"/>
          </ac:spMkLst>
        </pc:spChg>
        <pc:spChg chg="del mod ord">
          <ac:chgData name="TCHAMFONG LIONEL" userId="S::tchamfl@ext.essilor.com::7ba41266-02c5-4eb4-be69-a4bf1727da15" providerId="AD" clId="Web-{FEA10A44-274C-610C-7AB9-5A575D39DDDF}" dt="2023-01-09T14:12:28.307" v="34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01.016" v="14"/>
          <ac:spMkLst>
            <pc:docMk/>
            <pc:sldMk cId="109857222" sldId="256"/>
            <ac:spMk id="5" creationId="{6F5A5072-7B47-4D32-B52A-4EBBF590B8A5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01.016" v="14"/>
          <ac:spMkLst>
            <pc:docMk/>
            <pc:sldMk cId="109857222" sldId="256"/>
            <ac:spMk id="6" creationId="{9715DAF0-AE1B-46C9-8A6B-DB2AA05AB91D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01.016" v="14"/>
          <ac:spMkLst>
            <pc:docMk/>
            <pc:sldMk cId="109857222" sldId="256"/>
            <ac:spMk id="7" creationId="{6016219D-510E-4184-9090-6D5578A87BD1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8" creationId="{88294908-8B00-4F58-BBBA-20F71A40AA9E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01.016" v="14"/>
          <ac:spMkLst>
            <pc:docMk/>
            <pc:sldMk cId="109857222" sldId="256"/>
            <ac:spMk id="9" creationId="{AFF4A713-7B75-4B21-90D7-5AB19547C728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10" creationId="{4364C879-1404-4203-8E9D-CC5DE0A621A2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01.016" v="14"/>
          <ac:spMkLst>
            <pc:docMk/>
            <pc:sldMk cId="109857222" sldId="256"/>
            <ac:spMk id="11" creationId="{DC631C0B-6DA6-4E57-8231-CE32B3434A7E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12" creationId="{84617302-4B0D-4351-A6BB-6F0930D943AC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01.016" v="14"/>
          <ac:spMkLst>
            <pc:docMk/>
            <pc:sldMk cId="109857222" sldId="256"/>
            <ac:spMk id="13" creationId="{C29501E6-A978-4A61-9689-9085AF97A53A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14" creationId="{DA2C7802-C2E0-4218-8F89-8DD7CCD2CD1C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20.830" v="16"/>
          <ac:spMkLst>
            <pc:docMk/>
            <pc:sldMk cId="109857222" sldId="256"/>
            <ac:spMk id="15" creationId="{EB270761-CC40-4F3F-A916-7E3BC3989348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16" creationId="{A6D7111A-21E5-4EE9-8A78-10E5530F0116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20.830" v="16"/>
          <ac:spMkLst>
            <pc:docMk/>
            <pc:sldMk cId="109857222" sldId="256"/>
            <ac:spMk id="17" creationId="{2820855C-9FA4-417A-BE67-63C022F81980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18" creationId="{A3969E80-A77B-49FC-9122-D89AFD5EE118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20.830" v="16"/>
          <ac:spMkLst>
            <pc:docMk/>
            <pc:sldMk cId="109857222" sldId="256"/>
            <ac:spMk id="19" creationId="{D7E6A49B-1B06-403E-8CC5-ACB38A6BDEEB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20" creationId="{1849CA57-76BD-4CF2-80BA-D7A46A01B7B1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54.269" v="18"/>
          <ac:spMkLst>
            <pc:docMk/>
            <pc:sldMk cId="109857222" sldId="256"/>
            <ac:spMk id="21" creationId="{FFD48BC7-DC40-47DE-87EE-9F4B6ECB9ABB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22" creationId="{35E9085E-E730-4768-83D4-6CB7E9897153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54.269" v="18"/>
          <ac:spMkLst>
            <pc:docMk/>
            <pc:sldMk cId="109857222" sldId="256"/>
            <ac:spMk id="23" creationId="{E502BBC7-2C76-46F3-BC24-5985BC13DB88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24" creationId="{973272FE-A474-4CAE-8CA2-BCC8B476C3F4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54.269" v="18"/>
          <ac:spMkLst>
            <pc:docMk/>
            <pc:sldMk cId="109857222" sldId="256"/>
            <ac:spMk id="25" creationId="{C7F28D52-2A5F-4D23-81AE-7CB8B591C7AF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26" creationId="{E07981EA-05A6-437C-88D7-B377B92B031D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0:54.269" v="18"/>
          <ac:spMkLst>
            <pc:docMk/>
            <pc:sldMk cId="109857222" sldId="256"/>
            <ac:spMk id="27" creationId="{3629484E-3792-4B3D-89AD-7C8A1ED0E0D4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0.811" v="4"/>
          <ac:spMkLst>
            <pc:docMk/>
            <pc:sldMk cId="109857222" sldId="256"/>
            <ac:spMk id="28" creationId="{15E3C750-986E-4769-B1AE-49289FBEE757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21.678" v="23"/>
          <ac:spMkLst>
            <pc:docMk/>
            <pc:sldMk cId="109857222" sldId="256"/>
            <ac:spMk id="29" creationId="{57ABABA7-0420-4200-9B65-1C1967CE9373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3.155" v="8"/>
          <ac:spMkLst>
            <pc:docMk/>
            <pc:sldMk cId="109857222" sldId="256"/>
            <ac:spMk id="30" creationId="{6F5A5072-7B47-4D32-B52A-4EBBF590B8A5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3.155" v="8"/>
          <ac:spMkLst>
            <pc:docMk/>
            <pc:sldMk cId="109857222" sldId="256"/>
            <ac:spMk id="31" creationId="{9715DAF0-AE1B-46C9-8A6B-DB2AA05AB91D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3.155" v="8"/>
          <ac:spMkLst>
            <pc:docMk/>
            <pc:sldMk cId="109857222" sldId="256"/>
            <ac:spMk id="32" creationId="{6016219D-510E-4184-9090-6D5578A87BD1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3.155" v="8"/>
          <ac:spMkLst>
            <pc:docMk/>
            <pc:sldMk cId="109857222" sldId="256"/>
            <ac:spMk id="33" creationId="{AFF4A713-7B75-4B21-90D7-5AB19547C728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3.155" v="8"/>
          <ac:spMkLst>
            <pc:docMk/>
            <pc:sldMk cId="109857222" sldId="256"/>
            <ac:spMk id="34" creationId="{DC631C0B-6DA6-4E57-8231-CE32B3434A7E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3.155" v="8"/>
          <ac:spMkLst>
            <pc:docMk/>
            <pc:sldMk cId="109857222" sldId="256"/>
            <ac:spMk id="35" creationId="{C29501E6-A978-4A61-9689-9085AF97A53A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21.678" v="23"/>
          <ac:spMkLst>
            <pc:docMk/>
            <pc:sldMk cId="109857222" sldId="256"/>
            <ac:spMk id="36" creationId="{A317EBE3-FF86-4DA1-BC9A-331F7F2144E9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7.093" v="10"/>
          <ac:spMkLst>
            <pc:docMk/>
            <pc:sldMk cId="109857222" sldId="256"/>
            <ac:spMk id="37" creationId="{DA3C47C2-33A2-44B2-BEAB-FEB679075C24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7.093" v="10"/>
          <ac:spMkLst>
            <pc:docMk/>
            <pc:sldMk cId="109857222" sldId="256"/>
            <ac:spMk id="38" creationId="{AD182BA8-54AD-4D9F-8264-B0FA8BB47D7C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47.093" v="10"/>
          <ac:spMkLst>
            <pc:docMk/>
            <pc:sldMk cId="109857222" sldId="256"/>
            <ac:spMk id="39" creationId="{4ED83379-0499-45E1-AB78-6AA230F96442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50.437" v="12"/>
          <ac:spMkLst>
            <pc:docMk/>
            <pc:sldMk cId="109857222" sldId="256"/>
            <ac:spMk id="41" creationId="{C27D7A02-907B-496F-BA7E-AA3780733CA7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50.437" v="12"/>
          <ac:spMkLst>
            <pc:docMk/>
            <pc:sldMk cId="109857222" sldId="256"/>
            <ac:spMk id="42" creationId="{0FBA5268-0AE7-4CAD-9537-D0EB09E76406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09:50.437" v="12"/>
          <ac:spMkLst>
            <pc:docMk/>
            <pc:sldMk cId="109857222" sldId="256"/>
            <ac:spMk id="43" creationId="{088D065B-39DA-4077-B9CF-E489CE4C0169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13.009" v="28"/>
          <ac:spMkLst>
            <pc:docMk/>
            <pc:sldMk cId="109857222" sldId="256"/>
            <ac:spMk id="45" creationId="{5A292AEA-2528-46C0-B426-95822B6141FB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13.009" v="28"/>
          <ac:spMkLst>
            <pc:docMk/>
            <pc:sldMk cId="109857222" sldId="256"/>
            <ac:spMk id="46" creationId="{D8B7B198-E4DF-43CD-AD8C-199884323745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13.009" v="28"/>
          <ac:spMkLst>
            <pc:docMk/>
            <pc:sldMk cId="109857222" sldId="256"/>
            <ac:spMk id="47" creationId="{2BE67753-EA0E-4819-8D22-0B6600CF7231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21.662" v="22"/>
          <ac:spMkLst>
            <pc:docMk/>
            <pc:sldMk cId="109857222" sldId="256"/>
            <ac:spMk id="61" creationId="{F81819F9-8CAC-4A6C-8F06-0482027F9736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21.662" v="22"/>
          <ac:spMkLst>
            <pc:docMk/>
            <pc:sldMk cId="109857222" sldId="256"/>
            <ac:spMk id="63" creationId="{4A98CC08-AEC2-4E8F-8F52-0F5C6372DB4F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19.369" v="30"/>
          <ac:spMkLst>
            <pc:docMk/>
            <pc:sldMk cId="109857222" sldId="256"/>
            <ac:spMk id="70" creationId="{6DDA8CE9-E0A6-4FF2-823D-D08607606DC2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19.369" v="30"/>
          <ac:spMkLst>
            <pc:docMk/>
            <pc:sldMk cId="109857222" sldId="256"/>
            <ac:spMk id="71" creationId="{11195564-33B9-434B-9641-764F5905A56F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21.932" v="32"/>
          <ac:spMkLst>
            <pc:docMk/>
            <pc:sldMk cId="109857222" sldId="256"/>
            <ac:spMk id="83" creationId="{1EADCAF8-8823-4E89-8612-21029831A4B2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2:21.932" v="32"/>
          <ac:spMkLst>
            <pc:docMk/>
            <pc:sldMk cId="109857222" sldId="256"/>
            <ac:spMk id="84" creationId="{28CA07B2-0819-4B62-9425-7A52BBDD7070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21.662" v="22"/>
          <ac:spMkLst>
            <pc:docMk/>
            <pc:sldMk cId="109857222" sldId="256"/>
            <ac:spMk id="93" creationId="{1310EFE2-B91D-47E7-B117-C2A802800A7C}"/>
          </ac:spMkLst>
        </pc:spChg>
        <pc:spChg chg="add">
          <ac:chgData name="TCHAMFONG LIONEL" userId="S::tchamfl@ext.essilor.com::7ba41266-02c5-4eb4-be69-a4bf1727da15" providerId="AD" clId="Web-{FEA10A44-274C-610C-7AB9-5A575D39DDDF}" dt="2023-01-09T14:12:21.963" v="33"/>
          <ac:spMkLst>
            <pc:docMk/>
            <pc:sldMk cId="109857222" sldId="256"/>
            <ac:spMk id="94" creationId="{73A25D70-4A55-4F72-B9C5-A69CDBF4DB42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30.303" v="24"/>
          <ac:spMkLst>
            <pc:docMk/>
            <pc:sldMk cId="109857222" sldId="256"/>
            <ac:spMk id="95" creationId="{57ABABA7-0420-4200-9B65-1C1967CE9373}"/>
          </ac:spMkLst>
        </pc:spChg>
        <pc:spChg chg="add del">
          <ac:chgData name="TCHAMFONG LIONEL" userId="S::tchamfl@ext.essilor.com::7ba41266-02c5-4eb4-be69-a4bf1727da15" providerId="AD" clId="Web-{FEA10A44-274C-610C-7AB9-5A575D39DDDF}" dt="2023-01-09T14:11:30.303" v="24"/>
          <ac:spMkLst>
            <pc:docMk/>
            <pc:sldMk cId="109857222" sldId="256"/>
            <ac:spMk id="96" creationId="{1E86F813-D67B-409D-AA77-FA8878C28E40}"/>
          </ac:spMkLst>
        </pc:spChg>
        <pc:spChg chg="add">
          <ac:chgData name="TCHAMFONG LIONEL" userId="S::tchamfl@ext.essilor.com::7ba41266-02c5-4eb4-be69-a4bf1727da15" providerId="AD" clId="Web-{FEA10A44-274C-610C-7AB9-5A575D39DDDF}" dt="2023-01-09T14:12:21.963" v="33"/>
          <ac:spMkLst>
            <pc:docMk/>
            <pc:sldMk cId="109857222" sldId="256"/>
            <ac:spMk id="97" creationId="{54957100-6D8B-4161-9F2F-C0A949EC84C4}"/>
          </ac:spMkLst>
        </pc:spChg>
        <pc:spChg chg="add">
          <ac:chgData name="TCHAMFONG LIONEL" userId="S::tchamfl@ext.essilor.com::7ba41266-02c5-4eb4-be69-a4bf1727da15" providerId="AD" clId="Web-{FEA10A44-274C-610C-7AB9-5A575D39DDDF}" dt="2023-01-09T14:12:21.963" v="33"/>
          <ac:spMkLst>
            <pc:docMk/>
            <pc:sldMk cId="109857222" sldId="256"/>
            <ac:spMk id="98" creationId="{CBCB02B1-1B82-403C-B7D2-E2CED1882F50}"/>
          </ac:spMkLst>
        </pc:spChg>
        <pc:grpChg chg="add del">
          <ac:chgData name="TCHAMFONG LIONEL" userId="S::tchamfl@ext.essilor.com::7ba41266-02c5-4eb4-be69-a4bf1727da15" providerId="AD" clId="Web-{FEA10A44-274C-610C-7AB9-5A575D39DDDF}" dt="2023-01-09T14:11:21.678" v="23"/>
          <ac:grpSpMkLst>
            <pc:docMk/>
            <pc:sldMk cId="109857222" sldId="256"/>
            <ac:grpSpMk id="44" creationId="{7A03E380-9CD1-4ABA-A763-9F9D252B8908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2:13.009" v="28"/>
          <ac:grpSpMkLst>
            <pc:docMk/>
            <pc:sldMk cId="109857222" sldId="256"/>
            <ac:grpSpMk id="48" creationId="{D76D63AC-0421-45EC-B383-E79A61A78C6B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2:13.009" v="28"/>
          <ac:grpSpMkLst>
            <pc:docMk/>
            <pc:sldMk cId="109857222" sldId="256"/>
            <ac:grpSpMk id="56" creationId="{87F87F1B-42BA-4AC7-A4E2-41544DDB2CE3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2:13.009" v="28"/>
          <ac:grpSpMkLst>
            <pc:docMk/>
            <pc:sldMk cId="109857222" sldId="256"/>
            <ac:grpSpMk id="62" creationId="{967346A5-7569-4F15-AB5D-BE3DADF192C0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1:21.662" v="22"/>
          <ac:grpSpMkLst>
            <pc:docMk/>
            <pc:sldMk cId="109857222" sldId="256"/>
            <ac:grpSpMk id="65" creationId="{5D1545E6-EB3C-4478-A661-A2CA963F129C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2:19.369" v="30"/>
          <ac:grpSpMkLst>
            <pc:docMk/>
            <pc:sldMk cId="109857222" sldId="256"/>
            <ac:grpSpMk id="72" creationId="{1D18C537-E336-47C4-836B-C342A230F8F3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2:19.369" v="30"/>
          <ac:grpSpMkLst>
            <pc:docMk/>
            <pc:sldMk cId="109857222" sldId="256"/>
            <ac:grpSpMk id="77" creationId="{5A1259D8-0C3A-4069-A22F-537BBBB61A9C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1:21.662" v="22"/>
          <ac:grpSpMkLst>
            <pc:docMk/>
            <pc:sldMk cId="109857222" sldId="256"/>
            <ac:grpSpMk id="79" creationId="{40A75861-F6C5-44A9-B161-B03701CBDE0C}"/>
          </ac:grpSpMkLst>
        </pc:grpChg>
        <pc:grpChg chg="add del">
          <ac:chgData name="TCHAMFONG LIONEL" userId="S::tchamfl@ext.essilor.com::7ba41266-02c5-4eb4-be69-a4bf1727da15" providerId="AD" clId="Web-{FEA10A44-274C-610C-7AB9-5A575D39DDDF}" dt="2023-01-09T14:12:21.932" v="32"/>
          <ac:grpSpMkLst>
            <pc:docMk/>
            <pc:sldMk cId="109857222" sldId="256"/>
            <ac:grpSpMk id="85" creationId="{DA02BEE4-A5D4-40AF-882D-49D34B086FFF}"/>
          </ac:grpSpMkLst>
        </pc:grpChg>
        <pc:grpChg chg="add">
          <ac:chgData name="TCHAMFONG LIONEL" userId="S::tchamfl@ext.essilor.com::7ba41266-02c5-4eb4-be69-a4bf1727da15" providerId="AD" clId="Web-{FEA10A44-274C-610C-7AB9-5A575D39DDDF}" dt="2023-01-09T14:12:21.963" v="33"/>
          <ac:grpSpMkLst>
            <pc:docMk/>
            <pc:sldMk cId="109857222" sldId="256"/>
            <ac:grpSpMk id="99" creationId="{CCDE13A7-6382-4A67-BEBE-4FF1F37C7F52}"/>
          </ac:grpSpMkLst>
        </pc:grpChg>
        <pc:grpChg chg="add">
          <ac:chgData name="TCHAMFONG LIONEL" userId="S::tchamfl@ext.essilor.com::7ba41266-02c5-4eb4-be69-a4bf1727da15" providerId="AD" clId="Web-{FEA10A44-274C-610C-7AB9-5A575D39DDDF}" dt="2023-01-09T14:12:21.963" v="33"/>
          <ac:grpSpMkLst>
            <pc:docMk/>
            <pc:sldMk cId="109857222" sldId="256"/>
            <ac:grpSpMk id="107" creationId="{17147D5D-F01F-4164-BD81-D10DC6F23E41}"/>
          </ac:grpSpMkLst>
        </pc:grpChg>
        <pc:grpChg chg="add">
          <ac:chgData name="TCHAMFONG LIONEL" userId="S::tchamfl@ext.essilor.com::7ba41266-02c5-4eb4-be69-a4bf1727da15" providerId="AD" clId="Web-{FEA10A44-274C-610C-7AB9-5A575D39DDDF}" dt="2023-01-09T14:12:21.963" v="33"/>
          <ac:grpSpMkLst>
            <pc:docMk/>
            <pc:sldMk cId="109857222" sldId="256"/>
            <ac:grpSpMk id="112" creationId="{6D0E248E-80AB-4B35-BA8D-F940FCB44326}"/>
          </ac:grpSpMkLst>
        </pc:grpChg>
        <pc:cxnChg chg="add del">
          <ac:chgData name="TCHAMFONG LIONEL" userId="S::tchamfl@ext.essilor.com::7ba41266-02c5-4eb4-be69-a4bf1727da15" providerId="AD" clId="Web-{FEA10A44-274C-610C-7AB9-5A575D39DDDF}" dt="2023-01-09T14:11:21.678" v="23"/>
          <ac:cxnSpMkLst>
            <pc:docMk/>
            <pc:sldMk cId="109857222" sldId="256"/>
            <ac:cxnSpMk id="40" creationId="{34D43EC1-35FA-4FC3-8526-F655CEB09D9C}"/>
          </ac:cxnSpMkLst>
        </pc:cxnChg>
      </pc:sldChg>
      <pc:sldChg chg="modSp mod modClrScheme chgLayout">
        <pc:chgData name="TCHAMFONG LIONEL" userId="S::tchamfl@ext.essilor.com::7ba41266-02c5-4eb4-be69-a4bf1727da15" providerId="AD" clId="Web-{FEA10A44-274C-610C-7AB9-5A575D39DDDF}" dt="2023-01-09T14:34:37.410" v="231" actId="14100"/>
        <pc:sldMkLst>
          <pc:docMk/>
          <pc:sldMk cId="4225071537" sldId="258"/>
        </pc:sldMkLst>
        <pc:spChg chg="mod">
          <ac:chgData name="TCHAMFONG LIONEL" userId="S::tchamfl@ext.essilor.com::7ba41266-02c5-4eb4-be69-a4bf1727da15" providerId="AD" clId="Web-{FEA10A44-274C-610C-7AB9-5A575D39DDDF}" dt="2023-01-09T14:23:01.521" v="195" actId="14100"/>
          <ac:spMkLst>
            <pc:docMk/>
            <pc:sldMk cId="4225071537" sldId="258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6.899" v="96" actId="1076"/>
          <ac:spMkLst>
            <pc:docMk/>
            <pc:sldMk cId="4225071537" sldId="258"/>
            <ac:spMk id="59" creationId="{00000000-0000-0000-0000-000000000000}"/>
          </ac:spMkLst>
        </pc:spChg>
        <pc:spChg chg="mod ord">
          <ac:chgData name="TCHAMFONG LIONEL" userId="S::tchamfl@ext.essilor.com::7ba41266-02c5-4eb4-be69-a4bf1727da15" providerId="AD" clId="Web-{FEA10A44-274C-610C-7AB9-5A575D39DDDF}" dt="2023-01-09T14:34:37.410" v="231" actId="14100"/>
          <ac:spMkLst>
            <pc:docMk/>
            <pc:sldMk cId="4225071537" sldId="258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6.915" v="97" actId="1076"/>
          <ac:spMkLst>
            <pc:docMk/>
            <pc:sldMk cId="4225071537" sldId="258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6.930" v="98" actId="1076"/>
          <ac:spMkLst>
            <pc:docMk/>
            <pc:sldMk cId="4225071537" sldId="258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6.978" v="99" actId="1076"/>
          <ac:spMkLst>
            <pc:docMk/>
            <pc:sldMk cId="4225071537" sldId="258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6.993" v="100" actId="1076"/>
          <ac:spMkLst>
            <pc:docMk/>
            <pc:sldMk cId="4225071537" sldId="258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009" v="101" actId="1076"/>
          <ac:spMkLst>
            <pc:docMk/>
            <pc:sldMk cId="4225071537" sldId="258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040" v="102" actId="1076"/>
          <ac:spMkLst>
            <pc:docMk/>
            <pc:sldMk cId="4225071537" sldId="258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055" v="103" actId="1076"/>
          <ac:spMkLst>
            <pc:docMk/>
            <pc:sldMk cId="4225071537" sldId="258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071" v="104" actId="1076"/>
          <ac:spMkLst>
            <pc:docMk/>
            <pc:sldMk cId="4225071537" sldId="258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087" v="105" actId="1076"/>
          <ac:spMkLst>
            <pc:docMk/>
            <pc:sldMk cId="4225071537" sldId="258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118" v="106" actId="1076"/>
          <ac:spMkLst>
            <pc:docMk/>
            <pc:sldMk cId="4225071537" sldId="258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134" v="107" actId="1076"/>
          <ac:spMkLst>
            <pc:docMk/>
            <pc:sldMk cId="4225071537" sldId="258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149" v="108" actId="1076"/>
          <ac:spMkLst>
            <pc:docMk/>
            <pc:sldMk cId="4225071537" sldId="258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165" v="109" actId="1076"/>
          <ac:spMkLst>
            <pc:docMk/>
            <pc:sldMk cId="4225071537" sldId="258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180" v="110" actId="1076"/>
          <ac:spMkLst>
            <pc:docMk/>
            <pc:sldMk cId="4225071537" sldId="258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196" v="111" actId="1076"/>
          <ac:spMkLst>
            <pc:docMk/>
            <pc:sldMk cId="4225071537" sldId="258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227" v="112" actId="1076"/>
          <ac:spMkLst>
            <pc:docMk/>
            <pc:sldMk cId="4225071537" sldId="258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243" v="113" actId="1076"/>
          <ac:spMkLst>
            <pc:docMk/>
            <pc:sldMk cId="4225071537" sldId="258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274" v="114" actId="1076"/>
          <ac:spMkLst>
            <pc:docMk/>
            <pc:sldMk cId="4225071537" sldId="258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290" v="115" actId="1076"/>
          <ac:spMkLst>
            <pc:docMk/>
            <pc:sldMk cId="4225071537" sldId="258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384" v="121" actId="1076"/>
          <ac:spMkLst>
            <pc:docMk/>
            <pc:sldMk cId="4225071537" sldId="258"/>
            <ac:spMk id="86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415" v="123" actId="1076"/>
          <ac:spMkLst>
            <pc:docMk/>
            <pc:sldMk cId="4225071537" sldId="258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805" v="144" actId="1076"/>
          <ac:spMkLst>
            <pc:docMk/>
            <pc:sldMk cId="4225071537" sldId="258"/>
            <ac:spMk id="9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821" v="145" actId="1076"/>
          <ac:spMkLst>
            <pc:docMk/>
            <pc:sldMk cId="4225071537" sldId="258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430" v="124" actId="1076"/>
          <ac:spMkLst>
            <pc:docMk/>
            <pc:sldMk cId="4225071537" sldId="258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759" v="142" actId="1076"/>
          <ac:spMkLst>
            <pc:docMk/>
            <pc:sldMk cId="4225071537" sldId="258"/>
            <ac:spMk id="93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462" v="125" actId="1076"/>
          <ac:spMkLst>
            <pc:docMk/>
            <pc:sldMk cId="4225071537" sldId="258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493" v="127" actId="1076"/>
          <ac:spMkLst>
            <pc:docMk/>
            <pc:sldMk cId="4225071537" sldId="258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509" v="128" actId="1076"/>
          <ac:spMkLst>
            <pc:docMk/>
            <pc:sldMk cId="4225071537" sldId="258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540" v="130" actId="1076"/>
          <ac:spMkLst>
            <pc:docMk/>
            <pc:sldMk cId="4225071537" sldId="258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571" v="131" actId="1076"/>
          <ac:spMkLst>
            <pc:docMk/>
            <pc:sldMk cId="4225071537" sldId="258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587" v="132" actId="1076"/>
          <ac:spMkLst>
            <pc:docMk/>
            <pc:sldMk cId="4225071537" sldId="258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602" v="133" actId="1076"/>
          <ac:spMkLst>
            <pc:docMk/>
            <pc:sldMk cId="4225071537" sldId="258"/>
            <ac:spMk id="10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618" v="134" actId="1076"/>
          <ac:spMkLst>
            <pc:docMk/>
            <pc:sldMk cId="4225071537" sldId="258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634" v="135" actId="1076"/>
          <ac:spMkLst>
            <pc:docMk/>
            <pc:sldMk cId="4225071537" sldId="258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680" v="137" actId="1076"/>
          <ac:spMkLst>
            <pc:docMk/>
            <pc:sldMk cId="4225071537" sldId="258"/>
            <ac:spMk id="106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712" v="139" actId="1076"/>
          <ac:spMkLst>
            <pc:docMk/>
            <pc:sldMk cId="4225071537" sldId="258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727" v="140" actId="1076"/>
          <ac:spMkLst>
            <pc:docMk/>
            <pc:sldMk cId="4225071537" sldId="258"/>
            <ac:spMk id="10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19:57.743" v="141" actId="1076"/>
          <ac:spMkLst>
            <pc:docMk/>
            <pc:sldMk cId="4225071537" sldId="258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FEA10A44-274C-610C-7AB9-5A575D39DDDF}" dt="2023-01-09T14:19:57.305" v="116" actId="1076"/>
          <ac:cxnSpMkLst>
            <pc:docMk/>
            <pc:sldMk cId="4225071537" sldId="258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321" v="117" actId="1076"/>
          <ac:cxnSpMkLst>
            <pc:docMk/>
            <pc:sldMk cId="4225071537" sldId="258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337" v="118" actId="1076"/>
          <ac:cxnSpMkLst>
            <pc:docMk/>
            <pc:sldMk cId="4225071537" sldId="258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352" v="119" actId="1076"/>
          <ac:cxnSpMkLst>
            <pc:docMk/>
            <pc:sldMk cId="4225071537" sldId="258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368" v="120" actId="1076"/>
          <ac:cxnSpMkLst>
            <pc:docMk/>
            <pc:sldMk cId="4225071537" sldId="258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399" v="122" actId="1076"/>
          <ac:cxnSpMkLst>
            <pc:docMk/>
            <pc:sldMk cId="4225071537" sldId="258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774" v="143" actId="1076"/>
          <ac:cxnSpMkLst>
            <pc:docMk/>
            <pc:sldMk cId="4225071537" sldId="258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477" v="126" actId="1076"/>
          <ac:cxnSpMkLst>
            <pc:docMk/>
            <pc:sldMk cId="4225071537" sldId="258"/>
            <ac:cxnSpMk id="9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524" v="129" actId="1076"/>
          <ac:cxnSpMkLst>
            <pc:docMk/>
            <pc:sldMk cId="4225071537" sldId="258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649" v="136" actId="1076"/>
          <ac:cxnSpMkLst>
            <pc:docMk/>
            <pc:sldMk cId="4225071537" sldId="258"/>
            <ac:cxnSpMk id="10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19:57.696" v="138" actId="1076"/>
          <ac:cxnSpMkLst>
            <pc:docMk/>
            <pc:sldMk cId="4225071537" sldId="258"/>
            <ac:cxnSpMk id="107" creationId="{00000000-0000-0000-0000-000000000000}"/>
          </ac:cxnSpMkLst>
        </pc:cxnChg>
      </pc:sldChg>
      <pc:sldChg chg="addSp delSp modSp del mod modClrScheme chgLayout">
        <pc:chgData name="TCHAMFONG LIONEL" userId="S::tchamfl@ext.essilor.com::7ba41266-02c5-4eb4-be69-a4bf1727da15" providerId="AD" clId="Web-{FEA10A44-274C-610C-7AB9-5A575D39DDDF}" dt="2023-01-09T14:34:00.689" v="222"/>
        <pc:sldMkLst>
          <pc:docMk/>
          <pc:sldMk cId="248623457" sldId="259"/>
        </pc:sldMkLst>
        <pc:spChg chg="add del mod">
          <ac:chgData name="TCHAMFONG LIONEL" userId="S::tchamfl@ext.essilor.com::7ba41266-02c5-4eb4-be69-a4bf1727da15" providerId="AD" clId="Web-{FEA10A44-274C-610C-7AB9-5A575D39DDDF}" dt="2023-01-09T14:25:47.063" v="197"/>
          <ac:spMkLst>
            <pc:docMk/>
            <pc:sldMk cId="248623457" sldId="259"/>
            <ac:spMk id="4" creationId="{CDC5C8FE-DC9D-5671-C7A1-A1CA94C734C6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158" v="198" actId="1076"/>
          <ac:spMkLst>
            <pc:docMk/>
            <pc:sldMk cId="248623457" sldId="259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174" v="199" actId="1076"/>
          <ac:spMkLst>
            <pc:docMk/>
            <pc:sldMk cId="248623457" sldId="259"/>
            <ac:spMk id="59" creationId="{00000000-0000-0000-0000-000000000000}"/>
          </ac:spMkLst>
        </pc:spChg>
        <pc:spChg chg="del mod ord">
          <ac:chgData name="TCHAMFONG LIONEL" userId="S::tchamfl@ext.essilor.com::7ba41266-02c5-4eb4-be69-a4bf1727da15" providerId="AD" clId="Web-{FEA10A44-274C-610C-7AB9-5A575D39DDDF}" dt="2023-01-09T14:25:43.141" v="196"/>
          <ac:spMkLst>
            <pc:docMk/>
            <pc:sldMk cId="248623457" sldId="259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190" v="200" actId="1076"/>
          <ac:spMkLst>
            <pc:docMk/>
            <pc:sldMk cId="248623457" sldId="259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05" v="201" actId="1076"/>
          <ac:spMkLst>
            <pc:docMk/>
            <pc:sldMk cId="248623457" sldId="259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21" v="202" actId="1076"/>
          <ac:spMkLst>
            <pc:docMk/>
            <pc:sldMk cId="248623457" sldId="259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36" v="203" actId="1076"/>
          <ac:spMkLst>
            <pc:docMk/>
            <pc:sldMk cId="248623457" sldId="259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52" v="204" actId="1076"/>
          <ac:spMkLst>
            <pc:docMk/>
            <pc:sldMk cId="248623457" sldId="259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68" v="205" actId="1076"/>
          <ac:spMkLst>
            <pc:docMk/>
            <pc:sldMk cId="248623457" sldId="259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83" v="206" actId="1076"/>
          <ac:spMkLst>
            <pc:docMk/>
            <pc:sldMk cId="248623457" sldId="259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83" v="207" actId="1076"/>
          <ac:spMkLst>
            <pc:docMk/>
            <pc:sldMk cId="248623457" sldId="259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299" v="208" actId="1076"/>
          <ac:spMkLst>
            <pc:docMk/>
            <pc:sldMk cId="248623457" sldId="259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315" v="209" actId="1076"/>
          <ac:spMkLst>
            <pc:docMk/>
            <pc:sldMk cId="248623457" sldId="259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330" v="210" actId="1076"/>
          <ac:spMkLst>
            <pc:docMk/>
            <pc:sldMk cId="248623457" sldId="259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346" v="211" actId="1076"/>
          <ac:spMkLst>
            <pc:docMk/>
            <pc:sldMk cId="248623457" sldId="259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361" v="212" actId="1076"/>
          <ac:spMkLst>
            <pc:docMk/>
            <pc:sldMk cId="248623457" sldId="259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377" v="213" actId="1076"/>
          <ac:spMkLst>
            <pc:docMk/>
            <pc:sldMk cId="248623457" sldId="259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393" v="214" actId="1076"/>
          <ac:spMkLst>
            <pc:docMk/>
            <pc:sldMk cId="248623457" sldId="259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471" v="219" actId="1076"/>
          <ac:spMkLst>
            <pc:docMk/>
            <pc:sldMk cId="248623457" sldId="259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26:12.486" v="220" actId="1076"/>
          <ac:spMkLst>
            <pc:docMk/>
            <pc:sldMk cId="248623457" sldId="259"/>
            <ac:spMk id="97" creationId="{00000000-0000-0000-0000-000000000000}"/>
          </ac:spMkLst>
        </pc:spChg>
        <pc:cxnChg chg="mod">
          <ac:chgData name="TCHAMFONG LIONEL" userId="S::tchamfl@ext.essilor.com::7ba41266-02c5-4eb4-be69-a4bf1727da15" providerId="AD" clId="Web-{FEA10A44-274C-610C-7AB9-5A575D39DDDF}" dt="2023-01-09T14:26:12.408" v="215" actId="1076"/>
          <ac:cxnSpMkLst>
            <pc:docMk/>
            <pc:sldMk cId="248623457" sldId="259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26:12.424" v="216" actId="1076"/>
          <ac:cxnSpMkLst>
            <pc:docMk/>
            <pc:sldMk cId="248623457" sldId="259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26:12.440" v="217" actId="1076"/>
          <ac:cxnSpMkLst>
            <pc:docMk/>
            <pc:sldMk cId="248623457" sldId="259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26:12.455" v="218" actId="1076"/>
          <ac:cxnSpMkLst>
            <pc:docMk/>
            <pc:sldMk cId="248623457" sldId="259"/>
            <ac:cxnSpMk id="84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FEA10A44-274C-610C-7AB9-5A575D39DDDF}" dt="2023-01-09T14:26:17.471" v="221"/>
          <ac:cxnSpMkLst>
            <pc:docMk/>
            <pc:sldMk cId="248623457" sldId="259"/>
            <ac:cxnSpMk id="85" creationId="{00000000-0000-0000-0000-000000000000}"/>
          </ac:cxnSpMkLst>
        </pc:cxnChg>
      </pc:sldChg>
      <pc:sldChg chg="addSp delSp modSp add replId">
        <pc:chgData name="TCHAMFONG LIONEL" userId="S::tchamfl@ext.essilor.com::7ba41266-02c5-4eb4-be69-a4bf1727da15" providerId="AD" clId="Web-{FEA10A44-274C-610C-7AB9-5A575D39DDDF}" dt="2023-01-09T15:08:12.684" v="371" actId="20577"/>
        <pc:sldMkLst>
          <pc:docMk/>
          <pc:sldMk cId="2943919268" sldId="259"/>
        </pc:sldMkLst>
        <pc:spChg chg="add mod">
          <ac:chgData name="TCHAMFONG LIONEL" userId="S::tchamfl@ext.essilor.com::7ba41266-02c5-4eb4-be69-a4bf1727da15" providerId="AD" clId="Web-{FEA10A44-274C-610C-7AB9-5A575D39DDDF}" dt="2023-01-09T15:06:41.069" v="354" actId="20577"/>
          <ac:spMkLst>
            <pc:docMk/>
            <pc:sldMk cId="2943919268" sldId="259"/>
            <ac:spMk id="4" creationId="{BB6AF0CA-A816-B6AC-186B-87F4BCE34508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5:00:53.796" v="343" actId="1076"/>
          <ac:spMkLst>
            <pc:docMk/>
            <pc:sldMk cId="2943919268" sldId="259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34:53.130" v="239" actId="1076"/>
          <ac:spMkLst>
            <pc:docMk/>
            <pc:sldMk cId="2943919268" sldId="259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44:33.575" v="266" actId="1076"/>
          <ac:spMkLst>
            <pc:docMk/>
            <pc:sldMk cId="2943919268" sldId="259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35:33.352" v="246" actId="1076"/>
          <ac:spMkLst>
            <pc:docMk/>
            <pc:sldMk cId="2943919268" sldId="259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5:00:53.827" v="345" actId="1076"/>
          <ac:spMkLst>
            <pc:docMk/>
            <pc:sldMk cId="2943919268" sldId="259"/>
            <ac:spMk id="97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FEA10A44-274C-610C-7AB9-5A575D39DDDF}" dt="2023-01-09T15:06:57.226" v="358" actId="20577"/>
          <ac:spMkLst>
            <pc:docMk/>
            <pc:sldMk cId="2943919268" sldId="259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51:00.132" v="304" actId="1076"/>
          <ac:spMkLst>
            <pc:docMk/>
            <pc:sldMk cId="2943919268" sldId="259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5:07:01.180" v="360" actId="20577"/>
          <ac:spMkLst>
            <pc:docMk/>
            <pc:sldMk cId="2943919268" sldId="259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5:07:07.649" v="362" actId="20577"/>
          <ac:spMkLst>
            <pc:docMk/>
            <pc:sldMk cId="2943919268" sldId="259"/>
            <ac:spMk id="102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5:07:10.618" v="363" actId="20577"/>
          <ac:spMkLst>
            <pc:docMk/>
            <pc:sldMk cId="2943919268" sldId="259"/>
            <ac:spMk id="104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FEA10A44-274C-610C-7AB9-5A575D39DDDF}" dt="2023-01-09T14:49:32.470" v="297"/>
          <ac:spMkLst>
            <pc:docMk/>
            <pc:sldMk cId="2943919268" sldId="259"/>
            <ac:spMk id="106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FEA10A44-274C-610C-7AB9-5A575D39DDDF}" dt="2023-01-09T15:07:29.088" v="366" actId="20577"/>
          <ac:spMkLst>
            <pc:docMk/>
            <pc:sldMk cId="2943919268" sldId="259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FEA10A44-274C-610C-7AB9-5A575D39DDDF}" dt="2023-01-09T14:50:41.224" v="303" actId="20577"/>
          <ac:spMkLst>
            <pc:docMk/>
            <pc:sldMk cId="2943919268" sldId="259"/>
            <ac:spMk id="109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FEA10A44-274C-610C-7AB9-5A575D39DDDF}" dt="2023-01-09T15:08:12.684" v="371" actId="20577"/>
          <ac:spMkLst>
            <pc:docMk/>
            <pc:sldMk cId="2943919268" sldId="259"/>
            <ac:spMk id="110" creationId="{00000000-0000-0000-0000-000000000000}"/>
          </ac:spMkLst>
        </pc:spChg>
        <pc:cxnChg chg="add del">
          <ac:chgData name="TCHAMFONG LIONEL" userId="S::tchamfl@ext.essilor.com::7ba41266-02c5-4eb4-be69-a4bf1727da15" providerId="AD" clId="Web-{FEA10A44-274C-610C-7AB9-5A575D39DDDF}" dt="2023-01-09T14:59:55.698" v="337"/>
          <ac:cxnSpMkLst>
            <pc:docMk/>
            <pc:sldMk cId="2943919268" sldId="259"/>
            <ac:cxnSpMk id="2" creationId="{6DB56F0A-82A5-1B29-4162-502166FE4023}"/>
          </ac:cxnSpMkLst>
        </pc:cxnChg>
        <pc:cxnChg chg="add mod">
          <ac:chgData name="TCHAMFONG LIONEL" userId="S::tchamfl@ext.essilor.com::7ba41266-02c5-4eb4-be69-a4bf1727da15" providerId="AD" clId="Web-{FEA10A44-274C-610C-7AB9-5A575D39DDDF}" dt="2023-01-09T15:01:37.924" v="351"/>
          <ac:cxnSpMkLst>
            <pc:docMk/>
            <pc:sldMk cId="2943919268" sldId="259"/>
            <ac:cxnSpMk id="3" creationId="{39F5802E-BC33-9298-C082-A39066FCD4AA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5:01:27.767" v="350" actId="1076"/>
          <ac:cxnSpMkLst>
            <pc:docMk/>
            <pc:sldMk cId="2943919268" sldId="259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5:01:48.456" v="352"/>
          <ac:cxnSpMkLst>
            <pc:docMk/>
            <pc:sldMk cId="2943919268" sldId="259"/>
            <ac:cxnSpMk id="10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FEA10A44-274C-610C-7AB9-5A575D39DDDF}" dt="2023-01-09T14:56:35.670" v="335"/>
          <ac:cxnSpMkLst>
            <pc:docMk/>
            <pc:sldMk cId="2943919268" sldId="259"/>
            <ac:cxnSpMk id="107" creationId="{00000000-0000-0000-0000-000000000000}"/>
          </ac:cxnSpMkLst>
        </pc:cxnChg>
      </pc:sldChg>
      <pc:sldMasterChg chg="del delSldLayout">
        <pc:chgData name="TCHAMFONG LIONEL" userId="S::tchamfl@ext.essilor.com::7ba41266-02c5-4eb4-be69-a4bf1727da15" providerId="AD" clId="Web-{FEA10A44-274C-610C-7AB9-5A575D39DDDF}" dt="2023-01-09T14:09:30.217" v="0"/>
        <pc:sldMasterMkLst>
          <pc:docMk/>
          <pc:sldMasterMk cId="0" sldId="2147483654"/>
        </pc:sldMasterMkLst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0" sldId="2147483654"/>
            <pc:sldLayoutMk cId="0" sldId="2147483648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0" sldId="2147483654"/>
            <pc:sldLayoutMk cId="0" sldId="2147483649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0" sldId="2147483654"/>
            <pc:sldLayoutMk cId="0" sldId="2147483650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0" sldId="2147483654"/>
            <pc:sldLayoutMk cId="0" sldId="2147483651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0" sldId="2147483654"/>
            <pc:sldLayoutMk cId="0" sldId="2147483652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0" sldId="2147483654"/>
            <pc:sldLayoutMk cId="0" sldId="2147483653"/>
          </pc:sldLayoutMkLst>
        </pc:sldLayoutChg>
      </pc:sldMasterChg>
      <pc:sldMasterChg chg="del delSldLayout">
        <pc:chgData name="TCHAMFONG LIONEL" userId="S::tchamfl@ext.essilor.com::7ba41266-02c5-4eb4-be69-a4bf1727da15" providerId="AD" clId="Web-{FEA10A44-274C-610C-7AB9-5A575D39DDDF}" dt="2023-01-09T14:09:30.217" v="0"/>
        <pc:sldMasterMkLst>
          <pc:docMk/>
          <pc:sldMasterMk cId="2460954070" sldId="2147483660"/>
        </pc:sldMasterMkLst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TCHAMFONG LIONEL" userId="S::tchamfl@ext.essilor.com::7ba41266-02c5-4eb4-be69-a4bf1727da15" providerId="AD" clId="Web-{FEA10A44-274C-610C-7AB9-5A575D39DDDF}" dt="2023-01-09T14:09:30.217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09:50.437" v="12"/>
        <pc:sldMasterMkLst>
          <pc:docMk/>
          <pc:sldMasterMk cId="1912160773" sldId="2147483672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4211273576" sldId="214748367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1851827852" sldId="214748367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1140974648" sldId="214748367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2986144198" sldId="214748367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2224430951" sldId="214748367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2745975744" sldId="214748367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1021740581" sldId="214748367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2031104442" sldId="214748368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3972606669" sldId="214748368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28830932" sldId="214748368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09:50.437" v="12"/>
          <pc:sldLayoutMkLst>
            <pc:docMk/>
            <pc:sldMasterMk cId="1912160773" sldId="2147483672"/>
            <pc:sldLayoutMk cId="1553707723" sldId="2147483683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10:20.830" v="16"/>
        <pc:sldMasterMkLst>
          <pc:docMk/>
          <pc:sldMasterMk cId="1152883232" sldId="2147483684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2979393611" sldId="214748368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904192276" sldId="214748368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4252624724" sldId="214748368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3278708160" sldId="214748368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3828924325" sldId="214748368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3795207492" sldId="214748369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346887634" sldId="214748369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999444780" sldId="214748369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2697209032" sldId="214748369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451388796" sldId="214748369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20.830" v="16"/>
          <pc:sldLayoutMkLst>
            <pc:docMk/>
            <pc:sldMasterMk cId="1152883232" sldId="2147483684"/>
            <pc:sldLayoutMk cId="3468043167" sldId="2147483695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10:54.269" v="18"/>
        <pc:sldMasterMkLst>
          <pc:docMk/>
          <pc:sldMasterMk cId="1370252937" sldId="2147483696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3145875138" sldId="214748369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2806741538" sldId="214748369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1136885892" sldId="214748369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2502225670" sldId="214748370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3721802497" sldId="214748370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2450192804" sldId="214748370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3175342533" sldId="214748370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1110350561" sldId="214748370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1270114395" sldId="214748370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4223208099" sldId="214748370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0:54.269" v="18"/>
          <pc:sldLayoutMkLst>
            <pc:docMk/>
            <pc:sldMasterMk cId="1370252937" sldId="2147483696"/>
            <pc:sldLayoutMk cId="2131782516" sldId="2147483707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11:02.895" v="19"/>
        <pc:sldMasterMkLst>
          <pc:docMk/>
          <pc:sldMasterMk cId="2734974840" sldId="2147483708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3139322051" sldId="214748370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498822077" sldId="214748371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581146016" sldId="214748371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1445970235" sldId="214748371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4052561218" sldId="214748371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451867556" sldId="214748371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1474330728" sldId="214748371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2147118474" sldId="214748371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1407640118" sldId="214748371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1132441590" sldId="214748371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02.895" v="19"/>
          <pc:sldLayoutMkLst>
            <pc:docMk/>
            <pc:sldMasterMk cId="2734974840" sldId="2147483708"/>
            <pc:sldLayoutMk cId="47805051" sldId="2147483719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11:30.303" v="24"/>
        <pc:sldMasterMkLst>
          <pc:docMk/>
          <pc:sldMasterMk cId="1000120440" sldId="2147483720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4188842662" sldId="214748372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1305506501" sldId="214748372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3147051968" sldId="214748372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684609076" sldId="214748372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968763774" sldId="214748372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942349005" sldId="214748372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1983539239" sldId="214748372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1426659893" sldId="214748372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3719219968" sldId="214748372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600438054" sldId="214748373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4090576232" sldId="214748373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1171391926" sldId="214748373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2242483305" sldId="214748373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3202663460" sldId="214748373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2090343022" sldId="214748373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0.303" v="24"/>
          <pc:sldLayoutMkLst>
            <pc:docMk/>
            <pc:sldMasterMk cId="1000120440" sldId="2147483720"/>
            <pc:sldLayoutMk cId="1673485745" sldId="2147483736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11:38.741" v="25"/>
        <pc:sldMasterMkLst>
          <pc:docMk/>
          <pc:sldMasterMk cId="2067848016" sldId="2147483737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3957437761" sldId="214748373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1754692251" sldId="214748373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3555759892" sldId="214748374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2321737428" sldId="214748374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1983635507" sldId="214748374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1046993903" sldId="214748374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3536160510" sldId="214748374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2747658156" sldId="214748374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1451722485" sldId="214748374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449192752" sldId="214748374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949386155" sldId="214748374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2383616538" sldId="214748374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1163588852" sldId="214748375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3113560053" sldId="214748375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2487434623" sldId="214748375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2398523570" sldId="214748375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38.741" v="25"/>
          <pc:sldLayoutMkLst>
            <pc:docMk/>
            <pc:sldMasterMk cId="2067848016" sldId="2147483737"/>
            <pc:sldLayoutMk cId="2500931807" sldId="2147483754"/>
          </pc:sldLayoutMkLst>
        </pc:sldLayoutChg>
      </pc:sldMasterChg>
      <pc:sldMasterChg chg="add del addSldLayout delSldLayout modSldLayout">
        <pc:chgData name="TCHAMFONG LIONEL" userId="S::tchamfl@ext.essilor.com::7ba41266-02c5-4eb4-be69-a4bf1727da15" providerId="AD" clId="Web-{FEA10A44-274C-610C-7AB9-5A575D39DDDF}" dt="2023-01-09T14:11:48.117" v="26"/>
        <pc:sldMasterMkLst>
          <pc:docMk/>
          <pc:sldMasterMk cId="2636534687" sldId="2147483755"/>
        </pc:sldMasterMkLst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2903046794" sldId="2147483756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2634376490" sldId="2147483757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3669719327" sldId="2147483758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133258124" sldId="2147483759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3209493647" sldId="2147483760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4191718006" sldId="2147483761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2313996821" sldId="2147483762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3746163015" sldId="2147483763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214102189" sldId="2147483764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3145638455" sldId="2147483765"/>
          </pc:sldLayoutMkLst>
        </pc:sldLayoutChg>
        <pc:sldLayoutChg chg="add del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636534687" sldId="2147483755"/>
            <pc:sldLayoutMk cId="3231705474" sldId="2147483766"/>
          </pc:sldLayoutMkLst>
        </pc:sldLayoutChg>
      </pc:sldMasterChg>
      <pc:sldMasterChg chg="add addSldLayout modSldLayout">
        <pc:chgData name="TCHAMFONG LIONEL" userId="S::tchamfl@ext.essilor.com::7ba41266-02c5-4eb4-be69-a4bf1727da15" providerId="AD" clId="Web-{FEA10A44-274C-610C-7AB9-5A575D39DDDF}" dt="2023-01-09T14:11:48.117" v="26"/>
        <pc:sldMasterMkLst>
          <pc:docMk/>
          <pc:sldMasterMk cId="2970613979" sldId="2147483767"/>
        </pc:sldMasterMkLst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1248242513" sldId="2147483768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2167007740" sldId="2147483769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3484364609" sldId="2147483770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391123713" sldId="2147483771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409305886" sldId="2147483772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1372881422" sldId="2147483773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2981342413" sldId="2147483774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1602929678" sldId="2147483775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2138300027" sldId="2147483776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1059686289" sldId="2147483777"/>
          </pc:sldLayoutMkLst>
        </pc:sldLayoutChg>
        <pc:sldLayoutChg chg="add mod replId">
          <pc:chgData name="TCHAMFONG LIONEL" userId="S::tchamfl@ext.essilor.com::7ba41266-02c5-4eb4-be69-a4bf1727da15" providerId="AD" clId="Web-{FEA10A44-274C-610C-7AB9-5A575D39DDDF}" dt="2023-01-09T14:11:48.117" v="26"/>
          <pc:sldLayoutMkLst>
            <pc:docMk/>
            <pc:sldMasterMk cId="2970613979" sldId="2147483767"/>
            <pc:sldLayoutMk cId="1321721442" sldId="2147483778"/>
          </pc:sldLayoutMkLst>
        </pc:sldLayoutChg>
      </pc:sldMasterChg>
    </pc:docChg>
  </pc:docChgLst>
  <pc:docChgLst>
    <pc:chgData name="TCHAMFONG LIONEL" userId="S::tchamfl@ext.essilor.com::7ba41266-02c5-4eb4-be69-a4bf1727da15" providerId="AD" clId="Web-{22F97915-6525-7596-A885-F0DC3F1B17D7}"/>
    <pc:docChg chg="addSld modSld">
      <pc:chgData name="TCHAMFONG LIONEL" userId="S::tchamfl@ext.essilor.com::7ba41266-02c5-4eb4-be69-a4bf1727da15" providerId="AD" clId="Web-{22F97915-6525-7596-A885-F0DC3F1B17D7}" dt="2023-01-17T15:26:11.488" v="738" actId="20577"/>
      <pc:docMkLst>
        <pc:docMk/>
      </pc:docMkLst>
      <pc:sldChg chg="addSp delSp modSp add replId">
        <pc:chgData name="TCHAMFONG LIONEL" userId="S::tchamfl@ext.essilor.com::7ba41266-02c5-4eb4-be69-a4bf1727da15" providerId="AD" clId="Web-{22F97915-6525-7596-A885-F0DC3F1B17D7}" dt="2023-01-17T15:20:33.256" v="676" actId="20577"/>
        <pc:sldMkLst>
          <pc:docMk/>
          <pc:sldMk cId="4079179769" sldId="260"/>
        </pc:sldMkLst>
        <pc:spChg chg="del">
          <ac:chgData name="TCHAMFONG LIONEL" userId="S::tchamfl@ext.essilor.com::7ba41266-02c5-4eb4-be69-a4bf1727da15" providerId="AD" clId="Web-{22F97915-6525-7596-A885-F0DC3F1B17D7}" dt="2023-01-17T14:11:09.450" v="125"/>
          <ac:spMkLst>
            <pc:docMk/>
            <pc:sldMk cId="4079179769" sldId="260"/>
            <ac:spMk id="2" creationId="{A372452D-0A25-9B4C-A62D-A5A9BC6E0EA7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11:02.340" v="120"/>
          <ac:spMkLst>
            <pc:docMk/>
            <pc:sldMk cId="4079179769" sldId="260"/>
            <ac:spMk id="4" creationId="{BB6AF0CA-A816-B6AC-186B-87F4BCE34508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40:50.259" v="494" actId="1076"/>
          <ac:spMkLst>
            <pc:docMk/>
            <pc:sldMk cId="4079179769" sldId="260"/>
            <ac:spMk id="5" creationId="{5AC95BFD-8480-727B-D5A6-EC5474D612A2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40:50.290" v="496" actId="1076"/>
          <ac:spMkLst>
            <pc:docMk/>
            <pc:sldMk cId="4079179769" sldId="260"/>
            <ac:spMk id="7" creationId="{F1A0AEBF-B79B-0540-44EC-FA9BF07A44B7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38" v="387"/>
          <ac:spMkLst>
            <pc:docMk/>
            <pc:sldMk cId="4079179769" sldId="260"/>
            <ac:spMk id="8" creationId="{039F3A7B-2453-A808-D9D4-D680E79E4DC6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38" v="386"/>
          <ac:spMkLst>
            <pc:docMk/>
            <pc:sldMk cId="4079179769" sldId="260"/>
            <ac:spMk id="9" creationId="{E99E14F4-74AA-AA8C-1C30-E4D1CA86D77D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38" v="385"/>
          <ac:spMkLst>
            <pc:docMk/>
            <pc:sldMk cId="4079179769" sldId="260"/>
            <ac:spMk id="10" creationId="{0D923538-A367-D021-AB84-DA2C6F9A3C18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38" v="384"/>
          <ac:spMkLst>
            <pc:docMk/>
            <pc:sldMk cId="4079179769" sldId="260"/>
            <ac:spMk id="11" creationId="{20232E2D-9420-4ABC-1D89-CC67CD357CE1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7.810" v="388"/>
          <ac:spMkLst>
            <pc:docMk/>
            <pc:sldMk cId="4079179769" sldId="260"/>
            <ac:spMk id="13" creationId="{D01C3396-41F7-5B9A-B82D-CA9A901A14F9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82"/>
          <ac:spMkLst>
            <pc:docMk/>
            <pc:sldMk cId="4079179769" sldId="260"/>
            <ac:spMk id="14" creationId="{6B49F8FC-DE90-F2D3-A688-47DC7569877F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81"/>
          <ac:spMkLst>
            <pc:docMk/>
            <pc:sldMk cId="4079179769" sldId="260"/>
            <ac:spMk id="15" creationId="{C57B3249-D74B-76BB-62CD-8B6538F4E6A6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80"/>
          <ac:spMkLst>
            <pc:docMk/>
            <pc:sldMk cId="4079179769" sldId="260"/>
            <ac:spMk id="16" creationId="{48D16EB3-9C01-8BCB-FAB9-24F79DA5E4A8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78"/>
          <ac:spMkLst>
            <pc:docMk/>
            <pc:sldMk cId="4079179769" sldId="260"/>
            <ac:spMk id="18" creationId="{90AA32D0-5A32-427B-1139-89F4ACE0FD8A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77"/>
          <ac:spMkLst>
            <pc:docMk/>
            <pc:sldMk cId="4079179769" sldId="260"/>
            <ac:spMk id="19" creationId="{51D33914-6096-EC13-9AE5-1030009C5747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76"/>
          <ac:spMkLst>
            <pc:docMk/>
            <pc:sldMk cId="4079179769" sldId="260"/>
            <ac:spMk id="20" creationId="{FC0F8A00-7FE9-A18A-1874-B2455CB2C402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5:35.622" v="374"/>
          <ac:spMkLst>
            <pc:docMk/>
            <pc:sldMk cId="4079179769" sldId="260"/>
            <ac:spMk id="22" creationId="{A8F45162-9451-9FA9-D104-AD2CD0307DD4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40:50.337" v="498" actId="1076"/>
          <ac:spMkLst>
            <pc:docMk/>
            <pc:sldMk cId="4079179769" sldId="260"/>
            <ac:spMk id="23" creationId="{E61FC734-B149-0244-7469-6C6753C32FFA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36:05.170" v="441" actId="1076"/>
          <ac:spMkLst>
            <pc:docMk/>
            <pc:sldMk cId="4079179769" sldId="260"/>
            <ac:spMk id="24" creationId="{57C5419B-9777-FEC7-E656-75C9D88E41E2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36:05.186" v="442" actId="1076"/>
          <ac:spMkLst>
            <pc:docMk/>
            <pc:sldMk cId="4079179769" sldId="260"/>
            <ac:spMk id="25" creationId="{B970EA4C-D598-8D7B-519C-7ABE249FDFB7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9:37.380" v="570" actId="14100"/>
          <ac:spMkLst>
            <pc:docMk/>
            <pc:sldMk cId="4079179769" sldId="260"/>
            <ac:spMk id="26" creationId="{D07755CB-D5D2-3DA9-B394-2421FFFAA5DF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9:28.567" v="567" actId="20577"/>
          <ac:spMkLst>
            <pc:docMk/>
            <pc:sldMk cId="4079179769" sldId="260"/>
            <ac:spMk id="27" creationId="{232E15A8-6943-A62E-734D-DCA526112EC2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38:22.972" v="470" actId="20577"/>
          <ac:spMkLst>
            <pc:docMk/>
            <pc:sldMk cId="4079179769" sldId="260"/>
            <ac:spMk id="29" creationId="{E9B15808-48F3-5278-584F-B77F8633E48A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2:25.614" v="527"/>
          <ac:spMkLst>
            <pc:docMk/>
            <pc:sldMk cId="4079179769" sldId="260"/>
            <ac:spMk id="30" creationId="{046EA0D7-3E03-D000-8834-C0D8A0032B4B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44:26.455" v="520"/>
          <ac:spMkLst>
            <pc:docMk/>
            <pc:sldMk cId="4079179769" sldId="260"/>
            <ac:spMk id="31" creationId="{27B04736-4955-FC3F-CE66-2F32DF56BEAA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35:50.435" v="413" actId="1076"/>
          <ac:spMkLst>
            <pc:docMk/>
            <pc:sldMk cId="4079179769" sldId="260"/>
            <ac:spMk id="32" creationId="{06EA1ACC-40D0-DB15-7EA0-A75908F6A498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03:52.749" v="617"/>
          <ac:spMkLst>
            <pc:docMk/>
            <pc:sldMk cId="4079179769" sldId="260"/>
            <ac:spMk id="34" creationId="{46DC406A-6DC5-735C-E805-10AB4D96D1D2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03:57.937" v="619" actId="1076"/>
          <ac:spMkLst>
            <pc:docMk/>
            <pc:sldMk cId="4079179769" sldId="260"/>
            <ac:spMk id="35" creationId="{6E4FD6EB-E42C-79DC-6F8D-6105EC24FB11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02:50.810" v="605" actId="20577"/>
          <ac:spMkLst>
            <pc:docMk/>
            <pc:sldMk cId="4079179769" sldId="260"/>
            <ac:spMk id="36" creationId="{EF28D74F-FAEB-874F-DDA8-8508FA61FA15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00:24.023" v="580" actId="1076"/>
          <ac:spMkLst>
            <pc:docMk/>
            <pc:sldMk cId="4079179769" sldId="260"/>
            <ac:spMk id="38" creationId="{0686D311-F80F-AF9D-5BD9-BDF8DF4A1A4D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03:52.781" v="618"/>
          <ac:spMkLst>
            <pc:docMk/>
            <pc:sldMk cId="4079179769" sldId="260"/>
            <ac:spMk id="41" creationId="{9AA75A8B-F41F-7E8C-67A9-01E25EACF3C4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8:54.458" v="475"/>
          <ac:spMkLst>
            <pc:docMk/>
            <pc:sldMk cId="4079179769" sldId="260"/>
            <ac:spMk id="42" creationId="{687356EC-C2C0-3220-2637-CF5140527043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8:54.458" v="474"/>
          <ac:spMkLst>
            <pc:docMk/>
            <pc:sldMk cId="4079179769" sldId="260"/>
            <ac:spMk id="43" creationId="{FC4D0A70-9930-66B3-C1BA-DAD149EE6AEA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20:33.256" v="676" actId="20577"/>
          <ac:spMkLst>
            <pc:docMk/>
            <pc:sldMk cId="4079179769" sldId="260"/>
            <ac:spMk id="44" creationId="{0C399894-371A-D9BF-F91E-A91B31BB2E73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41:47.605" v="512" actId="1076"/>
          <ac:spMkLst>
            <pc:docMk/>
            <pc:sldMk cId="4079179769" sldId="260"/>
            <ac:spMk id="45" creationId="{FBF21EE0-3E76-5472-CCE1-AD7EDF566B5B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4:02.946" v="533" actId="1076"/>
          <ac:spMkLst>
            <pc:docMk/>
            <pc:sldMk cId="4079179769" sldId="260"/>
            <ac:spMk id="46" creationId="{6C61C9E9-29F8-3BCB-3AD3-E6F75C86604D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4:43.322" v="543" actId="1076"/>
          <ac:spMkLst>
            <pc:docMk/>
            <pc:sldMk cId="4079179769" sldId="260"/>
            <ac:spMk id="47" creationId="{ADDF76E4-2EAA-5A8A-013E-7404308B6595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9:03.238" v="558" actId="1076"/>
          <ac:spMkLst>
            <pc:docMk/>
            <pc:sldMk cId="4079179769" sldId="260"/>
            <ac:spMk id="48" creationId="{07E86F80-648A-7A2D-F01A-57F9CDDB5EF1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4:59:13.708" v="563" actId="20577"/>
          <ac:spMkLst>
            <pc:docMk/>
            <pc:sldMk cId="4079179769" sldId="260"/>
            <ac:spMk id="49" creationId="{B906E2F2-6567-27DF-947F-0FE08AAB6381}"/>
          </ac:spMkLst>
        </pc:spChg>
        <pc:spChg chg="add mod">
          <ac:chgData name="TCHAMFONG LIONEL" userId="S::tchamfl@ext.essilor.com::7ba41266-02c5-4eb4-be69-a4bf1727da15" providerId="AD" clId="Web-{22F97915-6525-7596-A885-F0DC3F1B17D7}" dt="2023-01-17T15:03:19.139" v="611" actId="20577"/>
          <ac:spMkLst>
            <pc:docMk/>
            <pc:sldMk cId="4079179769" sldId="260"/>
            <ac:spMk id="50" creationId="{2D81C953-BAA9-9062-CD8F-E2C27CE89B5E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11:04.215" v="122"/>
          <ac:spMkLst>
            <pc:docMk/>
            <pc:sldMk cId="4079179769" sldId="260"/>
            <ac:spMk id="58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8.083" v="74"/>
          <ac:spMkLst>
            <pc:docMk/>
            <pc:sldMk cId="4079179769" sldId="260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4:38:05.815" v="467" actId="20577"/>
          <ac:spMkLst>
            <pc:docMk/>
            <pc:sldMk cId="4079179769" sldId="260"/>
            <ac:spMk id="60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9"/>
          <ac:spMkLst>
            <pc:docMk/>
            <pc:sldMk cId="4079179769" sldId="260"/>
            <ac:spMk id="62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8"/>
          <ac:spMkLst>
            <pc:docMk/>
            <pc:sldMk cId="4079179769" sldId="260"/>
            <ac:spMk id="63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8.083" v="73"/>
          <ac:spMkLst>
            <pc:docMk/>
            <pc:sldMk cId="4079179769" sldId="260"/>
            <ac:spMk id="64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204"/>
          <ac:spMkLst>
            <pc:docMk/>
            <pc:sldMk cId="4079179769" sldId="260"/>
            <ac:spMk id="65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203"/>
          <ac:spMkLst>
            <pc:docMk/>
            <pc:sldMk cId="4079179769" sldId="260"/>
            <ac:spMk id="66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202"/>
          <ac:spMkLst>
            <pc:docMk/>
            <pc:sldMk cId="4079179769" sldId="260"/>
            <ac:spMk id="67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201"/>
          <ac:spMkLst>
            <pc:docMk/>
            <pc:sldMk cId="4079179769" sldId="260"/>
            <ac:spMk id="68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7"/>
          <ac:spMkLst>
            <pc:docMk/>
            <pc:sldMk cId="4079179769" sldId="260"/>
            <ac:spMk id="69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6"/>
          <ac:spMkLst>
            <pc:docMk/>
            <pc:sldMk cId="4079179769" sldId="260"/>
            <ac:spMk id="70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5"/>
          <ac:spMkLst>
            <pc:docMk/>
            <pc:sldMk cId="4079179769" sldId="260"/>
            <ac:spMk id="71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8.083" v="72"/>
          <ac:spMkLst>
            <pc:docMk/>
            <pc:sldMk cId="4079179769" sldId="260"/>
            <ac:spMk id="72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8.083" v="71"/>
          <ac:spMkLst>
            <pc:docMk/>
            <pc:sldMk cId="4079179769" sldId="260"/>
            <ac:spMk id="73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4"/>
          <ac:spMkLst>
            <pc:docMk/>
            <pc:sldMk cId="4079179769" sldId="260"/>
            <ac:spMk id="74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5.333" v="63"/>
          <ac:spMkLst>
            <pc:docMk/>
            <pc:sldMk cId="4079179769" sldId="260"/>
            <ac:spMk id="75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07:38.083" v="70"/>
          <ac:spMkLst>
            <pc:docMk/>
            <pc:sldMk cId="4079179769" sldId="260"/>
            <ac:spMk id="76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27:37.729" v="326"/>
          <ac:spMkLst>
            <pc:docMk/>
            <pc:sldMk cId="4079179769" sldId="260"/>
            <ac:spMk id="77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55:05.792" v="552" actId="14100"/>
          <ac:spMkLst>
            <pc:docMk/>
            <pc:sldMk cId="4079179769" sldId="260"/>
            <ac:spMk id="78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54:53.557" v="548" actId="20577"/>
          <ac:spMkLst>
            <pc:docMk/>
            <pc:sldMk cId="4079179769" sldId="260"/>
            <ac:spMk id="79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27:42.323" v="328"/>
          <ac:spMkLst>
            <pc:docMk/>
            <pc:sldMk cId="4079179769" sldId="260"/>
            <ac:spMk id="80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9"/>
          <ac:spMkLst>
            <pc:docMk/>
            <pc:sldMk cId="4079179769" sldId="260"/>
            <ac:spMk id="86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6:04.983" v="428" actId="1076"/>
          <ac:spMkLst>
            <pc:docMk/>
            <pc:sldMk cId="4079179769" sldId="260"/>
            <ac:spMk id="88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6"/>
          <ac:spMkLst>
            <pc:docMk/>
            <pc:sldMk cId="4079179769" sldId="260"/>
            <ac:spMk id="90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00:03.927" v="5"/>
          <ac:spMkLst>
            <pc:docMk/>
            <pc:sldMk cId="4079179769" sldId="260"/>
            <ac:spMk id="91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40:28.352" v="492" actId="1076"/>
          <ac:spMkLst>
            <pc:docMk/>
            <pc:sldMk cId="4079179769" sldId="260"/>
            <ac:spMk id="92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44:26.486" v="521"/>
          <ac:spMkLst>
            <pc:docMk/>
            <pc:sldMk cId="4079179769" sldId="260"/>
            <ac:spMk id="93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8"/>
          <ac:spMkLst>
            <pc:docMk/>
            <pc:sldMk cId="4079179769" sldId="260"/>
            <ac:spMk id="94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6:05.030" v="431" actId="1076"/>
          <ac:spMkLst>
            <pc:docMk/>
            <pc:sldMk cId="4079179769" sldId="260"/>
            <ac:spMk id="96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4:11:02.340" v="121"/>
          <ac:spMkLst>
            <pc:docMk/>
            <pc:sldMk cId="4079179769" sldId="260"/>
            <ac:spMk id="97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6:05.061" v="433" actId="1076"/>
          <ac:spMkLst>
            <pc:docMk/>
            <pc:sldMk cId="4079179769" sldId="260"/>
            <ac:spMk id="99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22F97915-6525-7596-A885-F0DC3F1B17D7}" dt="2023-01-17T14:36:05.076" v="434" actId="1076"/>
          <ac:spMkLst>
            <pc:docMk/>
            <pc:sldMk cId="4079179769" sldId="260"/>
            <ac:spMk id="100" creationId="{00000000-0000-0000-0000-000000000000}"/>
          </ac:spMkLst>
        </pc:spChg>
        <pc:spChg chg="del">
          <ac:chgData name="TCHAMFONG LIONEL" userId="S::tchamfl@ext.essilor.com::7ba41266-02c5-4eb4-be69-a4bf1727da15" providerId="AD" clId="Web-{22F97915-6525-7596-A885-F0DC3F1B17D7}" dt="2023-01-17T13:59:56.630" v="2"/>
          <ac:spMkLst>
            <pc:docMk/>
            <pc:sldMk cId="4079179769" sldId="260"/>
            <ac:spMk id="101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5"/>
          <ac:spMkLst>
            <pc:docMk/>
            <pc:sldMk cId="4079179769" sldId="260"/>
            <ac:spMk id="102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4"/>
          <ac:spMkLst>
            <pc:docMk/>
            <pc:sldMk cId="4079179769" sldId="260"/>
            <ac:spMk id="103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3"/>
          <ac:spMkLst>
            <pc:docMk/>
            <pc:sldMk cId="4079179769" sldId="260"/>
            <ac:spMk id="104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91"/>
          <ac:spMkLst>
            <pc:docMk/>
            <pc:sldMk cId="4079179769" sldId="260"/>
            <ac:spMk id="106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89"/>
          <ac:spMkLst>
            <pc:docMk/>
            <pc:sldMk cId="4079179769" sldId="260"/>
            <ac:spMk id="108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88"/>
          <ac:spMkLst>
            <pc:docMk/>
            <pc:sldMk cId="4079179769" sldId="260"/>
            <ac:spMk id="109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22F97915-6525-7596-A885-F0DC3F1B17D7}" dt="2023-01-17T14:15:43.709" v="187"/>
          <ac:spMkLst>
            <pc:docMk/>
            <pc:sldMk cId="4079179769" sldId="260"/>
            <ac:spMk id="110" creationId="{00000000-0000-0000-0000-000000000000}"/>
          </ac:spMkLst>
        </pc:spChg>
        <pc:cxnChg chg="add del mod">
          <ac:chgData name="TCHAMFONG LIONEL" userId="S::tchamfl@ext.essilor.com::7ba41266-02c5-4eb4-be69-a4bf1727da15" providerId="AD" clId="Web-{22F97915-6525-7596-A885-F0DC3F1B17D7}" dt="2023-01-17T14:24:33.863" v="321"/>
          <ac:cxnSpMkLst>
            <pc:docMk/>
            <pc:sldMk cId="4079179769" sldId="260"/>
            <ac:cxnSpMk id="2" creationId="{EF136E95-1B85-7D21-8AF0-DA5D61C11B29}"/>
          </ac:cxnSpMkLst>
        </pc:cxnChg>
        <pc:cxnChg chg="del">
          <ac:chgData name="TCHAMFONG LIONEL" userId="S::tchamfl@ext.essilor.com::7ba41266-02c5-4eb4-be69-a4bf1727da15" providerId="AD" clId="Web-{22F97915-6525-7596-A885-F0DC3F1B17D7}" dt="2023-01-17T14:11:06.153" v="124"/>
          <ac:cxnSpMkLst>
            <pc:docMk/>
            <pc:sldMk cId="4079179769" sldId="260"/>
            <ac:cxnSpMk id="3" creationId="{39F5802E-BC33-9298-C082-A39066FCD4AA}"/>
          </ac:cxnSpMkLst>
        </pc:cxnChg>
        <pc:cxnChg chg="add mod">
          <ac:chgData name="TCHAMFONG LIONEL" userId="S::tchamfl@ext.essilor.com::7ba41266-02c5-4eb4-be69-a4bf1727da15" providerId="AD" clId="Web-{22F97915-6525-7596-A885-F0DC3F1B17D7}" dt="2023-01-17T14:36:05.123" v="438" actId="1076"/>
          <ac:cxnSpMkLst>
            <pc:docMk/>
            <pc:sldMk cId="4079179769" sldId="260"/>
            <ac:cxnSpMk id="3" creationId="{7133142F-0F9B-473B-1540-F543E9EE2366}"/>
          </ac:cxnSpMkLst>
        </pc:cxnChg>
        <pc:cxnChg chg="add mod">
          <ac:chgData name="TCHAMFONG LIONEL" userId="S::tchamfl@ext.essilor.com::7ba41266-02c5-4eb4-be69-a4bf1727da15" providerId="AD" clId="Web-{22F97915-6525-7596-A885-F0DC3F1B17D7}" dt="2023-01-17T14:58:44.050" v="553" actId="14100"/>
          <ac:cxnSpMkLst>
            <pc:docMk/>
            <pc:sldMk cId="4079179769" sldId="260"/>
            <ac:cxnSpMk id="4" creationId="{3B154069-9D50-7204-A125-85CB17972184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40:50.275" v="495" actId="1076"/>
          <ac:cxnSpMkLst>
            <pc:docMk/>
            <pc:sldMk cId="4079179769" sldId="260"/>
            <ac:cxnSpMk id="6" creationId="{1F332783-D8D5-F676-A137-26728A37A4EE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35:35.622" v="383"/>
          <ac:cxnSpMkLst>
            <pc:docMk/>
            <pc:sldMk cId="4079179769" sldId="260"/>
            <ac:cxnSpMk id="12" creationId="{C74B612A-63AE-E23B-3C20-70142E4EF805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35:35.622" v="379"/>
          <ac:cxnSpMkLst>
            <pc:docMk/>
            <pc:sldMk cId="4079179769" sldId="260"/>
            <ac:cxnSpMk id="17" creationId="{2592F584-4AAC-995D-3B56-1257669168FF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35:35.622" v="375"/>
          <ac:cxnSpMkLst>
            <pc:docMk/>
            <pc:sldMk cId="4079179769" sldId="260"/>
            <ac:cxnSpMk id="21" creationId="{5737EE5C-6540-4432-4E4F-9FCB698CB4AA}"/>
          </ac:cxnSpMkLst>
        </pc:cxnChg>
        <pc:cxnChg chg="add mod">
          <ac:chgData name="TCHAMFONG LIONEL" userId="S::tchamfl@ext.essilor.com::7ba41266-02c5-4eb4-be69-a4bf1727da15" providerId="AD" clId="Web-{22F97915-6525-7596-A885-F0DC3F1B17D7}" dt="2023-01-17T14:35:50.388" v="409" actId="1076"/>
          <ac:cxnSpMkLst>
            <pc:docMk/>
            <pc:sldMk cId="4079179769" sldId="260"/>
            <ac:cxnSpMk id="28" creationId="{19756C80-7841-45B3-D24E-2AA92AFA50B3}"/>
          </ac:cxnSpMkLst>
        </pc:cxnChg>
        <pc:cxnChg chg="add mod">
          <ac:chgData name="TCHAMFONG LIONEL" userId="S::tchamfl@ext.essilor.com::7ba41266-02c5-4eb4-be69-a4bf1727da15" providerId="AD" clId="Web-{22F97915-6525-7596-A885-F0DC3F1B17D7}" dt="2023-01-17T14:35:50.451" v="414" actId="1076"/>
          <ac:cxnSpMkLst>
            <pc:docMk/>
            <pc:sldMk cId="4079179769" sldId="260"/>
            <ac:cxnSpMk id="33" creationId="{D137AE02-4612-8090-7460-1E5225FFD799}"/>
          </ac:cxnSpMkLst>
        </pc:cxnChg>
        <pc:cxnChg chg="add mod">
          <ac:chgData name="TCHAMFONG LIONEL" userId="S::tchamfl@ext.essilor.com::7ba41266-02c5-4eb4-be69-a4bf1727da15" providerId="AD" clId="Web-{22F97915-6525-7596-A885-F0DC3F1B17D7}" dt="2023-01-17T15:00:17.647" v="579" actId="1076"/>
          <ac:cxnSpMkLst>
            <pc:docMk/>
            <pc:sldMk cId="4079179769" sldId="260"/>
            <ac:cxnSpMk id="37" creationId="{FC155DE0-D7AA-F1AC-8514-B7950C00E43D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39:16.646" v="476"/>
          <ac:cxnSpMkLst>
            <pc:docMk/>
            <pc:sldMk cId="4079179769" sldId="260"/>
            <ac:cxnSpMk id="39" creationId="{431AE603-D0BA-56CB-30B0-6D555DFE97E2}"/>
          </ac:cxnSpMkLst>
        </pc:cxnChg>
        <pc:cxnChg chg="add mod">
          <ac:chgData name="TCHAMFONG LIONEL" userId="S::tchamfl@ext.essilor.com::7ba41266-02c5-4eb4-be69-a4bf1727da15" providerId="AD" clId="Web-{22F97915-6525-7596-A885-F0DC3F1B17D7}" dt="2023-01-17T14:59:55.600" v="573" actId="1076"/>
          <ac:cxnSpMkLst>
            <pc:docMk/>
            <pc:sldMk cId="4079179769" sldId="260"/>
            <ac:cxnSpMk id="40" creationId="{240A4699-9778-BD4F-6863-BDF51817E62D}"/>
          </ac:cxnSpMkLst>
        </pc:cxnChg>
        <pc:cxnChg chg="del">
          <ac:chgData name="TCHAMFONG LIONEL" userId="S::tchamfl@ext.essilor.com::7ba41266-02c5-4eb4-be69-a4bf1727da15" providerId="AD" clId="Web-{22F97915-6525-7596-A885-F0DC3F1B17D7}" dt="2023-01-17T14:07:39.380" v="75"/>
          <ac:cxnSpMkLst>
            <pc:docMk/>
            <pc:sldMk cId="4079179769" sldId="260"/>
            <ac:cxnSpMk id="81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22F97915-6525-7596-A885-F0DC3F1B17D7}" dt="2023-01-17T14:07:40.974" v="76"/>
          <ac:cxnSpMkLst>
            <pc:docMk/>
            <pc:sldMk cId="4079179769" sldId="260"/>
            <ac:cxnSpMk id="82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22F97915-6525-7596-A885-F0DC3F1B17D7}" dt="2023-01-17T14:07:41.724" v="77"/>
          <ac:cxnSpMkLst>
            <pc:docMk/>
            <pc:sldMk cId="4079179769" sldId="260"/>
            <ac:cxnSpMk id="83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22F97915-6525-7596-A885-F0DC3F1B17D7}" dt="2023-01-17T14:11:05.184" v="123"/>
          <ac:cxnSpMkLst>
            <pc:docMk/>
            <pc:sldMk cId="4079179769" sldId="260"/>
            <ac:cxnSpMk id="84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22F97915-6525-7596-A885-F0DC3F1B17D7}" dt="2023-01-17T14:15:43.709" v="200"/>
          <ac:cxnSpMkLst>
            <pc:docMk/>
            <pc:sldMk cId="4079179769" sldId="260"/>
            <ac:cxnSpMk id="85" creationId="{00000000-0000-0000-0000-000000000000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36:04.967" v="427" actId="1076"/>
          <ac:cxnSpMkLst>
            <pc:docMk/>
            <pc:sldMk cId="4079179769" sldId="260"/>
            <ac:cxnSpMk id="87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22F97915-6525-7596-A885-F0DC3F1B17D7}" dt="2023-01-17T13:59:55.317" v="1"/>
          <ac:cxnSpMkLst>
            <pc:docMk/>
            <pc:sldMk cId="4079179769" sldId="260"/>
            <ac:cxnSpMk id="89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22F97915-6525-7596-A885-F0DC3F1B17D7}" dt="2023-01-17T14:15:43.709" v="197"/>
          <ac:cxnSpMkLst>
            <pc:docMk/>
            <pc:sldMk cId="4079179769" sldId="260"/>
            <ac:cxnSpMk id="95" creationId="{00000000-0000-0000-0000-000000000000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4:36:05.045" v="432" actId="1076"/>
          <ac:cxnSpMkLst>
            <pc:docMk/>
            <pc:sldMk cId="4079179769" sldId="260"/>
            <ac:cxnSpMk id="98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22F97915-6525-7596-A885-F0DC3F1B17D7}" dt="2023-01-17T14:15:43.709" v="192"/>
          <ac:cxnSpMkLst>
            <pc:docMk/>
            <pc:sldMk cId="4079179769" sldId="260"/>
            <ac:cxnSpMk id="105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22F97915-6525-7596-A885-F0DC3F1B17D7}" dt="2023-01-17T14:15:43.709" v="190"/>
          <ac:cxnSpMkLst>
            <pc:docMk/>
            <pc:sldMk cId="4079179769" sldId="260"/>
            <ac:cxnSpMk id="107" creationId="{00000000-0000-0000-0000-000000000000}"/>
          </ac:cxnSpMkLst>
        </pc:cxnChg>
      </pc:sldChg>
      <pc:sldChg chg="addSp delSp modSp add replId">
        <pc:chgData name="TCHAMFONG LIONEL" userId="S::tchamfl@ext.essilor.com::7ba41266-02c5-4eb4-be69-a4bf1727da15" providerId="AD" clId="Web-{22F97915-6525-7596-A885-F0DC3F1B17D7}" dt="2023-01-17T15:26:11.488" v="738" actId="20577"/>
        <pc:sldMkLst>
          <pc:docMk/>
          <pc:sldMk cId="2579561831" sldId="261"/>
        </pc:sldMkLst>
        <pc:spChg chg="mod">
          <ac:chgData name="TCHAMFONG LIONEL" userId="S::tchamfl@ext.essilor.com::7ba41266-02c5-4eb4-be69-a4bf1727da15" providerId="AD" clId="Web-{22F97915-6525-7596-A885-F0DC3F1B17D7}" dt="2023-01-17T15:18:33.799" v="653" actId="1076"/>
          <ac:spMkLst>
            <pc:docMk/>
            <pc:sldMk cId="2579561831" sldId="261"/>
            <ac:spMk id="29" creationId="{E9B15808-48F3-5278-584F-B77F8633E48A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23:46.967" v="708" actId="1076"/>
          <ac:spMkLst>
            <pc:docMk/>
            <pc:sldMk cId="2579561831" sldId="261"/>
            <ac:spMk id="30" creationId="{046EA0D7-3E03-D000-8834-C0D8A0032B4B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18:05.704" v="651" actId="1076"/>
          <ac:spMkLst>
            <pc:docMk/>
            <pc:sldMk cId="2579561831" sldId="261"/>
            <ac:spMk id="32" creationId="{06EA1ACC-40D0-DB15-7EA0-A75908F6A498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19:11.238" v="669"/>
          <ac:spMkLst>
            <pc:docMk/>
            <pc:sldMk cId="2579561831" sldId="261"/>
            <ac:spMk id="34" creationId="{46DC406A-6DC5-735C-E805-10AB4D96D1D2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19:02.112" v="667" actId="20577"/>
          <ac:spMkLst>
            <pc:docMk/>
            <pc:sldMk cId="2579561831" sldId="261"/>
            <ac:spMk id="35" creationId="{6E4FD6EB-E42C-79DC-6F8D-6105EC24FB11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26:11.488" v="738" actId="20577"/>
          <ac:spMkLst>
            <pc:docMk/>
            <pc:sldMk cId="2579561831" sldId="261"/>
            <ac:spMk id="36" creationId="{EF28D74F-FAEB-874F-DDA8-8508FA61FA15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23:07.684" v="701" actId="1076"/>
          <ac:spMkLst>
            <pc:docMk/>
            <pc:sldMk cId="2579561831" sldId="261"/>
            <ac:spMk id="38" creationId="{0686D311-F80F-AF9D-5BD9-BDF8DF4A1A4D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19:11.253" v="670"/>
          <ac:spMkLst>
            <pc:docMk/>
            <pc:sldMk cId="2579561831" sldId="261"/>
            <ac:spMk id="41" creationId="{9AA75A8B-F41F-7E8C-67A9-01E25EACF3C4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20:46.538" v="683" actId="20577"/>
          <ac:spMkLst>
            <pc:docMk/>
            <pc:sldMk cId="2579561831" sldId="261"/>
            <ac:spMk id="44" creationId="{0C399894-371A-D9BF-F91E-A91B31BB2E73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22:28.167" v="691" actId="1076"/>
          <ac:spMkLst>
            <pc:docMk/>
            <pc:sldMk cId="2579561831" sldId="261"/>
            <ac:spMk id="50" creationId="{2D81C953-BAA9-9062-CD8F-E2C27CE89B5E}"/>
          </ac:spMkLst>
        </pc:spChg>
        <pc:spChg chg="mod">
          <ac:chgData name="TCHAMFONG LIONEL" userId="S::tchamfl@ext.essilor.com::7ba41266-02c5-4eb4-be69-a4bf1727da15" providerId="AD" clId="Web-{22F97915-6525-7596-A885-F0DC3F1B17D7}" dt="2023-01-17T15:14:33.664" v="625" actId="20577"/>
          <ac:spMkLst>
            <pc:docMk/>
            <pc:sldMk cId="2579561831" sldId="261"/>
            <ac:spMk id="60" creationId="{00000000-0000-0000-0000-000000000000}"/>
          </ac:spMkLst>
        </pc:spChg>
        <pc:cxnChg chg="add mod ord">
          <ac:chgData name="TCHAMFONG LIONEL" userId="S::tchamfl@ext.essilor.com::7ba41266-02c5-4eb4-be69-a4bf1727da15" providerId="AD" clId="Web-{22F97915-6525-7596-A885-F0DC3F1B17D7}" dt="2023-01-17T15:24:15.952" v="714"/>
          <ac:cxnSpMkLst>
            <pc:docMk/>
            <pc:sldMk cId="2579561831" sldId="261"/>
            <ac:cxnSpMk id="2" creationId="{59FAC9EB-F5B7-0220-5ED8-E47B1A7D80E4}"/>
          </ac:cxnSpMkLst>
        </pc:cxnChg>
        <pc:cxnChg chg="add del">
          <ac:chgData name="TCHAMFONG LIONEL" userId="S::tchamfl@ext.essilor.com::7ba41266-02c5-4eb4-be69-a4bf1727da15" providerId="AD" clId="Web-{22F97915-6525-7596-A885-F0DC3F1B17D7}" dt="2023-01-17T15:24:02.405" v="712"/>
          <ac:cxnSpMkLst>
            <pc:docMk/>
            <pc:sldMk cId="2579561831" sldId="261"/>
            <ac:cxnSpMk id="8" creationId="{4973E024-558C-173A-3014-7344289399AE}"/>
          </ac:cxnSpMkLst>
        </pc:cxnChg>
        <pc:cxnChg chg="add del mod">
          <ac:chgData name="TCHAMFONG LIONEL" userId="S::tchamfl@ext.essilor.com::7ba41266-02c5-4eb4-be69-a4bf1727da15" providerId="AD" clId="Web-{22F97915-6525-7596-A885-F0DC3F1B17D7}" dt="2023-01-17T15:24:01.389" v="711"/>
          <ac:cxnSpMkLst>
            <pc:docMk/>
            <pc:sldMk cId="2579561831" sldId="261"/>
            <ac:cxnSpMk id="9" creationId="{4BDCB191-46D1-CD2E-083F-90F1A3D08B1C}"/>
          </ac:cxnSpMkLst>
        </pc:cxnChg>
        <pc:cxnChg chg="add mod ord">
          <ac:chgData name="TCHAMFONG LIONEL" userId="S::tchamfl@ext.essilor.com::7ba41266-02c5-4eb4-be69-a4bf1727da15" providerId="AD" clId="Web-{22F97915-6525-7596-A885-F0DC3F1B17D7}" dt="2023-01-17T15:25:56.222" v="725"/>
          <ac:cxnSpMkLst>
            <pc:docMk/>
            <pc:sldMk cId="2579561831" sldId="261"/>
            <ac:cxnSpMk id="10" creationId="{917E646E-A160-152B-5269-3506A93E5820}"/>
          </ac:cxnSpMkLst>
        </pc:cxnChg>
        <pc:cxnChg chg="ord">
          <ac:chgData name="TCHAMFONG LIONEL" userId="S::tchamfl@ext.essilor.com::7ba41266-02c5-4eb4-be69-a4bf1727da15" providerId="AD" clId="Web-{22F97915-6525-7596-A885-F0DC3F1B17D7}" dt="2023-01-17T15:18:26.486" v="652"/>
          <ac:cxnSpMkLst>
            <pc:docMk/>
            <pc:sldMk cId="2579561831" sldId="261"/>
            <ac:cxnSpMk id="33" creationId="{D137AE02-4612-8090-7460-1E5225FFD799}"/>
          </ac:cxnSpMkLst>
        </pc:cxnChg>
        <pc:cxnChg chg="del mod">
          <ac:chgData name="TCHAMFONG LIONEL" userId="S::tchamfl@ext.essilor.com::7ba41266-02c5-4eb4-be69-a4bf1727da15" providerId="AD" clId="Web-{22F97915-6525-7596-A885-F0DC3F1B17D7}" dt="2023-01-17T15:23:23.310" v="705"/>
          <ac:cxnSpMkLst>
            <pc:docMk/>
            <pc:sldMk cId="2579561831" sldId="261"/>
            <ac:cxnSpMk id="37" creationId="{FC155DE0-D7AA-F1AC-8514-B7950C00E43D}"/>
          </ac:cxnSpMkLst>
        </pc:cxnChg>
        <pc:cxnChg chg="mod">
          <ac:chgData name="TCHAMFONG LIONEL" userId="S::tchamfl@ext.essilor.com::7ba41266-02c5-4eb4-be69-a4bf1727da15" providerId="AD" clId="Web-{22F97915-6525-7596-A885-F0DC3F1B17D7}" dt="2023-01-17T15:24:27.468" v="716" actId="1076"/>
          <ac:cxnSpMkLst>
            <pc:docMk/>
            <pc:sldMk cId="2579561831" sldId="261"/>
            <ac:cxnSpMk id="40" creationId="{240A4699-9778-BD4F-6863-BDF51817E62D}"/>
          </ac:cxnSpMkLst>
        </pc:cxnChg>
      </pc:sldChg>
    </pc:docChg>
  </pc:docChgLst>
  <pc:docChgLst>
    <pc:chgData name="TCHAMFONG LIONEL" userId="S::tchamfl@ext.essilor.com::7ba41266-02c5-4eb4-be69-a4bf1727da15" providerId="AD" clId="Web-{4A8549FC-1B4D-EF15-5677-25ED521F87AE}"/>
    <pc:docChg chg="modSld">
      <pc:chgData name="TCHAMFONG LIONEL" userId="S::tchamfl@ext.essilor.com::7ba41266-02c5-4eb4-be69-a4bf1727da15" providerId="AD" clId="Web-{4A8549FC-1B4D-EF15-5677-25ED521F87AE}" dt="2023-04-12T08:18:32.851" v="18" actId="20577"/>
      <pc:docMkLst>
        <pc:docMk/>
      </pc:docMkLst>
      <pc:sldChg chg="modSp">
        <pc:chgData name="TCHAMFONG LIONEL" userId="S::tchamfl@ext.essilor.com::7ba41266-02c5-4eb4-be69-a4bf1727da15" providerId="AD" clId="Web-{4A8549FC-1B4D-EF15-5677-25ED521F87AE}" dt="2023-04-12T08:18:23.945" v="12" actId="20577"/>
        <pc:sldMkLst>
          <pc:docMk/>
          <pc:sldMk cId="2220594792" sldId="264"/>
        </pc:sldMkLst>
        <pc:spChg chg="mod">
          <ac:chgData name="TCHAMFONG LIONEL" userId="S::tchamfl@ext.essilor.com::7ba41266-02c5-4eb4-be69-a4bf1727da15" providerId="AD" clId="Web-{4A8549FC-1B4D-EF15-5677-25ED521F87AE}" dt="2023-04-12T08:18:23.945" v="12" actId="20577"/>
          <ac:spMkLst>
            <pc:docMk/>
            <pc:sldMk cId="2220594792" sldId="264"/>
            <ac:spMk id="60" creationId="{00000000-0000-0000-0000-000000000000}"/>
          </ac:spMkLst>
        </pc:spChg>
      </pc:sldChg>
      <pc:sldChg chg="modSp">
        <pc:chgData name="TCHAMFONG LIONEL" userId="S::tchamfl@ext.essilor.com::7ba41266-02c5-4eb4-be69-a4bf1727da15" providerId="AD" clId="Web-{4A8549FC-1B4D-EF15-5677-25ED521F87AE}" dt="2023-04-12T08:18:32.851" v="18" actId="20577"/>
        <pc:sldMkLst>
          <pc:docMk/>
          <pc:sldMk cId="3895836382" sldId="265"/>
        </pc:sldMkLst>
        <pc:spChg chg="mod">
          <ac:chgData name="TCHAMFONG LIONEL" userId="S::tchamfl@ext.essilor.com::7ba41266-02c5-4eb4-be69-a4bf1727da15" providerId="AD" clId="Web-{4A8549FC-1B4D-EF15-5677-25ED521F87AE}" dt="2023-04-12T08:18:32.851" v="18" actId="20577"/>
          <ac:spMkLst>
            <pc:docMk/>
            <pc:sldMk cId="3895836382" sldId="265"/>
            <ac:spMk id="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5D230-C5D7-4376-9B43-8240A57D97CB}" type="datetimeFigureOut">
              <a:t>07/10/2024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E604C-1261-4BDC-96EC-E25A818711C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5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798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70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1041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5088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436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006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2979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1044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1044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4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0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6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5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8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4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0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8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21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_white">
  <p:cSld name="1_cover_white">
    <p:bg>
      <p:bgPr>
        <a:solidFill>
          <a:srgbClr val="FFFCFA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369" y="313229"/>
            <a:ext cx="2407304" cy="26161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7085807" y="364348"/>
            <a:ext cx="478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7085807" y="6232400"/>
            <a:ext cx="4788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69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4464" userDrawn="1">
          <p15:clr>
            <a:srgbClr val="FBAE40"/>
          </p15:clr>
        </p15:guide>
        <p15:guide id="6" pos="3217" userDrawn="1">
          <p15:clr>
            <a:srgbClr val="FBAE40"/>
          </p15:clr>
        </p15:guide>
        <p15:guide id="7" pos="74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bis_cover_white">
  <p:cSld name="1bis_cover_white">
    <p:bg>
      <p:bgPr>
        <a:solidFill>
          <a:srgbClr val="FCFBF7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369" y="313229"/>
            <a:ext cx="2407304" cy="26161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085807" y="364348"/>
            <a:ext cx="478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7085807" y="6232400"/>
            <a:ext cx="4788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>
            <a:spLocks noGrp="1"/>
          </p:cNvSpPr>
          <p:nvPr>
            <p:ph type="pic" idx="2"/>
          </p:nvPr>
        </p:nvSpPr>
        <p:spPr>
          <a:xfrm>
            <a:off x="0" y="1337912"/>
            <a:ext cx="12192000" cy="46056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69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4464" userDrawn="1">
          <p15:clr>
            <a:srgbClr val="FBAE40"/>
          </p15:clr>
        </p15:guide>
        <p15:guide id="6" pos="3217" userDrawn="1">
          <p15:clr>
            <a:srgbClr val="FBAE40"/>
          </p15:clr>
        </p15:guide>
        <p15:guide id="7" pos="200" userDrawn="1">
          <p15:clr>
            <a:srgbClr val="FBAE40"/>
          </p15:clr>
        </p15:guide>
        <p15:guide id="8" pos="74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genda_white">
  <p:cSld name="3_agenda_whit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8000" y="1849573"/>
            <a:ext cx="29584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2"/>
          </p:nvPr>
        </p:nvSpPr>
        <p:spPr>
          <a:xfrm>
            <a:off x="317499" y="2690975"/>
            <a:ext cx="2958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3"/>
          </p:nvPr>
        </p:nvSpPr>
        <p:spPr>
          <a:xfrm>
            <a:off x="318000" y="3809440"/>
            <a:ext cx="29584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4"/>
          </p:nvPr>
        </p:nvSpPr>
        <p:spPr>
          <a:xfrm>
            <a:off x="3937500" y="1849573"/>
            <a:ext cx="29584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5"/>
          </p:nvPr>
        </p:nvSpPr>
        <p:spPr>
          <a:xfrm>
            <a:off x="3936999" y="2690975"/>
            <a:ext cx="2958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6"/>
          </p:nvPr>
        </p:nvSpPr>
        <p:spPr>
          <a:xfrm>
            <a:off x="3937500" y="3809440"/>
            <a:ext cx="29584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7"/>
          </p:nvPr>
        </p:nvSpPr>
        <p:spPr>
          <a:xfrm>
            <a:off x="7556499" y="1849573"/>
            <a:ext cx="29584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8"/>
          </p:nvPr>
        </p:nvSpPr>
        <p:spPr>
          <a:xfrm>
            <a:off x="7555997" y="2690975"/>
            <a:ext cx="2958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9"/>
          </p:nvPr>
        </p:nvSpPr>
        <p:spPr>
          <a:xfrm>
            <a:off x="7556499" y="3809440"/>
            <a:ext cx="29584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ndex_white">
  <p:cSld name="4_index_whit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7105651" y="367907"/>
            <a:ext cx="47688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6096000" y="367907"/>
            <a:ext cx="799200" cy="2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5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+text_white">
  <p:cSld name="5_title+text_whi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315277" y="275591"/>
            <a:ext cx="115768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317499" y="1289935"/>
            <a:ext cx="11574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+subtitle+text_white">
  <p:cSld name="6_title+subtitle+text_whit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317499" y="1289935"/>
            <a:ext cx="11574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+text*2_white">
  <p:cSld name="7_title+text*2_whit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315277" y="275591"/>
            <a:ext cx="115768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53100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2"/>
          </p:nvPr>
        </p:nvSpPr>
        <p:spPr>
          <a:xfrm>
            <a:off x="6582075" y="1289935"/>
            <a:ext cx="53100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+sub+text+image_white">
  <p:cSld name="8_title+sub+text+image_whit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5778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>
            <a:spLocks noGrp="1"/>
          </p:cNvSpPr>
          <p:nvPr>
            <p:ph type="pic" idx="2"/>
          </p:nvPr>
        </p:nvSpPr>
        <p:spPr>
          <a:xfrm>
            <a:off x="7112001" y="1337912"/>
            <a:ext cx="4762400" cy="45168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69" name="Google Shape;69;p9"/>
          <p:cNvSpPr txBox="1">
            <a:spLocks noGrp="1"/>
          </p:cNvSpPr>
          <p:nvPr>
            <p:ph type="body" idx="3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+sub+text+image*2_white">
  <p:cSld name="9_title+sub+text+image*2_whit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8069580" y="1858433"/>
            <a:ext cx="38048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76" name="Google Shape;76;p10"/>
          <p:cNvSpPr>
            <a:spLocks noGrp="1"/>
          </p:cNvSpPr>
          <p:nvPr>
            <p:ph type="pic" idx="3"/>
          </p:nvPr>
        </p:nvSpPr>
        <p:spPr>
          <a:xfrm>
            <a:off x="4193540" y="1858432"/>
            <a:ext cx="38048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77" name="Google Shape;77;p10"/>
          <p:cNvSpPr txBox="1">
            <a:spLocks noGrp="1"/>
          </p:cNvSpPr>
          <p:nvPr>
            <p:ph type="body" idx="4"/>
          </p:nvPr>
        </p:nvSpPr>
        <p:spPr>
          <a:xfrm>
            <a:off x="419354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5"/>
          </p:nvPr>
        </p:nvSpPr>
        <p:spPr>
          <a:xfrm>
            <a:off x="8069579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6"/>
          </p:nvPr>
        </p:nvSpPr>
        <p:spPr>
          <a:xfrm>
            <a:off x="317500" y="1858433"/>
            <a:ext cx="2861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0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+sub+image*2_white">
  <p:cSld name="12_title+sub+image*2_whit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84" name="Google Shape;84;p11"/>
          <p:cNvSpPr>
            <a:spLocks noGrp="1"/>
          </p:cNvSpPr>
          <p:nvPr>
            <p:ph type="pic" idx="2"/>
          </p:nvPr>
        </p:nvSpPr>
        <p:spPr>
          <a:xfrm>
            <a:off x="6142569" y="1858433"/>
            <a:ext cx="57320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85" name="Google Shape;85;p11"/>
          <p:cNvSpPr>
            <a:spLocks noGrp="1"/>
          </p:cNvSpPr>
          <p:nvPr>
            <p:ph type="pic" idx="3"/>
          </p:nvPr>
        </p:nvSpPr>
        <p:spPr>
          <a:xfrm>
            <a:off x="317500" y="1858432"/>
            <a:ext cx="57320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5382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4"/>
          </p:nvPr>
        </p:nvSpPr>
        <p:spPr>
          <a:xfrm>
            <a:off x="6142568" y="1289935"/>
            <a:ext cx="5382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+sub+image*3_white">
  <p:cSld name="13_title+sub+image*3_whit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>
            <a:spLocks noGrp="1"/>
          </p:cNvSpPr>
          <p:nvPr>
            <p:ph type="pic" idx="2"/>
          </p:nvPr>
        </p:nvSpPr>
        <p:spPr>
          <a:xfrm>
            <a:off x="8069580" y="1858433"/>
            <a:ext cx="38048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94" name="Google Shape;94;p12"/>
          <p:cNvSpPr>
            <a:spLocks noGrp="1"/>
          </p:cNvSpPr>
          <p:nvPr>
            <p:ph type="pic" idx="3"/>
          </p:nvPr>
        </p:nvSpPr>
        <p:spPr>
          <a:xfrm>
            <a:off x="4193540" y="1858432"/>
            <a:ext cx="38048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95" name="Google Shape;95;p12"/>
          <p:cNvSpPr txBox="1">
            <a:spLocks noGrp="1"/>
          </p:cNvSpPr>
          <p:nvPr>
            <p:ph type="body" idx="4"/>
          </p:nvPr>
        </p:nvSpPr>
        <p:spPr>
          <a:xfrm>
            <a:off x="419354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5"/>
          </p:nvPr>
        </p:nvSpPr>
        <p:spPr>
          <a:xfrm>
            <a:off x="8069579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>
            <a:spLocks noGrp="1"/>
          </p:cNvSpPr>
          <p:nvPr>
            <p:ph type="pic" idx="6"/>
          </p:nvPr>
        </p:nvSpPr>
        <p:spPr>
          <a:xfrm>
            <a:off x="317499" y="1858432"/>
            <a:ext cx="3804800" cy="3996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+image*2_white">
  <p:cSld name="14_title+image*2_whit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02" name="Google Shape;102;p13"/>
          <p:cNvSpPr>
            <a:spLocks noGrp="1"/>
          </p:cNvSpPr>
          <p:nvPr>
            <p:ph type="pic" idx="2"/>
          </p:nvPr>
        </p:nvSpPr>
        <p:spPr>
          <a:xfrm>
            <a:off x="6142569" y="828676"/>
            <a:ext cx="5732000" cy="5026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03" name="Google Shape;103;p13"/>
          <p:cNvSpPr>
            <a:spLocks noGrp="1"/>
          </p:cNvSpPr>
          <p:nvPr>
            <p:ph type="pic" idx="3"/>
          </p:nvPr>
        </p:nvSpPr>
        <p:spPr>
          <a:xfrm>
            <a:off x="317500" y="828676"/>
            <a:ext cx="5732000" cy="5026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empty_white">
  <p:cSld name="11_empty_white">
    <p:bg>
      <p:bgPr>
        <a:solidFill>
          <a:schemeClr val="lt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_white">
  <p:cSld name="10_title_whit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5277" y="275591"/>
            <a:ext cx="105156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+image_white">
  <p:cSld name="15_title+image_whit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5" name="Google Shape;115;p16"/>
          <p:cNvSpPr>
            <a:spLocks noGrp="1"/>
          </p:cNvSpPr>
          <p:nvPr>
            <p:ph type="pic" idx="2"/>
          </p:nvPr>
        </p:nvSpPr>
        <p:spPr>
          <a:xfrm>
            <a:off x="317499" y="828676"/>
            <a:ext cx="11556400" cy="5026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image_white">
  <p:cSld name="16_image_whit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9" name="Google Shape;119;p17"/>
          <p:cNvSpPr>
            <a:spLocks noGrp="1"/>
          </p:cNvSpPr>
          <p:nvPr>
            <p:ph type="pic" idx="2"/>
          </p:nvPr>
        </p:nvSpPr>
        <p:spPr>
          <a:xfrm>
            <a:off x="317499" y="326572"/>
            <a:ext cx="11556400" cy="5528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4*image+title_white">
  <p:cSld name="17_4*image+title_whi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317500" y="4327909"/>
            <a:ext cx="2834800" cy="5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>
            <a:spLocks noGrp="1"/>
          </p:cNvSpPr>
          <p:nvPr>
            <p:ph type="pic" idx="2"/>
          </p:nvPr>
        </p:nvSpPr>
        <p:spPr>
          <a:xfrm>
            <a:off x="317499" y="1350432"/>
            <a:ext cx="2834800" cy="29776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26" name="Google Shape;126;p18"/>
          <p:cNvSpPr txBox="1">
            <a:spLocks noGrp="1"/>
          </p:cNvSpPr>
          <p:nvPr>
            <p:ph type="body" idx="3"/>
          </p:nvPr>
        </p:nvSpPr>
        <p:spPr>
          <a:xfrm>
            <a:off x="3224909" y="4327909"/>
            <a:ext cx="2834800" cy="5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>
            <a:spLocks noGrp="1"/>
          </p:cNvSpPr>
          <p:nvPr>
            <p:ph type="pic" idx="4"/>
          </p:nvPr>
        </p:nvSpPr>
        <p:spPr>
          <a:xfrm>
            <a:off x="3224909" y="1350432"/>
            <a:ext cx="2834800" cy="29776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28" name="Google Shape;128;p18"/>
          <p:cNvSpPr txBox="1">
            <a:spLocks noGrp="1"/>
          </p:cNvSpPr>
          <p:nvPr>
            <p:ph type="body" idx="5"/>
          </p:nvPr>
        </p:nvSpPr>
        <p:spPr>
          <a:xfrm>
            <a:off x="6132319" y="4327909"/>
            <a:ext cx="2834800" cy="5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>
            <a:spLocks noGrp="1"/>
          </p:cNvSpPr>
          <p:nvPr>
            <p:ph type="pic" idx="6"/>
          </p:nvPr>
        </p:nvSpPr>
        <p:spPr>
          <a:xfrm>
            <a:off x="6132317" y="1350432"/>
            <a:ext cx="2834800" cy="29776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30" name="Google Shape;130;p18"/>
          <p:cNvSpPr txBox="1">
            <a:spLocks noGrp="1"/>
          </p:cNvSpPr>
          <p:nvPr>
            <p:ph type="body" idx="7"/>
          </p:nvPr>
        </p:nvSpPr>
        <p:spPr>
          <a:xfrm>
            <a:off x="9039729" y="4327909"/>
            <a:ext cx="2834800" cy="5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>
            <a:spLocks noGrp="1"/>
          </p:cNvSpPr>
          <p:nvPr>
            <p:ph type="pic" idx="8"/>
          </p:nvPr>
        </p:nvSpPr>
        <p:spPr>
          <a:xfrm>
            <a:off x="9039728" y="1350432"/>
            <a:ext cx="2834800" cy="29776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32" name="Google Shape;132;p18"/>
          <p:cNvSpPr txBox="1">
            <a:spLocks noGrp="1"/>
          </p:cNvSpPr>
          <p:nvPr>
            <p:ph type="body" idx="9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4*image+texte_white">
  <p:cSld name="18_4*image+texte_whit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37" name="Google Shape;137;p19"/>
          <p:cNvSpPr>
            <a:spLocks noGrp="1"/>
          </p:cNvSpPr>
          <p:nvPr>
            <p:ph type="pic" idx="2"/>
          </p:nvPr>
        </p:nvSpPr>
        <p:spPr>
          <a:xfrm>
            <a:off x="317500" y="1350433"/>
            <a:ext cx="1862800" cy="1970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317500" y="3537284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>
            <a:spLocks noGrp="1"/>
          </p:cNvSpPr>
          <p:nvPr>
            <p:ph type="pic" idx="3"/>
          </p:nvPr>
        </p:nvSpPr>
        <p:spPr>
          <a:xfrm>
            <a:off x="3238953" y="1350433"/>
            <a:ext cx="1862800" cy="1970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40" name="Google Shape;140;p19"/>
          <p:cNvSpPr txBox="1">
            <a:spLocks noGrp="1"/>
          </p:cNvSpPr>
          <p:nvPr>
            <p:ph type="body" idx="4"/>
          </p:nvPr>
        </p:nvSpPr>
        <p:spPr>
          <a:xfrm>
            <a:off x="3238955" y="3537284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>
            <a:spLocks noGrp="1"/>
          </p:cNvSpPr>
          <p:nvPr>
            <p:ph type="pic" idx="5"/>
          </p:nvPr>
        </p:nvSpPr>
        <p:spPr>
          <a:xfrm>
            <a:off x="6160407" y="1350433"/>
            <a:ext cx="1862800" cy="1970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42" name="Google Shape;142;p19"/>
          <p:cNvSpPr txBox="1">
            <a:spLocks noGrp="1"/>
          </p:cNvSpPr>
          <p:nvPr>
            <p:ph type="body" idx="6"/>
          </p:nvPr>
        </p:nvSpPr>
        <p:spPr>
          <a:xfrm>
            <a:off x="6160407" y="3537284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>
            <a:spLocks noGrp="1"/>
          </p:cNvSpPr>
          <p:nvPr>
            <p:ph type="pic" idx="7"/>
          </p:nvPr>
        </p:nvSpPr>
        <p:spPr>
          <a:xfrm>
            <a:off x="9081860" y="1350433"/>
            <a:ext cx="1862800" cy="19704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44" name="Google Shape;144;p19"/>
          <p:cNvSpPr txBox="1">
            <a:spLocks noGrp="1"/>
          </p:cNvSpPr>
          <p:nvPr>
            <p:ph type="body" idx="8"/>
          </p:nvPr>
        </p:nvSpPr>
        <p:spPr>
          <a:xfrm>
            <a:off x="9081861" y="3537284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9"/>
          </p:nvPr>
        </p:nvSpPr>
        <p:spPr>
          <a:xfrm>
            <a:off x="317500" y="5453743"/>
            <a:ext cx="11556800" cy="40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3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image+text boxes+text_white">
  <p:cSld name="19_image+text boxes+text_whit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51" name="Google Shape;151;p20"/>
          <p:cNvSpPr>
            <a:spLocks noGrp="1"/>
          </p:cNvSpPr>
          <p:nvPr>
            <p:ph type="pic" idx="2"/>
          </p:nvPr>
        </p:nvSpPr>
        <p:spPr>
          <a:xfrm>
            <a:off x="317499" y="1350433"/>
            <a:ext cx="11557200" cy="2468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712355" y="3390900"/>
            <a:ext cx="1854800" cy="94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135000" rIns="0" bIns="0" anchor="t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body" idx="3"/>
          </p:nvPr>
        </p:nvSpPr>
        <p:spPr>
          <a:xfrm>
            <a:off x="845893" y="4875196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4"/>
          </p:nvPr>
        </p:nvSpPr>
        <p:spPr>
          <a:xfrm>
            <a:off x="845893" y="4378895"/>
            <a:ext cx="186280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5"/>
          </p:nvPr>
        </p:nvSpPr>
        <p:spPr>
          <a:xfrm>
            <a:off x="3619661" y="3390900"/>
            <a:ext cx="1854800" cy="94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135000" rIns="0" bIns="0" anchor="t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6"/>
          </p:nvPr>
        </p:nvSpPr>
        <p:spPr>
          <a:xfrm>
            <a:off x="3753199" y="4875196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7"/>
          </p:nvPr>
        </p:nvSpPr>
        <p:spPr>
          <a:xfrm>
            <a:off x="3753199" y="4378895"/>
            <a:ext cx="186280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8"/>
          </p:nvPr>
        </p:nvSpPr>
        <p:spPr>
          <a:xfrm>
            <a:off x="6526967" y="3390900"/>
            <a:ext cx="1854800" cy="94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135000" rIns="0" bIns="0" anchor="t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9"/>
          </p:nvPr>
        </p:nvSpPr>
        <p:spPr>
          <a:xfrm>
            <a:off x="6660505" y="4875196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13"/>
          </p:nvPr>
        </p:nvSpPr>
        <p:spPr>
          <a:xfrm>
            <a:off x="6660505" y="4378895"/>
            <a:ext cx="186280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14"/>
          </p:nvPr>
        </p:nvSpPr>
        <p:spPr>
          <a:xfrm>
            <a:off x="9434273" y="3390900"/>
            <a:ext cx="1854800" cy="94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135000" rIns="0" bIns="0" anchor="t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5"/>
          </p:nvPr>
        </p:nvSpPr>
        <p:spPr>
          <a:xfrm>
            <a:off x="9567811" y="4875196"/>
            <a:ext cx="18628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16"/>
          </p:nvPr>
        </p:nvSpPr>
        <p:spPr>
          <a:xfrm>
            <a:off x="9567811" y="4378895"/>
            <a:ext cx="186280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2533" b="1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17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+box+image*4_white">
  <p:cSld name="20_title+box+image*4_whi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1"/>
          </p:nvPr>
        </p:nvSpPr>
        <p:spPr>
          <a:xfrm>
            <a:off x="318001" y="1345747"/>
            <a:ext cx="5719600" cy="43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0" rIns="0" bIns="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body" idx="2"/>
          </p:nvPr>
        </p:nvSpPr>
        <p:spPr>
          <a:xfrm>
            <a:off x="318000" y="1965629"/>
            <a:ext cx="25860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1"/>
          <p:cNvSpPr>
            <a:spLocks noGrp="1"/>
          </p:cNvSpPr>
          <p:nvPr>
            <p:ph type="pic" idx="3"/>
          </p:nvPr>
        </p:nvSpPr>
        <p:spPr>
          <a:xfrm>
            <a:off x="3222067" y="1965629"/>
            <a:ext cx="2815600" cy="13552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72" name="Google Shape;172;p21"/>
          <p:cNvSpPr txBox="1">
            <a:spLocks noGrp="1"/>
          </p:cNvSpPr>
          <p:nvPr>
            <p:ph type="body" idx="4"/>
          </p:nvPr>
        </p:nvSpPr>
        <p:spPr>
          <a:xfrm>
            <a:off x="6154512" y="1345747"/>
            <a:ext cx="5719600" cy="43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0" rIns="0" bIns="0" anchor="ctr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5"/>
          </p:nvPr>
        </p:nvSpPr>
        <p:spPr>
          <a:xfrm>
            <a:off x="6154511" y="1965629"/>
            <a:ext cx="25860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1"/>
          <p:cNvSpPr>
            <a:spLocks noGrp="1"/>
          </p:cNvSpPr>
          <p:nvPr>
            <p:ph type="pic" idx="6"/>
          </p:nvPr>
        </p:nvSpPr>
        <p:spPr>
          <a:xfrm>
            <a:off x="9058579" y="1965629"/>
            <a:ext cx="2815600" cy="13552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75" name="Google Shape;175;p21"/>
          <p:cNvSpPr txBox="1">
            <a:spLocks noGrp="1"/>
          </p:cNvSpPr>
          <p:nvPr>
            <p:ph type="body" idx="7"/>
          </p:nvPr>
        </p:nvSpPr>
        <p:spPr>
          <a:xfrm>
            <a:off x="317501" y="3900339"/>
            <a:ext cx="5719600" cy="43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0" rIns="0" bIns="0" anchor="ctr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body" idx="8"/>
          </p:nvPr>
        </p:nvSpPr>
        <p:spPr>
          <a:xfrm>
            <a:off x="317500" y="4520220"/>
            <a:ext cx="25860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>
            <a:spLocks noGrp="1"/>
          </p:cNvSpPr>
          <p:nvPr>
            <p:ph type="pic" idx="9"/>
          </p:nvPr>
        </p:nvSpPr>
        <p:spPr>
          <a:xfrm>
            <a:off x="3221567" y="4520220"/>
            <a:ext cx="2815600" cy="13552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78" name="Google Shape;178;p21"/>
          <p:cNvSpPr txBox="1">
            <a:spLocks noGrp="1"/>
          </p:cNvSpPr>
          <p:nvPr>
            <p:ph type="body" idx="13"/>
          </p:nvPr>
        </p:nvSpPr>
        <p:spPr>
          <a:xfrm>
            <a:off x="6154012" y="3900339"/>
            <a:ext cx="5719600" cy="43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0" rIns="0" bIns="0" anchor="ctr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body" idx="14"/>
          </p:nvPr>
        </p:nvSpPr>
        <p:spPr>
          <a:xfrm>
            <a:off x="6154011" y="4520220"/>
            <a:ext cx="25860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1"/>
          <p:cNvSpPr>
            <a:spLocks noGrp="1"/>
          </p:cNvSpPr>
          <p:nvPr>
            <p:ph type="pic" idx="15"/>
          </p:nvPr>
        </p:nvSpPr>
        <p:spPr>
          <a:xfrm>
            <a:off x="9058079" y="4520220"/>
            <a:ext cx="2815600" cy="13552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81" name="Google Shape;181;p21"/>
          <p:cNvSpPr txBox="1">
            <a:spLocks noGrp="1"/>
          </p:cNvSpPr>
          <p:nvPr>
            <p:ph type="body" idx="16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devices_white">
  <p:cSld name="21_devices_whit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pic>
        <p:nvPicPr>
          <p:cNvPr id="186" name="Google Shape;186;p22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623" y="1349099"/>
            <a:ext cx="2300127" cy="4159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0075" y="2237381"/>
            <a:ext cx="4028195" cy="238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4597" y="1873187"/>
            <a:ext cx="4382207" cy="334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>
            <a:spLocks noGrp="1"/>
          </p:cNvSpPr>
          <p:nvPr>
            <p:ph type="pic" idx="2"/>
          </p:nvPr>
        </p:nvSpPr>
        <p:spPr>
          <a:xfrm>
            <a:off x="1402507" y="2063155"/>
            <a:ext cx="1500400" cy="26772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90" name="Google Shape;190;p22"/>
          <p:cNvSpPr>
            <a:spLocks noGrp="1"/>
          </p:cNvSpPr>
          <p:nvPr>
            <p:ph type="pic" idx="3"/>
          </p:nvPr>
        </p:nvSpPr>
        <p:spPr>
          <a:xfrm>
            <a:off x="4005075" y="2402364"/>
            <a:ext cx="2818000" cy="1764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91" name="Google Shape;191;p22"/>
          <p:cNvSpPr>
            <a:spLocks noGrp="1"/>
          </p:cNvSpPr>
          <p:nvPr>
            <p:ph type="pic" idx="4"/>
          </p:nvPr>
        </p:nvSpPr>
        <p:spPr>
          <a:xfrm>
            <a:off x="7986116" y="2025055"/>
            <a:ext cx="3459200" cy="1940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_text_smartphone_white">
  <p:cSld name="22_title_text_smartphone_white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2"/>
          </p:nvPr>
        </p:nvSpPr>
        <p:spPr>
          <a:xfrm>
            <a:off x="317500" y="1858433"/>
            <a:ext cx="2861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0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99" name="Google Shape;199;p23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77114" y="1063349"/>
            <a:ext cx="2300127" cy="415980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>
            <a:spLocks noGrp="1"/>
          </p:cNvSpPr>
          <p:nvPr>
            <p:ph type="pic" idx="3"/>
          </p:nvPr>
        </p:nvSpPr>
        <p:spPr>
          <a:xfrm>
            <a:off x="9275997" y="1777405"/>
            <a:ext cx="1500400" cy="26772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_text_laptop_white">
  <p:cSld name="22_title_text_laptop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body" idx="2"/>
          </p:nvPr>
        </p:nvSpPr>
        <p:spPr>
          <a:xfrm>
            <a:off x="317500" y="1858433"/>
            <a:ext cx="2861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0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07" name="Google Shape;207;p24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7875" y="1342524"/>
            <a:ext cx="4028195" cy="238324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>
            <a:spLocks noGrp="1"/>
          </p:cNvSpPr>
          <p:nvPr>
            <p:ph type="pic" idx="3"/>
          </p:nvPr>
        </p:nvSpPr>
        <p:spPr>
          <a:xfrm>
            <a:off x="7992875" y="1507505"/>
            <a:ext cx="2818000" cy="1764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_text_desktop_white">
  <p:cSld name="22_title_text_desktop_whit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3572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317500" y="1858433"/>
            <a:ext cx="2861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0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15" name="Google Shape;215;p25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5631" y="1349770"/>
            <a:ext cx="4382207" cy="334954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>
            <a:spLocks noGrp="1"/>
          </p:cNvSpPr>
          <p:nvPr>
            <p:ph type="pic" idx="3"/>
          </p:nvPr>
        </p:nvSpPr>
        <p:spPr>
          <a:xfrm>
            <a:off x="7287151" y="1501639"/>
            <a:ext cx="3459200" cy="1940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_text_icons_white">
  <p:cSld name="23_title_text_icons_white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21" name="Google Shape;221;p26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57320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body" idx="2"/>
          </p:nvPr>
        </p:nvSpPr>
        <p:spPr>
          <a:xfrm>
            <a:off x="6142569" y="1351189"/>
            <a:ext cx="5732000" cy="449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6"/>
          <p:cNvSpPr>
            <a:spLocks noGrp="1"/>
          </p:cNvSpPr>
          <p:nvPr>
            <p:ph type="body" idx="3"/>
          </p:nvPr>
        </p:nvSpPr>
        <p:spPr>
          <a:xfrm>
            <a:off x="6420643" y="1693863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6"/>
          <p:cNvSpPr>
            <a:spLocks noGrp="1"/>
          </p:cNvSpPr>
          <p:nvPr>
            <p:ph type="pic" idx="4"/>
          </p:nvPr>
        </p:nvSpPr>
        <p:spPr>
          <a:xfrm>
            <a:off x="6536743" y="1809535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6"/>
          <p:cNvSpPr>
            <a:spLocks noGrp="1"/>
          </p:cNvSpPr>
          <p:nvPr>
            <p:ph type="body" idx="5"/>
          </p:nvPr>
        </p:nvSpPr>
        <p:spPr>
          <a:xfrm>
            <a:off x="6420643" y="2716507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6"/>
          <p:cNvSpPr>
            <a:spLocks noGrp="1"/>
          </p:cNvSpPr>
          <p:nvPr>
            <p:ph type="pic" idx="6"/>
          </p:nvPr>
        </p:nvSpPr>
        <p:spPr>
          <a:xfrm>
            <a:off x="6536743" y="2832179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26"/>
          <p:cNvSpPr>
            <a:spLocks noGrp="1"/>
          </p:cNvSpPr>
          <p:nvPr>
            <p:ph type="body" idx="7"/>
          </p:nvPr>
        </p:nvSpPr>
        <p:spPr>
          <a:xfrm>
            <a:off x="6420643" y="3739148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6"/>
          <p:cNvSpPr>
            <a:spLocks noGrp="1"/>
          </p:cNvSpPr>
          <p:nvPr>
            <p:ph type="pic" idx="8"/>
          </p:nvPr>
        </p:nvSpPr>
        <p:spPr>
          <a:xfrm>
            <a:off x="6536743" y="3854820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6"/>
          <p:cNvSpPr>
            <a:spLocks noGrp="1"/>
          </p:cNvSpPr>
          <p:nvPr>
            <p:ph type="body" idx="9"/>
          </p:nvPr>
        </p:nvSpPr>
        <p:spPr>
          <a:xfrm>
            <a:off x="6420643" y="4761791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6"/>
          <p:cNvSpPr>
            <a:spLocks noGrp="1"/>
          </p:cNvSpPr>
          <p:nvPr>
            <p:ph type="pic" idx="13"/>
          </p:nvPr>
        </p:nvSpPr>
        <p:spPr>
          <a:xfrm>
            <a:off x="6536743" y="4877461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6"/>
          <p:cNvSpPr txBox="1">
            <a:spLocks noGrp="1"/>
          </p:cNvSpPr>
          <p:nvPr>
            <p:ph type="body" idx="14"/>
          </p:nvPr>
        </p:nvSpPr>
        <p:spPr>
          <a:xfrm>
            <a:off x="7442844" y="1813843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15"/>
          </p:nvPr>
        </p:nvSpPr>
        <p:spPr>
          <a:xfrm>
            <a:off x="7442844" y="2836486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body" idx="16"/>
          </p:nvPr>
        </p:nvSpPr>
        <p:spPr>
          <a:xfrm>
            <a:off x="7442844" y="3859129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17"/>
          </p:nvPr>
        </p:nvSpPr>
        <p:spPr>
          <a:xfrm>
            <a:off x="7442843" y="4881770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body" idx="18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_text_icons_left_white">
  <p:cSld name="23_title_text_icons_left_white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body" idx="1"/>
          </p:nvPr>
        </p:nvSpPr>
        <p:spPr>
          <a:xfrm>
            <a:off x="7112000" y="1289935"/>
            <a:ext cx="4762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body" idx="2"/>
          </p:nvPr>
        </p:nvSpPr>
        <p:spPr>
          <a:xfrm>
            <a:off x="317500" y="1351189"/>
            <a:ext cx="5732000" cy="449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7"/>
          <p:cNvSpPr>
            <a:spLocks noGrp="1"/>
          </p:cNvSpPr>
          <p:nvPr>
            <p:ph type="body" idx="3"/>
          </p:nvPr>
        </p:nvSpPr>
        <p:spPr>
          <a:xfrm>
            <a:off x="595575" y="1693863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7"/>
          <p:cNvSpPr>
            <a:spLocks noGrp="1"/>
          </p:cNvSpPr>
          <p:nvPr>
            <p:ph type="pic" idx="4"/>
          </p:nvPr>
        </p:nvSpPr>
        <p:spPr>
          <a:xfrm>
            <a:off x="711675" y="1809535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7"/>
          <p:cNvSpPr>
            <a:spLocks noGrp="1"/>
          </p:cNvSpPr>
          <p:nvPr>
            <p:ph type="body" idx="5"/>
          </p:nvPr>
        </p:nvSpPr>
        <p:spPr>
          <a:xfrm>
            <a:off x="595575" y="2716507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27"/>
          <p:cNvSpPr>
            <a:spLocks noGrp="1"/>
          </p:cNvSpPr>
          <p:nvPr>
            <p:ph type="pic" idx="6"/>
          </p:nvPr>
        </p:nvSpPr>
        <p:spPr>
          <a:xfrm>
            <a:off x="711675" y="2832179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27"/>
          <p:cNvSpPr>
            <a:spLocks noGrp="1"/>
          </p:cNvSpPr>
          <p:nvPr>
            <p:ph type="body" idx="7"/>
          </p:nvPr>
        </p:nvSpPr>
        <p:spPr>
          <a:xfrm>
            <a:off x="595575" y="3739148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27"/>
          <p:cNvSpPr>
            <a:spLocks noGrp="1"/>
          </p:cNvSpPr>
          <p:nvPr>
            <p:ph type="pic" idx="8"/>
          </p:nvPr>
        </p:nvSpPr>
        <p:spPr>
          <a:xfrm>
            <a:off x="711675" y="3854820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27"/>
          <p:cNvSpPr>
            <a:spLocks noGrp="1"/>
          </p:cNvSpPr>
          <p:nvPr>
            <p:ph type="body" idx="9"/>
          </p:nvPr>
        </p:nvSpPr>
        <p:spPr>
          <a:xfrm>
            <a:off x="595575" y="4761791"/>
            <a:ext cx="592000" cy="22856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27"/>
          <p:cNvSpPr>
            <a:spLocks noGrp="1"/>
          </p:cNvSpPr>
          <p:nvPr>
            <p:ph type="pic" idx="13"/>
          </p:nvPr>
        </p:nvSpPr>
        <p:spPr>
          <a:xfrm>
            <a:off x="711675" y="4877461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27"/>
          <p:cNvSpPr txBox="1">
            <a:spLocks noGrp="1"/>
          </p:cNvSpPr>
          <p:nvPr>
            <p:ph type="body" idx="14"/>
          </p:nvPr>
        </p:nvSpPr>
        <p:spPr>
          <a:xfrm>
            <a:off x="1617776" y="1813843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27"/>
          <p:cNvSpPr txBox="1">
            <a:spLocks noGrp="1"/>
          </p:cNvSpPr>
          <p:nvPr>
            <p:ph type="body" idx="15"/>
          </p:nvPr>
        </p:nvSpPr>
        <p:spPr>
          <a:xfrm>
            <a:off x="1617775" y="2836486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27"/>
          <p:cNvSpPr txBox="1">
            <a:spLocks noGrp="1"/>
          </p:cNvSpPr>
          <p:nvPr>
            <p:ph type="body" idx="16"/>
          </p:nvPr>
        </p:nvSpPr>
        <p:spPr>
          <a:xfrm>
            <a:off x="1617775" y="3859129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27"/>
          <p:cNvSpPr txBox="1">
            <a:spLocks noGrp="1"/>
          </p:cNvSpPr>
          <p:nvPr>
            <p:ph type="body" idx="17"/>
          </p:nvPr>
        </p:nvSpPr>
        <p:spPr>
          <a:xfrm>
            <a:off x="1617775" y="4881770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27"/>
          <p:cNvSpPr txBox="1">
            <a:spLocks noGrp="1"/>
          </p:cNvSpPr>
          <p:nvPr>
            <p:ph type="body" idx="18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bis_title_text_icons_white">
  <p:cSld name="23bis_title_text_icons_whit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8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58" name="Google Shape;258;p28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59" name="Google Shape;259;p28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57320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28"/>
          <p:cNvSpPr txBox="1">
            <a:spLocks noGrp="1"/>
          </p:cNvSpPr>
          <p:nvPr>
            <p:ph type="body" idx="2"/>
          </p:nvPr>
        </p:nvSpPr>
        <p:spPr>
          <a:xfrm>
            <a:off x="6142569" y="1351189"/>
            <a:ext cx="5732000" cy="44988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000" tIns="54000" rIns="0" bIns="0" anchor="t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28"/>
          <p:cNvSpPr>
            <a:spLocks noGrp="1"/>
          </p:cNvSpPr>
          <p:nvPr>
            <p:ph type="body" idx="3"/>
          </p:nvPr>
        </p:nvSpPr>
        <p:spPr>
          <a:xfrm>
            <a:off x="6420643" y="1693863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28"/>
          <p:cNvSpPr>
            <a:spLocks noGrp="1"/>
          </p:cNvSpPr>
          <p:nvPr>
            <p:ph type="pic" idx="4"/>
          </p:nvPr>
        </p:nvSpPr>
        <p:spPr>
          <a:xfrm>
            <a:off x="6536743" y="1809535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8"/>
          <p:cNvSpPr>
            <a:spLocks noGrp="1"/>
          </p:cNvSpPr>
          <p:nvPr>
            <p:ph type="body" idx="5"/>
          </p:nvPr>
        </p:nvSpPr>
        <p:spPr>
          <a:xfrm>
            <a:off x="6420643" y="2716507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28"/>
          <p:cNvSpPr>
            <a:spLocks noGrp="1"/>
          </p:cNvSpPr>
          <p:nvPr>
            <p:ph type="pic" idx="6"/>
          </p:nvPr>
        </p:nvSpPr>
        <p:spPr>
          <a:xfrm>
            <a:off x="6536743" y="2832179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28"/>
          <p:cNvSpPr>
            <a:spLocks noGrp="1"/>
          </p:cNvSpPr>
          <p:nvPr>
            <p:ph type="body" idx="7"/>
          </p:nvPr>
        </p:nvSpPr>
        <p:spPr>
          <a:xfrm>
            <a:off x="6420643" y="3739148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28"/>
          <p:cNvSpPr>
            <a:spLocks noGrp="1"/>
          </p:cNvSpPr>
          <p:nvPr>
            <p:ph type="pic" idx="8"/>
          </p:nvPr>
        </p:nvSpPr>
        <p:spPr>
          <a:xfrm>
            <a:off x="6536743" y="3854820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8"/>
          <p:cNvSpPr>
            <a:spLocks noGrp="1"/>
          </p:cNvSpPr>
          <p:nvPr>
            <p:ph type="body" idx="9"/>
          </p:nvPr>
        </p:nvSpPr>
        <p:spPr>
          <a:xfrm>
            <a:off x="6420643" y="4761791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28"/>
          <p:cNvSpPr>
            <a:spLocks noGrp="1"/>
          </p:cNvSpPr>
          <p:nvPr>
            <p:ph type="pic" idx="13"/>
          </p:nvPr>
        </p:nvSpPr>
        <p:spPr>
          <a:xfrm>
            <a:off x="6536743" y="4877461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28"/>
          <p:cNvSpPr txBox="1">
            <a:spLocks noGrp="1"/>
          </p:cNvSpPr>
          <p:nvPr>
            <p:ph type="body" idx="14"/>
          </p:nvPr>
        </p:nvSpPr>
        <p:spPr>
          <a:xfrm>
            <a:off x="7442843" y="1813843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28"/>
          <p:cNvSpPr txBox="1">
            <a:spLocks noGrp="1"/>
          </p:cNvSpPr>
          <p:nvPr>
            <p:ph type="body" idx="15"/>
          </p:nvPr>
        </p:nvSpPr>
        <p:spPr>
          <a:xfrm>
            <a:off x="7442843" y="2836486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28"/>
          <p:cNvSpPr txBox="1">
            <a:spLocks noGrp="1"/>
          </p:cNvSpPr>
          <p:nvPr>
            <p:ph type="body" idx="16"/>
          </p:nvPr>
        </p:nvSpPr>
        <p:spPr>
          <a:xfrm>
            <a:off x="7442843" y="3859129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28"/>
          <p:cNvSpPr txBox="1">
            <a:spLocks noGrp="1"/>
          </p:cNvSpPr>
          <p:nvPr>
            <p:ph type="body" idx="17"/>
          </p:nvPr>
        </p:nvSpPr>
        <p:spPr>
          <a:xfrm>
            <a:off x="7442843" y="4881770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28"/>
          <p:cNvSpPr txBox="1">
            <a:spLocks noGrp="1"/>
          </p:cNvSpPr>
          <p:nvPr>
            <p:ph type="body" idx="18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bis_title_text_icons_left_white">
  <p:cSld name="23bis_title_text_icons_left_white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9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77" name="Google Shape;277;p29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78" name="Google Shape;278;p29"/>
          <p:cNvSpPr txBox="1">
            <a:spLocks noGrp="1"/>
          </p:cNvSpPr>
          <p:nvPr>
            <p:ph type="body" idx="1"/>
          </p:nvPr>
        </p:nvSpPr>
        <p:spPr>
          <a:xfrm>
            <a:off x="7112000" y="1289935"/>
            <a:ext cx="4762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9" name="Google Shape;279;p29"/>
          <p:cNvSpPr txBox="1">
            <a:spLocks noGrp="1"/>
          </p:cNvSpPr>
          <p:nvPr>
            <p:ph type="body" idx="2"/>
          </p:nvPr>
        </p:nvSpPr>
        <p:spPr>
          <a:xfrm>
            <a:off x="317500" y="1351189"/>
            <a:ext cx="5732000" cy="44988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29"/>
          <p:cNvSpPr>
            <a:spLocks noGrp="1"/>
          </p:cNvSpPr>
          <p:nvPr>
            <p:ph type="body" idx="3"/>
          </p:nvPr>
        </p:nvSpPr>
        <p:spPr>
          <a:xfrm>
            <a:off x="595575" y="1693863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29"/>
          <p:cNvSpPr>
            <a:spLocks noGrp="1"/>
          </p:cNvSpPr>
          <p:nvPr>
            <p:ph type="pic" idx="4"/>
          </p:nvPr>
        </p:nvSpPr>
        <p:spPr>
          <a:xfrm>
            <a:off x="711675" y="1809535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29"/>
          <p:cNvSpPr>
            <a:spLocks noGrp="1"/>
          </p:cNvSpPr>
          <p:nvPr>
            <p:ph type="body" idx="5"/>
          </p:nvPr>
        </p:nvSpPr>
        <p:spPr>
          <a:xfrm>
            <a:off x="595575" y="2716507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29"/>
          <p:cNvSpPr>
            <a:spLocks noGrp="1"/>
          </p:cNvSpPr>
          <p:nvPr>
            <p:ph type="pic" idx="6"/>
          </p:nvPr>
        </p:nvSpPr>
        <p:spPr>
          <a:xfrm>
            <a:off x="711675" y="2832179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29"/>
          <p:cNvSpPr>
            <a:spLocks noGrp="1"/>
          </p:cNvSpPr>
          <p:nvPr>
            <p:ph type="body" idx="7"/>
          </p:nvPr>
        </p:nvSpPr>
        <p:spPr>
          <a:xfrm>
            <a:off x="595575" y="3739148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29"/>
          <p:cNvSpPr>
            <a:spLocks noGrp="1"/>
          </p:cNvSpPr>
          <p:nvPr>
            <p:ph type="pic" idx="8"/>
          </p:nvPr>
        </p:nvSpPr>
        <p:spPr>
          <a:xfrm>
            <a:off x="711675" y="3854820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9"/>
          <p:cNvSpPr>
            <a:spLocks noGrp="1"/>
          </p:cNvSpPr>
          <p:nvPr>
            <p:ph type="body" idx="9"/>
          </p:nvPr>
        </p:nvSpPr>
        <p:spPr>
          <a:xfrm>
            <a:off x="595575" y="4761791"/>
            <a:ext cx="592000" cy="228569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29"/>
          <p:cNvSpPr>
            <a:spLocks noGrp="1"/>
          </p:cNvSpPr>
          <p:nvPr>
            <p:ph type="pic" idx="13"/>
          </p:nvPr>
        </p:nvSpPr>
        <p:spPr>
          <a:xfrm>
            <a:off x="711675" y="4877461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29"/>
          <p:cNvSpPr txBox="1">
            <a:spLocks noGrp="1"/>
          </p:cNvSpPr>
          <p:nvPr>
            <p:ph type="body" idx="14"/>
          </p:nvPr>
        </p:nvSpPr>
        <p:spPr>
          <a:xfrm>
            <a:off x="1617776" y="1813843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29"/>
          <p:cNvSpPr txBox="1">
            <a:spLocks noGrp="1"/>
          </p:cNvSpPr>
          <p:nvPr>
            <p:ph type="body" idx="15"/>
          </p:nvPr>
        </p:nvSpPr>
        <p:spPr>
          <a:xfrm>
            <a:off x="1617776" y="2836486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29"/>
          <p:cNvSpPr txBox="1">
            <a:spLocks noGrp="1"/>
          </p:cNvSpPr>
          <p:nvPr>
            <p:ph type="body" idx="16"/>
          </p:nvPr>
        </p:nvSpPr>
        <p:spPr>
          <a:xfrm>
            <a:off x="1617776" y="3859129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29"/>
          <p:cNvSpPr txBox="1">
            <a:spLocks noGrp="1"/>
          </p:cNvSpPr>
          <p:nvPr>
            <p:ph type="body" idx="17"/>
          </p:nvPr>
        </p:nvSpPr>
        <p:spPr>
          <a:xfrm>
            <a:off x="1617776" y="4881770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29"/>
          <p:cNvSpPr txBox="1">
            <a:spLocks noGrp="1"/>
          </p:cNvSpPr>
          <p:nvPr>
            <p:ph type="body" idx="18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_box_number_white">
  <p:cSld name="24_title_box_number_white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0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296" name="Google Shape;296;p30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97" name="Google Shape;297;p30"/>
          <p:cNvSpPr txBox="1">
            <a:spLocks noGrp="1"/>
          </p:cNvSpPr>
          <p:nvPr>
            <p:ph type="body" idx="1"/>
          </p:nvPr>
        </p:nvSpPr>
        <p:spPr>
          <a:xfrm>
            <a:off x="317500" y="1351189"/>
            <a:ext cx="5732000" cy="449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0"/>
          <p:cNvSpPr>
            <a:spLocks noGrp="1"/>
          </p:cNvSpPr>
          <p:nvPr>
            <p:ph type="body" idx="2"/>
          </p:nvPr>
        </p:nvSpPr>
        <p:spPr>
          <a:xfrm>
            <a:off x="595575" y="1663066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0"/>
          <p:cNvSpPr>
            <a:spLocks noGrp="1"/>
          </p:cNvSpPr>
          <p:nvPr>
            <p:ph type="body" idx="3"/>
          </p:nvPr>
        </p:nvSpPr>
        <p:spPr>
          <a:xfrm>
            <a:off x="595575" y="2685710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30"/>
          <p:cNvSpPr>
            <a:spLocks noGrp="1"/>
          </p:cNvSpPr>
          <p:nvPr>
            <p:ph type="body" idx="4"/>
          </p:nvPr>
        </p:nvSpPr>
        <p:spPr>
          <a:xfrm>
            <a:off x="595575" y="3708351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30"/>
          <p:cNvSpPr>
            <a:spLocks noGrp="1"/>
          </p:cNvSpPr>
          <p:nvPr>
            <p:ph type="body" idx="5"/>
          </p:nvPr>
        </p:nvSpPr>
        <p:spPr>
          <a:xfrm>
            <a:off x="595575" y="4730994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0"/>
          <p:cNvSpPr txBox="1">
            <a:spLocks noGrp="1"/>
          </p:cNvSpPr>
          <p:nvPr>
            <p:ph type="body" idx="6"/>
          </p:nvPr>
        </p:nvSpPr>
        <p:spPr>
          <a:xfrm>
            <a:off x="6129799" y="1351189"/>
            <a:ext cx="5732000" cy="44988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CFA"/>
              </a:buClr>
              <a:buSzPts val="100"/>
              <a:buNone/>
              <a:defRPr sz="133">
                <a:solidFill>
                  <a:srgbClr val="FFFCFA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30"/>
          <p:cNvSpPr>
            <a:spLocks noGrp="1"/>
          </p:cNvSpPr>
          <p:nvPr>
            <p:ph type="body" idx="7"/>
          </p:nvPr>
        </p:nvSpPr>
        <p:spPr>
          <a:xfrm>
            <a:off x="6407873" y="1663066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0"/>
          <p:cNvSpPr>
            <a:spLocks noGrp="1"/>
          </p:cNvSpPr>
          <p:nvPr>
            <p:ph type="body" idx="8"/>
          </p:nvPr>
        </p:nvSpPr>
        <p:spPr>
          <a:xfrm>
            <a:off x="6407873" y="2685710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30"/>
          <p:cNvSpPr>
            <a:spLocks noGrp="1"/>
          </p:cNvSpPr>
          <p:nvPr>
            <p:ph type="body" idx="9"/>
          </p:nvPr>
        </p:nvSpPr>
        <p:spPr>
          <a:xfrm>
            <a:off x="6407873" y="3708351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30"/>
          <p:cNvSpPr>
            <a:spLocks noGrp="1"/>
          </p:cNvSpPr>
          <p:nvPr>
            <p:ph type="body" idx="13"/>
          </p:nvPr>
        </p:nvSpPr>
        <p:spPr>
          <a:xfrm>
            <a:off x="6407873" y="4730994"/>
            <a:ext cx="592000" cy="652795"/>
          </a:xfrm>
          <a:prstGeom prst="ellipse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30"/>
          <p:cNvSpPr txBox="1">
            <a:spLocks noGrp="1"/>
          </p:cNvSpPr>
          <p:nvPr>
            <p:ph type="body" idx="14"/>
          </p:nvPr>
        </p:nvSpPr>
        <p:spPr>
          <a:xfrm>
            <a:off x="7430073" y="1813843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0"/>
          <p:cNvSpPr txBox="1">
            <a:spLocks noGrp="1"/>
          </p:cNvSpPr>
          <p:nvPr>
            <p:ph type="body" idx="15"/>
          </p:nvPr>
        </p:nvSpPr>
        <p:spPr>
          <a:xfrm>
            <a:off x="7430073" y="2836486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30"/>
          <p:cNvSpPr txBox="1">
            <a:spLocks noGrp="1"/>
          </p:cNvSpPr>
          <p:nvPr>
            <p:ph type="body" idx="16"/>
          </p:nvPr>
        </p:nvSpPr>
        <p:spPr>
          <a:xfrm>
            <a:off x="7430073" y="3859129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0"/>
          <p:cNvSpPr txBox="1">
            <a:spLocks noGrp="1"/>
          </p:cNvSpPr>
          <p:nvPr>
            <p:ph type="body" idx="17"/>
          </p:nvPr>
        </p:nvSpPr>
        <p:spPr>
          <a:xfrm>
            <a:off x="7430073" y="4881770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body" idx="18"/>
          </p:nvPr>
        </p:nvSpPr>
        <p:spPr>
          <a:xfrm>
            <a:off x="1617776" y="1813843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30"/>
          <p:cNvSpPr txBox="1">
            <a:spLocks noGrp="1"/>
          </p:cNvSpPr>
          <p:nvPr>
            <p:ph type="body" idx="19"/>
          </p:nvPr>
        </p:nvSpPr>
        <p:spPr>
          <a:xfrm>
            <a:off x="1617775" y="2836486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20"/>
          </p:nvPr>
        </p:nvSpPr>
        <p:spPr>
          <a:xfrm>
            <a:off x="1617775" y="3859129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21"/>
          </p:nvPr>
        </p:nvSpPr>
        <p:spPr>
          <a:xfrm>
            <a:off x="1617775" y="4881770"/>
            <a:ext cx="3894400" cy="35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body" idx="22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able_white">
  <p:cSld name="25_table_white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31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19" name="Google Shape;319;p31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body" idx="1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chart_white">
  <p:cSld name="26_chart_white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24" name="Google Shape;324;p32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25" name="Google Shape;325;p32"/>
          <p:cNvSpPr txBox="1">
            <a:spLocks noGrp="1"/>
          </p:cNvSpPr>
          <p:nvPr>
            <p:ph type="body" idx="1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2"/>
          <p:cNvSpPr>
            <a:spLocks noGrp="1"/>
          </p:cNvSpPr>
          <p:nvPr>
            <p:ph type="chart" idx="2"/>
          </p:nvPr>
        </p:nvSpPr>
        <p:spPr>
          <a:xfrm>
            <a:off x="317500" y="1663383"/>
            <a:ext cx="11556800" cy="4122800"/>
          </a:xfrm>
          <a:prstGeom prst="rect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270000" rIns="0" bIns="0" anchor="t" anchorCtr="0">
            <a:noAutofit/>
          </a:bodyPr>
          <a:lstStyle>
            <a:lvl1pPr marR="0" lvl="0" algn="l" rtl="0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6D6D6F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6D6D6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32"/>
          <p:cNvSpPr txBox="1">
            <a:spLocks noGrp="1"/>
          </p:cNvSpPr>
          <p:nvPr>
            <p:ph type="body" idx="3"/>
          </p:nvPr>
        </p:nvSpPr>
        <p:spPr>
          <a:xfrm>
            <a:off x="317499" y="1289935"/>
            <a:ext cx="115568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chart_white">
  <p:cSld name="27_chart_white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1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3"/>
          <p:cNvSpPr>
            <a:spLocks noGrp="1"/>
          </p:cNvSpPr>
          <p:nvPr>
            <p:ph type="chart" idx="2"/>
          </p:nvPr>
        </p:nvSpPr>
        <p:spPr>
          <a:xfrm>
            <a:off x="2372679" y="1634915"/>
            <a:ext cx="2520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body" idx="3"/>
          </p:nvPr>
        </p:nvSpPr>
        <p:spPr>
          <a:xfrm>
            <a:off x="300039" y="5763035"/>
            <a:ext cx="11574400" cy="17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cap="none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67" b="0">
                <a:solidFill>
                  <a:schemeClr val="dk2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  <a:defRPr sz="1067">
                <a:solidFill>
                  <a:schemeClr val="dk2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67" b="0">
                <a:solidFill>
                  <a:schemeClr val="dk2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33"/>
          <p:cNvSpPr>
            <a:spLocks noGrp="1"/>
          </p:cNvSpPr>
          <p:nvPr>
            <p:ph type="chart" idx="4"/>
          </p:nvPr>
        </p:nvSpPr>
        <p:spPr>
          <a:xfrm>
            <a:off x="9354819" y="1634913"/>
            <a:ext cx="2520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>
            <a:spLocks noGrp="1"/>
          </p:cNvSpPr>
          <p:nvPr>
            <p:ph type="chart" idx="5"/>
          </p:nvPr>
        </p:nvSpPr>
        <p:spPr>
          <a:xfrm>
            <a:off x="5863748" y="1634913"/>
            <a:ext cx="2520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33"/>
          <p:cNvSpPr>
            <a:spLocks noGrp="1"/>
          </p:cNvSpPr>
          <p:nvPr>
            <p:ph type="body" idx="6"/>
          </p:nvPr>
        </p:nvSpPr>
        <p:spPr>
          <a:xfrm>
            <a:off x="300037" y="1306055"/>
            <a:ext cx="168000" cy="516465"/>
          </a:xfrm>
          <a:prstGeom prst="ellipse">
            <a:avLst/>
          </a:prstGeom>
          <a:solidFill>
            <a:srgbClr val="151A4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body" idx="7"/>
          </p:nvPr>
        </p:nvSpPr>
        <p:spPr>
          <a:xfrm>
            <a:off x="541624" y="1287463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 cap="none">
                <a:solidFill>
                  <a:srgbClr val="151A4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>
                <a:solidFill>
                  <a:srgbClr val="151A4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333" b="1">
                <a:solidFill>
                  <a:schemeClr val="accen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33"/>
          <p:cNvSpPr>
            <a:spLocks noGrp="1"/>
          </p:cNvSpPr>
          <p:nvPr>
            <p:ph type="body" idx="8"/>
          </p:nvPr>
        </p:nvSpPr>
        <p:spPr>
          <a:xfrm>
            <a:off x="2203207" y="1306055"/>
            <a:ext cx="168000" cy="516465"/>
          </a:xfrm>
          <a:prstGeom prst="ellipse">
            <a:avLst/>
          </a:prstGeom>
          <a:solidFill>
            <a:srgbClr val="154B9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33"/>
          <p:cNvSpPr txBox="1">
            <a:spLocks noGrp="1"/>
          </p:cNvSpPr>
          <p:nvPr>
            <p:ph type="body" idx="9"/>
          </p:nvPr>
        </p:nvSpPr>
        <p:spPr>
          <a:xfrm>
            <a:off x="2444795" y="1287463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54B92"/>
              </a:buClr>
              <a:buSzPts val="900"/>
              <a:buNone/>
              <a:defRPr sz="1200" cap="none">
                <a:solidFill>
                  <a:srgbClr val="154B92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4B92"/>
              </a:buClr>
              <a:buSzPts val="900"/>
              <a:buNone/>
              <a:defRPr sz="1200">
                <a:solidFill>
                  <a:srgbClr val="154B92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333" b="1">
                <a:solidFill>
                  <a:schemeClr val="accent3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  <a:defRPr sz="1333" b="1">
                <a:solidFill>
                  <a:schemeClr val="accent3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333" b="1">
                <a:solidFill>
                  <a:schemeClr val="accent3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33"/>
          <p:cNvSpPr>
            <a:spLocks noGrp="1"/>
          </p:cNvSpPr>
          <p:nvPr>
            <p:ph type="body" idx="13"/>
          </p:nvPr>
        </p:nvSpPr>
        <p:spPr>
          <a:xfrm>
            <a:off x="4116536" y="1306055"/>
            <a:ext cx="168000" cy="5164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33"/>
          <p:cNvSpPr txBox="1">
            <a:spLocks noGrp="1"/>
          </p:cNvSpPr>
          <p:nvPr>
            <p:ph type="body" idx="14"/>
          </p:nvPr>
        </p:nvSpPr>
        <p:spPr>
          <a:xfrm>
            <a:off x="4358123" y="1287463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1200" cap="none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1200">
                <a:solidFill>
                  <a:schemeClr val="accen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  <a:defRPr sz="1333" b="1">
                <a:solidFill>
                  <a:schemeClr val="accent4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33"/>
          <p:cNvSpPr>
            <a:spLocks noGrp="1"/>
          </p:cNvSpPr>
          <p:nvPr>
            <p:ph type="body" idx="15"/>
          </p:nvPr>
        </p:nvSpPr>
        <p:spPr>
          <a:xfrm>
            <a:off x="3164691" y="4756777"/>
            <a:ext cx="936000" cy="404030"/>
          </a:xfrm>
          <a:prstGeom prst="ellipse">
            <a:avLst/>
          </a:prstGeom>
          <a:solidFill>
            <a:srgbClr val="C8C9C7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2400" b="1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33"/>
          <p:cNvSpPr txBox="1">
            <a:spLocks noGrp="1"/>
          </p:cNvSpPr>
          <p:nvPr>
            <p:ph type="body" idx="16"/>
          </p:nvPr>
        </p:nvSpPr>
        <p:spPr>
          <a:xfrm>
            <a:off x="298503" y="2453029"/>
            <a:ext cx="15772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33"/>
          <p:cNvSpPr txBox="1">
            <a:spLocks noGrp="1"/>
          </p:cNvSpPr>
          <p:nvPr>
            <p:ph type="body" idx="17"/>
          </p:nvPr>
        </p:nvSpPr>
        <p:spPr>
          <a:xfrm>
            <a:off x="317499" y="4516896"/>
            <a:ext cx="15772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33"/>
          <p:cNvSpPr>
            <a:spLocks noGrp="1"/>
          </p:cNvSpPr>
          <p:nvPr>
            <p:ph type="body" idx="18"/>
          </p:nvPr>
        </p:nvSpPr>
        <p:spPr>
          <a:xfrm>
            <a:off x="6056292" y="1300991"/>
            <a:ext cx="168000" cy="516465"/>
          </a:xfrm>
          <a:prstGeom prst="ellipse">
            <a:avLst/>
          </a:prstGeom>
          <a:solidFill>
            <a:srgbClr val="8FC6E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33"/>
          <p:cNvSpPr txBox="1">
            <a:spLocks noGrp="1"/>
          </p:cNvSpPr>
          <p:nvPr>
            <p:ph type="body" idx="19"/>
          </p:nvPr>
        </p:nvSpPr>
        <p:spPr>
          <a:xfrm>
            <a:off x="6297879" y="1282399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FC6E2"/>
              </a:buClr>
              <a:buSzPts val="900"/>
              <a:buNone/>
              <a:defRPr sz="1200" cap="none">
                <a:solidFill>
                  <a:srgbClr val="8FC6E2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6E2"/>
              </a:buClr>
              <a:buSzPts val="900"/>
              <a:buNone/>
              <a:defRPr sz="1200">
                <a:solidFill>
                  <a:srgbClr val="8FC6E2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  <a:defRPr sz="1333" b="1">
                <a:solidFill>
                  <a:schemeClr val="accent4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33"/>
          <p:cNvSpPr>
            <a:spLocks noGrp="1"/>
          </p:cNvSpPr>
          <p:nvPr>
            <p:ph type="body" idx="20"/>
          </p:nvPr>
        </p:nvSpPr>
        <p:spPr>
          <a:xfrm>
            <a:off x="6578680" y="4756697"/>
            <a:ext cx="1090000" cy="404030"/>
          </a:xfrm>
          <a:prstGeom prst="ellipse">
            <a:avLst/>
          </a:prstGeom>
          <a:solidFill>
            <a:srgbClr val="C8C9C7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2400" b="1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9" name="Google Shape;349;p33"/>
          <p:cNvSpPr>
            <a:spLocks noGrp="1"/>
          </p:cNvSpPr>
          <p:nvPr>
            <p:ph type="body" idx="21"/>
          </p:nvPr>
        </p:nvSpPr>
        <p:spPr>
          <a:xfrm>
            <a:off x="9951479" y="4756824"/>
            <a:ext cx="1326800" cy="404030"/>
          </a:xfrm>
          <a:prstGeom prst="ellipse">
            <a:avLst/>
          </a:prstGeom>
          <a:solidFill>
            <a:srgbClr val="C8C9C7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2400" b="1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meline_white">
  <p:cSld name="32_timeline_white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body" idx="1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34"/>
          <p:cNvSpPr>
            <a:spLocks noGrp="1"/>
          </p:cNvSpPr>
          <p:nvPr>
            <p:ph type="body" idx="2"/>
          </p:nvPr>
        </p:nvSpPr>
        <p:spPr>
          <a:xfrm>
            <a:off x="300037" y="5900960"/>
            <a:ext cx="168000" cy="516465"/>
          </a:xfrm>
          <a:prstGeom prst="ellipse">
            <a:avLst/>
          </a:prstGeom>
          <a:solidFill>
            <a:srgbClr val="151A4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body" idx="3"/>
          </p:nvPr>
        </p:nvSpPr>
        <p:spPr>
          <a:xfrm>
            <a:off x="541624" y="5892627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 cap="none">
                <a:solidFill>
                  <a:srgbClr val="151A4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>
                <a:solidFill>
                  <a:srgbClr val="151A4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333" b="1">
                <a:solidFill>
                  <a:schemeClr val="accen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34"/>
          <p:cNvSpPr>
            <a:spLocks noGrp="1"/>
          </p:cNvSpPr>
          <p:nvPr>
            <p:ph type="body" idx="4"/>
          </p:nvPr>
        </p:nvSpPr>
        <p:spPr>
          <a:xfrm>
            <a:off x="2203207" y="5900960"/>
            <a:ext cx="168000" cy="516465"/>
          </a:xfrm>
          <a:prstGeom prst="ellipse">
            <a:avLst/>
          </a:prstGeom>
          <a:solidFill>
            <a:srgbClr val="154B9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34"/>
          <p:cNvSpPr txBox="1">
            <a:spLocks noGrp="1"/>
          </p:cNvSpPr>
          <p:nvPr>
            <p:ph type="body" idx="5"/>
          </p:nvPr>
        </p:nvSpPr>
        <p:spPr>
          <a:xfrm>
            <a:off x="2444795" y="5892627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54B92"/>
              </a:buClr>
              <a:buSzPts val="900"/>
              <a:buNone/>
              <a:defRPr sz="1200" cap="none">
                <a:solidFill>
                  <a:srgbClr val="154B92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4B92"/>
              </a:buClr>
              <a:buSzPts val="900"/>
              <a:buNone/>
              <a:defRPr sz="1200">
                <a:solidFill>
                  <a:srgbClr val="154B92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333" b="1">
                <a:solidFill>
                  <a:schemeClr val="accent3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  <a:defRPr sz="1333" b="1">
                <a:solidFill>
                  <a:schemeClr val="accent3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333" b="1">
                <a:solidFill>
                  <a:schemeClr val="accent3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34"/>
          <p:cNvSpPr>
            <a:spLocks noGrp="1"/>
          </p:cNvSpPr>
          <p:nvPr>
            <p:ph type="body" idx="6"/>
          </p:nvPr>
        </p:nvSpPr>
        <p:spPr>
          <a:xfrm>
            <a:off x="4116536" y="5900960"/>
            <a:ext cx="168000" cy="5164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34"/>
          <p:cNvSpPr txBox="1">
            <a:spLocks noGrp="1"/>
          </p:cNvSpPr>
          <p:nvPr>
            <p:ph type="body" idx="7"/>
          </p:nvPr>
        </p:nvSpPr>
        <p:spPr>
          <a:xfrm>
            <a:off x="4358123" y="5892627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1200" cap="none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1200">
                <a:solidFill>
                  <a:schemeClr val="accen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  <a:defRPr sz="1333" b="1">
                <a:solidFill>
                  <a:schemeClr val="accent4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34"/>
          <p:cNvSpPr>
            <a:spLocks noGrp="1"/>
          </p:cNvSpPr>
          <p:nvPr>
            <p:ph type="body" idx="8"/>
          </p:nvPr>
        </p:nvSpPr>
        <p:spPr>
          <a:xfrm>
            <a:off x="6056292" y="5900960"/>
            <a:ext cx="168000" cy="516465"/>
          </a:xfrm>
          <a:prstGeom prst="ellipse">
            <a:avLst/>
          </a:prstGeom>
          <a:solidFill>
            <a:srgbClr val="8FC6E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34"/>
          <p:cNvSpPr txBox="1">
            <a:spLocks noGrp="1"/>
          </p:cNvSpPr>
          <p:nvPr>
            <p:ph type="body" idx="9"/>
          </p:nvPr>
        </p:nvSpPr>
        <p:spPr>
          <a:xfrm>
            <a:off x="6297879" y="5892627"/>
            <a:ext cx="15360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FC6E2"/>
              </a:buClr>
              <a:buSzPts val="900"/>
              <a:buNone/>
              <a:defRPr sz="1200" cap="none">
                <a:solidFill>
                  <a:srgbClr val="8FC6E2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6E2"/>
              </a:buClr>
              <a:buSzPts val="900"/>
              <a:buNone/>
              <a:defRPr sz="1200">
                <a:solidFill>
                  <a:srgbClr val="8FC6E2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  <a:defRPr sz="1333" b="1">
                <a:solidFill>
                  <a:schemeClr val="accent4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333" b="1">
                <a:solidFill>
                  <a:schemeClr val="accent4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363" name="Google Shape;363;p34"/>
          <p:cNvCxnSpPr/>
          <p:nvPr/>
        </p:nvCxnSpPr>
        <p:spPr>
          <a:xfrm>
            <a:off x="339001" y="3431420"/>
            <a:ext cx="11514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64" name="Google Shape;364;p34"/>
          <p:cNvSpPr>
            <a:spLocks noGrp="1"/>
          </p:cNvSpPr>
          <p:nvPr>
            <p:ph type="body" idx="13"/>
          </p:nvPr>
        </p:nvSpPr>
        <p:spPr>
          <a:xfrm>
            <a:off x="496352" y="3347420"/>
            <a:ext cx="168000" cy="516465"/>
          </a:xfrm>
          <a:prstGeom prst="ellipse">
            <a:avLst/>
          </a:prstGeom>
          <a:solidFill>
            <a:srgbClr val="151A4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34"/>
          <p:cNvSpPr txBox="1">
            <a:spLocks noGrp="1"/>
          </p:cNvSpPr>
          <p:nvPr>
            <p:ph type="body" idx="14"/>
          </p:nvPr>
        </p:nvSpPr>
        <p:spPr>
          <a:xfrm>
            <a:off x="496352" y="3685747"/>
            <a:ext cx="9944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 cap="none">
                <a:solidFill>
                  <a:srgbClr val="151A4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>
                <a:solidFill>
                  <a:srgbClr val="151A4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333" b="1">
                <a:solidFill>
                  <a:schemeClr val="accen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body" idx="15"/>
          </p:nvPr>
        </p:nvSpPr>
        <p:spPr>
          <a:xfrm>
            <a:off x="496352" y="2861023"/>
            <a:ext cx="994400" cy="32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 cap="none">
                <a:solidFill>
                  <a:srgbClr val="151A4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>
                <a:solidFill>
                  <a:srgbClr val="151A4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333" b="1">
                <a:solidFill>
                  <a:schemeClr val="accen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 b="1">
                <a:solidFill>
                  <a:schemeClr val="accen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34"/>
          <p:cNvSpPr>
            <a:spLocks noGrp="1"/>
          </p:cNvSpPr>
          <p:nvPr>
            <p:ph type="body" idx="16"/>
          </p:nvPr>
        </p:nvSpPr>
        <p:spPr>
          <a:xfrm>
            <a:off x="2118627" y="3347420"/>
            <a:ext cx="168000" cy="516465"/>
          </a:xfrm>
          <a:prstGeom prst="ellipse">
            <a:avLst/>
          </a:prstGeom>
          <a:solidFill>
            <a:srgbClr val="8FC6E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34"/>
          <p:cNvSpPr>
            <a:spLocks noGrp="1"/>
          </p:cNvSpPr>
          <p:nvPr>
            <p:ph type="body" idx="17"/>
          </p:nvPr>
        </p:nvSpPr>
        <p:spPr>
          <a:xfrm>
            <a:off x="3299291" y="3347420"/>
            <a:ext cx="168000" cy="516465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34"/>
          <p:cNvSpPr>
            <a:spLocks noGrp="1"/>
          </p:cNvSpPr>
          <p:nvPr>
            <p:ph type="body" idx="18"/>
          </p:nvPr>
        </p:nvSpPr>
        <p:spPr>
          <a:xfrm>
            <a:off x="4853431" y="3347420"/>
            <a:ext cx="168000" cy="516465"/>
          </a:xfrm>
          <a:prstGeom prst="ellipse">
            <a:avLst/>
          </a:prstGeom>
          <a:solidFill>
            <a:srgbClr val="151A4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34"/>
          <p:cNvSpPr>
            <a:spLocks noGrp="1"/>
          </p:cNvSpPr>
          <p:nvPr>
            <p:ph type="body" idx="19"/>
          </p:nvPr>
        </p:nvSpPr>
        <p:spPr>
          <a:xfrm>
            <a:off x="6688979" y="3347420"/>
            <a:ext cx="168000" cy="516465"/>
          </a:xfrm>
          <a:prstGeom prst="ellipse">
            <a:avLst/>
          </a:prstGeom>
          <a:solidFill>
            <a:srgbClr val="154B9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34"/>
          <p:cNvSpPr>
            <a:spLocks noGrp="1"/>
          </p:cNvSpPr>
          <p:nvPr>
            <p:ph type="body" idx="20"/>
          </p:nvPr>
        </p:nvSpPr>
        <p:spPr>
          <a:xfrm>
            <a:off x="8154031" y="3347420"/>
            <a:ext cx="168000" cy="516465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34"/>
          <p:cNvSpPr>
            <a:spLocks noGrp="1"/>
          </p:cNvSpPr>
          <p:nvPr>
            <p:ph type="body" idx="21"/>
          </p:nvPr>
        </p:nvSpPr>
        <p:spPr>
          <a:xfrm>
            <a:off x="10097467" y="3347420"/>
            <a:ext cx="168000" cy="516465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body" idx="22"/>
          </p:nvPr>
        </p:nvSpPr>
        <p:spPr>
          <a:xfrm>
            <a:off x="8154031" y="4572951"/>
            <a:ext cx="11324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700"/>
              <a:buNone/>
              <a:defRPr sz="933" b="0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34"/>
          <p:cNvSpPr txBox="1">
            <a:spLocks noGrp="1"/>
          </p:cNvSpPr>
          <p:nvPr>
            <p:ph type="body" idx="23"/>
          </p:nvPr>
        </p:nvSpPr>
        <p:spPr>
          <a:xfrm>
            <a:off x="2118627" y="3685747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8FC6E2"/>
              </a:buClr>
              <a:buSzPts val="900"/>
              <a:buNone/>
              <a:defRPr sz="1200" cap="none">
                <a:solidFill>
                  <a:srgbClr val="8FC6E2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34"/>
          <p:cNvSpPr txBox="1">
            <a:spLocks noGrp="1"/>
          </p:cNvSpPr>
          <p:nvPr>
            <p:ph type="body" idx="24"/>
          </p:nvPr>
        </p:nvSpPr>
        <p:spPr>
          <a:xfrm>
            <a:off x="3299291" y="3685747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900"/>
              <a:buNone/>
              <a:defRPr sz="1200" cap="none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34"/>
          <p:cNvSpPr txBox="1">
            <a:spLocks noGrp="1"/>
          </p:cNvSpPr>
          <p:nvPr>
            <p:ph type="body" idx="25"/>
          </p:nvPr>
        </p:nvSpPr>
        <p:spPr>
          <a:xfrm>
            <a:off x="4853431" y="3685747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 cap="none">
                <a:solidFill>
                  <a:srgbClr val="151A4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34"/>
          <p:cNvSpPr txBox="1">
            <a:spLocks noGrp="1"/>
          </p:cNvSpPr>
          <p:nvPr>
            <p:ph type="body" idx="26"/>
          </p:nvPr>
        </p:nvSpPr>
        <p:spPr>
          <a:xfrm>
            <a:off x="6688979" y="3685747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154B92"/>
              </a:buClr>
              <a:buSzPts val="900"/>
              <a:buNone/>
              <a:defRPr sz="1200" cap="none">
                <a:solidFill>
                  <a:srgbClr val="154B92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34"/>
          <p:cNvSpPr txBox="1">
            <a:spLocks noGrp="1"/>
          </p:cNvSpPr>
          <p:nvPr>
            <p:ph type="body" idx="27"/>
          </p:nvPr>
        </p:nvSpPr>
        <p:spPr>
          <a:xfrm>
            <a:off x="8154031" y="3685747"/>
            <a:ext cx="113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900"/>
              <a:buNone/>
              <a:defRPr sz="1200" cap="none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34"/>
          <p:cNvSpPr txBox="1">
            <a:spLocks noGrp="1"/>
          </p:cNvSpPr>
          <p:nvPr>
            <p:ph type="body" idx="28"/>
          </p:nvPr>
        </p:nvSpPr>
        <p:spPr>
          <a:xfrm>
            <a:off x="10097467" y="3685747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900"/>
              <a:buNone/>
              <a:defRPr sz="1200" cap="none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34"/>
          <p:cNvSpPr txBox="1">
            <a:spLocks noGrp="1"/>
          </p:cNvSpPr>
          <p:nvPr>
            <p:ph type="body" idx="29"/>
          </p:nvPr>
        </p:nvSpPr>
        <p:spPr>
          <a:xfrm>
            <a:off x="2118627" y="2856096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8FC6E2"/>
              </a:buClr>
              <a:buSzPts val="900"/>
              <a:buNone/>
              <a:defRPr sz="1200" cap="none">
                <a:solidFill>
                  <a:srgbClr val="8FC6E2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34"/>
          <p:cNvSpPr txBox="1">
            <a:spLocks noGrp="1"/>
          </p:cNvSpPr>
          <p:nvPr>
            <p:ph type="body" idx="30"/>
          </p:nvPr>
        </p:nvSpPr>
        <p:spPr>
          <a:xfrm>
            <a:off x="3299291" y="2856096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900"/>
              <a:buNone/>
              <a:defRPr sz="1200" cap="none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body" idx="31"/>
          </p:nvPr>
        </p:nvSpPr>
        <p:spPr>
          <a:xfrm>
            <a:off x="4853431" y="2856096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151A48"/>
              </a:buClr>
              <a:buSzPts val="900"/>
              <a:buNone/>
              <a:defRPr sz="1200" cap="none">
                <a:solidFill>
                  <a:srgbClr val="151A4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body" idx="32"/>
          </p:nvPr>
        </p:nvSpPr>
        <p:spPr>
          <a:xfrm>
            <a:off x="6688979" y="2856096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154B92"/>
              </a:buClr>
              <a:buSzPts val="900"/>
              <a:buNone/>
              <a:defRPr sz="1200" cap="none">
                <a:solidFill>
                  <a:srgbClr val="154B92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body" idx="33"/>
          </p:nvPr>
        </p:nvSpPr>
        <p:spPr>
          <a:xfrm>
            <a:off x="8154031" y="2856096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900"/>
              <a:buNone/>
              <a:defRPr sz="1200" cap="none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body" idx="34"/>
          </p:nvPr>
        </p:nvSpPr>
        <p:spPr>
          <a:xfrm>
            <a:off x="10097467" y="2856096"/>
            <a:ext cx="10224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5B8DB8"/>
              </a:buClr>
              <a:buSzPts val="900"/>
              <a:buNone/>
              <a:defRPr sz="1200" cap="none">
                <a:solidFill>
                  <a:srgbClr val="5B8DB8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35"/>
          </p:nvPr>
        </p:nvSpPr>
        <p:spPr>
          <a:xfrm>
            <a:off x="339001" y="1932629"/>
            <a:ext cx="45496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body" idx="36"/>
          </p:nvPr>
        </p:nvSpPr>
        <p:spPr>
          <a:xfrm>
            <a:off x="8154031" y="1932628"/>
            <a:ext cx="3720400" cy="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_numberlist_white">
  <p:cSld name="28_title_numberlist_white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body" idx="1"/>
          </p:nvPr>
        </p:nvSpPr>
        <p:spPr>
          <a:xfrm>
            <a:off x="320117" y="1351507"/>
            <a:ext cx="18732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body" idx="2"/>
          </p:nvPr>
        </p:nvSpPr>
        <p:spPr>
          <a:xfrm>
            <a:off x="9998869" y="1348891"/>
            <a:ext cx="18732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body" idx="3"/>
          </p:nvPr>
        </p:nvSpPr>
        <p:spPr>
          <a:xfrm>
            <a:off x="2262000" y="1348891"/>
            <a:ext cx="76680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body" idx="4"/>
          </p:nvPr>
        </p:nvSpPr>
        <p:spPr>
          <a:xfrm>
            <a:off x="320117" y="2373615"/>
            <a:ext cx="1873200" cy="936000"/>
          </a:xfrm>
          <a:prstGeom prst="rect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body" idx="5"/>
          </p:nvPr>
        </p:nvSpPr>
        <p:spPr>
          <a:xfrm>
            <a:off x="9998869" y="2370997"/>
            <a:ext cx="1873200" cy="936000"/>
          </a:xfrm>
          <a:prstGeom prst="rect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body" idx="6"/>
          </p:nvPr>
        </p:nvSpPr>
        <p:spPr>
          <a:xfrm>
            <a:off x="2262000" y="2370997"/>
            <a:ext cx="7668000" cy="936000"/>
          </a:xfrm>
          <a:prstGeom prst="rect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body" idx="7"/>
          </p:nvPr>
        </p:nvSpPr>
        <p:spPr>
          <a:xfrm>
            <a:off x="317500" y="3395720"/>
            <a:ext cx="1873200" cy="936000"/>
          </a:xfrm>
          <a:prstGeom prst="rect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9" name="Google Shape;399;p35"/>
          <p:cNvSpPr txBox="1">
            <a:spLocks noGrp="1"/>
          </p:cNvSpPr>
          <p:nvPr>
            <p:ph type="body" idx="8"/>
          </p:nvPr>
        </p:nvSpPr>
        <p:spPr>
          <a:xfrm>
            <a:off x="9996252" y="3393104"/>
            <a:ext cx="1873200" cy="936000"/>
          </a:xfrm>
          <a:prstGeom prst="rect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0" name="Google Shape;400;p35"/>
          <p:cNvSpPr txBox="1">
            <a:spLocks noGrp="1"/>
          </p:cNvSpPr>
          <p:nvPr>
            <p:ph type="body" idx="9"/>
          </p:nvPr>
        </p:nvSpPr>
        <p:spPr>
          <a:xfrm>
            <a:off x="2259384" y="3393104"/>
            <a:ext cx="7668000" cy="936000"/>
          </a:xfrm>
          <a:prstGeom prst="rect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35"/>
          <p:cNvSpPr txBox="1">
            <a:spLocks noGrp="1"/>
          </p:cNvSpPr>
          <p:nvPr>
            <p:ph type="body" idx="13"/>
          </p:nvPr>
        </p:nvSpPr>
        <p:spPr>
          <a:xfrm>
            <a:off x="322733" y="4417828"/>
            <a:ext cx="1873200" cy="936000"/>
          </a:xfrm>
          <a:prstGeom prst="rect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35"/>
          <p:cNvSpPr txBox="1">
            <a:spLocks noGrp="1"/>
          </p:cNvSpPr>
          <p:nvPr>
            <p:ph type="body" idx="14"/>
          </p:nvPr>
        </p:nvSpPr>
        <p:spPr>
          <a:xfrm>
            <a:off x="10001485" y="4415211"/>
            <a:ext cx="1873200" cy="936000"/>
          </a:xfrm>
          <a:prstGeom prst="rect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35"/>
          <p:cNvSpPr txBox="1">
            <a:spLocks noGrp="1"/>
          </p:cNvSpPr>
          <p:nvPr>
            <p:ph type="body" idx="15"/>
          </p:nvPr>
        </p:nvSpPr>
        <p:spPr>
          <a:xfrm>
            <a:off x="2264617" y="4415211"/>
            <a:ext cx="7668000" cy="936000"/>
          </a:xfrm>
          <a:prstGeom prst="rect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35"/>
          <p:cNvSpPr txBox="1">
            <a:spLocks noGrp="1"/>
          </p:cNvSpPr>
          <p:nvPr>
            <p:ph type="body" idx="16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bis_title_numberlist_white">
  <p:cSld name="28bis_title_numberlist_white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6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08" name="Google Shape;408;p36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09" name="Google Shape;409;p36"/>
          <p:cNvSpPr txBox="1">
            <a:spLocks noGrp="1"/>
          </p:cNvSpPr>
          <p:nvPr>
            <p:ph type="body" idx="1"/>
          </p:nvPr>
        </p:nvSpPr>
        <p:spPr>
          <a:xfrm>
            <a:off x="2262000" y="1348891"/>
            <a:ext cx="76680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36"/>
          <p:cNvSpPr txBox="1">
            <a:spLocks noGrp="1"/>
          </p:cNvSpPr>
          <p:nvPr>
            <p:ph type="body" idx="2"/>
          </p:nvPr>
        </p:nvSpPr>
        <p:spPr>
          <a:xfrm>
            <a:off x="320117" y="1351507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36"/>
          <p:cNvSpPr txBox="1">
            <a:spLocks noGrp="1"/>
          </p:cNvSpPr>
          <p:nvPr>
            <p:ph type="body" idx="3"/>
          </p:nvPr>
        </p:nvSpPr>
        <p:spPr>
          <a:xfrm>
            <a:off x="9998869" y="1348891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36"/>
          <p:cNvSpPr txBox="1">
            <a:spLocks noGrp="1"/>
          </p:cNvSpPr>
          <p:nvPr>
            <p:ph type="body" idx="4"/>
          </p:nvPr>
        </p:nvSpPr>
        <p:spPr>
          <a:xfrm>
            <a:off x="2264617" y="2371869"/>
            <a:ext cx="76680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36"/>
          <p:cNvSpPr txBox="1">
            <a:spLocks noGrp="1"/>
          </p:cNvSpPr>
          <p:nvPr>
            <p:ph type="body" idx="5"/>
          </p:nvPr>
        </p:nvSpPr>
        <p:spPr>
          <a:xfrm>
            <a:off x="322733" y="2373615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36"/>
          <p:cNvSpPr txBox="1">
            <a:spLocks noGrp="1"/>
          </p:cNvSpPr>
          <p:nvPr>
            <p:ph type="body" idx="6"/>
          </p:nvPr>
        </p:nvSpPr>
        <p:spPr>
          <a:xfrm>
            <a:off x="10001485" y="2371869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36"/>
          <p:cNvSpPr txBox="1">
            <a:spLocks noGrp="1"/>
          </p:cNvSpPr>
          <p:nvPr>
            <p:ph type="body" idx="7"/>
          </p:nvPr>
        </p:nvSpPr>
        <p:spPr>
          <a:xfrm>
            <a:off x="2259384" y="3394848"/>
            <a:ext cx="76680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36"/>
          <p:cNvSpPr txBox="1">
            <a:spLocks noGrp="1"/>
          </p:cNvSpPr>
          <p:nvPr>
            <p:ph type="body" idx="8"/>
          </p:nvPr>
        </p:nvSpPr>
        <p:spPr>
          <a:xfrm>
            <a:off x="317500" y="3395720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36"/>
          <p:cNvSpPr txBox="1">
            <a:spLocks noGrp="1"/>
          </p:cNvSpPr>
          <p:nvPr>
            <p:ph type="body" idx="9"/>
          </p:nvPr>
        </p:nvSpPr>
        <p:spPr>
          <a:xfrm>
            <a:off x="9996252" y="3394848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8" name="Google Shape;418;p36"/>
          <p:cNvSpPr txBox="1">
            <a:spLocks noGrp="1"/>
          </p:cNvSpPr>
          <p:nvPr>
            <p:ph type="body" idx="13"/>
          </p:nvPr>
        </p:nvSpPr>
        <p:spPr>
          <a:xfrm>
            <a:off x="2259384" y="4417828"/>
            <a:ext cx="76680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3000" tIns="270000" rIns="513000" bIns="270000" anchor="ctr" anchorCtr="0">
            <a:noAutofit/>
          </a:bodyPr>
          <a:lstStyle>
            <a:lvl1pPr marL="609585" lvl="0" indent="-304792" algn="l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9" name="Google Shape;419;p36"/>
          <p:cNvSpPr txBox="1">
            <a:spLocks noGrp="1"/>
          </p:cNvSpPr>
          <p:nvPr>
            <p:ph type="body" idx="14"/>
          </p:nvPr>
        </p:nvSpPr>
        <p:spPr>
          <a:xfrm>
            <a:off x="317500" y="4417828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36"/>
          <p:cNvSpPr txBox="1">
            <a:spLocks noGrp="1"/>
          </p:cNvSpPr>
          <p:nvPr>
            <p:ph type="body" idx="15"/>
          </p:nvPr>
        </p:nvSpPr>
        <p:spPr>
          <a:xfrm>
            <a:off x="9996252" y="4417828"/>
            <a:ext cx="1873200" cy="936000"/>
          </a:xfrm>
          <a:prstGeom prst="rect">
            <a:avLst/>
          </a:prstGeom>
          <a:solidFill>
            <a:srgbClr val="FFFC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1" name="Google Shape;421;p36"/>
          <p:cNvSpPr txBox="1">
            <a:spLocks noGrp="1"/>
          </p:cNvSpPr>
          <p:nvPr>
            <p:ph type="body" idx="16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infographic_number_white">
  <p:cSld name="29_infographic_number_white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37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25" name="Google Shape;425;p37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26" name="Google Shape;426;p37"/>
          <p:cNvSpPr txBox="1">
            <a:spLocks noGrp="1"/>
          </p:cNvSpPr>
          <p:nvPr>
            <p:ph type="body" idx="1"/>
          </p:nvPr>
        </p:nvSpPr>
        <p:spPr>
          <a:xfrm>
            <a:off x="2252133" y="2780093"/>
            <a:ext cx="1862000" cy="2585600"/>
          </a:xfrm>
          <a:prstGeom prst="rect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0" tIns="1620000" rIns="0" bIns="162000" anchor="b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37"/>
          <p:cNvSpPr>
            <a:spLocks noGrp="1"/>
          </p:cNvSpPr>
          <p:nvPr>
            <p:ph type="body" idx="2"/>
          </p:nvPr>
        </p:nvSpPr>
        <p:spPr>
          <a:xfrm>
            <a:off x="2252133" y="1849172"/>
            <a:ext cx="1862000" cy="228569"/>
          </a:xfrm>
          <a:prstGeom prst="ellipse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37"/>
          <p:cNvSpPr>
            <a:spLocks noGrp="1"/>
          </p:cNvSpPr>
          <p:nvPr>
            <p:ph type="body" idx="3"/>
          </p:nvPr>
        </p:nvSpPr>
        <p:spPr>
          <a:xfrm>
            <a:off x="2487667" y="2454343"/>
            <a:ext cx="1391200" cy="652795"/>
          </a:xfrm>
          <a:prstGeom prst="ellipse">
            <a:avLst/>
          </a:prstGeom>
          <a:solidFill>
            <a:srgbClr val="FFFCFA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4"/>
          </p:nvPr>
        </p:nvSpPr>
        <p:spPr>
          <a:xfrm>
            <a:off x="5164931" y="2780093"/>
            <a:ext cx="1862000" cy="2585600"/>
          </a:xfrm>
          <a:prstGeom prst="rect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0" tIns="1620000" rIns="0" bIns="162000" anchor="b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37"/>
          <p:cNvSpPr>
            <a:spLocks noGrp="1"/>
          </p:cNvSpPr>
          <p:nvPr>
            <p:ph type="body" idx="5"/>
          </p:nvPr>
        </p:nvSpPr>
        <p:spPr>
          <a:xfrm>
            <a:off x="5164931" y="1849172"/>
            <a:ext cx="1862000" cy="228569"/>
          </a:xfrm>
          <a:prstGeom prst="ellipse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37"/>
          <p:cNvSpPr>
            <a:spLocks noGrp="1"/>
          </p:cNvSpPr>
          <p:nvPr>
            <p:ph type="body" idx="6"/>
          </p:nvPr>
        </p:nvSpPr>
        <p:spPr>
          <a:xfrm>
            <a:off x="5400464" y="2454343"/>
            <a:ext cx="1391200" cy="652795"/>
          </a:xfrm>
          <a:prstGeom prst="ellipse">
            <a:avLst/>
          </a:prstGeom>
          <a:solidFill>
            <a:srgbClr val="FFFCFA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2" name="Google Shape;432;p37"/>
          <p:cNvSpPr txBox="1">
            <a:spLocks noGrp="1"/>
          </p:cNvSpPr>
          <p:nvPr>
            <p:ph type="body" idx="7"/>
          </p:nvPr>
        </p:nvSpPr>
        <p:spPr>
          <a:xfrm>
            <a:off x="8077728" y="2780093"/>
            <a:ext cx="1862000" cy="2585600"/>
          </a:xfrm>
          <a:prstGeom prst="rect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1620000" rIns="0" bIns="162000" anchor="b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3" name="Google Shape;433;p37"/>
          <p:cNvSpPr>
            <a:spLocks noGrp="1"/>
          </p:cNvSpPr>
          <p:nvPr>
            <p:ph type="body" idx="8"/>
          </p:nvPr>
        </p:nvSpPr>
        <p:spPr>
          <a:xfrm>
            <a:off x="8077728" y="1849172"/>
            <a:ext cx="1862000" cy="228569"/>
          </a:xfrm>
          <a:prstGeom prst="ellipse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4" name="Google Shape;434;p37"/>
          <p:cNvSpPr>
            <a:spLocks noGrp="1"/>
          </p:cNvSpPr>
          <p:nvPr>
            <p:ph type="body" idx="9"/>
          </p:nvPr>
        </p:nvSpPr>
        <p:spPr>
          <a:xfrm>
            <a:off x="8313261" y="2454343"/>
            <a:ext cx="1391200" cy="652795"/>
          </a:xfrm>
          <a:prstGeom prst="ellipse">
            <a:avLst/>
          </a:prstGeom>
          <a:solidFill>
            <a:srgbClr val="FFFCFA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5" name="Google Shape;435;p37"/>
          <p:cNvSpPr txBox="1">
            <a:spLocks noGrp="1"/>
          </p:cNvSpPr>
          <p:nvPr>
            <p:ph type="body" idx="13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bis_infographic_image_white">
  <p:cSld name="29bis_infographic_image_white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38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39" name="Google Shape;439;p38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40" name="Google Shape;440;p38"/>
          <p:cNvSpPr txBox="1">
            <a:spLocks noGrp="1"/>
          </p:cNvSpPr>
          <p:nvPr>
            <p:ph type="body" idx="1"/>
          </p:nvPr>
        </p:nvSpPr>
        <p:spPr>
          <a:xfrm>
            <a:off x="2252133" y="2780093"/>
            <a:ext cx="1862000" cy="2585600"/>
          </a:xfrm>
          <a:prstGeom prst="rect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0" tIns="1620000" rIns="0" bIns="162000" anchor="b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1" name="Google Shape;441;p38"/>
          <p:cNvSpPr>
            <a:spLocks noGrp="1"/>
          </p:cNvSpPr>
          <p:nvPr>
            <p:ph type="body" idx="2"/>
          </p:nvPr>
        </p:nvSpPr>
        <p:spPr>
          <a:xfrm>
            <a:off x="2252133" y="1849172"/>
            <a:ext cx="1862000" cy="228569"/>
          </a:xfrm>
          <a:prstGeom prst="ellipse">
            <a:avLst/>
          </a:prstGeom>
          <a:solidFill>
            <a:srgbClr val="413F4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3F42"/>
              </a:buClr>
              <a:buSzPts val="100"/>
              <a:buNone/>
              <a:defRPr sz="133">
                <a:solidFill>
                  <a:srgbClr val="413F42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38"/>
          <p:cNvSpPr txBox="1">
            <a:spLocks noGrp="1"/>
          </p:cNvSpPr>
          <p:nvPr>
            <p:ph type="body" idx="3"/>
          </p:nvPr>
        </p:nvSpPr>
        <p:spPr>
          <a:xfrm>
            <a:off x="5164931" y="2780093"/>
            <a:ext cx="1862000" cy="2585600"/>
          </a:xfrm>
          <a:prstGeom prst="rect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0" tIns="1620000" rIns="0" bIns="162000" anchor="b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38"/>
          <p:cNvSpPr>
            <a:spLocks noGrp="1"/>
          </p:cNvSpPr>
          <p:nvPr>
            <p:ph type="body" idx="4"/>
          </p:nvPr>
        </p:nvSpPr>
        <p:spPr>
          <a:xfrm>
            <a:off x="5164931" y="1849172"/>
            <a:ext cx="1862000" cy="228569"/>
          </a:xfrm>
          <a:prstGeom prst="ellipse">
            <a:avLst/>
          </a:prstGeom>
          <a:solidFill>
            <a:srgbClr val="6D6D6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6D6F"/>
              </a:buClr>
              <a:buSzPts val="100"/>
              <a:buNone/>
              <a:defRPr sz="133">
                <a:solidFill>
                  <a:srgbClr val="6D6D6F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38"/>
          <p:cNvSpPr txBox="1">
            <a:spLocks noGrp="1"/>
          </p:cNvSpPr>
          <p:nvPr>
            <p:ph type="body" idx="5"/>
          </p:nvPr>
        </p:nvSpPr>
        <p:spPr>
          <a:xfrm>
            <a:off x="8077728" y="2780093"/>
            <a:ext cx="1862000" cy="2585600"/>
          </a:xfrm>
          <a:prstGeom prst="rect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1620000" rIns="0" bIns="162000" anchor="b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38"/>
          <p:cNvSpPr>
            <a:spLocks noGrp="1"/>
          </p:cNvSpPr>
          <p:nvPr>
            <p:ph type="body" idx="6"/>
          </p:nvPr>
        </p:nvSpPr>
        <p:spPr>
          <a:xfrm>
            <a:off x="8077728" y="1849172"/>
            <a:ext cx="1862000" cy="228569"/>
          </a:xfrm>
          <a:prstGeom prst="ellipse">
            <a:avLst/>
          </a:prstGeom>
          <a:solidFill>
            <a:srgbClr val="BCBDB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100"/>
              <a:buNone/>
              <a:defRPr sz="133">
                <a:solidFill>
                  <a:srgbClr val="BCBDBF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38"/>
          <p:cNvSpPr txBox="1">
            <a:spLocks noGrp="1"/>
          </p:cNvSpPr>
          <p:nvPr>
            <p:ph type="body" idx="7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38"/>
          <p:cNvSpPr>
            <a:spLocks noGrp="1"/>
          </p:cNvSpPr>
          <p:nvPr>
            <p:ph type="pic" idx="8"/>
          </p:nvPr>
        </p:nvSpPr>
        <p:spPr>
          <a:xfrm>
            <a:off x="5402581" y="2087253"/>
            <a:ext cx="1389200" cy="138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48" name="Google Shape;448;p38"/>
          <p:cNvSpPr>
            <a:spLocks noGrp="1"/>
          </p:cNvSpPr>
          <p:nvPr>
            <p:ph type="pic" idx="9"/>
          </p:nvPr>
        </p:nvSpPr>
        <p:spPr>
          <a:xfrm>
            <a:off x="2488672" y="2086143"/>
            <a:ext cx="1389200" cy="138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49" name="Google Shape;449;p38"/>
          <p:cNvSpPr>
            <a:spLocks noGrp="1"/>
          </p:cNvSpPr>
          <p:nvPr>
            <p:ph type="pic" idx="13"/>
          </p:nvPr>
        </p:nvSpPr>
        <p:spPr>
          <a:xfrm>
            <a:off x="8314267" y="2086143"/>
            <a:ext cx="1389200" cy="138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process_white">
  <p:cSld name="30_process_white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57780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39"/>
          <p:cNvSpPr txBox="1">
            <a:spLocks noGrp="1"/>
          </p:cNvSpPr>
          <p:nvPr>
            <p:ph type="body" idx="1"/>
          </p:nvPr>
        </p:nvSpPr>
        <p:spPr>
          <a:xfrm>
            <a:off x="3541184" y="1314451"/>
            <a:ext cx="3769600" cy="103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3" name="Google Shape;453;p39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54" name="Google Shape;454;p39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55" name="Google Shape;455;p39"/>
          <p:cNvSpPr txBox="1">
            <a:spLocks noGrp="1"/>
          </p:cNvSpPr>
          <p:nvPr>
            <p:ph type="body" idx="2"/>
          </p:nvPr>
        </p:nvSpPr>
        <p:spPr>
          <a:xfrm>
            <a:off x="6976383" y="1314732"/>
            <a:ext cx="4343600" cy="2207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spcFirstLastPara="1" wrap="square" lIns="0" tIns="810000" rIns="0" bIns="0" anchor="ctr" anchorCtr="0">
            <a:no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39"/>
          <p:cNvSpPr txBox="1">
            <a:spLocks noGrp="1"/>
          </p:cNvSpPr>
          <p:nvPr>
            <p:ph type="body" idx="3"/>
          </p:nvPr>
        </p:nvSpPr>
        <p:spPr>
          <a:xfrm>
            <a:off x="7207595" y="1314451"/>
            <a:ext cx="3145200" cy="103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7" name="Google Shape;457;p39"/>
          <p:cNvSpPr txBox="1">
            <a:spLocks noGrp="1"/>
          </p:cNvSpPr>
          <p:nvPr>
            <p:ph type="body" idx="4"/>
          </p:nvPr>
        </p:nvSpPr>
        <p:spPr>
          <a:xfrm>
            <a:off x="1701800" y="1314451"/>
            <a:ext cx="1694800" cy="103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8" name="Google Shape;458;p39"/>
          <p:cNvSpPr txBox="1">
            <a:spLocks noGrp="1"/>
          </p:cNvSpPr>
          <p:nvPr>
            <p:ph type="body" idx="5"/>
          </p:nvPr>
        </p:nvSpPr>
        <p:spPr>
          <a:xfrm>
            <a:off x="3552456" y="2475260"/>
            <a:ext cx="3578400" cy="1046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39"/>
          <p:cNvSpPr txBox="1">
            <a:spLocks noGrp="1"/>
          </p:cNvSpPr>
          <p:nvPr>
            <p:ph type="body" idx="6"/>
          </p:nvPr>
        </p:nvSpPr>
        <p:spPr>
          <a:xfrm>
            <a:off x="1701800" y="2475260"/>
            <a:ext cx="1694800" cy="1058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39"/>
          <p:cNvSpPr>
            <a:spLocks noGrp="1"/>
          </p:cNvSpPr>
          <p:nvPr>
            <p:ph type="body" idx="7"/>
          </p:nvPr>
        </p:nvSpPr>
        <p:spPr>
          <a:xfrm>
            <a:off x="785813" y="1798639"/>
            <a:ext cx="409600" cy="107600"/>
          </a:xfrm>
          <a:prstGeom prst="rightArrow">
            <a:avLst>
              <a:gd name="adj1" fmla="val 16104"/>
              <a:gd name="adj2" fmla="val 96015"/>
            </a:avLst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1" name="Google Shape;461;p39"/>
          <p:cNvSpPr>
            <a:spLocks noGrp="1"/>
          </p:cNvSpPr>
          <p:nvPr>
            <p:ph type="body" idx="8"/>
          </p:nvPr>
        </p:nvSpPr>
        <p:spPr>
          <a:xfrm flipH="1">
            <a:off x="785787" y="2950657"/>
            <a:ext cx="409600" cy="107600"/>
          </a:xfrm>
          <a:prstGeom prst="rightArrow">
            <a:avLst>
              <a:gd name="adj1" fmla="val 16104"/>
              <a:gd name="adj2" fmla="val 96015"/>
            </a:avLst>
          </a:prstGeom>
          <a:solidFill>
            <a:srgbClr val="161616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  <a:defRPr sz="133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None/>
              <a:defRPr sz="133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2" name="Google Shape;462;p39"/>
          <p:cNvSpPr txBox="1">
            <a:spLocks noGrp="1"/>
          </p:cNvSpPr>
          <p:nvPr>
            <p:ph type="body" idx="9"/>
          </p:nvPr>
        </p:nvSpPr>
        <p:spPr>
          <a:xfrm>
            <a:off x="317500" y="4427091"/>
            <a:ext cx="28348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270000" rIns="0" bIns="0" anchor="t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p39"/>
          <p:cNvSpPr txBox="1">
            <a:spLocks noGrp="1"/>
          </p:cNvSpPr>
          <p:nvPr>
            <p:ph type="body" idx="13"/>
          </p:nvPr>
        </p:nvSpPr>
        <p:spPr>
          <a:xfrm>
            <a:off x="3236489" y="4427091"/>
            <a:ext cx="28348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270000" rIns="0" bIns="0" anchor="t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4" name="Google Shape;464;p39"/>
          <p:cNvSpPr txBox="1">
            <a:spLocks noGrp="1"/>
          </p:cNvSpPr>
          <p:nvPr>
            <p:ph type="body" idx="14"/>
          </p:nvPr>
        </p:nvSpPr>
        <p:spPr>
          <a:xfrm>
            <a:off x="6120739" y="4427091"/>
            <a:ext cx="28348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270000" rIns="0" bIns="0" anchor="t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5" name="Google Shape;465;p39"/>
          <p:cNvSpPr txBox="1">
            <a:spLocks noGrp="1"/>
          </p:cNvSpPr>
          <p:nvPr>
            <p:ph type="body" idx="15"/>
          </p:nvPr>
        </p:nvSpPr>
        <p:spPr>
          <a:xfrm>
            <a:off x="9039728" y="4427091"/>
            <a:ext cx="2834800" cy="9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270000" rIns="0" bIns="0" anchor="t" anchorCtr="0">
            <a:noAutofit/>
          </a:bodyPr>
          <a:lstStyle>
            <a:lvl1pPr marL="609585" lvl="0" indent="-304792" algn="ctr">
              <a:lnSpc>
                <a:spcPct val="107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39"/>
          <p:cNvSpPr txBox="1">
            <a:spLocks noGrp="1"/>
          </p:cNvSpPr>
          <p:nvPr>
            <p:ph type="body" idx="16"/>
          </p:nvPr>
        </p:nvSpPr>
        <p:spPr>
          <a:xfrm>
            <a:off x="7121759" y="407331"/>
            <a:ext cx="4752800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r">
              <a:lnSpc>
                <a:spcPct val="105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/>
            </a:lvl1pPr>
            <a:lvl2pPr marL="1219170" lvl="1" indent="-304792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marL="1828754" lvl="2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mapww_middle_east_withe">
  <p:cSld name="31_mapww_middle_east_withe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40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70" name="Google Shape;470;p40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grpSp>
        <p:nvGrpSpPr>
          <p:cNvPr id="471" name="Google Shape;471;p40"/>
          <p:cNvGrpSpPr/>
          <p:nvPr/>
        </p:nvGrpSpPr>
        <p:grpSpPr>
          <a:xfrm>
            <a:off x="1981934" y="1396081"/>
            <a:ext cx="8228759" cy="4367368"/>
            <a:chOff x="184150" y="1265239"/>
            <a:chExt cx="8545512" cy="4535483"/>
          </a:xfrm>
        </p:grpSpPr>
        <p:sp>
          <p:nvSpPr>
            <p:cNvPr id="472" name="Google Shape;472;p40"/>
            <p:cNvSpPr/>
            <p:nvPr/>
          </p:nvSpPr>
          <p:spPr>
            <a:xfrm>
              <a:off x="4757739" y="4538664"/>
              <a:ext cx="171449" cy="198438"/>
            </a:xfrm>
            <a:custGeom>
              <a:avLst/>
              <a:gdLst/>
              <a:ahLst/>
              <a:cxnLst/>
              <a:rect l="l" t="t" r="r" b="b"/>
              <a:pathLst>
                <a:path w="64" h="74" extrusionOk="0">
                  <a:moveTo>
                    <a:pt x="63" y="12"/>
                  </a:moveTo>
                  <a:cubicBezTo>
                    <a:pt x="45" y="6"/>
                    <a:pt x="45" y="6"/>
                    <a:pt x="45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8"/>
                    <a:pt x="7" y="32"/>
                    <a:pt x="11" y="36"/>
                  </a:cubicBezTo>
                  <a:cubicBezTo>
                    <a:pt x="16" y="40"/>
                    <a:pt x="21" y="44"/>
                    <a:pt x="26" y="48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7" y="64"/>
                    <a:pt x="60" y="55"/>
                    <a:pt x="64" y="45"/>
                  </a:cubicBezTo>
                  <a:lnTo>
                    <a:pt x="63" y="1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4687889" y="4313239"/>
              <a:ext cx="255587" cy="279401"/>
            </a:xfrm>
            <a:custGeom>
              <a:avLst/>
              <a:gdLst/>
              <a:ahLst/>
              <a:cxnLst/>
              <a:rect l="l" t="t" r="r" b="b"/>
              <a:pathLst>
                <a:path w="95" h="104" extrusionOk="0">
                  <a:moveTo>
                    <a:pt x="87" y="56"/>
                  </a:moveTo>
                  <a:cubicBezTo>
                    <a:pt x="95" y="18"/>
                    <a:pt x="95" y="18"/>
                    <a:pt x="95" y="18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5" y="11"/>
                    <a:pt x="84" y="11"/>
                    <a:pt x="83" y="10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8" y="11"/>
                    <a:pt x="78" y="9"/>
                    <a:pt x="78" y="8"/>
                  </a:cubicBezTo>
                  <a:cubicBezTo>
                    <a:pt x="77" y="6"/>
                    <a:pt x="77" y="5"/>
                    <a:pt x="76" y="3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56" y="55"/>
                    <a:pt x="51" y="52"/>
                    <a:pt x="45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4" y="44"/>
                    <a:pt x="28" y="40"/>
                    <a:pt x="23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12" y="104"/>
                    <a:pt x="18" y="104"/>
                    <a:pt x="23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3"/>
                    <a:pt x="29" y="103"/>
                    <a:pt x="31" y="103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70" y="84"/>
                    <a:pt x="70" y="84"/>
                    <a:pt x="70" y="84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89" y="66"/>
                    <a:pt x="89" y="66"/>
                    <a:pt x="89" y="66"/>
                  </a:cubicBezTo>
                  <a:lnTo>
                    <a:pt x="87" y="56"/>
                  </a:lnTo>
                  <a:close/>
                  <a:moveTo>
                    <a:pt x="62" y="10"/>
                  </a:moveTo>
                  <a:cubicBezTo>
                    <a:pt x="59" y="15"/>
                    <a:pt x="59" y="15"/>
                    <a:pt x="59" y="15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3" y="6"/>
                    <a:pt x="63" y="6"/>
                    <a:pt x="63" y="6"/>
                  </a:cubicBezTo>
                  <a:lnTo>
                    <a:pt x="62" y="1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4343401" y="2965450"/>
              <a:ext cx="104775" cy="206376"/>
            </a:xfrm>
            <a:custGeom>
              <a:avLst/>
              <a:gdLst/>
              <a:ahLst/>
              <a:cxnLst/>
              <a:rect l="l" t="t" r="r" b="b"/>
              <a:pathLst>
                <a:path w="39" h="77" extrusionOk="0">
                  <a:moveTo>
                    <a:pt x="11" y="5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39"/>
                    <a:pt x="26" y="36"/>
                    <a:pt x="27" y="32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11" y="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4171951" y="3773488"/>
              <a:ext cx="33337" cy="142875"/>
            </a:xfrm>
            <a:custGeom>
              <a:avLst/>
              <a:gdLst/>
              <a:ahLst/>
              <a:cxnLst/>
              <a:rect l="l" t="t" r="r" b="b"/>
              <a:pathLst>
                <a:path w="12" h="53" extrusionOk="0">
                  <a:moveTo>
                    <a:pt x="1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6"/>
                    <a:pt x="1" y="8"/>
                  </a:cubicBezTo>
                  <a:cubicBezTo>
                    <a:pt x="1" y="11"/>
                    <a:pt x="2" y="14"/>
                    <a:pt x="3" y="17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10" y="53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9" y="6"/>
                    <a:pt x="9" y="6"/>
                    <a:pt x="9" y="6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4486276" y="3392488"/>
              <a:ext cx="239712" cy="466726"/>
            </a:xfrm>
            <a:custGeom>
              <a:avLst/>
              <a:gdLst/>
              <a:ahLst/>
              <a:cxnLst/>
              <a:rect l="l" t="t" r="r" b="b"/>
              <a:pathLst>
                <a:path w="89" h="174" extrusionOk="0">
                  <a:moveTo>
                    <a:pt x="8" y="25"/>
                  </a:moveTo>
                  <a:cubicBezTo>
                    <a:pt x="9" y="29"/>
                    <a:pt x="10" y="32"/>
                    <a:pt x="11" y="3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91"/>
                    <a:pt x="5" y="94"/>
                    <a:pt x="5" y="97"/>
                  </a:cubicBezTo>
                  <a:cubicBezTo>
                    <a:pt x="3" y="103"/>
                    <a:pt x="1" y="108"/>
                    <a:pt x="0" y="114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13" y="128"/>
                    <a:pt x="13" y="128"/>
                    <a:pt x="13" y="128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7" y="156"/>
                    <a:pt x="9" y="159"/>
                    <a:pt x="11" y="163"/>
                  </a:cubicBezTo>
                  <a:cubicBezTo>
                    <a:pt x="13" y="166"/>
                    <a:pt x="14" y="169"/>
                    <a:pt x="15" y="172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6" y="171"/>
                    <a:pt x="38" y="169"/>
                    <a:pt x="40" y="169"/>
                  </a:cubicBezTo>
                  <a:cubicBezTo>
                    <a:pt x="47" y="166"/>
                    <a:pt x="54" y="164"/>
                    <a:pt x="61" y="16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3" y="144"/>
                    <a:pt x="70" y="140"/>
                    <a:pt x="67" y="136"/>
                  </a:cubicBezTo>
                  <a:cubicBezTo>
                    <a:pt x="66" y="134"/>
                    <a:pt x="66" y="134"/>
                    <a:pt x="66" y="134"/>
                  </a:cubicBezTo>
                  <a:cubicBezTo>
                    <a:pt x="67" y="129"/>
                    <a:pt x="69" y="126"/>
                    <a:pt x="71" y="122"/>
                  </a:cubicBezTo>
                  <a:cubicBezTo>
                    <a:pt x="72" y="119"/>
                    <a:pt x="72" y="116"/>
                    <a:pt x="72" y="114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3" y="95"/>
                    <a:pt x="76" y="88"/>
                    <a:pt x="78" y="82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9"/>
                    <a:pt x="8" y="2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4486276" y="3392488"/>
              <a:ext cx="239712" cy="466726"/>
            </a:xfrm>
            <a:custGeom>
              <a:avLst/>
              <a:gdLst/>
              <a:ahLst/>
              <a:cxnLst/>
              <a:rect l="l" t="t" r="r" b="b"/>
              <a:pathLst>
                <a:path w="89" h="174" extrusionOk="0">
                  <a:moveTo>
                    <a:pt x="8" y="25"/>
                  </a:moveTo>
                  <a:cubicBezTo>
                    <a:pt x="9" y="29"/>
                    <a:pt x="10" y="32"/>
                    <a:pt x="11" y="3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91"/>
                    <a:pt x="5" y="94"/>
                    <a:pt x="5" y="97"/>
                  </a:cubicBezTo>
                  <a:cubicBezTo>
                    <a:pt x="3" y="103"/>
                    <a:pt x="1" y="108"/>
                    <a:pt x="0" y="114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13" y="128"/>
                    <a:pt x="13" y="128"/>
                    <a:pt x="13" y="128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7" y="156"/>
                    <a:pt x="9" y="159"/>
                    <a:pt x="11" y="163"/>
                  </a:cubicBezTo>
                  <a:cubicBezTo>
                    <a:pt x="13" y="166"/>
                    <a:pt x="14" y="169"/>
                    <a:pt x="15" y="172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6" y="171"/>
                    <a:pt x="38" y="169"/>
                    <a:pt x="40" y="169"/>
                  </a:cubicBezTo>
                  <a:cubicBezTo>
                    <a:pt x="47" y="166"/>
                    <a:pt x="54" y="164"/>
                    <a:pt x="61" y="16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3" y="144"/>
                    <a:pt x="70" y="140"/>
                    <a:pt x="67" y="136"/>
                  </a:cubicBezTo>
                  <a:cubicBezTo>
                    <a:pt x="66" y="134"/>
                    <a:pt x="66" y="134"/>
                    <a:pt x="66" y="134"/>
                  </a:cubicBezTo>
                  <a:cubicBezTo>
                    <a:pt x="67" y="129"/>
                    <a:pt x="69" y="126"/>
                    <a:pt x="71" y="122"/>
                  </a:cubicBezTo>
                  <a:cubicBezTo>
                    <a:pt x="72" y="119"/>
                    <a:pt x="72" y="116"/>
                    <a:pt x="72" y="114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3" y="95"/>
                    <a:pt x="76" y="88"/>
                    <a:pt x="78" y="82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9"/>
                    <a:pt x="8" y="2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4873627" y="4117976"/>
              <a:ext cx="257175" cy="303213"/>
            </a:xfrm>
            <a:custGeom>
              <a:avLst/>
              <a:gdLst/>
              <a:ahLst/>
              <a:cxnLst/>
              <a:rect l="l" t="t" r="r" b="b"/>
              <a:pathLst>
                <a:path w="96" h="113" extrusionOk="0">
                  <a:moveTo>
                    <a:pt x="41" y="1"/>
                  </a:moveTo>
                  <a:cubicBezTo>
                    <a:pt x="40" y="6"/>
                    <a:pt x="40" y="6"/>
                    <a:pt x="40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6" y="15"/>
                    <a:pt x="33" y="15"/>
                    <a:pt x="3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4"/>
                    <a:pt x="20" y="12"/>
                    <a:pt x="20" y="11"/>
                  </a:cubicBezTo>
                  <a:cubicBezTo>
                    <a:pt x="20" y="8"/>
                    <a:pt x="20" y="5"/>
                    <a:pt x="20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8"/>
                    <a:pt x="6" y="12"/>
                    <a:pt x="7" y="17"/>
                  </a:cubicBezTo>
                  <a:cubicBezTo>
                    <a:pt x="8" y="22"/>
                    <a:pt x="9" y="26"/>
                    <a:pt x="11" y="31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54"/>
                    <a:pt x="3" y="56"/>
                    <a:pt x="5" y="60"/>
                  </a:cubicBezTo>
                  <a:cubicBezTo>
                    <a:pt x="8" y="67"/>
                    <a:pt x="11" y="74"/>
                    <a:pt x="14" y="81"/>
                  </a:cubicBezTo>
                  <a:cubicBezTo>
                    <a:pt x="14" y="81"/>
                    <a:pt x="14" y="82"/>
                    <a:pt x="14" y="83"/>
                  </a:cubicBezTo>
                  <a:cubicBezTo>
                    <a:pt x="15" y="84"/>
                    <a:pt x="16" y="84"/>
                    <a:pt x="17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21" y="88"/>
                    <a:pt x="24" y="89"/>
                    <a:pt x="26" y="90"/>
                  </a:cubicBezTo>
                  <a:cubicBezTo>
                    <a:pt x="28" y="91"/>
                    <a:pt x="29" y="92"/>
                    <a:pt x="32" y="93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2" y="93"/>
                    <a:pt x="33" y="93"/>
                    <a:pt x="33" y="94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8" y="91"/>
                    <a:pt x="39" y="94"/>
                    <a:pt x="39" y="97"/>
                  </a:cubicBezTo>
                  <a:cubicBezTo>
                    <a:pt x="40" y="100"/>
                    <a:pt x="41" y="103"/>
                    <a:pt x="41" y="106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6" y="80"/>
                    <a:pt x="86" y="74"/>
                    <a:pt x="86" y="69"/>
                  </a:cubicBezTo>
                  <a:cubicBezTo>
                    <a:pt x="86" y="66"/>
                    <a:pt x="86" y="64"/>
                    <a:pt x="85" y="62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4"/>
                    <a:pt x="87" y="53"/>
                    <a:pt x="86" y="52"/>
                  </a:cubicBezTo>
                  <a:cubicBezTo>
                    <a:pt x="85" y="50"/>
                    <a:pt x="84" y="48"/>
                    <a:pt x="82" y="47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69" y="28"/>
                    <a:pt x="69" y="28"/>
                    <a:pt x="69" y="28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4883152" y="4826001"/>
              <a:ext cx="44450" cy="60324"/>
            </a:xfrm>
            <a:custGeom>
              <a:avLst/>
              <a:gdLst/>
              <a:ahLst/>
              <a:cxnLst/>
              <a:rect l="l" t="t" r="r" b="b"/>
              <a:pathLst>
                <a:path w="28" h="38" extrusionOk="0">
                  <a:moveTo>
                    <a:pt x="22" y="38"/>
                  </a:moveTo>
                  <a:lnTo>
                    <a:pt x="9" y="3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22" y="4"/>
                  </a:lnTo>
                  <a:lnTo>
                    <a:pt x="28" y="26"/>
                  </a:lnTo>
                  <a:lnTo>
                    <a:pt x="22" y="3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4706937" y="3736976"/>
              <a:ext cx="287337" cy="241301"/>
            </a:xfrm>
            <a:custGeom>
              <a:avLst/>
              <a:gdLst/>
              <a:ahLst/>
              <a:cxnLst/>
              <a:rect l="l" t="t" r="r" b="b"/>
              <a:pathLst>
                <a:path w="181" h="152" extrusionOk="0">
                  <a:moveTo>
                    <a:pt x="0" y="57"/>
                  </a:moveTo>
                  <a:lnTo>
                    <a:pt x="30" y="45"/>
                  </a:lnTo>
                  <a:lnTo>
                    <a:pt x="35" y="35"/>
                  </a:lnTo>
                  <a:lnTo>
                    <a:pt x="47" y="35"/>
                  </a:lnTo>
                  <a:lnTo>
                    <a:pt x="57" y="50"/>
                  </a:lnTo>
                  <a:lnTo>
                    <a:pt x="78" y="50"/>
                  </a:lnTo>
                  <a:lnTo>
                    <a:pt x="93" y="54"/>
                  </a:lnTo>
                  <a:lnTo>
                    <a:pt x="105" y="40"/>
                  </a:lnTo>
                  <a:lnTo>
                    <a:pt x="113" y="35"/>
                  </a:lnTo>
                  <a:lnTo>
                    <a:pt x="125" y="45"/>
                  </a:lnTo>
                  <a:lnTo>
                    <a:pt x="132" y="45"/>
                  </a:lnTo>
                  <a:lnTo>
                    <a:pt x="144" y="23"/>
                  </a:lnTo>
                  <a:lnTo>
                    <a:pt x="144" y="5"/>
                  </a:lnTo>
                  <a:lnTo>
                    <a:pt x="159" y="0"/>
                  </a:lnTo>
                  <a:lnTo>
                    <a:pt x="159" y="27"/>
                  </a:lnTo>
                  <a:lnTo>
                    <a:pt x="174" y="40"/>
                  </a:lnTo>
                  <a:lnTo>
                    <a:pt x="169" y="62"/>
                  </a:lnTo>
                  <a:lnTo>
                    <a:pt x="159" y="77"/>
                  </a:lnTo>
                  <a:lnTo>
                    <a:pt x="167" y="82"/>
                  </a:lnTo>
                  <a:lnTo>
                    <a:pt x="176" y="116"/>
                  </a:lnTo>
                  <a:lnTo>
                    <a:pt x="181" y="123"/>
                  </a:lnTo>
                  <a:lnTo>
                    <a:pt x="181" y="135"/>
                  </a:lnTo>
                  <a:lnTo>
                    <a:pt x="164" y="137"/>
                  </a:lnTo>
                  <a:lnTo>
                    <a:pt x="159" y="143"/>
                  </a:lnTo>
                  <a:lnTo>
                    <a:pt x="133" y="150"/>
                  </a:lnTo>
                  <a:lnTo>
                    <a:pt x="123" y="143"/>
                  </a:lnTo>
                  <a:lnTo>
                    <a:pt x="113" y="152"/>
                  </a:lnTo>
                  <a:lnTo>
                    <a:pt x="93" y="140"/>
                  </a:lnTo>
                  <a:lnTo>
                    <a:pt x="81" y="143"/>
                  </a:lnTo>
                  <a:lnTo>
                    <a:pt x="51" y="123"/>
                  </a:lnTo>
                  <a:lnTo>
                    <a:pt x="17" y="76"/>
                  </a:lnTo>
                  <a:lnTo>
                    <a:pt x="7" y="71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4664077" y="3414714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154" h="154" extrusionOk="0">
                  <a:moveTo>
                    <a:pt x="123" y="5"/>
                  </a:moveTo>
                  <a:cubicBezTo>
                    <a:pt x="120" y="7"/>
                    <a:pt x="120" y="7"/>
                    <a:pt x="120" y="7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3" y="44"/>
                    <a:pt x="23" y="45"/>
                    <a:pt x="23" y="4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80"/>
                    <a:pt x="7" y="87"/>
                    <a:pt x="5" y="93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12"/>
                    <a:pt x="2" y="119"/>
                    <a:pt x="0" y="126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9"/>
                    <a:pt x="9" y="141"/>
                    <a:pt x="9" y="141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34" y="147"/>
                    <a:pt x="34" y="147"/>
                    <a:pt x="34" y="147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0" y="150"/>
                    <a:pt x="50" y="150"/>
                    <a:pt x="50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90" y="147"/>
                    <a:pt x="90" y="147"/>
                    <a:pt x="90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0" y="136"/>
                    <a:pt x="110" y="136"/>
                    <a:pt x="110" y="136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31"/>
                    <a:pt x="124" y="122"/>
                    <a:pt x="126" y="113"/>
                  </a:cubicBezTo>
                  <a:cubicBezTo>
                    <a:pt x="128" y="105"/>
                    <a:pt x="130" y="97"/>
                    <a:pt x="133" y="89"/>
                  </a:cubicBezTo>
                  <a:cubicBezTo>
                    <a:pt x="142" y="69"/>
                    <a:pt x="142" y="69"/>
                    <a:pt x="142" y="69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0" y="51"/>
                    <a:pt x="147" y="48"/>
                    <a:pt x="143" y="45"/>
                  </a:cubicBezTo>
                  <a:cubicBezTo>
                    <a:pt x="142" y="37"/>
                    <a:pt x="141" y="30"/>
                    <a:pt x="140" y="23"/>
                  </a:cubicBezTo>
                  <a:cubicBezTo>
                    <a:pt x="140" y="20"/>
                    <a:pt x="139" y="18"/>
                    <a:pt x="138" y="16"/>
                  </a:cubicBezTo>
                  <a:cubicBezTo>
                    <a:pt x="135" y="11"/>
                    <a:pt x="131" y="5"/>
                    <a:pt x="127" y="0"/>
                  </a:cubicBezTo>
                  <a:cubicBezTo>
                    <a:pt x="126" y="2"/>
                    <a:pt x="124" y="4"/>
                    <a:pt x="123" y="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4664077" y="3414714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154" h="154" extrusionOk="0">
                  <a:moveTo>
                    <a:pt x="123" y="5"/>
                  </a:moveTo>
                  <a:cubicBezTo>
                    <a:pt x="120" y="7"/>
                    <a:pt x="120" y="7"/>
                    <a:pt x="120" y="7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3" y="44"/>
                    <a:pt x="23" y="45"/>
                    <a:pt x="23" y="4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80"/>
                    <a:pt x="7" y="87"/>
                    <a:pt x="5" y="93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12"/>
                    <a:pt x="2" y="119"/>
                    <a:pt x="0" y="126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9"/>
                    <a:pt x="9" y="141"/>
                    <a:pt x="9" y="141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34" y="147"/>
                    <a:pt x="34" y="147"/>
                    <a:pt x="34" y="147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0" y="150"/>
                    <a:pt x="50" y="150"/>
                    <a:pt x="50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90" y="147"/>
                    <a:pt x="90" y="147"/>
                    <a:pt x="90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0" y="136"/>
                    <a:pt x="110" y="136"/>
                    <a:pt x="110" y="136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31"/>
                    <a:pt x="124" y="122"/>
                    <a:pt x="126" y="113"/>
                  </a:cubicBezTo>
                  <a:cubicBezTo>
                    <a:pt x="128" y="105"/>
                    <a:pt x="130" y="97"/>
                    <a:pt x="133" y="89"/>
                  </a:cubicBezTo>
                  <a:cubicBezTo>
                    <a:pt x="142" y="69"/>
                    <a:pt x="142" y="69"/>
                    <a:pt x="142" y="69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0" y="51"/>
                    <a:pt x="147" y="48"/>
                    <a:pt x="143" y="45"/>
                  </a:cubicBezTo>
                  <a:cubicBezTo>
                    <a:pt x="142" y="37"/>
                    <a:pt x="141" y="30"/>
                    <a:pt x="140" y="23"/>
                  </a:cubicBezTo>
                  <a:cubicBezTo>
                    <a:pt x="140" y="20"/>
                    <a:pt x="139" y="18"/>
                    <a:pt x="138" y="16"/>
                  </a:cubicBezTo>
                  <a:cubicBezTo>
                    <a:pt x="135" y="11"/>
                    <a:pt x="131" y="5"/>
                    <a:pt x="127" y="0"/>
                  </a:cubicBezTo>
                  <a:cubicBezTo>
                    <a:pt x="126" y="2"/>
                    <a:pt x="124" y="4"/>
                    <a:pt x="123" y="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5138738" y="3738564"/>
              <a:ext cx="255587" cy="384175"/>
            </a:xfrm>
            <a:custGeom>
              <a:avLst/>
              <a:gdLst/>
              <a:ahLst/>
              <a:cxnLst/>
              <a:rect l="l" t="t" r="r" b="b"/>
              <a:pathLst>
                <a:path w="95" h="143" extrusionOk="0">
                  <a:moveTo>
                    <a:pt x="87" y="0"/>
                  </a:moveTo>
                  <a:cubicBezTo>
                    <a:pt x="86" y="2"/>
                    <a:pt x="83" y="2"/>
                    <a:pt x="81" y="2"/>
                  </a:cubicBezTo>
                  <a:cubicBezTo>
                    <a:pt x="74" y="4"/>
                    <a:pt x="66" y="5"/>
                    <a:pt x="59" y="5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6" y="21"/>
                    <a:pt x="18" y="23"/>
                    <a:pt x="20" y="26"/>
                  </a:cubicBezTo>
                  <a:cubicBezTo>
                    <a:pt x="28" y="32"/>
                    <a:pt x="36" y="38"/>
                    <a:pt x="44" y="44"/>
                  </a:cubicBezTo>
                  <a:cubicBezTo>
                    <a:pt x="47" y="46"/>
                    <a:pt x="50" y="47"/>
                    <a:pt x="53" y="48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8"/>
                    <a:pt x="14" y="79"/>
                    <a:pt x="13" y="80"/>
                  </a:cubicBezTo>
                  <a:cubicBezTo>
                    <a:pt x="11" y="82"/>
                    <a:pt x="10" y="84"/>
                    <a:pt x="8" y="86"/>
                  </a:cubicBezTo>
                  <a:cubicBezTo>
                    <a:pt x="7" y="88"/>
                    <a:pt x="5" y="91"/>
                    <a:pt x="2" y="94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17" y="132"/>
                    <a:pt x="27" y="121"/>
                    <a:pt x="37" y="109"/>
                  </a:cubicBezTo>
                  <a:cubicBezTo>
                    <a:pt x="46" y="96"/>
                    <a:pt x="55" y="83"/>
                    <a:pt x="64" y="6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2" y="36"/>
                    <a:pt x="83" y="32"/>
                    <a:pt x="85" y="28"/>
                  </a:cubicBezTo>
                  <a:cubicBezTo>
                    <a:pt x="86" y="26"/>
                    <a:pt x="86" y="24"/>
                    <a:pt x="86" y="23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3" y="3"/>
                    <a:pt x="93" y="3"/>
                    <a:pt x="93" y="3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3829050" y="3797300"/>
              <a:ext cx="88901" cy="84138"/>
            </a:xfrm>
            <a:custGeom>
              <a:avLst/>
              <a:gdLst/>
              <a:ahLst/>
              <a:cxnLst/>
              <a:rect l="l" t="t" r="r" b="b"/>
              <a:pathLst>
                <a:path w="33" h="31" extrusionOk="0">
                  <a:moveTo>
                    <a:pt x="33" y="15"/>
                  </a:moveTo>
                  <a:cubicBezTo>
                    <a:pt x="29" y="2"/>
                    <a:pt x="29" y="2"/>
                    <a:pt x="29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3"/>
                    <a:pt x="2" y="14"/>
                    <a:pt x="3" y="15"/>
                  </a:cubicBezTo>
                  <a:cubicBezTo>
                    <a:pt x="5" y="17"/>
                    <a:pt x="6" y="19"/>
                    <a:pt x="7" y="21"/>
                  </a:cubicBezTo>
                  <a:cubicBezTo>
                    <a:pt x="8" y="23"/>
                    <a:pt x="9" y="24"/>
                    <a:pt x="10" y="26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33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3740150" y="3602039"/>
              <a:ext cx="163512" cy="139700"/>
            </a:xfrm>
            <a:custGeom>
              <a:avLst/>
              <a:gdLst/>
              <a:ahLst/>
              <a:cxnLst/>
              <a:rect l="l" t="t" r="r" b="b"/>
              <a:pathLst>
                <a:path w="61" h="52" extrusionOk="0">
                  <a:moveTo>
                    <a:pt x="35" y="2"/>
                  </a:moveTo>
                  <a:cubicBezTo>
                    <a:pt x="33" y="2"/>
                    <a:pt x="33" y="2"/>
                    <a:pt x="33" y="2"/>
                  </a:cubicBezTo>
                  <a:cubicBezTo>
                    <a:pt x="28" y="1"/>
                    <a:pt x="18" y="0"/>
                    <a:pt x="18" y="0"/>
                  </a:cubicBezTo>
                  <a:cubicBezTo>
                    <a:pt x="18" y="0"/>
                    <a:pt x="12" y="1"/>
                    <a:pt x="9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7"/>
                    <a:pt x="5" y="13"/>
                    <a:pt x="3" y="17"/>
                  </a:cubicBezTo>
                  <a:cubicBezTo>
                    <a:pt x="2" y="19"/>
                    <a:pt x="1" y="20"/>
                    <a:pt x="0" y="2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11" y="32"/>
                    <a:pt x="16" y="31"/>
                    <a:pt x="20" y="31"/>
                  </a:cubicBezTo>
                  <a:cubicBezTo>
                    <a:pt x="26" y="30"/>
                    <a:pt x="31" y="30"/>
                    <a:pt x="37" y="3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28" y="39"/>
                    <a:pt x="18" y="41"/>
                    <a:pt x="8" y="4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6" y="51"/>
                    <a:pt x="21" y="49"/>
                    <a:pt x="26" y="47"/>
                  </a:cubicBezTo>
                  <a:cubicBezTo>
                    <a:pt x="30" y="46"/>
                    <a:pt x="35" y="45"/>
                    <a:pt x="40" y="44"/>
                  </a:cubicBezTo>
                  <a:cubicBezTo>
                    <a:pt x="61" y="45"/>
                    <a:pt x="61" y="45"/>
                    <a:pt x="61" y="4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4"/>
                    <a:pt x="56" y="24"/>
                    <a:pt x="56" y="24"/>
                  </a:cubicBezTo>
                  <a:lnTo>
                    <a:pt x="35" y="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4859337" y="4117976"/>
              <a:ext cx="30162" cy="61913"/>
            </a:xfrm>
            <a:custGeom>
              <a:avLst/>
              <a:gdLst/>
              <a:ahLst/>
              <a:cxnLst/>
              <a:rect l="l" t="t" r="r" b="b"/>
              <a:pathLst>
                <a:path w="19" h="39" extrusionOk="0">
                  <a:moveTo>
                    <a:pt x="19" y="1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17" y="29"/>
                  </a:lnTo>
                  <a:lnTo>
                    <a:pt x="19" y="5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4459289" y="3932239"/>
              <a:ext cx="446088" cy="539750"/>
            </a:xfrm>
            <a:custGeom>
              <a:avLst/>
              <a:gdLst/>
              <a:ahLst/>
              <a:cxnLst/>
              <a:rect l="l" t="t" r="r" b="b"/>
              <a:pathLst>
                <a:path w="166" h="201" extrusionOk="0">
                  <a:moveTo>
                    <a:pt x="38" y="77"/>
                  </a:moveTo>
                  <a:cubicBezTo>
                    <a:pt x="36" y="83"/>
                    <a:pt x="27" y="100"/>
                    <a:pt x="27" y="100"/>
                  </a:cubicBezTo>
                  <a:cubicBezTo>
                    <a:pt x="25" y="101"/>
                    <a:pt x="25" y="101"/>
                    <a:pt x="25" y="101"/>
                  </a:cubicBezTo>
                  <a:cubicBezTo>
                    <a:pt x="21" y="103"/>
                    <a:pt x="17" y="105"/>
                    <a:pt x="14" y="107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13" y="125"/>
                    <a:pt x="26" y="123"/>
                    <a:pt x="39" y="121"/>
                  </a:cubicBezTo>
                  <a:cubicBezTo>
                    <a:pt x="46" y="137"/>
                    <a:pt x="46" y="137"/>
                    <a:pt x="46" y="137"/>
                  </a:cubicBezTo>
                  <a:cubicBezTo>
                    <a:pt x="58" y="136"/>
                    <a:pt x="58" y="136"/>
                    <a:pt x="58" y="136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36"/>
                    <a:pt x="87" y="147"/>
                    <a:pt x="90" y="158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3" y="177"/>
                    <a:pt x="93" y="177"/>
                    <a:pt x="93" y="177"/>
                  </a:cubicBezTo>
                  <a:cubicBezTo>
                    <a:pt x="96" y="177"/>
                    <a:pt x="99" y="177"/>
                    <a:pt x="101" y="177"/>
                  </a:cubicBezTo>
                  <a:cubicBezTo>
                    <a:pt x="101" y="177"/>
                    <a:pt x="101" y="177"/>
                    <a:pt x="101" y="177"/>
                  </a:cubicBezTo>
                  <a:cubicBezTo>
                    <a:pt x="106" y="177"/>
                    <a:pt x="106" y="177"/>
                    <a:pt x="106" y="177"/>
                  </a:cubicBezTo>
                  <a:cubicBezTo>
                    <a:pt x="108" y="177"/>
                    <a:pt x="108" y="177"/>
                    <a:pt x="108" y="177"/>
                  </a:cubicBezTo>
                  <a:cubicBezTo>
                    <a:pt x="113" y="182"/>
                    <a:pt x="119" y="186"/>
                    <a:pt x="124" y="191"/>
                  </a:cubicBezTo>
                  <a:cubicBezTo>
                    <a:pt x="130" y="190"/>
                    <a:pt x="130" y="190"/>
                    <a:pt x="130" y="190"/>
                  </a:cubicBezTo>
                  <a:cubicBezTo>
                    <a:pt x="134" y="192"/>
                    <a:pt x="138" y="194"/>
                    <a:pt x="142" y="197"/>
                  </a:cubicBezTo>
                  <a:cubicBezTo>
                    <a:pt x="143" y="198"/>
                    <a:pt x="145" y="200"/>
                    <a:pt x="146" y="201"/>
                  </a:cubicBezTo>
                  <a:cubicBezTo>
                    <a:pt x="153" y="201"/>
                    <a:pt x="153" y="201"/>
                    <a:pt x="153" y="201"/>
                  </a:cubicBezTo>
                  <a:cubicBezTo>
                    <a:pt x="153" y="187"/>
                    <a:pt x="153" y="187"/>
                    <a:pt x="153" y="187"/>
                  </a:cubicBezTo>
                  <a:cubicBezTo>
                    <a:pt x="142" y="188"/>
                    <a:pt x="142" y="188"/>
                    <a:pt x="142" y="188"/>
                  </a:cubicBezTo>
                  <a:cubicBezTo>
                    <a:pt x="136" y="182"/>
                    <a:pt x="136" y="182"/>
                    <a:pt x="136" y="182"/>
                  </a:cubicBezTo>
                  <a:cubicBezTo>
                    <a:pt x="137" y="148"/>
                    <a:pt x="137" y="148"/>
                    <a:pt x="137" y="148"/>
                  </a:cubicBezTo>
                  <a:cubicBezTo>
                    <a:pt x="149" y="142"/>
                    <a:pt x="149" y="142"/>
                    <a:pt x="149" y="142"/>
                  </a:cubicBezTo>
                  <a:cubicBezTo>
                    <a:pt x="161" y="145"/>
                    <a:pt x="161" y="145"/>
                    <a:pt x="161" y="145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5" y="139"/>
                    <a:pt x="155" y="139"/>
                    <a:pt x="155" y="139"/>
                  </a:cubicBezTo>
                  <a:cubicBezTo>
                    <a:pt x="154" y="136"/>
                    <a:pt x="153" y="134"/>
                    <a:pt x="152" y="131"/>
                  </a:cubicBezTo>
                  <a:cubicBezTo>
                    <a:pt x="150" y="128"/>
                    <a:pt x="149" y="124"/>
                    <a:pt x="148" y="121"/>
                  </a:cubicBezTo>
                  <a:cubicBezTo>
                    <a:pt x="148" y="116"/>
                    <a:pt x="148" y="111"/>
                    <a:pt x="148" y="106"/>
                  </a:cubicBezTo>
                  <a:cubicBezTo>
                    <a:pt x="148" y="101"/>
                    <a:pt x="148" y="96"/>
                    <a:pt x="148" y="91"/>
                  </a:cubicBezTo>
                  <a:cubicBezTo>
                    <a:pt x="149" y="91"/>
                    <a:pt x="149" y="91"/>
                    <a:pt x="149" y="91"/>
                  </a:cubicBezTo>
                  <a:cubicBezTo>
                    <a:pt x="149" y="69"/>
                    <a:pt x="149" y="69"/>
                    <a:pt x="149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4"/>
                    <a:pt x="154" y="58"/>
                    <a:pt x="155" y="53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7" y="48"/>
                    <a:pt x="158" y="43"/>
                    <a:pt x="161" y="38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2" y="38"/>
                    <a:pt x="162" y="38"/>
                    <a:pt x="162" y="38"/>
                  </a:cubicBezTo>
                  <a:cubicBezTo>
                    <a:pt x="166" y="31"/>
                    <a:pt x="166" y="31"/>
                    <a:pt x="166" y="31"/>
                  </a:cubicBezTo>
                  <a:cubicBezTo>
                    <a:pt x="160" y="27"/>
                    <a:pt x="160" y="27"/>
                    <a:pt x="160" y="27"/>
                  </a:cubicBezTo>
                  <a:cubicBezTo>
                    <a:pt x="159" y="17"/>
                    <a:pt x="159" y="17"/>
                    <a:pt x="159" y="17"/>
                  </a:cubicBezTo>
                  <a:cubicBezTo>
                    <a:pt x="147" y="10"/>
                    <a:pt x="147" y="10"/>
                    <a:pt x="147" y="10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47" y="60"/>
                    <a:pt x="47" y="60"/>
                    <a:pt x="47" y="60"/>
                  </a:cubicBezTo>
                  <a:cubicBezTo>
                    <a:pt x="47" y="60"/>
                    <a:pt x="41" y="72"/>
                    <a:pt x="38" y="77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4513262" y="3792539"/>
              <a:ext cx="274637" cy="185737"/>
            </a:xfrm>
            <a:custGeom>
              <a:avLst/>
              <a:gdLst/>
              <a:ahLst/>
              <a:cxnLst/>
              <a:rect l="l" t="t" r="r" b="b"/>
              <a:pathLst>
                <a:path w="102" h="69" extrusionOk="0">
                  <a:moveTo>
                    <a:pt x="11" y="25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3" y="40"/>
                    <a:pt x="5" y="45"/>
                    <a:pt x="8" y="50"/>
                  </a:cubicBezTo>
                  <a:cubicBezTo>
                    <a:pt x="10" y="54"/>
                    <a:pt x="12" y="58"/>
                    <a:pt x="14" y="61"/>
                  </a:cubicBezTo>
                  <a:cubicBezTo>
                    <a:pt x="16" y="64"/>
                    <a:pt x="18" y="67"/>
                    <a:pt x="21" y="69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4" y="57"/>
                    <a:pt x="44" y="57"/>
                    <a:pt x="44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4" y="16"/>
                    <a:pt x="73" y="14"/>
                    <a:pt x="72" y="12"/>
                  </a:cubicBezTo>
                  <a:cubicBezTo>
                    <a:pt x="70" y="8"/>
                    <a:pt x="68" y="4"/>
                    <a:pt x="65" y="0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4" y="15"/>
                    <a:pt x="37" y="17"/>
                    <a:pt x="30" y="20"/>
                  </a:cubicBezTo>
                  <a:cubicBezTo>
                    <a:pt x="28" y="20"/>
                    <a:pt x="26" y="22"/>
                    <a:pt x="24" y="23"/>
                  </a:cubicBezTo>
                  <a:lnTo>
                    <a:pt x="11" y="2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4867275" y="3963988"/>
              <a:ext cx="120650" cy="155575"/>
            </a:xfrm>
            <a:custGeom>
              <a:avLst/>
              <a:gdLst/>
              <a:ahLst/>
              <a:cxnLst/>
              <a:rect l="l" t="t" r="r" b="b"/>
              <a:pathLst>
                <a:path w="45" h="58" extrusionOk="0">
                  <a:moveTo>
                    <a:pt x="0" y="57"/>
                  </a:moveTo>
                  <a:cubicBezTo>
                    <a:pt x="1" y="56"/>
                    <a:pt x="1" y="56"/>
                    <a:pt x="1" y="56"/>
                  </a:cubicBezTo>
                  <a:cubicBezTo>
                    <a:pt x="3" y="43"/>
                    <a:pt x="4" y="37"/>
                    <a:pt x="5" y="35"/>
                  </a:cubicBezTo>
                  <a:cubicBezTo>
                    <a:pt x="6" y="32"/>
                    <a:pt x="13" y="21"/>
                    <a:pt x="14" y="19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4237038" y="3684589"/>
              <a:ext cx="257175" cy="274638"/>
            </a:xfrm>
            <a:custGeom>
              <a:avLst/>
              <a:gdLst/>
              <a:ahLst/>
              <a:cxnLst/>
              <a:rect l="l" t="t" r="r" b="b"/>
              <a:pathLst>
                <a:path w="96" h="102" extrusionOk="0">
                  <a:moveTo>
                    <a:pt x="93" y="5"/>
                  </a:moveTo>
                  <a:cubicBezTo>
                    <a:pt x="81" y="7"/>
                    <a:pt x="81" y="7"/>
                    <a:pt x="81" y="7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5" y="10"/>
                    <a:pt x="52" y="10"/>
                    <a:pt x="49" y="11"/>
                  </a:cubicBezTo>
                  <a:cubicBezTo>
                    <a:pt x="46" y="11"/>
                    <a:pt x="43" y="12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4" y="80"/>
                    <a:pt x="7" y="80"/>
                    <a:pt x="10" y="82"/>
                  </a:cubicBezTo>
                  <a:cubicBezTo>
                    <a:pt x="15" y="84"/>
                    <a:pt x="17" y="89"/>
                    <a:pt x="15" y="96"/>
                  </a:cubicBezTo>
                  <a:cubicBezTo>
                    <a:pt x="18" y="101"/>
                    <a:pt x="18" y="101"/>
                    <a:pt x="18" y="101"/>
                  </a:cubicBezTo>
                  <a:cubicBezTo>
                    <a:pt x="23" y="102"/>
                    <a:pt x="23" y="102"/>
                    <a:pt x="23" y="102"/>
                  </a:cubicBezTo>
                  <a:cubicBezTo>
                    <a:pt x="36" y="102"/>
                    <a:pt x="36" y="102"/>
                    <a:pt x="36" y="102"/>
                  </a:cubicBezTo>
                  <a:cubicBezTo>
                    <a:pt x="42" y="100"/>
                    <a:pt x="42" y="100"/>
                    <a:pt x="42" y="100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14"/>
                    <a:pt x="96" y="14"/>
                    <a:pt x="96" y="14"/>
                  </a:cubicBezTo>
                  <a:lnTo>
                    <a:pt x="93" y="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4171951" y="3389315"/>
              <a:ext cx="344487" cy="349250"/>
            </a:xfrm>
            <a:custGeom>
              <a:avLst/>
              <a:gdLst/>
              <a:ahLst/>
              <a:cxnLst/>
              <a:rect l="l" t="t" r="r" b="b"/>
              <a:pathLst>
                <a:path w="128" h="130" extrusionOk="0">
                  <a:moveTo>
                    <a:pt x="128" y="37"/>
                  </a:moveTo>
                  <a:cubicBezTo>
                    <a:pt x="127" y="33"/>
                    <a:pt x="126" y="30"/>
                    <a:pt x="125" y="26"/>
                  </a:cubicBezTo>
                  <a:cubicBezTo>
                    <a:pt x="124" y="20"/>
                    <a:pt x="124" y="14"/>
                    <a:pt x="124" y="7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2" y="39"/>
                    <a:pt x="50" y="40"/>
                    <a:pt x="48" y="42"/>
                  </a:cubicBezTo>
                  <a:cubicBezTo>
                    <a:pt x="45" y="44"/>
                    <a:pt x="41" y="46"/>
                    <a:pt x="37" y="49"/>
                  </a:cubicBezTo>
                  <a:cubicBezTo>
                    <a:pt x="38" y="77"/>
                    <a:pt x="38" y="77"/>
                    <a:pt x="38" y="77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89"/>
                    <a:pt x="30" y="89"/>
                    <a:pt x="30" y="89"/>
                  </a:cubicBezTo>
                  <a:cubicBezTo>
                    <a:pt x="27" y="89"/>
                    <a:pt x="24" y="90"/>
                    <a:pt x="21" y="91"/>
                  </a:cubicBezTo>
                  <a:cubicBezTo>
                    <a:pt x="16" y="92"/>
                    <a:pt x="10" y="92"/>
                    <a:pt x="5" y="94"/>
                  </a:cubicBezTo>
                  <a:cubicBezTo>
                    <a:pt x="4" y="94"/>
                    <a:pt x="3" y="94"/>
                    <a:pt x="2" y="9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9"/>
                    <a:pt x="16" y="129"/>
                    <a:pt x="16" y="129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47" y="110"/>
                    <a:pt x="47" y="110"/>
                    <a:pt x="47" y="110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7" y="122"/>
                    <a:pt x="70" y="121"/>
                    <a:pt x="73" y="121"/>
                  </a:cubicBezTo>
                  <a:cubicBezTo>
                    <a:pt x="76" y="120"/>
                    <a:pt x="79" y="120"/>
                    <a:pt x="82" y="120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9" y="115"/>
                    <a:pt x="89" y="115"/>
                    <a:pt x="89" y="115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5" y="117"/>
                    <a:pt x="105" y="117"/>
                    <a:pt x="105" y="117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8" y="109"/>
                    <a:pt x="120" y="104"/>
                    <a:pt x="122" y="98"/>
                  </a:cubicBezTo>
                  <a:cubicBezTo>
                    <a:pt x="122" y="95"/>
                    <a:pt x="124" y="92"/>
                    <a:pt x="125" y="89"/>
                  </a:cubicBezTo>
                  <a:cubicBezTo>
                    <a:pt x="127" y="47"/>
                    <a:pt x="127" y="47"/>
                    <a:pt x="127" y="47"/>
                  </a:cubicBezTo>
                  <a:lnTo>
                    <a:pt x="128" y="3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4435477" y="4572001"/>
              <a:ext cx="322262" cy="374650"/>
            </a:xfrm>
            <a:custGeom>
              <a:avLst/>
              <a:gdLst/>
              <a:ahLst/>
              <a:cxnLst/>
              <a:rect l="l" t="t" r="r" b="b"/>
              <a:pathLst>
                <a:path w="120" h="140" extrusionOk="0">
                  <a:moveTo>
                    <a:pt x="120" y="8"/>
                  </a:moveTo>
                  <a:cubicBezTo>
                    <a:pt x="119" y="8"/>
                    <a:pt x="118" y="8"/>
                    <a:pt x="117" y="8"/>
                  </a:cubicBezTo>
                  <a:cubicBezTo>
                    <a:pt x="112" y="8"/>
                    <a:pt x="106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7" y="9"/>
                    <a:pt x="95" y="10"/>
                    <a:pt x="93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87" y="12"/>
                    <a:pt x="84" y="14"/>
                    <a:pt x="81" y="1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1" y="3"/>
                    <a:pt x="34" y="2"/>
                    <a:pt x="27" y="2"/>
                  </a:cubicBezTo>
                  <a:cubicBezTo>
                    <a:pt x="24" y="2"/>
                    <a:pt x="21" y="1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1"/>
                    <a:pt x="2" y="13"/>
                  </a:cubicBezTo>
                  <a:cubicBezTo>
                    <a:pt x="3" y="14"/>
                    <a:pt x="3" y="15"/>
                    <a:pt x="4" y="1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9" y="126"/>
                    <a:pt x="39" y="126"/>
                    <a:pt x="39" y="126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7" y="133"/>
                    <a:pt x="47" y="133"/>
                    <a:pt x="47" y="133"/>
                  </a:cubicBezTo>
                  <a:cubicBezTo>
                    <a:pt x="51" y="130"/>
                    <a:pt x="51" y="130"/>
                    <a:pt x="51" y="130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71" y="137"/>
                    <a:pt x="71" y="137"/>
                    <a:pt x="71" y="137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20" y="11"/>
                    <a:pt x="120" y="11"/>
                    <a:pt x="120" y="11"/>
                  </a:cubicBezTo>
                  <a:lnTo>
                    <a:pt x="120" y="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4873627" y="4378326"/>
              <a:ext cx="276226" cy="493713"/>
            </a:xfrm>
            <a:custGeom>
              <a:avLst/>
              <a:gdLst/>
              <a:ahLst/>
              <a:cxnLst/>
              <a:rect l="l" t="t" r="r" b="b"/>
              <a:pathLst>
                <a:path w="103" h="184" extrusionOk="0">
                  <a:moveTo>
                    <a:pt x="49" y="16"/>
                  </a:moveTo>
                  <a:cubicBezTo>
                    <a:pt x="45" y="22"/>
                    <a:pt x="45" y="22"/>
                    <a:pt x="45" y="22"/>
                  </a:cubicBezTo>
                  <a:cubicBezTo>
                    <a:pt x="47" y="29"/>
                    <a:pt x="50" y="37"/>
                    <a:pt x="52" y="43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5"/>
                    <a:pt x="1" y="60"/>
                    <a:pt x="2" y="66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17" y="115"/>
                    <a:pt x="14" y="124"/>
                    <a:pt x="11" y="134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5" y="157"/>
                    <a:pt x="16" y="163"/>
                    <a:pt x="17" y="169"/>
                  </a:cubicBezTo>
                  <a:cubicBezTo>
                    <a:pt x="17" y="172"/>
                    <a:pt x="18" y="176"/>
                    <a:pt x="19" y="178"/>
                  </a:cubicBezTo>
                  <a:cubicBezTo>
                    <a:pt x="20" y="182"/>
                    <a:pt x="20" y="182"/>
                    <a:pt x="20" y="182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2" y="179"/>
                    <a:pt x="34" y="173"/>
                    <a:pt x="35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3"/>
                    <a:pt x="32" y="163"/>
                    <a:pt x="32" y="163"/>
                  </a:cubicBezTo>
                  <a:cubicBezTo>
                    <a:pt x="39" y="156"/>
                    <a:pt x="45" y="149"/>
                    <a:pt x="50" y="140"/>
                  </a:cubicBezTo>
                  <a:cubicBezTo>
                    <a:pt x="52" y="136"/>
                    <a:pt x="54" y="132"/>
                    <a:pt x="54" y="127"/>
                  </a:cubicBezTo>
                  <a:cubicBezTo>
                    <a:pt x="52" y="125"/>
                    <a:pt x="52" y="125"/>
                    <a:pt x="52" y="125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50" y="123"/>
                    <a:pt x="50" y="119"/>
                    <a:pt x="49" y="115"/>
                  </a:cubicBezTo>
                  <a:cubicBezTo>
                    <a:pt x="47" y="113"/>
                    <a:pt x="45" y="110"/>
                    <a:pt x="44" y="108"/>
                  </a:cubicBezTo>
                  <a:cubicBezTo>
                    <a:pt x="46" y="103"/>
                    <a:pt x="46" y="103"/>
                    <a:pt x="46" y="103"/>
                  </a:cubicBezTo>
                  <a:cubicBezTo>
                    <a:pt x="63" y="95"/>
                    <a:pt x="63" y="95"/>
                    <a:pt x="63" y="95"/>
                  </a:cubicBezTo>
                  <a:cubicBezTo>
                    <a:pt x="69" y="89"/>
                    <a:pt x="75" y="83"/>
                    <a:pt x="81" y="76"/>
                  </a:cubicBezTo>
                  <a:cubicBezTo>
                    <a:pt x="87" y="70"/>
                    <a:pt x="93" y="63"/>
                    <a:pt x="96" y="55"/>
                  </a:cubicBezTo>
                  <a:cubicBezTo>
                    <a:pt x="99" y="50"/>
                    <a:pt x="101" y="45"/>
                    <a:pt x="103" y="39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26"/>
                    <a:pt x="98" y="16"/>
                    <a:pt x="97" y="8"/>
                  </a:cubicBezTo>
                  <a:cubicBezTo>
                    <a:pt x="97" y="5"/>
                    <a:pt x="96" y="3"/>
                    <a:pt x="96" y="0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9" y="1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3743326" y="3276601"/>
              <a:ext cx="312737" cy="390525"/>
            </a:xfrm>
            <a:custGeom>
              <a:avLst/>
              <a:gdLst/>
              <a:ahLst/>
              <a:cxnLst/>
              <a:rect l="l" t="t" r="r" b="b"/>
              <a:pathLst>
                <a:path w="117" h="145" extrusionOk="0">
                  <a:moveTo>
                    <a:pt x="82" y="0"/>
                  </a:moveTo>
                  <a:cubicBezTo>
                    <a:pt x="82" y="12"/>
                    <a:pt x="82" y="12"/>
                    <a:pt x="82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49" y="46"/>
                    <a:pt x="49" y="46"/>
                    <a:pt x="49" y="46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3" y="78"/>
                    <a:pt x="3" y="78"/>
                    <a:pt x="3" y="78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11" y="88"/>
                    <a:pt x="11" y="88"/>
                    <a:pt x="11" y="88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15" y="98"/>
                    <a:pt x="16" y="106"/>
                    <a:pt x="9" y="119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8" y="123"/>
                    <a:pt x="8" y="123"/>
                    <a:pt x="8" y="123"/>
                  </a:cubicBezTo>
                  <a:cubicBezTo>
                    <a:pt x="17" y="121"/>
                    <a:pt x="17" y="121"/>
                    <a:pt x="17" y="121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55" y="145"/>
                    <a:pt x="55" y="145"/>
                    <a:pt x="55" y="145"/>
                  </a:cubicBezTo>
                  <a:cubicBezTo>
                    <a:pt x="60" y="141"/>
                    <a:pt x="60" y="141"/>
                    <a:pt x="60" y="141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1" y="128"/>
                    <a:pt x="61" y="128"/>
                    <a:pt x="61" y="128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102" y="128"/>
                    <a:pt x="102" y="128"/>
                    <a:pt x="102" y="128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3890964" y="3357563"/>
              <a:ext cx="384175" cy="414337"/>
            </a:xfrm>
            <a:custGeom>
              <a:avLst/>
              <a:gdLst/>
              <a:ahLst/>
              <a:cxnLst/>
              <a:rect l="l" t="t" r="r" b="b"/>
              <a:pathLst>
                <a:path w="143" h="154" extrusionOk="0">
                  <a:moveTo>
                    <a:pt x="62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3" y="102"/>
                    <a:pt x="13" y="102"/>
                    <a:pt x="13" y="102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8" y="96"/>
                    <a:pt x="7" y="97"/>
                    <a:pt x="7" y="99"/>
                  </a:cubicBezTo>
                  <a:cubicBezTo>
                    <a:pt x="6" y="102"/>
                    <a:pt x="5" y="106"/>
                    <a:pt x="5" y="110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25" y="142"/>
                    <a:pt x="25" y="142"/>
                    <a:pt x="25" y="142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8" y="149"/>
                    <a:pt x="49" y="146"/>
                    <a:pt x="51" y="144"/>
                  </a:cubicBezTo>
                  <a:cubicBezTo>
                    <a:pt x="55" y="136"/>
                    <a:pt x="59" y="129"/>
                    <a:pt x="65" y="122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100" y="104"/>
                    <a:pt x="100" y="104"/>
                    <a:pt x="100" y="104"/>
                  </a:cubicBezTo>
                  <a:cubicBezTo>
                    <a:pt x="102" y="105"/>
                    <a:pt x="105" y="105"/>
                    <a:pt x="107" y="106"/>
                  </a:cubicBezTo>
                  <a:cubicBezTo>
                    <a:pt x="110" y="106"/>
                    <a:pt x="110" y="106"/>
                    <a:pt x="110" y="106"/>
                  </a:cubicBezTo>
                  <a:cubicBezTo>
                    <a:pt x="115" y="104"/>
                    <a:pt x="121" y="104"/>
                    <a:pt x="126" y="103"/>
                  </a:cubicBezTo>
                  <a:cubicBezTo>
                    <a:pt x="129" y="102"/>
                    <a:pt x="132" y="101"/>
                    <a:pt x="135" y="101"/>
                  </a:cubicBezTo>
                  <a:cubicBezTo>
                    <a:pt x="136" y="101"/>
                    <a:pt x="136" y="101"/>
                    <a:pt x="136" y="101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135" y="62"/>
                    <a:pt x="135" y="62"/>
                    <a:pt x="135" y="62"/>
                  </a:cubicBezTo>
                  <a:cubicBezTo>
                    <a:pt x="134" y="59"/>
                    <a:pt x="134" y="59"/>
                    <a:pt x="134" y="59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29" y="52"/>
                    <a:pt x="129" y="52"/>
                    <a:pt x="129" y="52"/>
                  </a:cubicBezTo>
                  <a:cubicBezTo>
                    <a:pt x="66" y="2"/>
                    <a:pt x="66" y="2"/>
                    <a:pt x="66" y="2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4921252" y="4362450"/>
              <a:ext cx="69850" cy="209549"/>
            </a:xfrm>
            <a:custGeom>
              <a:avLst/>
              <a:gdLst/>
              <a:ahLst/>
              <a:cxnLst/>
              <a:rect l="l" t="t" r="r" b="b"/>
              <a:pathLst>
                <a:path w="26" h="78" extrusionOk="0">
                  <a:moveTo>
                    <a:pt x="14" y="8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19" y="22"/>
                    <a:pt x="17" y="15"/>
                    <a:pt x="14" y="8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4921252" y="4362450"/>
              <a:ext cx="69850" cy="209549"/>
            </a:xfrm>
            <a:custGeom>
              <a:avLst/>
              <a:gdLst/>
              <a:ahLst/>
              <a:cxnLst/>
              <a:rect l="l" t="t" r="r" b="b"/>
              <a:pathLst>
                <a:path w="26" h="78" extrusionOk="0">
                  <a:moveTo>
                    <a:pt x="14" y="8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19" y="22"/>
                    <a:pt x="17" y="15"/>
                    <a:pt x="14" y="8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5189539" y="4429125"/>
              <a:ext cx="185738" cy="396874"/>
            </a:xfrm>
            <a:custGeom>
              <a:avLst/>
              <a:gdLst/>
              <a:ahLst/>
              <a:cxnLst/>
              <a:rect l="l" t="t" r="r" b="b"/>
              <a:pathLst>
                <a:path w="69" h="148" extrusionOk="0">
                  <a:moveTo>
                    <a:pt x="64" y="47"/>
                  </a:moveTo>
                  <a:cubicBezTo>
                    <a:pt x="69" y="41"/>
                    <a:pt x="69" y="41"/>
                    <a:pt x="69" y="41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39" y="35"/>
                    <a:pt x="32" y="44"/>
                    <a:pt x="19" y="49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1" y="108"/>
                    <a:pt x="1" y="108"/>
                    <a:pt x="1" y="10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3" y="125"/>
                    <a:pt x="3" y="125"/>
                    <a:pt x="3" y="125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12" y="147"/>
                    <a:pt x="12" y="147"/>
                    <a:pt x="12" y="147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33" y="143"/>
                    <a:pt x="33" y="143"/>
                    <a:pt x="33" y="143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0"/>
                    <a:pt x="61" y="40"/>
                    <a:pt x="61" y="40"/>
                  </a:cubicBezTo>
                  <a:lnTo>
                    <a:pt x="64" y="4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4384677" y="3086101"/>
              <a:ext cx="377824" cy="457200"/>
            </a:xfrm>
            <a:custGeom>
              <a:avLst/>
              <a:gdLst/>
              <a:ahLst/>
              <a:cxnLst/>
              <a:rect l="l" t="t" r="r" b="b"/>
              <a:pathLst>
                <a:path w="141" h="170" extrusionOk="0">
                  <a:moveTo>
                    <a:pt x="3" y="83"/>
                  </a:moveTo>
                  <a:cubicBezTo>
                    <a:pt x="11" y="103"/>
                    <a:pt x="11" y="103"/>
                    <a:pt x="11" y="103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7" y="167"/>
                    <a:pt x="127" y="166"/>
                    <a:pt x="128" y="164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31"/>
                    <a:pt x="136" y="131"/>
                    <a:pt x="136" y="131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05" y="12"/>
                    <a:pt x="100" y="14"/>
                    <a:pt x="99" y="14"/>
                  </a:cubicBezTo>
                  <a:cubicBezTo>
                    <a:pt x="99" y="14"/>
                    <a:pt x="98" y="16"/>
                    <a:pt x="96" y="2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8" y="6"/>
                    <a:pt x="23" y="4"/>
                    <a:pt x="18" y="0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3"/>
                    <a:pt x="2" y="43"/>
                    <a:pt x="2" y="43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4384677" y="3086101"/>
              <a:ext cx="377824" cy="457200"/>
            </a:xfrm>
            <a:custGeom>
              <a:avLst/>
              <a:gdLst/>
              <a:ahLst/>
              <a:cxnLst/>
              <a:rect l="l" t="t" r="r" b="b"/>
              <a:pathLst>
                <a:path w="141" h="170" extrusionOk="0">
                  <a:moveTo>
                    <a:pt x="3" y="83"/>
                  </a:moveTo>
                  <a:cubicBezTo>
                    <a:pt x="11" y="103"/>
                    <a:pt x="11" y="103"/>
                    <a:pt x="11" y="103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7" y="167"/>
                    <a:pt x="127" y="166"/>
                    <a:pt x="128" y="164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31"/>
                    <a:pt x="136" y="131"/>
                    <a:pt x="136" y="131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05" y="12"/>
                    <a:pt x="100" y="14"/>
                    <a:pt x="99" y="14"/>
                  </a:cubicBezTo>
                  <a:cubicBezTo>
                    <a:pt x="99" y="14"/>
                    <a:pt x="98" y="16"/>
                    <a:pt x="96" y="2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8" y="6"/>
                    <a:pt x="23" y="4"/>
                    <a:pt x="18" y="0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3"/>
                    <a:pt x="2" y="43"/>
                    <a:pt x="2" y="43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3887788" y="3838576"/>
              <a:ext cx="90487" cy="104775"/>
            </a:xfrm>
            <a:custGeom>
              <a:avLst/>
              <a:gdLst/>
              <a:ahLst/>
              <a:cxnLst/>
              <a:rect l="l" t="t" r="r" b="b"/>
              <a:pathLst>
                <a:path w="34" h="39" extrusionOk="0">
                  <a:moveTo>
                    <a:pt x="11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5" y="19"/>
                    <a:pt x="11" y="23"/>
                    <a:pt x="16" y="26"/>
                  </a:cubicBezTo>
                  <a:cubicBezTo>
                    <a:pt x="21" y="30"/>
                    <a:pt x="26" y="35"/>
                    <a:pt x="31" y="39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4800602" y="4921250"/>
              <a:ext cx="58737" cy="66675"/>
            </a:xfrm>
            <a:custGeom>
              <a:avLst/>
              <a:gdLst/>
              <a:ahLst/>
              <a:cxnLst/>
              <a:rect l="l" t="t" r="r" b="b"/>
              <a:pathLst>
                <a:path w="37" h="42" extrusionOk="0">
                  <a:moveTo>
                    <a:pt x="0" y="20"/>
                  </a:moveTo>
                  <a:lnTo>
                    <a:pt x="10" y="42"/>
                  </a:lnTo>
                  <a:lnTo>
                    <a:pt x="22" y="40"/>
                  </a:lnTo>
                  <a:lnTo>
                    <a:pt x="24" y="32"/>
                  </a:lnTo>
                  <a:lnTo>
                    <a:pt x="36" y="30"/>
                  </a:lnTo>
                  <a:lnTo>
                    <a:pt x="37" y="13"/>
                  </a:lnTo>
                  <a:lnTo>
                    <a:pt x="22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4959351" y="3954463"/>
              <a:ext cx="201612" cy="280988"/>
            </a:xfrm>
            <a:custGeom>
              <a:avLst/>
              <a:gdLst/>
              <a:ahLst/>
              <a:cxnLst/>
              <a:rect l="l" t="t" r="r" b="b"/>
              <a:pathLst>
                <a:path w="75" h="105" extrusionOk="0">
                  <a:moveTo>
                    <a:pt x="69" y="14"/>
                  </a:moveTo>
                  <a:cubicBezTo>
                    <a:pt x="75" y="5"/>
                    <a:pt x="75" y="5"/>
                    <a:pt x="75" y="5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0"/>
                    <a:pt x="14" y="0"/>
                    <a:pt x="13" y="0"/>
                  </a:cubicBezTo>
                  <a:cubicBezTo>
                    <a:pt x="10" y="0"/>
                    <a:pt x="6" y="0"/>
                    <a:pt x="3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9" y="27"/>
                    <a:pt x="8" y="37"/>
                    <a:pt x="7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52" y="99"/>
                    <a:pt x="54" y="94"/>
                    <a:pt x="57" y="89"/>
                  </a:cubicBezTo>
                  <a:cubicBezTo>
                    <a:pt x="62" y="80"/>
                    <a:pt x="68" y="71"/>
                    <a:pt x="74" y="6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17"/>
                    <a:pt x="68" y="17"/>
                    <a:pt x="68" y="17"/>
                  </a:cubicBezTo>
                  <a:lnTo>
                    <a:pt x="69" y="1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4381500" y="4032251"/>
              <a:ext cx="49212" cy="31750"/>
            </a:xfrm>
            <a:custGeom>
              <a:avLst/>
              <a:gdLst/>
              <a:ahLst/>
              <a:cxnLst/>
              <a:rect l="l" t="t" r="r" b="b"/>
              <a:pathLst>
                <a:path w="31" h="20" extrusionOk="0">
                  <a:moveTo>
                    <a:pt x="31" y="20"/>
                  </a:moveTo>
                  <a:lnTo>
                    <a:pt x="31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7" y="18"/>
                  </a:lnTo>
                  <a:lnTo>
                    <a:pt x="4" y="20"/>
                  </a:lnTo>
                  <a:lnTo>
                    <a:pt x="31" y="2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3770313" y="3719514"/>
              <a:ext cx="77788" cy="65088"/>
            </a:xfrm>
            <a:custGeom>
              <a:avLst/>
              <a:gdLst/>
              <a:ahLst/>
              <a:cxnLst/>
              <a:rect l="l" t="t" r="r" b="b"/>
              <a:pathLst>
                <a:path w="29" h="24" extrusionOk="0">
                  <a:moveTo>
                    <a:pt x="28" y="15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4" y="1"/>
                    <a:pt x="19" y="2"/>
                    <a:pt x="15" y="3"/>
                  </a:cubicBezTo>
                  <a:cubicBezTo>
                    <a:pt x="10" y="5"/>
                    <a:pt x="5" y="7"/>
                    <a:pt x="0" y="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28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3813175" y="3719514"/>
              <a:ext cx="157161" cy="138113"/>
            </a:xfrm>
            <a:custGeom>
              <a:avLst/>
              <a:gdLst/>
              <a:ahLst/>
              <a:cxnLst/>
              <a:rect l="l" t="t" r="r" b="b"/>
              <a:pathLst>
                <a:path w="59" h="51" extrusionOk="0">
                  <a:moveTo>
                    <a:pt x="54" y="7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6"/>
                    <a:pt x="2" y="27"/>
                    <a:pt x="3" y="28"/>
                  </a:cubicBezTo>
                  <a:cubicBezTo>
                    <a:pt x="4" y="30"/>
                    <a:pt x="5" y="33"/>
                    <a:pt x="6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2" y="15"/>
                    <a:pt x="52" y="15"/>
                    <a:pt x="52" y="15"/>
                  </a:cubicBezTo>
                  <a:lnTo>
                    <a:pt x="54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4100513" y="3779839"/>
              <a:ext cx="79375" cy="168276"/>
            </a:xfrm>
            <a:custGeom>
              <a:avLst/>
              <a:gdLst/>
              <a:ahLst/>
              <a:cxnLst/>
              <a:rect l="l" t="t" r="r" b="b"/>
              <a:pathLst>
                <a:path w="50" h="106" extrusionOk="0">
                  <a:moveTo>
                    <a:pt x="49" y="86"/>
                  </a:moveTo>
                  <a:lnTo>
                    <a:pt x="11" y="106"/>
                  </a:lnTo>
                  <a:lnTo>
                    <a:pt x="0" y="103"/>
                  </a:lnTo>
                  <a:lnTo>
                    <a:pt x="3" y="44"/>
                  </a:lnTo>
                  <a:lnTo>
                    <a:pt x="3" y="20"/>
                  </a:lnTo>
                  <a:lnTo>
                    <a:pt x="6" y="6"/>
                  </a:lnTo>
                  <a:lnTo>
                    <a:pt x="44" y="0"/>
                  </a:lnTo>
                  <a:lnTo>
                    <a:pt x="50" y="25"/>
                  </a:lnTo>
                  <a:lnTo>
                    <a:pt x="49" y="8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3756025" y="3683000"/>
              <a:ext cx="85725" cy="34925"/>
            </a:xfrm>
            <a:custGeom>
              <a:avLst/>
              <a:gdLst/>
              <a:ahLst/>
              <a:cxnLst/>
              <a:rect l="l" t="t" r="r" b="b"/>
              <a:pathLst>
                <a:path w="32" h="13" extrusionOk="0">
                  <a:moveTo>
                    <a:pt x="32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1" y="0"/>
                    <a:pt x="16" y="1"/>
                  </a:cubicBezTo>
                  <a:cubicBezTo>
                    <a:pt x="11" y="1"/>
                    <a:pt x="5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2" y="11"/>
                    <a:pt x="22" y="9"/>
                    <a:pt x="32" y="8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3756025" y="3683000"/>
              <a:ext cx="85725" cy="34925"/>
            </a:xfrm>
            <a:custGeom>
              <a:avLst/>
              <a:gdLst/>
              <a:ahLst/>
              <a:cxnLst/>
              <a:rect l="l" t="t" r="r" b="b"/>
              <a:pathLst>
                <a:path w="32" h="13" extrusionOk="0">
                  <a:moveTo>
                    <a:pt x="32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1" y="0"/>
                    <a:pt x="16" y="1"/>
                  </a:cubicBezTo>
                  <a:cubicBezTo>
                    <a:pt x="11" y="1"/>
                    <a:pt x="5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2" y="11"/>
                    <a:pt x="22" y="9"/>
                    <a:pt x="32" y="8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4360863" y="4021139"/>
              <a:ext cx="152400" cy="174625"/>
            </a:xfrm>
            <a:custGeom>
              <a:avLst/>
              <a:gdLst/>
              <a:ahLst/>
              <a:cxnLst/>
              <a:rect l="l" t="t" r="r" b="b"/>
              <a:pathLst>
                <a:path w="57" h="65" extrusionOk="0">
                  <a:moveTo>
                    <a:pt x="56" y="19"/>
                  </a:moveTo>
                  <a:cubicBezTo>
                    <a:pt x="57" y="9"/>
                    <a:pt x="57" y="9"/>
                    <a:pt x="57" y="9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6" y="39"/>
                    <a:pt x="12" y="48"/>
                    <a:pt x="17" y="57"/>
                  </a:cubicBezTo>
                  <a:cubicBezTo>
                    <a:pt x="20" y="60"/>
                    <a:pt x="21" y="62"/>
                    <a:pt x="23" y="65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25"/>
                    <a:pt x="49" y="25"/>
                    <a:pt x="49" y="25"/>
                  </a:cubicBezTo>
                  <a:lnTo>
                    <a:pt x="56" y="1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4959351" y="3652838"/>
              <a:ext cx="322262" cy="327025"/>
            </a:xfrm>
            <a:custGeom>
              <a:avLst/>
              <a:gdLst/>
              <a:ahLst/>
              <a:cxnLst/>
              <a:rect l="l" t="t" r="r" b="b"/>
              <a:pathLst>
                <a:path w="120" h="122" extrusionOk="0">
                  <a:moveTo>
                    <a:pt x="111" y="76"/>
                  </a:moveTo>
                  <a:cubicBezTo>
                    <a:pt x="106" y="73"/>
                    <a:pt x="102" y="69"/>
                    <a:pt x="97" y="66"/>
                  </a:cubicBezTo>
                  <a:cubicBezTo>
                    <a:pt x="94" y="63"/>
                    <a:pt x="90" y="61"/>
                    <a:pt x="87" y="58"/>
                  </a:cubicBezTo>
                  <a:cubicBezTo>
                    <a:pt x="85" y="55"/>
                    <a:pt x="83" y="53"/>
                    <a:pt x="81" y="51"/>
                  </a:cubicBezTo>
                  <a:cubicBezTo>
                    <a:pt x="81" y="50"/>
                    <a:pt x="81" y="50"/>
                    <a:pt x="81" y="49"/>
                  </a:cubicBezTo>
                  <a:cubicBezTo>
                    <a:pt x="80" y="49"/>
                    <a:pt x="80" y="48"/>
                    <a:pt x="79" y="47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0" y="8"/>
                    <a:pt x="18" y="16"/>
                    <a:pt x="16" y="24"/>
                  </a:cubicBezTo>
                  <a:cubicBezTo>
                    <a:pt x="14" y="33"/>
                    <a:pt x="12" y="42"/>
                    <a:pt x="10" y="51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4" y="71"/>
                    <a:pt x="2" y="74"/>
                    <a:pt x="0" y="7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48" y="122"/>
                    <a:pt x="48" y="122"/>
                    <a:pt x="48" y="12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78" y="114"/>
                    <a:pt x="81" y="111"/>
                    <a:pt x="83" y="108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17" y="79"/>
                    <a:pt x="114" y="78"/>
                    <a:pt x="111" y="76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4959351" y="3652838"/>
              <a:ext cx="322262" cy="327025"/>
            </a:xfrm>
            <a:custGeom>
              <a:avLst/>
              <a:gdLst/>
              <a:ahLst/>
              <a:cxnLst/>
              <a:rect l="l" t="t" r="r" b="b"/>
              <a:pathLst>
                <a:path w="120" h="122" extrusionOk="0">
                  <a:moveTo>
                    <a:pt x="111" y="76"/>
                  </a:moveTo>
                  <a:cubicBezTo>
                    <a:pt x="106" y="73"/>
                    <a:pt x="102" y="69"/>
                    <a:pt x="97" y="66"/>
                  </a:cubicBezTo>
                  <a:cubicBezTo>
                    <a:pt x="94" y="63"/>
                    <a:pt x="90" y="61"/>
                    <a:pt x="87" y="58"/>
                  </a:cubicBezTo>
                  <a:cubicBezTo>
                    <a:pt x="85" y="55"/>
                    <a:pt x="83" y="53"/>
                    <a:pt x="81" y="51"/>
                  </a:cubicBezTo>
                  <a:cubicBezTo>
                    <a:pt x="81" y="50"/>
                    <a:pt x="81" y="50"/>
                    <a:pt x="81" y="49"/>
                  </a:cubicBezTo>
                  <a:cubicBezTo>
                    <a:pt x="80" y="49"/>
                    <a:pt x="80" y="48"/>
                    <a:pt x="79" y="47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0" y="8"/>
                    <a:pt x="18" y="16"/>
                    <a:pt x="16" y="24"/>
                  </a:cubicBezTo>
                  <a:cubicBezTo>
                    <a:pt x="14" y="33"/>
                    <a:pt x="12" y="42"/>
                    <a:pt x="10" y="51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4" y="71"/>
                    <a:pt x="2" y="74"/>
                    <a:pt x="0" y="7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48" y="122"/>
                    <a:pt x="48" y="122"/>
                    <a:pt x="48" y="12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78" y="114"/>
                    <a:pt x="81" y="111"/>
                    <a:pt x="83" y="108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17" y="79"/>
                    <a:pt x="114" y="78"/>
                    <a:pt x="111" y="76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5021264" y="3562351"/>
              <a:ext cx="155575" cy="168276"/>
            </a:xfrm>
            <a:custGeom>
              <a:avLst/>
              <a:gdLst/>
              <a:ahLst/>
              <a:cxnLst/>
              <a:rect l="l" t="t" r="r" b="b"/>
              <a:pathLst>
                <a:path w="98" h="106" extrusionOk="0">
                  <a:moveTo>
                    <a:pt x="35" y="0"/>
                  </a:moveTo>
                  <a:lnTo>
                    <a:pt x="25" y="18"/>
                  </a:lnTo>
                  <a:lnTo>
                    <a:pt x="15" y="23"/>
                  </a:lnTo>
                  <a:lnTo>
                    <a:pt x="0" y="57"/>
                  </a:lnTo>
                  <a:lnTo>
                    <a:pt x="35" y="62"/>
                  </a:lnTo>
                  <a:lnTo>
                    <a:pt x="74" y="106"/>
                  </a:lnTo>
                  <a:lnTo>
                    <a:pt x="98" y="89"/>
                  </a:lnTo>
                  <a:lnTo>
                    <a:pt x="54" y="57"/>
                  </a:lnTo>
                  <a:lnTo>
                    <a:pt x="49" y="4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4746626" y="3135314"/>
              <a:ext cx="258762" cy="303213"/>
            </a:xfrm>
            <a:custGeom>
              <a:avLst/>
              <a:gdLst/>
              <a:ahLst/>
              <a:cxnLst/>
              <a:rect l="l" t="t" r="r" b="b"/>
              <a:pathLst>
                <a:path w="96" h="113" extrusionOk="0">
                  <a:moveTo>
                    <a:pt x="83" y="9"/>
                  </a:moveTo>
                  <a:cubicBezTo>
                    <a:pt x="78" y="13"/>
                    <a:pt x="74" y="13"/>
                    <a:pt x="70" y="10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113"/>
                    <a:pt x="1" y="113"/>
                    <a:pt x="1" y="113"/>
                  </a:cubicBezTo>
                  <a:cubicBezTo>
                    <a:pt x="88" y="113"/>
                    <a:pt x="88" y="113"/>
                    <a:pt x="88" y="113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6" y="104"/>
                    <a:pt x="96" y="104"/>
                    <a:pt x="96" y="10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3" y="91"/>
                    <a:pt x="93" y="91"/>
                    <a:pt x="93" y="91"/>
                  </a:cubicBezTo>
                  <a:cubicBezTo>
                    <a:pt x="95" y="91"/>
                    <a:pt x="95" y="91"/>
                    <a:pt x="95" y="91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2" y="86"/>
                    <a:pt x="92" y="86"/>
                    <a:pt x="92" y="86"/>
                  </a:cubicBezTo>
                  <a:cubicBezTo>
                    <a:pt x="82" y="69"/>
                    <a:pt x="82" y="69"/>
                    <a:pt x="82" y="69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93" y="36"/>
                    <a:pt x="93" y="36"/>
                    <a:pt x="93" y="36"/>
                  </a:cubicBezTo>
                  <a:lnTo>
                    <a:pt x="83" y="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5133977" y="3703639"/>
              <a:ext cx="61912" cy="84138"/>
            </a:xfrm>
            <a:custGeom>
              <a:avLst/>
              <a:gdLst/>
              <a:ahLst/>
              <a:cxnLst/>
              <a:rect l="l" t="t" r="r" b="b"/>
              <a:pathLst>
                <a:path w="39" h="53" extrusionOk="0">
                  <a:moveTo>
                    <a:pt x="3" y="17"/>
                  </a:moveTo>
                  <a:lnTo>
                    <a:pt x="0" y="43"/>
                  </a:lnTo>
                  <a:lnTo>
                    <a:pt x="7" y="53"/>
                  </a:lnTo>
                  <a:lnTo>
                    <a:pt x="23" y="48"/>
                  </a:lnTo>
                  <a:lnTo>
                    <a:pt x="27" y="51"/>
                  </a:lnTo>
                  <a:lnTo>
                    <a:pt x="39" y="34"/>
                  </a:lnTo>
                  <a:lnTo>
                    <a:pt x="37" y="31"/>
                  </a:lnTo>
                  <a:lnTo>
                    <a:pt x="25" y="31"/>
                  </a:lnTo>
                  <a:lnTo>
                    <a:pt x="22" y="27"/>
                  </a:lnTo>
                  <a:lnTo>
                    <a:pt x="34" y="21"/>
                  </a:lnTo>
                  <a:lnTo>
                    <a:pt x="34" y="10"/>
                  </a:lnTo>
                  <a:lnTo>
                    <a:pt x="27" y="0"/>
                  </a:lnTo>
                  <a:lnTo>
                    <a:pt x="3" y="1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3957637" y="3765551"/>
              <a:ext cx="147637" cy="198438"/>
            </a:xfrm>
            <a:custGeom>
              <a:avLst/>
              <a:gdLst/>
              <a:ahLst/>
              <a:cxnLst/>
              <a:rect l="l" t="t" r="r" b="b"/>
              <a:pathLst>
                <a:path w="55" h="74" extrusionOk="0">
                  <a:moveTo>
                    <a:pt x="23" y="0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5" y="71"/>
                    <a:pt x="36" y="68"/>
                    <a:pt x="47" y="65"/>
                  </a:cubicBezTo>
                  <a:cubicBezTo>
                    <a:pt x="49" y="65"/>
                    <a:pt x="51" y="65"/>
                    <a:pt x="53" y="65"/>
                  </a:cubicBezTo>
                  <a:cubicBezTo>
                    <a:pt x="54" y="54"/>
                    <a:pt x="54" y="43"/>
                    <a:pt x="55" y="32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34" y="19"/>
                    <a:pt x="34" y="19"/>
                    <a:pt x="34" y="19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4422775" y="3963988"/>
              <a:ext cx="200026" cy="258762"/>
            </a:xfrm>
            <a:custGeom>
              <a:avLst/>
              <a:gdLst/>
              <a:ahLst/>
              <a:cxnLst/>
              <a:rect l="l" t="t" r="r" b="b"/>
              <a:pathLst>
                <a:path w="75" h="96" extrusionOk="0">
                  <a:moveTo>
                    <a:pt x="55" y="14"/>
                  </a:moveTo>
                  <a:cubicBezTo>
                    <a:pt x="55" y="17"/>
                    <a:pt x="55" y="20"/>
                    <a:pt x="56" y="22"/>
                  </a:cubicBezTo>
                  <a:cubicBezTo>
                    <a:pt x="46" y="22"/>
                    <a:pt x="35" y="22"/>
                    <a:pt x="25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5" y="80"/>
                    <a:pt x="48" y="74"/>
                    <a:pt x="53" y="65"/>
                  </a:cubicBezTo>
                  <a:cubicBezTo>
                    <a:pt x="55" y="60"/>
                    <a:pt x="58" y="53"/>
                    <a:pt x="61" y="4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8"/>
                    <a:pt x="55" y="11"/>
                    <a:pt x="55" y="14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4422775" y="3963988"/>
              <a:ext cx="200026" cy="258762"/>
            </a:xfrm>
            <a:custGeom>
              <a:avLst/>
              <a:gdLst/>
              <a:ahLst/>
              <a:cxnLst/>
              <a:rect l="l" t="t" r="r" b="b"/>
              <a:pathLst>
                <a:path w="75" h="96" extrusionOk="0">
                  <a:moveTo>
                    <a:pt x="55" y="14"/>
                  </a:moveTo>
                  <a:cubicBezTo>
                    <a:pt x="55" y="17"/>
                    <a:pt x="55" y="20"/>
                    <a:pt x="56" y="22"/>
                  </a:cubicBezTo>
                  <a:cubicBezTo>
                    <a:pt x="46" y="22"/>
                    <a:pt x="35" y="22"/>
                    <a:pt x="25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5" y="80"/>
                    <a:pt x="48" y="74"/>
                    <a:pt x="53" y="65"/>
                  </a:cubicBezTo>
                  <a:cubicBezTo>
                    <a:pt x="55" y="60"/>
                    <a:pt x="58" y="53"/>
                    <a:pt x="61" y="4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8"/>
                    <a:pt x="55" y="11"/>
                    <a:pt x="55" y="14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4365626" y="3719514"/>
              <a:ext cx="206374" cy="312738"/>
            </a:xfrm>
            <a:custGeom>
              <a:avLst/>
              <a:gdLst/>
              <a:ahLst/>
              <a:cxnLst/>
              <a:rect l="l" t="t" r="r" b="b"/>
              <a:pathLst>
                <a:path w="77" h="116" extrusionOk="0">
                  <a:moveTo>
                    <a:pt x="48" y="1"/>
                  </a:moveTo>
                  <a:cubicBezTo>
                    <a:pt x="48" y="9"/>
                    <a:pt x="48" y="9"/>
                    <a:pt x="48" y="9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7" y="64"/>
                    <a:pt x="15" y="65"/>
                    <a:pt x="13" y="67"/>
                  </a:cubicBezTo>
                  <a:cubicBezTo>
                    <a:pt x="10" y="69"/>
                    <a:pt x="8" y="71"/>
                    <a:pt x="6" y="74"/>
                  </a:cubicBezTo>
                  <a:cubicBezTo>
                    <a:pt x="4" y="77"/>
                    <a:pt x="2" y="80"/>
                    <a:pt x="1" y="83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5"/>
                    <a:pt x="2" y="85"/>
                    <a:pt x="2" y="85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90"/>
                    <a:pt x="2" y="91"/>
                    <a:pt x="2" y="93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11" y="92"/>
                    <a:pt x="11" y="92"/>
                    <a:pt x="11" y="9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112"/>
                    <a:pt x="24" y="112"/>
                    <a:pt x="24" y="112"/>
                  </a:cubicBezTo>
                  <a:cubicBezTo>
                    <a:pt x="41" y="112"/>
                    <a:pt x="41" y="112"/>
                    <a:pt x="41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51" y="112"/>
                    <a:pt x="57" y="112"/>
                    <a:pt x="62" y="113"/>
                  </a:cubicBezTo>
                  <a:cubicBezTo>
                    <a:pt x="68" y="113"/>
                    <a:pt x="73" y="113"/>
                    <a:pt x="77" y="113"/>
                  </a:cubicBezTo>
                  <a:cubicBezTo>
                    <a:pt x="76" y="111"/>
                    <a:pt x="76" y="108"/>
                    <a:pt x="76" y="105"/>
                  </a:cubicBezTo>
                  <a:cubicBezTo>
                    <a:pt x="76" y="102"/>
                    <a:pt x="76" y="99"/>
                    <a:pt x="76" y="96"/>
                  </a:cubicBezTo>
                  <a:cubicBezTo>
                    <a:pt x="73" y="94"/>
                    <a:pt x="71" y="91"/>
                    <a:pt x="69" y="88"/>
                  </a:cubicBezTo>
                  <a:cubicBezTo>
                    <a:pt x="67" y="85"/>
                    <a:pt x="65" y="81"/>
                    <a:pt x="63" y="77"/>
                  </a:cubicBezTo>
                  <a:cubicBezTo>
                    <a:pt x="62" y="76"/>
                    <a:pt x="61" y="74"/>
                    <a:pt x="60" y="73"/>
                  </a:cubicBezTo>
                  <a:cubicBezTo>
                    <a:pt x="58" y="69"/>
                    <a:pt x="56" y="65"/>
                    <a:pt x="55" y="62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9" y="47"/>
                    <a:pt x="58" y="44"/>
                    <a:pt x="56" y="41"/>
                  </a:cubicBezTo>
                  <a:cubicBezTo>
                    <a:pt x="54" y="37"/>
                    <a:pt x="52" y="34"/>
                    <a:pt x="49" y="31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4865689" y="4130675"/>
              <a:ext cx="39688" cy="92076"/>
            </a:xfrm>
            <a:custGeom>
              <a:avLst/>
              <a:gdLst/>
              <a:ahLst/>
              <a:cxnLst/>
              <a:rect l="l" t="t" r="r" b="b"/>
              <a:pathLst>
                <a:path w="15" h="34" extrusionOk="0">
                  <a:moveTo>
                    <a:pt x="3" y="34"/>
                  </a:moveTo>
                  <a:cubicBezTo>
                    <a:pt x="1" y="27"/>
                    <a:pt x="1" y="27"/>
                    <a:pt x="1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11"/>
                    <a:pt x="11" y="19"/>
                    <a:pt x="15" y="27"/>
                  </a:cubicBezTo>
                  <a:lnTo>
                    <a:pt x="3" y="3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4019552" y="3636964"/>
              <a:ext cx="195261" cy="179389"/>
            </a:xfrm>
            <a:custGeom>
              <a:avLst/>
              <a:gdLst/>
              <a:ahLst/>
              <a:cxnLst/>
              <a:rect l="l" t="t" r="r" b="b"/>
              <a:pathLst>
                <a:path w="73" h="67" extrusionOk="0">
                  <a:moveTo>
                    <a:pt x="52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25"/>
                    <a:pt x="9" y="30"/>
                    <a:pt x="5" y="36"/>
                  </a:cubicBezTo>
                  <a:cubicBezTo>
                    <a:pt x="3" y="40"/>
                    <a:pt x="0" y="43"/>
                    <a:pt x="0" y="48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6" y="55"/>
                    <a:pt x="56" y="53"/>
                    <a:pt x="67" y="51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9" y="2"/>
                    <a:pt x="59" y="2"/>
                    <a:pt x="59" y="2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4625976" y="4600576"/>
              <a:ext cx="241301" cy="285749"/>
            </a:xfrm>
            <a:custGeom>
              <a:avLst/>
              <a:gdLst/>
              <a:ahLst/>
              <a:cxnLst/>
              <a:rect l="l" t="t" r="r" b="b"/>
              <a:pathLst>
                <a:path w="90" h="106" extrusionOk="0">
                  <a:moveTo>
                    <a:pt x="31" y="9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40" y="81"/>
                    <a:pt x="43" y="81"/>
                    <a:pt x="44" y="81"/>
                  </a:cubicBezTo>
                  <a:cubicBezTo>
                    <a:pt x="49" y="82"/>
                    <a:pt x="53" y="82"/>
                    <a:pt x="58" y="82"/>
                  </a:cubicBezTo>
                  <a:cubicBezTo>
                    <a:pt x="63" y="76"/>
                    <a:pt x="68" y="70"/>
                    <a:pt x="72" y="64"/>
                  </a:cubicBezTo>
                  <a:cubicBezTo>
                    <a:pt x="75" y="61"/>
                    <a:pt x="76" y="57"/>
                    <a:pt x="78" y="53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0" y="21"/>
                    <a:pt x="65" y="17"/>
                    <a:pt x="60" y="13"/>
                  </a:cubicBezTo>
                  <a:cubicBezTo>
                    <a:pt x="56" y="9"/>
                    <a:pt x="52" y="5"/>
                    <a:pt x="49" y="0"/>
                  </a:cubicBezTo>
                  <a:lnTo>
                    <a:pt x="31" y="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4195763" y="3725864"/>
              <a:ext cx="60324" cy="190500"/>
            </a:xfrm>
            <a:custGeom>
              <a:avLst/>
              <a:gdLst/>
              <a:ahLst/>
              <a:cxnLst/>
              <a:rect l="l" t="t" r="r" b="b"/>
              <a:pathLst>
                <a:path w="22" h="71" extrusionOk="0">
                  <a:moveTo>
                    <a:pt x="7" y="4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10" y="65"/>
                    <a:pt x="15" y="6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7" y="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4440237" y="4211639"/>
              <a:ext cx="53976" cy="42863"/>
            </a:xfrm>
            <a:custGeom>
              <a:avLst/>
              <a:gdLst/>
              <a:ahLst/>
              <a:cxnLst/>
              <a:rect l="l" t="t" r="r" b="b"/>
              <a:pathLst>
                <a:path w="20" h="16" extrusionOk="0">
                  <a:moveTo>
                    <a:pt x="9" y="16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3" y="8"/>
                    <a:pt x="4" y="10"/>
                  </a:cubicBezTo>
                  <a:cubicBezTo>
                    <a:pt x="5" y="11"/>
                    <a:pt x="5" y="12"/>
                    <a:pt x="6" y="14"/>
                  </a:cubicBezTo>
                  <a:lnTo>
                    <a:pt x="9" y="1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4430713" y="4257676"/>
              <a:ext cx="300038" cy="350838"/>
            </a:xfrm>
            <a:custGeom>
              <a:avLst/>
              <a:gdLst/>
              <a:ahLst/>
              <a:cxnLst/>
              <a:rect l="l" t="t" r="r" b="b"/>
              <a:pathLst>
                <a:path w="112" h="131" extrusionOk="0">
                  <a:moveTo>
                    <a:pt x="16" y="23"/>
                  </a:moveTo>
                  <a:cubicBezTo>
                    <a:pt x="12" y="29"/>
                    <a:pt x="12" y="29"/>
                    <a:pt x="12" y="2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20" y="51"/>
                    <a:pt x="20" y="61"/>
                    <a:pt x="12" y="70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" y="122"/>
                    <a:pt x="2" y="122"/>
                    <a:pt x="2" y="122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3" y="118"/>
                    <a:pt x="26" y="119"/>
                    <a:pt x="29" y="119"/>
                  </a:cubicBezTo>
                  <a:cubicBezTo>
                    <a:pt x="36" y="119"/>
                    <a:pt x="43" y="120"/>
                    <a:pt x="50" y="120"/>
                  </a:cubicBezTo>
                  <a:cubicBezTo>
                    <a:pt x="57" y="120"/>
                    <a:pt x="57" y="120"/>
                    <a:pt x="57" y="120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6" y="131"/>
                    <a:pt x="89" y="129"/>
                    <a:pt x="93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96" y="119"/>
                    <a:pt x="96" y="119"/>
                    <a:pt x="96" y="119"/>
                  </a:cubicBezTo>
                  <a:cubicBezTo>
                    <a:pt x="96" y="76"/>
                    <a:pt x="96" y="76"/>
                    <a:pt x="96" y="76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10" y="56"/>
                    <a:pt x="107" y="56"/>
                    <a:pt x="104" y="56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98" y="26"/>
                    <a:pt x="95" y="15"/>
                    <a:pt x="92" y="4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7" y="2"/>
                    <a:pt x="24" y="4"/>
                    <a:pt x="11" y="6"/>
                  </a:cubicBezTo>
                  <a:cubicBezTo>
                    <a:pt x="11" y="13"/>
                    <a:pt x="11" y="13"/>
                    <a:pt x="11" y="13"/>
                  </a:cubicBezTo>
                  <a:lnTo>
                    <a:pt x="16" y="2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3962401" y="2976563"/>
              <a:ext cx="477837" cy="547688"/>
            </a:xfrm>
            <a:custGeom>
              <a:avLst/>
              <a:gdLst/>
              <a:ahLst/>
              <a:cxnLst/>
              <a:rect l="l" t="t" r="r" b="b"/>
              <a:pathLst>
                <a:path w="178" h="204" extrusionOk="0">
                  <a:moveTo>
                    <a:pt x="101" y="7"/>
                  </a:moveTo>
                  <a:cubicBezTo>
                    <a:pt x="92" y="4"/>
                    <a:pt x="92" y="4"/>
                    <a:pt x="92" y="4"/>
                  </a:cubicBezTo>
                  <a:cubicBezTo>
                    <a:pt x="79" y="10"/>
                    <a:pt x="67" y="15"/>
                    <a:pt x="54" y="21"/>
                  </a:cubicBezTo>
                  <a:cubicBezTo>
                    <a:pt x="58" y="28"/>
                    <a:pt x="62" y="35"/>
                    <a:pt x="67" y="41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102" y="194"/>
                    <a:pt x="102" y="194"/>
                    <a:pt x="102" y="194"/>
                  </a:cubicBezTo>
                  <a:cubicBezTo>
                    <a:pt x="108" y="194"/>
                    <a:pt x="108" y="194"/>
                    <a:pt x="108" y="194"/>
                  </a:cubicBezTo>
                  <a:cubicBezTo>
                    <a:pt x="107" y="201"/>
                    <a:pt x="107" y="201"/>
                    <a:pt x="107" y="201"/>
                  </a:cubicBezTo>
                  <a:cubicBezTo>
                    <a:pt x="108" y="204"/>
                    <a:pt x="108" y="204"/>
                    <a:pt x="108" y="204"/>
                  </a:cubicBezTo>
                  <a:cubicBezTo>
                    <a:pt x="115" y="202"/>
                    <a:pt x="121" y="199"/>
                    <a:pt x="126" y="195"/>
                  </a:cubicBezTo>
                  <a:cubicBezTo>
                    <a:pt x="128" y="194"/>
                    <a:pt x="130" y="193"/>
                    <a:pt x="132" y="191"/>
                  </a:cubicBezTo>
                  <a:cubicBezTo>
                    <a:pt x="134" y="189"/>
                    <a:pt x="134" y="189"/>
                    <a:pt x="134" y="189"/>
                  </a:cubicBezTo>
                  <a:cubicBezTo>
                    <a:pt x="178" y="154"/>
                    <a:pt x="178" y="154"/>
                    <a:pt x="178" y="15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1" y="119"/>
                    <a:pt x="161" y="113"/>
                    <a:pt x="161" y="107"/>
                  </a:cubicBezTo>
                  <a:cubicBezTo>
                    <a:pt x="160" y="99"/>
                    <a:pt x="160" y="91"/>
                    <a:pt x="159" y="84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158" y="79"/>
                    <a:pt x="158" y="78"/>
                    <a:pt x="157" y="78"/>
                  </a:cubicBezTo>
                  <a:cubicBezTo>
                    <a:pt x="160" y="73"/>
                    <a:pt x="160" y="73"/>
                    <a:pt x="160" y="73"/>
                  </a:cubicBezTo>
                  <a:cubicBezTo>
                    <a:pt x="152" y="50"/>
                    <a:pt x="152" y="50"/>
                    <a:pt x="152" y="50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2" y="36"/>
                    <a:pt x="142" y="36"/>
                    <a:pt x="142" y="36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39" y="2"/>
                    <a:pt x="132" y="3"/>
                    <a:pt x="125" y="4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6" y="5"/>
                    <a:pt x="116" y="5"/>
                    <a:pt x="116" y="5"/>
                  </a:cubicBezTo>
                  <a:cubicBezTo>
                    <a:pt x="106" y="4"/>
                    <a:pt x="106" y="4"/>
                    <a:pt x="106" y="4"/>
                  </a:cubicBezTo>
                  <a:lnTo>
                    <a:pt x="101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4560887" y="4732339"/>
              <a:ext cx="395287" cy="373062"/>
            </a:xfrm>
            <a:custGeom>
              <a:avLst/>
              <a:gdLst/>
              <a:ahLst/>
              <a:cxnLst/>
              <a:rect l="l" t="t" r="r" b="b"/>
              <a:pathLst>
                <a:path w="147" h="139" extrusionOk="0">
                  <a:moveTo>
                    <a:pt x="136" y="50"/>
                  </a:moveTo>
                  <a:cubicBezTo>
                    <a:pt x="133" y="57"/>
                    <a:pt x="133" y="57"/>
                    <a:pt x="133" y="57"/>
                  </a:cubicBezTo>
                  <a:cubicBezTo>
                    <a:pt x="125" y="56"/>
                    <a:pt x="125" y="56"/>
                    <a:pt x="125" y="56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33" y="37"/>
                    <a:pt x="133" y="37"/>
                    <a:pt x="133" y="37"/>
                  </a:cubicBezTo>
                  <a:cubicBezTo>
                    <a:pt x="131" y="31"/>
                    <a:pt x="131" y="25"/>
                    <a:pt x="130" y="1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0" y="8"/>
                    <a:pt x="99" y="12"/>
                    <a:pt x="96" y="15"/>
                  </a:cubicBezTo>
                  <a:cubicBezTo>
                    <a:pt x="92" y="21"/>
                    <a:pt x="87" y="27"/>
                    <a:pt x="82" y="33"/>
                  </a:cubicBezTo>
                  <a:cubicBezTo>
                    <a:pt x="77" y="33"/>
                    <a:pt x="73" y="33"/>
                    <a:pt x="68" y="32"/>
                  </a:cubicBezTo>
                  <a:cubicBezTo>
                    <a:pt x="67" y="32"/>
                    <a:pt x="64" y="32"/>
                    <a:pt x="62" y="31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77"/>
                    <a:pt x="24" y="77"/>
                    <a:pt x="24" y="77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7" y="118"/>
                    <a:pt x="7" y="119"/>
                    <a:pt x="8" y="121"/>
                  </a:cubicBezTo>
                  <a:cubicBezTo>
                    <a:pt x="9" y="125"/>
                    <a:pt x="9" y="128"/>
                    <a:pt x="10" y="131"/>
                  </a:cubicBezTo>
                  <a:cubicBezTo>
                    <a:pt x="11" y="133"/>
                    <a:pt x="11" y="135"/>
                    <a:pt x="11" y="136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21" y="138"/>
                    <a:pt x="21" y="138"/>
                    <a:pt x="21" y="13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7" y="131"/>
                    <a:pt x="47" y="131"/>
                    <a:pt x="47" y="131"/>
                  </a:cubicBezTo>
                  <a:cubicBezTo>
                    <a:pt x="56" y="131"/>
                    <a:pt x="64" y="130"/>
                    <a:pt x="73" y="130"/>
                  </a:cubicBezTo>
                  <a:cubicBezTo>
                    <a:pt x="79" y="132"/>
                    <a:pt x="79" y="132"/>
                    <a:pt x="79" y="132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9" y="128"/>
                    <a:pt x="89" y="128"/>
                    <a:pt x="89" y="128"/>
                  </a:cubicBezTo>
                  <a:cubicBezTo>
                    <a:pt x="90" y="125"/>
                    <a:pt x="90" y="125"/>
                    <a:pt x="90" y="125"/>
                  </a:cubicBezTo>
                  <a:cubicBezTo>
                    <a:pt x="99" y="118"/>
                    <a:pt x="107" y="110"/>
                    <a:pt x="114" y="102"/>
                  </a:cubicBezTo>
                  <a:cubicBezTo>
                    <a:pt x="120" y="96"/>
                    <a:pt x="125" y="90"/>
                    <a:pt x="130" y="82"/>
                  </a:cubicBezTo>
                  <a:cubicBezTo>
                    <a:pt x="133" y="77"/>
                    <a:pt x="137" y="71"/>
                    <a:pt x="141" y="65"/>
                  </a:cubicBezTo>
                  <a:cubicBezTo>
                    <a:pt x="143" y="61"/>
                    <a:pt x="145" y="57"/>
                    <a:pt x="147" y="52"/>
                  </a:cubicBezTo>
                  <a:lnTo>
                    <a:pt x="136" y="50"/>
                  </a:lnTo>
                  <a:close/>
                  <a:moveTo>
                    <a:pt x="103" y="89"/>
                  </a:moveTo>
                  <a:cubicBezTo>
                    <a:pt x="102" y="94"/>
                    <a:pt x="102" y="94"/>
                    <a:pt x="102" y="94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102" y="70"/>
                    <a:pt x="102" y="70"/>
                    <a:pt x="102" y="70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10" y="88"/>
                    <a:pt x="110" y="88"/>
                    <a:pt x="110" y="88"/>
                  </a:cubicBezTo>
                  <a:lnTo>
                    <a:pt x="103" y="8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3863976" y="3014663"/>
              <a:ext cx="279401" cy="252413"/>
            </a:xfrm>
            <a:custGeom>
              <a:avLst/>
              <a:gdLst/>
              <a:ahLst/>
              <a:cxnLst/>
              <a:rect l="l" t="t" r="r" b="b"/>
              <a:pathLst>
                <a:path w="104" h="94" extrusionOk="0">
                  <a:moveTo>
                    <a:pt x="91" y="7"/>
                  </a:moveTo>
                  <a:cubicBezTo>
                    <a:pt x="90" y="7"/>
                    <a:pt x="90" y="7"/>
                    <a:pt x="90" y="7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9" y="65"/>
                    <a:pt x="25" y="72"/>
                    <a:pt x="16" y="82"/>
                  </a:cubicBezTo>
                  <a:cubicBezTo>
                    <a:pt x="15" y="84"/>
                    <a:pt x="14" y="84"/>
                    <a:pt x="14" y="8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7" y="94"/>
                    <a:pt x="37" y="94"/>
                    <a:pt x="37" y="9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49" y="69"/>
                    <a:pt x="49" y="69"/>
                    <a:pt x="49" y="69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4" y="27"/>
                    <a:pt x="104" y="27"/>
                    <a:pt x="104" y="27"/>
                  </a:cubicBezTo>
                  <a:lnTo>
                    <a:pt x="91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3748087" y="3267075"/>
              <a:ext cx="214312" cy="192088"/>
            </a:xfrm>
            <a:custGeom>
              <a:avLst/>
              <a:gdLst/>
              <a:ahLst/>
              <a:cxnLst/>
              <a:rect l="l" t="t" r="r" b="b"/>
              <a:pathLst>
                <a:path w="135" h="121" extrusionOk="0">
                  <a:moveTo>
                    <a:pt x="68" y="16"/>
                  </a:moveTo>
                  <a:lnTo>
                    <a:pt x="57" y="18"/>
                  </a:lnTo>
                  <a:lnTo>
                    <a:pt x="49" y="27"/>
                  </a:lnTo>
                  <a:lnTo>
                    <a:pt x="37" y="57"/>
                  </a:lnTo>
                  <a:lnTo>
                    <a:pt x="24" y="66"/>
                  </a:lnTo>
                  <a:lnTo>
                    <a:pt x="24" y="69"/>
                  </a:lnTo>
                  <a:lnTo>
                    <a:pt x="29" y="71"/>
                  </a:lnTo>
                  <a:lnTo>
                    <a:pt x="27" y="77"/>
                  </a:lnTo>
                  <a:lnTo>
                    <a:pt x="3" y="109"/>
                  </a:lnTo>
                  <a:lnTo>
                    <a:pt x="0" y="121"/>
                  </a:lnTo>
                  <a:lnTo>
                    <a:pt x="73" y="121"/>
                  </a:lnTo>
                  <a:lnTo>
                    <a:pt x="69" y="94"/>
                  </a:lnTo>
                  <a:lnTo>
                    <a:pt x="79" y="84"/>
                  </a:lnTo>
                  <a:lnTo>
                    <a:pt x="98" y="79"/>
                  </a:lnTo>
                  <a:lnTo>
                    <a:pt x="98" y="27"/>
                  </a:lnTo>
                  <a:lnTo>
                    <a:pt x="135" y="27"/>
                  </a:lnTo>
                  <a:lnTo>
                    <a:pt x="135" y="6"/>
                  </a:lnTo>
                  <a:lnTo>
                    <a:pt x="135" y="0"/>
                  </a:lnTo>
                  <a:lnTo>
                    <a:pt x="73" y="0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5176838" y="3563939"/>
              <a:ext cx="252412" cy="153988"/>
            </a:xfrm>
            <a:custGeom>
              <a:avLst/>
              <a:gdLst/>
              <a:ahLst/>
              <a:cxnLst/>
              <a:rect l="l" t="t" r="r" b="b"/>
              <a:pathLst>
                <a:path w="94" h="57" extrusionOk="0">
                  <a:moveTo>
                    <a:pt x="18" y="17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3" y="24"/>
                    <a:pt x="4" y="27"/>
                    <a:pt x="4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18" y="1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6586538" y="3411539"/>
              <a:ext cx="168276" cy="415925"/>
            </a:xfrm>
            <a:custGeom>
              <a:avLst/>
              <a:gdLst/>
              <a:ahLst/>
              <a:cxnLst/>
              <a:rect l="l" t="t" r="r" b="b"/>
              <a:pathLst>
                <a:path w="63" h="155" extrusionOk="0">
                  <a:moveTo>
                    <a:pt x="14" y="6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21" y="136"/>
                    <a:pt x="21" y="136"/>
                    <a:pt x="21" y="136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8" y="143"/>
                    <a:pt x="38" y="143"/>
                    <a:pt x="38" y="143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2" y="130"/>
                    <a:pt x="52" y="130"/>
                    <a:pt x="52" y="130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36" y="48"/>
                    <a:pt x="35" y="38"/>
                    <a:pt x="40" y="32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2"/>
                    <a:pt x="18" y="4"/>
                    <a:pt x="14" y="6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6586538" y="3411539"/>
              <a:ext cx="168276" cy="415925"/>
            </a:xfrm>
            <a:custGeom>
              <a:avLst/>
              <a:gdLst/>
              <a:ahLst/>
              <a:cxnLst/>
              <a:rect l="l" t="t" r="r" b="b"/>
              <a:pathLst>
                <a:path w="63" h="155" extrusionOk="0">
                  <a:moveTo>
                    <a:pt x="14" y="6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21" y="136"/>
                    <a:pt x="21" y="136"/>
                    <a:pt x="21" y="136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8" y="143"/>
                    <a:pt x="38" y="143"/>
                    <a:pt x="38" y="143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2" y="130"/>
                    <a:pt x="52" y="130"/>
                    <a:pt x="52" y="130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36" y="48"/>
                    <a:pt x="35" y="38"/>
                    <a:pt x="40" y="32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2"/>
                    <a:pt x="18" y="4"/>
                    <a:pt x="14" y="6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6481765" y="3486151"/>
              <a:ext cx="182562" cy="430213"/>
            </a:xfrm>
            <a:custGeom>
              <a:avLst/>
              <a:gdLst/>
              <a:ahLst/>
              <a:cxnLst/>
              <a:rect l="l" t="t" r="r" b="b"/>
              <a:pathLst>
                <a:path w="68" h="160" extrusionOk="0">
                  <a:moveTo>
                    <a:pt x="66" y="61"/>
                  </a:moveTo>
                  <a:cubicBezTo>
                    <a:pt x="59" y="44"/>
                    <a:pt x="59" y="44"/>
                    <a:pt x="59" y="44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7"/>
                    <a:pt x="9" y="52"/>
                    <a:pt x="10" y="56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6" y="111"/>
                    <a:pt x="6" y="111"/>
                    <a:pt x="6" y="111"/>
                  </a:cubicBezTo>
                  <a:cubicBezTo>
                    <a:pt x="6" y="112"/>
                    <a:pt x="6" y="112"/>
                    <a:pt x="6" y="112"/>
                  </a:cubicBezTo>
                  <a:cubicBezTo>
                    <a:pt x="1" y="125"/>
                    <a:pt x="1" y="125"/>
                    <a:pt x="1" y="125"/>
                  </a:cubicBezTo>
                  <a:cubicBezTo>
                    <a:pt x="1" y="129"/>
                    <a:pt x="1" y="129"/>
                    <a:pt x="1" y="129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12" y="148"/>
                    <a:pt x="12" y="148"/>
                    <a:pt x="12" y="148"/>
                  </a:cubicBezTo>
                  <a:cubicBezTo>
                    <a:pt x="16" y="153"/>
                    <a:pt x="16" y="153"/>
                    <a:pt x="16" y="153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2" y="154"/>
                    <a:pt x="32" y="154"/>
                    <a:pt x="32" y="154"/>
                  </a:cubicBezTo>
                  <a:cubicBezTo>
                    <a:pt x="32" y="152"/>
                    <a:pt x="32" y="152"/>
                    <a:pt x="32" y="152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3" y="138"/>
                    <a:pt x="23" y="138"/>
                    <a:pt x="23" y="138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20" y="137"/>
                    <a:pt x="20" y="137"/>
                    <a:pt x="20" y="137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18" y="128"/>
                    <a:pt x="18" y="128"/>
                    <a:pt x="18" y="128"/>
                  </a:cubicBezTo>
                  <a:cubicBezTo>
                    <a:pt x="13" y="129"/>
                    <a:pt x="13" y="129"/>
                    <a:pt x="13" y="129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20" y="93"/>
                    <a:pt x="20" y="93"/>
                    <a:pt x="20" y="93"/>
                  </a:cubicBezTo>
                  <a:cubicBezTo>
                    <a:pt x="20" y="83"/>
                    <a:pt x="20" y="83"/>
                    <a:pt x="20" y="83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32" y="83"/>
                    <a:pt x="36" y="85"/>
                    <a:pt x="39" y="90"/>
                  </a:cubicBezTo>
                  <a:cubicBezTo>
                    <a:pt x="39" y="90"/>
                    <a:pt x="39" y="90"/>
                    <a:pt x="39" y="89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8" y="67"/>
                    <a:pt x="68" y="67"/>
                    <a:pt x="68" y="67"/>
                  </a:cubicBezTo>
                  <a:lnTo>
                    <a:pt x="66" y="6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4795838" y="2822576"/>
              <a:ext cx="423862" cy="185737"/>
            </a:xfrm>
            <a:custGeom>
              <a:avLst/>
              <a:gdLst/>
              <a:ahLst/>
              <a:cxnLst/>
              <a:rect l="l" t="t" r="r" b="b"/>
              <a:pathLst>
                <a:path w="158" h="69" extrusionOk="0">
                  <a:moveTo>
                    <a:pt x="127" y="8"/>
                  </a:moveTo>
                  <a:cubicBezTo>
                    <a:pt x="125" y="11"/>
                    <a:pt x="125" y="11"/>
                    <a:pt x="125" y="11"/>
                  </a:cubicBezTo>
                  <a:cubicBezTo>
                    <a:pt x="118" y="11"/>
                    <a:pt x="111" y="12"/>
                    <a:pt x="105" y="12"/>
                  </a:cubicBezTo>
                  <a:cubicBezTo>
                    <a:pt x="100" y="11"/>
                    <a:pt x="96" y="11"/>
                    <a:pt x="92" y="10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89" y="7"/>
                    <a:pt x="87" y="7"/>
                    <a:pt x="85" y="7"/>
                  </a:cubicBezTo>
                  <a:cubicBezTo>
                    <a:pt x="82" y="6"/>
                    <a:pt x="78" y="5"/>
                    <a:pt x="74" y="4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1" y="1"/>
                    <a:pt x="70" y="2"/>
                    <a:pt x="68" y="2"/>
                  </a:cubicBezTo>
                  <a:cubicBezTo>
                    <a:pt x="58" y="5"/>
                    <a:pt x="47" y="8"/>
                    <a:pt x="37" y="9"/>
                  </a:cubicBezTo>
                  <a:cubicBezTo>
                    <a:pt x="33" y="10"/>
                    <a:pt x="30" y="10"/>
                    <a:pt x="26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57" y="68"/>
                    <a:pt x="59" y="68"/>
                    <a:pt x="61" y="66"/>
                  </a:cubicBezTo>
                  <a:cubicBezTo>
                    <a:pt x="64" y="65"/>
                    <a:pt x="67" y="63"/>
                    <a:pt x="70" y="60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1" y="66"/>
                    <a:pt x="81" y="66"/>
                    <a:pt x="81" y="66"/>
                  </a:cubicBezTo>
                  <a:cubicBezTo>
                    <a:pt x="82" y="66"/>
                    <a:pt x="83" y="65"/>
                    <a:pt x="84" y="65"/>
                  </a:cubicBezTo>
                  <a:cubicBezTo>
                    <a:pt x="86" y="64"/>
                    <a:pt x="86" y="64"/>
                    <a:pt x="86" y="64"/>
                  </a:cubicBezTo>
                  <a:cubicBezTo>
                    <a:pt x="89" y="64"/>
                    <a:pt x="91" y="63"/>
                    <a:pt x="94" y="63"/>
                  </a:cubicBezTo>
                  <a:cubicBezTo>
                    <a:pt x="97" y="63"/>
                    <a:pt x="101" y="63"/>
                    <a:pt x="104" y="63"/>
                  </a:cubicBezTo>
                  <a:cubicBezTo>
                    <a:pt x="113" y="61"/>
                    <a:pt x="122" y="59"/>
                    <a:pt x="132" y="58"/>
                  </a:cubicBezTo>
                  <a:cubicBezTo>
                    <a:pt x="132" y="57"/>
                    <a:pt x="132" y="57"/>
                    <a:pt x="133" y="56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1" y="28"/>
                    <a:pt x="151" y="28"/>
                    <a:pt x="151" y="28"/>
                  </a:cubicBezTo>
                  <a:cubicBezTo>
                    <a:pt x="149" y="28"/>
                    <a:pt x="149" y="28"/>
                    <a:pt x="149" y="28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46" y="24"/>
                    <a:pt x="144" y="22"/>
                    <a:pt x="142" y="20"/>
                  </a:cubicBezTo>
                  <a:cubicBezTo>
                    <a:pt x="137" y="16"/>
                    <a:pt x="133" y="13"/>
                    <a:pt x="129" y="9"/>
                  </a:cubicBezTo>
                  <a:lnTo>
                    <a:pt x="127" y="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4795838" y="2828926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23" h="14" extrusionOk="0">
                  <a:moveTo>
                    <a:pt x="11" y="1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0" y="13"/>
                    <a:pt x="16" y="12"/>
                    <a:pt x="21" y="11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3"/>
                    <a:pt x="17" y="2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3" y="0"/>
                    <a:pt x="12" y="1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5414962" y="2801939"/>
              <a:ext cx="301625" cy="247649"/>
            </a:xfrm>
            <a:custGeom>
              <a:avLst/>
              <a:gdLst/>
              <a:ahLst/>
              <a:cxnLst/>
              <a:rect l="l" t="t" r="r" b="b"/>
              <a:pathLst>
                <a:path w="112" h="92" extrusionOk="0">
                  <a:moveTo>
                    <a:pt x="64" y="19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60"/>
                    <a:pt x="16" y="62"/>
                    <a:pt x="15" y="6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6" y="91"/>
                    <a:pt x="76" y="91"/>
                    <a:pt x="76" y="91"/>
                  </a:cubicBezTo>
                  <a:cubicBezTo>
                    <a:pt x="88" y="92"/>
                    <a:pt x="88" y="92"/>
                    <a:pt x="88" y="92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77" y="24"/>
                    <a:pt x="77" y="24"/>
                    <a:pt x="77" y="24"/>
                  </a:cubicBezTo>
                  <a:lnTo>
                    <a:pt x="64" y="1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7013576" y="3346450"/>
              <a:ext cx="53976" cy="88900"/>
            </a:xfrm>
            <a:custGeom>
              <a:avLst/>
              <a:gdLst/>
              <a:ahLst/>
              <a:cxnLst/>
              <a:rect l="l" t="t" r="r" b="b"/>
              <a:pathLst>
                <a:path w="20" h="33" extrusionOk="0">
                  <a:moveTo>
                    <a:pt x="20" y="3"/>
                  </a:moveTo>
                  <a:cubicBezTo>
                    <a:pt x="19" y="5"/>
                    <a:pt x="19" y="7"/>
                    <a:pt x="18" y="9"/>
                  </a:cubicBezTo>
                  <a:cubicBezTo>
                    <a:pt x="18" y="11"/>
                    <a:pt x="18" y="12"/>
                    <a:pt x="18" y="14"/>
                  </a:cubicBezTo>
                  <a:cubicBezTo>
                    <a:pt x="15" y="21"/>
                    <a:pt x="11" y="27"/>
                    <a:pt x="8" y="33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1"/>
                    <a:pt x="2" y="18"/>
                    <a:pt x="3" y="15"/>
                  </a:cubicBezTo>
                  <a:cubicBezTo>
                    <a:pt x="4" y="12"/>
                    <a:pt x="6" y="8"/>
                    <a:pt x="8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3"/>
                    <a:pt x="20" y="3"/>
                    <a:pt x="20" y="3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7013576" y="3346450"/>
              <a:ext cx="53976" cy="88900"/>
            </a:xfrm>
            <a:custGeom>
              <a:avLst/>
              <a:gdLst/>
              <a:ahLst/>
              <a:cxnLst/>
              <a:rect l="l" t="t" r="r" b="b"/>
              <a:pathLst>
                <a:path w="20" h="33" extrusionOk="0">
                  <a:moveTo>
                    <a:pt x="20" y="3"/>
                  </a:moveTo>
                  <a:cubicBezTo>
                    <a:pt x="19" y="5"/>
                    <a:pt x="19" y="7"/>
                    <a:pt x="18" y="9"/>
                  </a:cubicBezTo>
                  <a:cubicBezTo>
                    <a:pt x="18" y="11"/>
                    <a:pt x="18" y="12"/>
                    <a:pt x="18" y="14"/>
                  </a:cubicBezTo>
                  <a:cubicBezTo>
                    <a:pt x="15" y="21"/>
                    <a:pt x="11" y="27"/>
                    <a:pt x="8" y="33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1"/>
                    <a:pt x="2" y="18"/>
                    <a:pt x="3" y="15"/>
                  </a:cubicBezTo>
                  <a:cubicBezTo>
                    <a:pt x="4" y="12"/>
                    <a:pt x="6" y="8"/>
                    <a:pt x="8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3"/>
                    <a:pt x="20" y="3"/>
                    <a:pt x="20" y="3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5767389" y="2868613"/>
              <a:ext cx="182562" cy="127001"/>
            </a:xfrm>
            <a:custGeom>
              <a:avLst/>
              <a:gdLst/>
              <a:ahLst/>
              <a:cxnLst/>
              <a:rect l="l" t="t" r="r" b="b"/>
              <a:pathLst>
                <a:path w="68" h="47" extrusionOk="0">
                  <a:moveTo>
                    <a:pt x="55" y="15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9" y="38"/>
                    <a:pt x="13" y="39"/>
                    <a:pt x="17" y="39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2" y="43"/>
                    <a:pt x="55" y="43"/>
                    <a:pt x="58" y="42"/>
                  </a:cubicBezTo>
                  <a:cubicBezTo>
                    <a:pt x="60" y="41"/>
                    <a:pt x="62" y="40"/>
                    <a:pt x="64" y="40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8" y="28"/>
                    <a:pt x="68" y="28"/>
                    <a:pt x="68" y="28"/>
                  </a:cubicBezTo>
                  <a:lnTo>
                    <a:pt x="55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5006976" y="2979738"/>
              <a:ext cx="142875" cy="157163"/>
            </a:xfrm>
            <a:custGeom>
              <a:avLst/>
              <a:gdLst/>
              <a:ahLst/>
              <a:cxnLst/>
              <a:rect l="l" t="t" r="r" b="b"/>
              <a:pathLst>
                <a:path w="53" h="59" extrusionOk="0">
                  <a:moveTo>
                    <a:pt x="25" y="5"/>
                  </a:moveTo>
                  <a:cubicBezTo>
                    <a:pt x="22" y="5"/>
                    <a:pt x="18" y="5"/>
                    <a:pt x="15" y="5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6"/>
                    <a:pt x="3" y="23"/>
                    <a:pt x="3" y="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7"/>
                    <a:pt x="22" y="45"/>
                    <a:pt x="25" y="43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9" y="10"/>
                    <a:pt x="51" y="5"/>
                    <a:pt x="53" y="0"/>
                  </a:cubicBezTo>
                  <a:cubicBezTo>
                    <a:pt x="43" y="1"/>
                    <a:pt x="34" y="3"/>
                    <a:pt x="25" y="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5006976" y="2979738"/>
              <a:ext cx="142875" cy="157163"/>
            </a:xfrm>
            <a:custGeom>
              <a:avLst/>
              <a:gdLst/>
              <a:ahLst/>
              <a:cxnLst/>
              <a:rect l="l" t="t" r="r" b="b"/>
              <a:pathLst>
                <a:path w="53" h="59" extrusionOk="0">
                  <a:moveTo>
                    <a:pt x="25" y="5"/>
                  </a:moveTo>
                  <a:cubicBezTo>
                    <a:pt x="22" y="5"/>
                    <a:pt x="18" y="5"/>
                    <a:pt x="15" y="5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6"/>
                    <a:pt x="3" y="23"/>
                    <a:pt x="3" y="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7"/>
                    <a:pt x="22" y="45"/>
                    <a:pt x="25" y="43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9" y="10"/>
                    <a:pt x="51" y="5"/>
                    <a:pt x="53" y="0"/>
                  </a:cubicBezTo>
                  <a:cubicBezTo>
                    <a:pt x="43" y="1"/>
                    <a:pt x="34" y="3"/>
                    <a:pt x="25" y="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6057902" y="3806826"/>
              <a:ext cx="50800" cy="87313"/>
            </a:xfrm>
            <a:custGeom>
              <a:avLst/>
              <a:gdLst/>
              <a:ahLst/>
              <a:cxnLst/>
              <a:rect l="l" t="t" r="r" b="b"/>
              <a:pathLst>
                <a:path w="19" h="33" extrusionOk="0">
                  <a:moveTo>
                    <a:pt x="4" y="0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4" y="10"/>
                    <a:pt x="16" y="16"/>
                    <a:pt x="19" y="23"/>
                  </a:cubicBezTo>
                  <a:cubicBezTo>
                    <a:pt x="19" y="24"/>
                    <a:pt x="18" y="26"/>
                    <a:pt x="17" y="27"/>
                  </a:cubicBezTo>
                  <a:cubicBezTo>
                    <a:pt x="15" y="29"/>
                    <a:pt x="14" y="31"/>
                    <a:pt x="12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3"/>
                    <a:pt x="1" y="18"/>
                    <a:pt x="1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6057902" y="3806826"/>
              <a:ext cx="50800" cy="87313"/>
            </a:xfrm>
            <a:custGeom>
              <a:avLst/>
              <a:gdLst/>
              <a:ahLst/>
              <a:cxnLst/>
              <a:rect l="l" t="t" r="r" b="b"/>
              <a:pathLst>
                <a:path w="19" h="33" extrusionOk="0">
                  <a:moveTo>
                    <a:pt x="4" y="0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4" y="10"/>
                    <a:pt x="16" y="16"/>
                    <a:pt x="19" y="23"/>
                  </a:cubicBezTo>
                  <a:cubicBezTo>
                    <a:pt x="19" y="24"/>
                    <a:pt x="18" y="26"/>
                    <a:pt x="17" y="27"/>
                  </a:cubicBezTo>
                  <a:cubicBezTo>
                    <a:pt x="15" y="29"/>
                    <a:pt x="14" y="31"/>
                    <a:pt x="12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3"/>
                    <a:pt x="1" y="18"/>
                    <a:pt x="1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6624638" y="4021139"/>
              <a:ext cx="9525" cy="11113"/>
            </a:xfrm>
            <a:custGeom>
              <a:avLst/>
              <a:gdLst/>
              <a:ahLst/>
              <a:cxnLst/>
              <a:rect l="l" t="t" r="r" b="b"/>
              <a:pathLst>
                <a:path w="6" h="7" extrusionOk="0">
                  <a:moveTo>
                    <a:pt x="6" y="3"/>
                  </a:moveTo>
                  <a:lnTo>
                    <a:pt x="5" y="0"/>
                  </a:lnTo>
                  <a:lnTo>
                    <a:pt x="0" y="7"/>
                  </a:lnTo>
                  <a:lnTo>
                    <a:pt x="6" y="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5372101" y="3309939"/>
              <a:ext cx="25400" cy="58738"/>
            </a:xfrm>
            <a:custGeom>
              <a:avLst/>
              <a:gdLst/>
              <a:ahLst/>
              <a:cxnLst/>
              <a:rect l="l" t="t" r="r" b="b"/>
              <a:pathLst>
                <a:path w="9" h="22" extrusionOk="0">
                  <a:moveTo>
                    <a:pt x="0" y="18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5"/>
                    <a:pt x="8" y="8"/>
                    <a:pt x="8" y="10"/>
                  </a:cubicBezTo>
                  <a:cubicBezTo>
                    <a:pt x="8" y="12"/>
                    <a:pt x="8" y="13"/>
                    <a:pt x="8" y="15"/>
                  </a:cubicBezTo>
                  <a:cubicBezTo>
                    <a:pt x="5" y="22"/>
                    <a:pt x="5" y="22"/>
                    <a:pt x="5" y="22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546" name="Google Shape;546;p40"/>
            <p:cNvGrpSpPr/>
            <p:nvPr/>
          </p:nvGrpSpPr>
          <p:grpSpPr>
            <a:xfrm>
              <a:off x="6932613" y="3567114"/>
              <a:ext cx="247650" cy="354012"/>
              <a:chOff x="6932612" y="3567113"/>
              <a:chExt cx="247650" cy="354012"/>
            </a:xfrm>
          </p:grpSpPr>
          <p:sp>
            <p:nvSpPr>
              <p:cNvPr id="547" name="Google Shape;547;p40"/>
              <p:cNvSpPr/>
              <p:nvPr/>
            </p:nvSpPr>
            <p:spPr>
              <a:xfrm>
                <a:off x="6997700" y="3567113"/>
                <a:ext cx="106362" cy="1635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61" extrusionOk="0">
                    <a:moveTo>
                      <a:pt x="11" y="37"/>
                    </a:moveTo>
                    <a:cubicBezTo>
                      <a:pt x="14" y="42"/>
                      <a:pt x="14" y="42"/>
                      <a:pt x="14" y="42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3" y="51"/>
                      <a:pt x="24" y="52"/>
                      <a:pt x="25" y="54"/>
                    </a:cubicBezTo>
                    <a:cubicBezTo>
                      <a:pt x="25" y="55"/>
                      <a:pt x="26" y="55"/>
                      <a:pt x="26" y="55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2" y="29"/>
                      <a:pt x="3" y="32"/>
                      <a:pt x="5" y="35"/>
                    </a:cubicBezTo>
                    <a:cubicBezTo>
                      <a:pt x="5" y="37"/>
                      <a:pt x="6" y="39"/>
                      <a:pt x="6" y="41"/>
                    </a:cubicBezTo>
                    <a:cubicBezTo>
                      <a:pt x="8" y="42"/>
                      <a:pt x="8" y="42"/>
                      <a:pt x="8" y="42"/>
                    </a:cubicBezTo>
                    <a:lnTo>
                      <a:pt x="11" y="3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48" name="Google Shape;548;p40"/>
              <p:cNvSpPr/>
              <p:nvPr/>
            </p:nvSpPr>
            <p:spPr>
              <a:xfrm>
                <a:off x="7112000" y="37274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6" y="13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2" y="9"/>
                      <a:pt x="11" y="5"/>
                      <a:pt x="1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8"/>
                      <a:pt x="6" y="8"/>
                      <a:pt x="6" y="8"/>
                    </a:cubicBez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49" name="Google Shape;549;p40"/>
              <p:cNvSpPr/>
              <p:nvPr/>
            </p:nvSpPr>
            <p:spPr>
              <a:xfrm>
                <a:off x="7050087" y="3744913"/>
                <a:ext cx="269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2" extrusionOk="0">
                    <a:moveTo>
                      <a:pt x="10" y="5"/>
                    </a:moveTo>
                    <a:cubicBezTo>
                      <a:pt x="10" y="2"/>
                      <a:pt x="10" y="2"/>
                      <a:pt x="10" y="2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7"/>
                      <a:pt x="1" y="11"/>
                    </a:cubicBezTo>
                    <a:cubicBezTo>
                      <a:pt x="2" y="12"/>
                      <a:pt x="2" y="12"/>
                      <a:pt x="2" y="12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50" name="Google Shape;550;p40"/>
              <p:cNvSpPr/>
              <p:nvPr/>
            </p:nvSpPr>
            <p:spPr>
              <a:xfrm>
                <a:off x="7056437" y="3768725"/>
                <a:ext cx="317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" extrusionOk="0">
                    <a:moveTo>
                      <a:pt x="7" y="17"/>
                    </a:moveTo>
                    <a:cubicBezTo>
                      <a:pt x="7" y="15"/>
                      <a:pt x="8" y="14"/>
                      <a:pt x="8" y="12"/>
                    </a:cubicBezTo>
                    <a:cubicBezTo>
                      <a:pt x="9" y="9"/>
                      <a:pt x="10" y="6"/>
                      <a:pt x="12" y="3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7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51" name="Google Shape;551;p40"/>
              <p:cNvSpPr/>
              <p:nvPr/>
            </p:nvSpPr>
            <p:spPr>
              <a:xfrm>
                <a:off x="7107237" y="3760788"/>
                <a:ext cx="19050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7" h="14" extrusionOk="0">
                    <a:moveTo>
                      <a:pt x="4" y="14"/>
                    </a:moveTo>
                    <a:cubicBezTo>
                      <a:pt x="7" y="14"/>
                      <a:pt x="7" y="14"/>
                      <a:pt x="7" y="1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5" y="3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52" name="Google Shape;552;p40"/>
              <p:cNvSpPr/>
              <p:nvPr/>
            </p:nvSpPr>
            <p:spPr>
              <a:xfrm>
                <a:off x="7059612" y="3797300"/>
                <a:ext cx="1206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5" h="46" extrusionOk="0">
                    <a:moveTo>
                      <a:pt x="42" y="18"/>
                    </a:moveTo>
                    <a:cubicBezTo>
                      <a:pt x="40" y="16"/>
                      <a:pt x="39" y="14"/>
                      <a:pt x="37" y="12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22" y="44"/>
                      <a:pt x="24" y="44"/>
                      <a:pt x="26" y="45"/>
                    </a:cubicBezTo>
                    <a:cubicBezTo>
                      <a:pt x="27" y="45"/>
                      <a:pt x="28" y="46"/>
                      <a:pt x="29" y="46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30"/>
                      <a:pt x="38" y="33"/>
                      <a:pt x="39" y="35"/>
                    </a:cubicBezTo>
                    <a:cubicBezTo>
                      <a:pt x="39" y="36"/>
                      <a:pt x="39" y="37"/>
                      <a:pt x="40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4" y="24"/>
                      <a:pt x="43" y="21"/>
                      <a:pt x="42" y="18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53" name="Google Shape;553;p40"/>
              <p:cNvSpPr/>
              <p:nvPr/>
            </p:nvSpPr>
            <p:spPr>
              <a:xfrm>
                <a:off x="6932612" y="3752850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3" h="31" extrusionOk="0">
                    <a:moveTo>
                      <a:pt x="19" y="2"/>
                    </a:moveTo>
                    <a:cubicBezTo>
                      <a:pt x="18" y="8"/>
                      <a:pt x="18" y="8"/>
                      <a:pt x="18" y="8"/>
                    </a:cubicBezTo>
                    <a:cubicBezTo>
                      <a:pt x="12" y="15"/>
                      <a:pt x="6" y="22"/>
                      <a:pt x="0" y="29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54" name="Google Shape;554;p40"/>
              <p:cNvSpPr/>
              <p:nvPr/>
            </p:nvSpPr>
            <p:spPr>
              <a:xfrm>
                <a:off x="7018337" y="3711575"/>
                <a:ext cx="26987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17" h="19" extrusionOk="0">
                    <a:moveTo>
                      <a:pt x="0" y="2"/>
                    </a:moveTo>
                    <a:lnTo>
                      <a:pt x="7" y="17"/>
                    </a:lnTo>
                    <a:lnTo>
                      <a:pt x="12" y="19"/>
                    </a:lnTo>
                    <a:lnTo>
                      <a:pt x="17" y="2"/>
                    </a:lnTo>
                    <a:lnTo>
                      <a:pt x="9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555" name="Google Shape;555;p40"/>
            <p:cNvSpPr/>
            <p:nvPr/>
          </p:nvSpPr>
          <p:spPr>
            <a:xfrm>
              <a:off x="5614988" y="2992439"/>
              <a:ext cx="377824" cy="404814"/>
            </a:xfrm>
            <a:custGeom>
              <a:avLst/>
              <a:gdLst/>
              <a:ahLst/>
              <a:cxnLst/>
              <a:rect l="l" t="t" r="r" b="b"/>
              <a:pathLst>
                <a:path w="141" h="151" extrusionOk="0">
                  <a:moveTo>
                    <a:pt x="125" y="1"/>
                  </a:moveTo>
                  <a:cubicBezTo>
                    <a:pt x="124" y="1"/>
                    <a:pt x="122" y="0"/>
                    <a:pt x="121" y="0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1" y="7"/>
                    <a:pt x="111" y="7"/>
                    <a:pt x="111" y="7"/>
                  </a:cubicBezTo>
                  <a:cubicBezTo>
                    <a:pt x="109" y="6"/>
                    <a:pt x="107" y="6"/>
                    <a:pt x="104" y="7"/>
                  </a:cubicBezTo>
                  <a:cubicBezTo>
                    <a:pt x="102" y="7"/>
                    <a:pt x="99" y="8"/>
                    <a:pt x="97" y="8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1" y="64"/>
                    <a:pt x="40" y="72"/>
                    <a:pt x="28" y="8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16" y="109"/>
                    <a:pt x="16" y="109"/>
                    <a:pt x="16" y="109"/>
                  </a:cubicBezTo>
                  <a:cubicBezTo>
                    <a:pt x="13" y="118"/>
                    <a:pt x="13" y="118"/>
                    <a:pt x="13" y="118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3" y="133"/>
                    <a:pt x="3" y="133"/>
                    <a:pt x="3" y="133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6" y="133"/>
                    <a:pt x="16" y="133"/>
                    <a:pt x="16" y="133"/>
                  </a:cubicBezTo>
                  <a:cubicBezTo>
                    <a:pt x="20" y="133"/>
                    <a:pt x="25" y="132"/>
                    <a:pt x="29" y="131"/>
                  </a:cubicBezTo>
                  <a:cubicBezTo>
                    <a:pt x="31" y="131"/>
                    <a:pt x="32" y="130"/>
                    <a:pt x="34" y="130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77" y="150"/>
                    <a:pt x="77" y="150"/>
                    <a:pt x="77" y="150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98" y="94"/>
                    <a:pt x="109" y="79"/>
                    <a:pt x="121" y="64"/>
                  </a:cubicBezTo>
                  <a:cubicBezTo>
                    <a:pt x="122" y="61"/>
                    <a:pt x="122" y="58"/>
                    <a:pt x="123" y="55"/>
                  </a:cubicBezTo>
                  <a:cubicBezTo>
                    <a:pt x="124" y="52"/>
                    <a:pt x="124" y="49"/>
                    <a:pt x="126" y="46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128" y="2"/>
                    <a:pt x="128" y="2"/>
                    <a:pt x="128" y="2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5487987" y="2701925"/>
              <a:ext cx="407987" cy="268288"/>
            </a:xfrm>
            <a:custGeom>
              <a:avLst/>
              <a:gdLst/>
              <a:ahLst/>
              <a:cxnLst/>
              <a:rect l="l" t="t" r="r" b="b"/>
              <a:pathLst>
                <a:path w="152" h="100" extrusionOk="0">
                  <a:moveTo>
                    <a:pt x="81" y="31"/>
                  </a:moveTo>
                  <a:cubicBezTo>
                    <a:pt x="74" y="31"/>
                    <a:pt x="74" y="31"/>
                    <a:pt x="74" y="31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5" y="21"/>
                    <a:pt x="45" y="21"/>
                    <a:pt x="45" y="22"/>
                  </a:cubicBezTo>
                  <a:cubicBezTo>
                    <a:pt x="43" y="24"/>
                    <a:pt x="41" y="27"/>
                    <a:pt x="40" y="30"/>
                  </a:cubicBezTo>
                  <a:cubicBezTo>
                    <a:pt x="37" y="29"/>
                    <a:pt x="35" y="29"/>
                    <a:pt x="32" y="29"/>
                  </a:cubicBezTo>
                  <a:cubicBezTo>
                    <a:pt x="31" y="29"/>
                    <a:pt x="29" y="29"/>
                    <a:pt x="28" y="2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85" y="97"/>
                    <a:pt x="85" y="97"/>
                    <a:pt x="85" y="97"/>
                  </a:cubicBezTo>
                  <a:cubicBezTo>
                    <a:pt x="92" y="98"/>
                    <a:pt x="100" y="99"/>
                    <a:pt x="108" y="100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50" y="64"/>
                    <a:pt x="150" y="64"/>
                    <a:pt x="150" y="64"/>
                  </a:cubicBezTo>
                  <a:cubicBezTo>
                    <a:pt x="152" y="53"/>
                    <a:pt x="152" y="53"/>
                    <a:pt x="152" y="53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25" y="47"/>
                    <a:pt x="118" y="51"/>
                    <a:pt x="112" y="55"/>
                  </a:cubicBezTo>
                  <a:cubicBezTo>
                    <a:pt x="111" y="56"/>
                    <a:pt x="110" y="56"/>
                    <a:pt x="108" y="57"/>
                  </a:cubicBezTo>
                  <a:cubicBezTo>
                    <a:pt x="104" y="59"/>
                    <a:pt x="101" y="62"/>
                    <a:pt x="97" y="64"/>
                  </a:cubicBezTo>
                  <a:cubicBezTo>
                    <a:pt x="90" y="63"/>
                    <a:pt x="90" y="63"/>
                    <a:pt x="90" y="63"/>
                  </a:cubicBezTo>
                  <a:lnTo>
                    <a:pt x="81" y="3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5413376" y="3371851"/>
              <a:ext cx="176212" cy="233363"/>
            </a:xfrm>
            <a:custGeom>
              <a:avLst/>
              <a:gdLst/>
              <a:ahLst/>
              <a:cxnLst/>
              <a:rect l="l" t="t" r="r" b="b"/>
              <a:pathLst>
                <a:path w="66" h="87" extrusionOk="0">
                  <a:moveTo>
                    <a:pt x="66" y="24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6" y="8"/>
                    <a:pt x="34" y="4"/>
                    <a:pt x="34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5" y="50"/>
                    <a:pt x="47" y="44"/>
                    <a:pt x="50" y="44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65" y="31"/>
                    <a:pt x="65" y="31"/>
                    <a:pt x="65" y="31"/>
                  </a:cubicBezTo>
                  <a:lnTo>
                    <a:pt x="66" y="2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6350001" y="3257551"/>
              <a:ext cx="201612" cy="527050"/>
            </a:xfrm>
            <a:custGeom>
              <a:avLst/>
              <a:gdLst/>
              <a:ahLst/>
              <a:cxnLst/>
              <a:rect l="l" t="t" r="r" b="b"/>
              <a:pathLst>
                <a:path w="75" h="196" extrusionOk="0">
                  <a:moveTo>
                    <a:pt x="46" y="0"/>
                  </a:moveTo>
                  <a:cubicBezTo>
                    <a:pt x="41" y="6"/>
                    <a:pt x="37" y="12"/>
                    <a:pt x="32" y="17"/>
                  </a:cubicBezTo>
                  <a:cubicBezTo>
                    <a:pt x="28" y="22"/>
                    <a:pt x="23" y="26"/>
                    <a:pt x="18" y="30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5" y="66"/>
                    <a:pt x="5" y="68"/>
                    <a:pt x="4" y="70"/>
                  </a:cubicBezTo>
                  <a:cubicBezTo>
                    <a:pt x="3" y="75"/>
                    <a:pt x="1" y="80"/>
                    <a:pt x="0" y="85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2" y="95"/>
                    <a:pt x="13" y="100"/>
                    <a:pt x="15" y="104"/>
                  </a:cubicBezTo>
                  <a:cubicBezTo>
                    <a:pt x="17" y="109"/>
                    <a:pt x="18" y="112"/>
                    <a:pt x="20" y="116"/>
                  </a:cubicBezTo>
                  <a:cubicBezTo>
                    <a:pt x="19" y="119"/>
                    <a:pt x="19" y="122"/>
                    <a:pt x="17" y="125"/>
                  </a:cubicBezTo>
                  <a:cubicBezTo>
                    <a:pt x="17" y="128"/>
                    <a:pt x="15" y="131"/>
                    <a:pt x="14" y="135"/>
                  </a:cubicBezTo>
                  <a:cubicBezTo>
                    <a:pt x="16" y="136"/>
                    <a:pt x="17" y="137"/>
                    <a:pt x="20" y="138"/>
                  </a:cubicBezTo>
                  <a:cubicBezTo>
                    <a:pt x="21" y="139"/>
                    <a:pt x="23" y="140"/>
                    <a:pt x="26" y="14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8" y="129"/>
                    <a:pt x="38" y="128"/>
                  </a:cubicBezTo>
                  <a:cubicBezTo>
                    <a:pt x="39" y="127"/>
                    <a:pt x="39" y="126"/>
                    <a:pt x="40" y="125"/>
                  </a:cubicBezTo>
                  <a:cubicBezTo>
                    <a:pt x="41" y="125"/>
                    <a:pt x="41" y="125"/>
                    <a:pt x="41" y="125"/>
                  </a:cubicBezTo>
                  <a:cubicBezTo>
                    <a:pt x="43" y="133"/>
                    <a:pt x="46" y="141"/>
                    <a:pt x="48" y="148"/>
                  </a:cubicBezTo>
                  <a:cubicBezTo>
                    <a:pt x="49" y="153"/>
                    <a:pt x="51" y="157"/>
                    <a:pt x="52" y="161"/>
                  </a:cubicBezTo>
                  <a:cubicBezTo>
                    <a:pt x="55" y="161"/>
                    <a:pt x="55" y="161"/>
                    <a:pt x="55" y="161"/>
                  </a:cubicBezTo>
                  <a:cubicBezTo>
                    <a:pt x="55" y="163"/>
                    <a:pt x="56" y="165"/>
                    <a:pt x="56" y="167"/>
                  </a:cubicBezTo>
                  <a:cubicBezTo>
                    <a:pt x="55" y="173"/>
                    <a:pt x="55" y="179"/>
                    <a:pt x="55" y="184"/>
                  </a:cubicBezTo>
                  <a:cubicBezTo>
                    <a:pt x="55" y="188"/>
                    <a:pt x="55" y="192"/>
                    <a:pt x="55" y="196"/>
                  </a:cubicBezTo>
                  <a:cubicBezTo>
                    <a:pt x="56" y="196"/>
                    <a:pt x="56" y="196"/>
                    <a:pt x="56" y="196"/>
                  </a:cubicBezTo>
                  <a:cubicBezTo>
                    <a:pt x="60" y="182"/>
                    <a:pt x="60" y="182"/>
                    <a:pt x="60" y="182"/>
                  </a:cubicBezTo>
                  <a:cubicBezTo>
                    <a:pt x="59" y="170"/>
                    <a:pt x="59" y="158"/>
                    <a:pt x="59" y="146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8" y="137"/>
                    <a:pt x="59" y="132"/>
                    <a:pt x="59" y="127"/>
                  </a:cubicBezTo>
                  <a:cubicBezTo>
                    <a:pt x="59" y="125"/>
                    <a:pt x="59" y="125"/>
                    <a:pt x="59" y="125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4" y="87"/>
                    <a:pt x="65" y="86"/>
                    <a:pt x="67" y="85"/>
                  </a:cubicBezTo>
                  <a:cubicBezTo>
                    <a:pt x="70" y="82"/>
                    <a:pt x="72" y="79"/>
                    <a:pt x="75" y="76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1"/>
                    <a:pt x="48" y="37"/>
                    <a:pt x="49" y="32"/>
                  </a:cubicBezTo>
                  <a:cubicBezTo>
                    <a:pt x="52" y="27"/>
                    <a:pt x="54" y="22"/>
                    <a:pt x="58" y="17"/>
                  </a:cubicBezTo>
                  <a:cubicBezTo>
                    <a:pt x="51" y="1"/>
                    <a:pt x="51" y="1"/>
                    <a:pt x="51" y="1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9" name="Google Shape;559;p40"/>
            <p:cNvSpPr/>
            <p:nvPr/>
          </p:nvSpPr>
          <p:spPr>
            <a:xfrm>
              <a:off x="6054726" y="3187700"/>
              <a:ext cx="187325" cy="104775"/>
            </a:xfrm>
            <a:custGeom>
              <a:avLst/>
              <a:gdLst/>
              <a:ahLst/>
              <a:cxnLst/>
              <a:rect l="l" t="t" r="r" b="b"/>
              <a:pathLst>
                <a:path w="70" h="39" extrusionOk="0">
                  <a:moveTo>
                    <a:pt x="6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2" y="25"/>
                    <a:pt x="24" y="30"/>
                    <a:pt x="37" y="34"/>
                  </a:cubicBezTo>
                  <a:cubicBezTo>
                    <a:pt x="38" y="34"/>
                    <a:pt x="38" y="34"/>
                    <a:pt x="39" y="34"/>
                  </a:cubicBezTo>
                  <a:cubicBezTo>
                    <a:pt x="47" y="37"/>
                    <a:pt x="57" y="39"/>
                    <a:pt x="67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57" y="21"/>
                    <a:pt x="44" y="16"/>
                    <a:pt x="29" y="10"/>
                  </a:cubicBezTo>
                  <a:cubicBezTo>
                    <a:pt x="22" y="7"/>
                    <a:pt x="14" y="4"/>
                    <a:pt x="6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0" name="Google Shape;560;p40"/>
            <p:cNvSpPr/>
            <p:nvPr/>
          </p:nvSpPr>
          <p:spPr>
            <a:xfrm>
              <a:off x="6054726" y="3187700"/>
              <a:ext cx="187325" cy="104775"/>
            </a:xfrm>
            <a:custGeom>
              <a:avLst/>
              <a:gdLst/>
              <a:ahLst/>
              <a:cxnLst/>
              <a:rect l="l" t="t" r="r" b="b"/>
              <a:pathLst>
                <a:path w="70" h="39" extrusionOk="0">
                  <a:moveTo>
                    <a:pt x="6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2" y="25"/>
                    <a:pt x="24" y="30"/>
                    <a:pt x="37" y="34"/>
                  </a:cubicBezTo>
                  <a:cubicBezTo>
                    <a:pt x="38" y="34"/>
                    <a:pt x="38" y="34"/>
                    <a:pt x="39" y="34"/>
                  </a:cubicBezTo>
                  <a:cubicBezTo>
                    <a:pt x="47" y="37"/>
                    <a:pt x="57" y="39"/>
                    <a:pt x="67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57" y="21"/>
                    <a:pt x="44" y="16"/>
                    <a:pt x="29" y="10"/>
                  </a:cubicBezTo>
                  <a:cubicBezTo>
                    <a:pt x="22" y="7"/>
                    <a:pt x="14" y="4"/>
                    <a:pt x="6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1" name="Google Shape;561;p40"/>
            <p:cNvSpPr/>
            <p:nvPr/>
          </p:nvSpPr>
          <p:spPr>
            <a:xfrm>
              <a:off x="6259513" y="2503489"/>
              <a:ext cx="731837" cy="325438"/>
            </a:xfrm>
            <a:custGeom>
              <a:avLst/>
              <a:gdLst/>
              <a:ahLst/>
              <a:cxnLst/>
              <a:rect l="l" t="t" r="r" b="b"/>
              <a:pathLst>
                <a:path w="273" h="121" extrusionOk="0">
                  <a:moveTo>
                    <a:pt x="14" y="15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4"/>
                    <a:pt x="25" y="58"/>
                    <a:pt x="24" y="63"/>
                  </a:cubicBezTo>
                  <a:cubicBezTo>
                    <a:pt x="23" y="66"/>
                    <a:pt x="22" y="69"/>
                    <a:pt x="21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5" y="118"/>
                    <a:pt x="128" y="120"/>
                    <a:pt x="141" y="12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2" y="90"/>
                    <a:pt x="182" y="90"/>
                    <a:pt x="182" y="90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18" y="77"/>
                    <a:pt x="230" y="70"/>
                    <a:pt x="241" y="64"/>
                  </a:cubicBezTo>
                  <a:cubicBezTo>
                    <a:pt x="247" y="60"/>
                    <a:pt x="252" y="57"/>
                    <a:pt x="258" y="54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273" y="51"/>
                    <a:pt x="273" y="51"/>
                    <a:pt x="273" y="51"/>
                  </a:cubicBezTo>
                  <a:cubicBezTo>
                    <a:pt x="258" y="45"/>
                    <a:pt x="258" y="45"/>
                    <a:pt x="258" y="45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39" y="24"/>
                    <a:pt x="235" y="24"/>
                    <a:pt x="231" y="24"/>
                  </a:cubicBezTo>
                  <a:cubicBezTo>
                    <a:pt x="222" y="20"/>
                    <a:pt x="222" y="20"/>
                    <a:pt x="222" y="20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01" y="24"/>
                    <a:pt x="201" y="24"/>
                    <a:pt x="201" y="24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28" y="19"/>
                    <a:pt x="128" y="19"/>
                    <a:pt x="128" y="19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5" y="12"/>
                    <a:pt x="40" y="12"/>
                    <a:pt x="34" y="13"/>
                  </a:cubicBezTo>
                  <a:cubicBezTo>
                    <a:pt x="29" y="13"/>
                    <a:pt x="24" y="14"/>
                    <a:pt x="19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4" y="1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2" name="Google Shape;562;p40"/>
            <p:cNvSpPr/>
            <p:nvPr/>
          </p:nvSpPr>
          <p:spPr>
            <a:xfrm>
              <a:off x="6259513" y="2503489"/>
              <a:ext cx="731837" cy="325438"/>
            </a:xfrm>
            <a:custGeom>
              <a:avLst/>
              <a:gdLst/>
              <a:ahLst/>
              <a:cxnLst/>
              <a:rect l="l" t="t" r="r" b="b"/>
              <a:pathLst>
                <a:path w="273" h="121" extrusionOk="0">
                  <a:moveTo>
                    <a:pt x="14" y="15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4"/>
                    <a:pt x="25" y="58"/>
                    <a:pt x="24" y="63"/>
                  </a:cubicBezTo>
                  <a:cubicBezTo>
                    <a:pt x="23" y="66"/>
                    <a:pt x="22" y="69"/>
                    <a:pt x="21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5" y="118"/>
                    <a:pt x="128" y="120"/>
                    <a:pt x="141" y="12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2" y="90"/>
                    <a:pt x="182" y="90"/>
                    <a:pt x="182" y="90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18" y="77"/>
                    <a:pt x="230" y="70"/>
                    <a:pt x="241" y="64"/>
                  </a:cubicBezTo>
                  <a:cubicBezTo>
                    <a:pt x="247" y="60"/>
                    <a:pt x="252" y="57"/>
                    <a:pt x="258" y="54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273" y="51"/>
                    <a:pt x="273" y="51"/>
                    <a:pt x="273" y="51"/>
                  </a:cubicBezTo>
                  <a:cubicBezTo>
                    <a:pt x="258" y="45"/>
                    <a:pt x="258" y="45"/>
                    <a:pt x="258" y="45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39" y="24"/>
                    <a:pt x="235" y="24"/>
                    <a:pt x="231" y="24"/>
                  </a:cubicBezTo>
                  <a:cubicBezTo>
                    <a:pt x="222" y="20"/>
                    <a:pt x="222" y="20"/>
                    <a:pt x="222" y="20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01" y="24"/>
                    <a:pt x="201" y="24"/>
                    <a:pt x="201" y="24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28" y="19"/>
                    <a:pt x="128" y="19"/>
                    <a:pt x="128" y="19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5" y="12"/>
                    <a:pt x="40" y="12"/>
                    <a:pt x="34" y="13"/>
                  </a:cubicBezTo>
                  <a:cubicBezTo>
                    <a:pt x="29" y="13"/>
                    <a:pt x="24" y="14"/>
                    <a:pt x="19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4" y="1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563" name="Google Shape;563;p40"/>
            <p:cNvGrpSpPr/>
            <p:nvPr/>
          </p:nvGrpSpPr>
          <p:grpSpPr>
            <a:xfrm>
              <a:off x="6540502" y="3878264"/>
              <a:ext cx="461962" cy="177800"/>
              <a:chOff x="6540500" y="3878263"/>
              <a:chExt cx="461962" cy="177800"/>
            </a:xfrm>
          </p:grpSpPr>
          <p:sp>
            <p:nvSpPr>
              <p:cNvPr id="564" name="Google Shape;564;p40"/>
              <p:cNvSpPr/>
              <p:nvPr/>
            </p:nvSpPr>
            <p:spPr>
              <a:xfrm>
                <a:off x="6540500" y="3908425"/>
                <a:ext cx="920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47" extrusionOk="0">
                    <a:moveTo>
                      <a:pt x="28" y="21"/>
                    </a:moveTo>
                    <a:cubicBezTo>
                      <a:pt x="28" y="17"/>
                      <a:pt x="27" y="14"/>
                      <a:pt x="27" y="10"/>
                    </a:cubicBezTo>
                    <a:cubicBezTo>
                      <a:pt x="22" y="7"/>
                      <a:pt x="19" y="3"/>
                      <a:pt x="1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10"/>
                      <a:pt x="4" y="15"/>
                    </a:cubicBezTo>
                    <a:cubicBezTo>
                      <a:pt x="6" y="21"/>
                      <a:pt x="7" y="26"/>
                      <a:pt x="9" y="31"/>
                    </a:cubicBezTo>
                    <a:cubicBezTo>
                      <a:pt x="9" y="31"/>
                      <a:pt x="9" y="32"/>
                      <a:pt x="10" y="33"/>
                    </a:cubicBezTo>
                    <a:cubicBezTo>
                      <a:pt x="16" y="38"/>
                      <a:pt x="22" y="43"/>
                      <a:pt x="28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2" y="34"/>
                      <a:pt x="30" y="29"/>
                      <a:pt x="28" y="21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65" name="Google Shape;565;p40"/>
              <p:cNvSpPr/>
              <p:nvPr/>
            </p:nvSpPr>
            <p:spPr>
              <a:xfrm>
                <a:off x="6764337" y="3878263"/>
                <a:ext cx="2381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89" h="66" extrusionOk="0">
                    <a:moveTo>
                      <a:pt x="64" y="3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0" y="2"/>
                      <a:pt x="57" y="6"/>
                      <a:pt x="53" y="12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49" y="29"/>
                      <a:pt x="49" y="29"/>
                      <a:pt x="49" y="29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1" y="40"/>
                      <a:pt x="25" y="46"/>
                      <a:pt x="19" y="47"/>
                    </a:cubicBezTo>
                    <a:cubicBezTo>
                      <a:pt x="14" y="47"/>
                      <a:pt x="14" y="47"/>
                      <a:pt x="14" y="47"/>
                    </a:cubicBezTo>
                    <a:cubicBezTo>
                      <a:pt x="11" y="51"/>
                      <a:pt x="11" y="51"/>
                      <a:pt x="11" y="51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70" y="32"/>
                      <a:pt x="70" y="32"/>
                      <a:pt x="70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83" y="32"/>
                      <a:pt x="83" y="32"/>
                      <a:pt x="83" y="32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1" y="29"/>
                      <a:pt x="79" y="27"/>
                      <a:pt x="78" y="24"/>
                    </a:cubicBezTo>
                    <a:cubicBezTo>
                      <a:pt x="81" y="25"/>
                      <a:pt x="85" y="24"/>
                      <a:pt x="89" y="23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5" y="14"/>
                      <a:pt x="75" y="14"/>
                      <a:pt x="75" y="14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69" y="6"/>
                      <a:pt x="69" y="6"/>
                      <a:pt x="69" y="6"/>
                    </a:cubicBezTo>
                    <a:cubicBezTo>
                      <a:pt x="67" y="2"/>
                      <a:pt x="67" y="2"/>
                      <a:pt x="67" y="2"/>
                    </a:cubicBezTo>
                    <a:lnTo>
                      <a:pt x="64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566" name="Google Shape;566;p40"/>
            <p:cNvSpPr/>
            <p:nvPr/>
          </p:nvSpPr>
          <p:spPr>
            <a:xfrm>
              <a:off x="4997451" y="3070226"/>
              <a:ext cx="31750" cy="53976"/>
            </a:xfrm>
            <a:custGeom>
              <a:avLst/>
              <a:gdLst/>
              <a:ahLst/>
              <a:cxnLst/>
              <a:rect l="l" t="t" r="r" b="b"/>
              <a:pathLst>
                <a:path w="20" h="34" extrusionOk="0">
                  <a:moveTo>
                    <a:pt x="0" y="22"/>
                  </a:moveTo>
                  <a:lnTo>
                    <a:pt x="0" y="32"/>
                  </a:lnTo>
                  <a:lnTo>
                    <a:pt x="1" y="34"/>
                  </a:lnTo>
                  <a:lnTo>
                    <a:pt x="6" y="29"/>
                  </a:lnTo>
                  <a:lnTo>
                    <a:pt x="20" y="9"/>
                  </a:lnTo>
                  <a:lnTo>
                    <a:pt x="6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6529389" y="3446464"/>
              <a:ext cx="190500" cy="249238"/>
            </a:xfrm>
            <a:custGeom>
              <a:avLst/>
              <a:gdLst/>
              <a:ahLst/>
              <a:cxnLst/>
              <a:rect l="l" t="t" r="r" b="b"/>
              <a:pathLst>
                <a:path w="71" h="93" extrusionOk="0">
                  <a:moveTo>
                    <a:pt x="43" y="37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7" y="2"/>
                    <a:pt x="13" y="4"/>
                    <a:pt x="9" y="7"/>
                  </a:cubicBezTo>
                  <a:cubicBezTo>
                    <a:pt x="6" y="9"/>
                    <a:pt x="3" y="12"/>
                    <a:pt x="0" y="1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4"/>
                    <a:pt x="41" y="57"/>
                    <a:pt x="42" y="59"/>
                  </a:cubicBezTo>
                  <a:cubicBezTo>
                    <a:pt x="44" y="65"/>
                    <a:pt x="46" y="71"/>
                    <a:pt x="48" y="76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71" y="82"/>
                    <a:pt x="71" y="82"/>
                    <a:pt x="71" y="82"/>
                  </a:cubicBezTo>
                  <a:lnTo>
                    <a:pt x="43" y="3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5829301" y="2794001"/>
              <a:ext cx="225425" cy="101600"/>
            </a:xfrm>
            <a:custGeom>
              <a:avLst/>
              <a:gdLst/>
              <a:ahLst/>
              <a:cxnLst/>
              <a:rect l="l" t="t" r="r" b="b"/>
              <a:pathLst>
                <a:path w="84" h="38" extrusionOk="0">
                  <a:moveTo>
                    <a:pt x="75" y="21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9" y="13"/>
                    <a:pt x="82" y="10"/>
                    <a:pt x="84" y="6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6"/>
                    <a:pt x="9" y="8"/>
                    <a:pt x="6" y="1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6"/>
                    <a:pt x="34" y="35"/>
                    <a:pt x="35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1"/>
                    <a:pt x="39" y="29"/>
                    <a:pt x="41" y="27"/>
                  </a:cubicBezTo>
                  <a:lnTo>
                    <a:pt x="75" y="2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5238751" y="3194050"/>
              <a:ext cx="55562" cy="19049"/>
            </a:xfrm>
            <a:custGeom>
              <a:avLst/>
              <a:gdLst/>
              <a:ahLst/>
              <a:cxnLst/>
              <a:rect l="l" t="t" r="r" b="b"/>
              <a:pathLst>
                <a:path w="21" h="7" extrusionOk="0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2"/>
                    <a:pt x="16" y="1"/>
                    <a:pt x="15" y="1"/>
                  </a:cubicBezTo>
                  <a:cubicBezTo>
                    <a:pt x="12" y="0"/>
                    <a:pt x="10" y="0"/>
                    <a:pt x="8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5265737" y="2387601"/>
              <a:ext cx="944562" cy="487362"/>
            </a:xfrm>
            <a:custGeom>
              <a:avLst/>
              <a:gdLst/>
              <a:ahLst/>
              <a:cxnLst/>
              <a:rect l="l" t="t" r="r" b="b"/>
              <a:pathLst>
                <a:path w="352" h="181" extrusionOk="0">
                  <a:moveTo>
                    <a:pt x="352" y="81"/>
                  </a:moveTo>
                  <a:cubicBezTo>
                    <a:pt x="351" y="74"/>
                    <a:pt x="351" y="74"/>
                    <a:pt x="351" y="74"/>
                  </a:cubicBezTo>
                  <a:cubicBezTo>
                    <a:pt x="342" y="68"/>
                    <a:pt x="342" y="68"/>
                    <a:pt x="342" y="68"/>
                  </a:cubicBezTo>
                  <a:cubicBezTo>
                    <a:pt x="326" y="68"/>
                    <a:pt x="326" y="68"/>
                    <a:pt x="326" y="68"/>
                  </a:cubicBezTo>
                  <a:cubicBezTo>
                    <a:pt x="320" y="56"/>
                    <a:pt x="320" y="56"/>
                    <a:pt x="320" y="56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291" y="42"/>
                    <a:pt x="291" y="42"/>
                    <a:pt x="291" y="42"/>
                  </a:cubicBezTo>
                  <a:cubicBezTo>
                    <a:pt x="277" y="39"/>
                    <a:pt x="277" y="39"/>
                    <a:pt x="277" y="39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13" y="14"/>
                    <a:pt x="213" y="14"/>
                    <a:pt x="213" y="14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33" y="10"/>
                    <a:pt x="133" y="10"/>
                    <a:pt x="133" y="10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34" y="25"/>
                    <a:pt x="134" y="25"/>
                    <a:pt x="134" y="2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0" y="73"/>
                    <a:pt x="20" y="73"/>
                    <a:pt x="20" y="7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23" y="103"/>
                    <a:pt x="23" y="103"/>
                    <a:pt x="23" y="103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6" y="103"/>
                    <a:pt x="29" y="103"/>
                    <a:pt x="31" y="102"/>
                  </a:cubicBezTo>
                  <a:cubicBezTo>
                    <a:pt x="34" y="101"/>
                    <a:pt x="36" y="99"/>
                    <a:pt x="39" y="97"/>
                  </a:cubicBezTo>
                  <a:cubicBezTo>
                    <a:pt x="42" y="98"/>
                    <a:pt x="44" y="99"/>
                    <a:pt x="46" y="99"/>
                  </a:cubicBezTo>
                  <a:cubicBezTo>
                    <a:pt x="51" y="100"/>
                    <a:pt x="54" y="101"/>
                    <a:pt x="59" y="102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72" y="127"/>
                    <a:pt x="72" y="127"/>
                    <a:pt x="72" y="127"/>
                  </a:cubicBezTo>
                  <a:cubicBezTo>
                    <a:pt x="70" y="129"/>
                    <a:pt x="70" y="129"/>
                    <a:pt x="70" y="129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0" y="134"/>
                    <a:pt x="60" y="134"/>
                    <a:pt x="60" y="134"/>
                  </a:cubicBezTo>
                  <a:cubicBezTo>
                    <a:pt x="56" y="133"/>
                    <a:pt x="56" y="133"/>
                    <a:pt x="56" y="133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0" y="124"/>
                    <a:pt x="58" y="124"/>
                    <a:pt x="56" y="123"/>
                  </a:cubicBezTo>
                  <a:cubicBezTo>
                    <a:pt x="53" y="123"/>
                    <a:pt x="51" y="122"/>
                    <a:pt x="48" y="121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7" y="139"/>
                    <a:pt x="37" y="139"/>
                    <a:pt x="37" y="139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48" y="155"/>
                    <a:pt x="48" y="155"/>
                    <a:pt x="48" y="155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83" y="163"/>
                    <a:pt x="83" y="163"/>
                    <a:pt x="83" y="163"/>
                  </a:cubicBezTo>
                  <a:cubicBezTo>
                    <a:pt x="84" y="132"/>
                    <a:pt x="84" y="132"/>
                    <a:pt x="84" y="132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8" y="120"/>
                    <a:pt x="118" y="120"/>
                    <a:pt x="118" y="120"/>
                  </a:cubicBezTo>
                  <a:cubicBezTo>
                    <a:pt x="120" y="118"/>
                    <a:pt x="122" y="115"/>
                    <a:pt x="124" y="113"/>
                  </a:cubicBezTo>
                  <a:cubicBezTo>
                    <a:pt x="128" y="111"/>
                    <a:pt x="131" y="109"/>
                    <a:pt x="135" y="107"/>
                  </a:cubicBezTo>
                  <a:cubicBezTo>
                    <a:pt x="135" y="109"/>
                    <a:pt x="135" y="109"/>
                    <a:pt x="135" y="109"/>
                  </a:cubicBezTo>
                  <a:cubicBezTo>
                    <a:pt x="134" y="112"/>
                    <a:pt x="132" y="114"/>
                    <a:pt x="130" y="117"/>
                  </a:cubicBezTo>
                  <a:cubicBezTo>
                    <a:pt x="130" y="118"/>
                    <a:pt x="129" y="120"/>
                    <a:pt x="129" y="120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29" y="138"/>
                    <a:pt x="129" y="138"/>
                    <a:pt x="129" y="138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57" y="148"/>
                    <a:pt x="157" y="148"/>
                    <a:pt x="157" y="148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73" y="180"/>
                    <a:pt x="173" y="180"/>
                    <a:pt x="173" y="180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4" y="179"/>
                    <a:pt x="187" y="176"/>
                    <a:pt x="191" y="174"/>
                  </a:cubicBezTo>
                  <a:cubicBezTo>
                    <a:pt x="193" y="173"/>
                    <a:pt x="194" y="173"/>
                    <a:pt x="195" y="172"/>
                  </a:cubicBezTo>
                  <a:cubicBezTo>
                    <a:pt x="201" y="168"/>
                    <a:pt x="208" y="164"/>
                    <a:pt x="216" y="161"/>
                  </a:cubicBezTo>
                  <a:cubicBezTo>
                    <a:pt x="219" y="159"/>
                    <a:pt x="224" y="157"/>
                    <a:pt x="228" y="155"/>
                  </a:cubicBezTo>
                  <a:cubicBezTo>
                    <a:pt x="236" y="159"/>
                    <a:pt x="236" y="159"/>
                    <a:pt x="236" y="159"/>
                  </a:cubicBezTo>
                  <a:cubicBezTo>
                    <a:pt x="248" y="153"/>
                    <a:pt x="248" y="153"/>
                    <a:pt x="248" y="153"/>
                  </a:cubicBezTo>
                  <a:cubicBezTo>
                    <a:pt x="259" y="156"/>
                    <a:pt x="259" y="156"/>
                    <a:pt x="259" y="156"/>
                  </a:cubicBezTo>
                  <a:cubicBezTo>
                    <a:pt x="273" y="151"/>
                    <a:pt x="273" y="151"/>
                    <a:pt x="273" y="151"/>
                  </a:cubicBezTo>
                  <a:cubicBezTo>
                    <a:pt x="294" y="157"/>
                    <a:pt x="294" y="157"/>
                    <a:pt x="294" y="157"/>
                  </a:cubicBezTo>
                  <a:cubicBezTo>
                    <a:pt x="294" y="157"/>
                    <a:pt x="294" y="157"/>
                    <a:pt x="294" y="157"/>
                  </a:cubicBezTo>
                  <a:cubicBezTo>
                    <a:pt x="297" y="153"/>
                    <a:pt x="299" y="149"/>
                    <a:pt x="301" y="145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298" y="121"/>
                    <a:pt x="298" y="121"/>
                    <a:pt x="298" y="121"/>
                  </a:cubicBezTo>
                  <a:cubicBezTo>
                    <a:pt x="317" y="118"/>
                    <a:pt x="317" y="118"/>
                    <a:pt x="317" y="118"/>
                  </a:cubicBezTo>
                  <a:cubicBezTo>
                    <a:pt x="325" y="94"/>
                    <a:pt x="325" y="94"/>
                    <a:pt x="325" y="94"/>
                  </a:cubicBezTo>
                  <a:cubicBezTo>
                    <a:pt x="340" y="93"/>
                    <a:pt x="340" y="93"/>
                    <a:pt x="340" y="93"/>
                  </a:cubicBezTo>
                  <a:cubicBezTo>
                    <a:pt x="342" y="87"/>
                    <a:pt x="342" y="87"/>
                    <a:pt x="342" y="87"/>
                  </a:cubicBezTo>
                  <a:lnTo>
                    <a:pt x="352" y="81"/>
                  </a:lnTo>
                  <a:close/>
                  <a:moveTo>
                    <a:pt x="242" y="123"/>
                  </a:moveTo>
                  <a:cubicBezTo>
                    <a:pt x="237" y="119"/>
                    <a:pt x="237" y="119"/>
                    <a:pt x="237" y="119"/>
                  </a:cubicBezTo>
                  <a:cubicBezTo>
                    <a:pt x="237" y="114"/>
                    <a:pt x="237" y="114"/>
                    <a:pt x="237" y="114"/>
                  </a:cubicBezTo>
                  <a:cubicBezTo>
                    <a:pt x="244" y="106"/>
                    <a:pt x="244" y="106"/>
                    <a:pt x="244" y="106"/>
                  </a:cubicBezTo>
                  <a:cubicBezTo>
                    <a:pt x="256" y="106"/>
                    <a:pt x="269" y="106"/>
                    <a:pt x="282" y="106"/>
                  </a:cubicBezTo>
                  <a:cubicBezTo>
                    <a:pt x="287" y="101"/>
                    <a:pt x="287" y="101"/>
                    <a:pt x="287" y="101"/>
                  </a:cubicBezTo>
                  <a:cubicBezTo>
                    <a:pt x="291" y="101"/>
                    <a:pt x="291" y="101"/>
                    <a:pt x="291" y="101"/>
                  </a:cubicBezTo>
                  <a:cubicBezTo>
                    <a:pt x="288" y="108"/>
                    <a:pt x="288" y="108"/>
                    <a:pt x="288" y="108"/>
                  </a:cubicBezTo>
                  <a:cubicBezTo>
                    <a:pt x="283" y="113"/>
                    <a:pt x="283" y="113"/>
                    <a:pt x="283" y="113"/>
                  </a:cubicBezTo>
                  <a:cubicBezTo>
                    <a:pt x="272" y="113"/>
                    <a:pt x="261" y="113"/>
                    <a:pt x="250" y="113"/>
                  </a:cubicBezTo>
                  <a:cubicBezTo>
                    <a:pt x="248" y="129"/>
                    <a:pt x="248" y="129"/>
                    <a:pt x="248" y="129"/>
                  </a:cubicBezTo>
                  <a:cubicBezTo>
                    <a:pt x="245" y="130"/>
                    <a:pt x="245" y="130"/>
                    <a:pt x="245" y="130"/>
                  </a:cubicBezTo>
                  <a:lnTo>
                    <a:pt x="242" y="12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4994277" y="3100389"/>
              <a:ext cx="82550" cy="128588"/>
            </a:xfrm>
            <a:custGeom>
              <a:avLst/>
              <a:gdLst/>
              <a:ahLst/>
              <a:cxnLst/>
              <a:rect l="l" t="t" r="r" b="b"/>
              <a:pathLst>
                <a:path w="31" h="48" extrusionOk="0">
                  <a:moveTo>
                    <a:pt x="31" y="15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5" y="47"/>
                    <a:pt x="7" y="45"/>
                    <a:pt x="8" y="44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29" y="18"/>
                    <a:pt x="29" y="18"/>
                    <a:pt x="29" y="18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572" name="Google Shape;572;p40"/>
            <p:cNvGrpSpPr/>
            <p:nvPr/>
          </p:nvGrpSpPr>
          <p:grpSpPr>
            <a:xfrm>
              <a:off x="7224713" y="2708276"/>
              <a:ext cx="403225" cy="458788"/>
              <a:chOff x="7224712" y="2708275"/>
              <a:chExt cx="403225" cy="458788"/>
            </a:xfrm>
          </p:grpSpPr>
          <p:sp>
            <p:nvSpPr>
              <p:cNvPr id="573" name="Google Shape;573;p40"/>
              <p:cNvSpPr/>
              <p:nvPr/>
            </p:nvSpPr>
            <p:spPr>
              <a:xfrm>
                <a:off x="7477125" y="2708275"/>
                <a:ext cx="150812" cy="131763"/>
              </a:xfrm>
              <a:custGeom>
                <a:avLst/>
                <a:gdLst/>
                <a:ahLst/>
                <a:cxnLst/>
                <a:rect l="l" t="t" r="r" b="b"/>
                <a:pathLst>
                  <a:path w="56" h="49" extrusionOk="0">
                    <a:moveTo>
                      <a:pt x="46" y="22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38" y="30"/>
                      <a:pt x="34" y="33"/>
                      <a:pt x="32" y="41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0" y="17"/>
                      <a:pt x="21" y="9"/>
                      <a:pt x="14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46" y="22"/>
                      <a:pt x="46" y="22"/>
                      <a:pt x="46" y="2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4" name="Google Shape;574;p40"/>
              <p:cNvSpPr/>
              <p:nvPr/>
            </p:nvSpPr>
            <p:spPr>
              <a:xfrm>
                <a:off x="7477125" y="2708275"/>
                <a:ext cx="150812" cy="131763"/>
              </a:xfrm>
              <a:custGeom>
                <a:avLst/>
                <a:gdLst/>
                <a:ahLst/>
                <a:cxnLst/>
                <a:rect l="l" t="t" r="r" b="b"/>
                <a:pathLst>
                  <a:path w="56" h="49" extrusionOk="0">
                    <a:moveTo>
                      <a:pt x="46" y="22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38" y="30"/>
                      <a:pt x="34" y="33"/>
                      <a:pt x="32" y="41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0" y="17"/>
                      <a:pt x="21" y="9"/>
                      <a:pt x="14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46" y="22"/>
                      <a:pt x="46" y="22"/>
                      <a:pt x="46" y="2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5" name="Google Shape;575;p40"/>
              <p:cNvSpPr/>
              <p:nvPr/>
            </p:nvSpPr>
            <p:spPr>
              <a:xfrm>
                <a:off x="7269162" y="2841625"/>
                <a:ext cx="269875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95" extrusionOk="0">
                    <a:moveTo>
                      <a:pt x="95" y="13"/>
                    </a:moveTo>
                    <a:cubicBezTo>
                      <a:pt x="101" y="19"/>
                      <a:pt x="101" y="19"/>
                      <a:pt x="101" y="19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1" y="38"/>
                      <a:pt x="91" y="38"/>
                      <a:pt x="91" y="38"/>
                    </a:cubicBezTo>
                    <a:cubicBezTo>
                      <a:pt x="90" y="41"/>
                      <a:pt x="90" y="41"/>
                      <a:pt x="90" y="41"/>
                    </a:cubicBezTo>
                    <a:cubicBezTo>
                      <a:pt x="89" y="51"/>
                      <a:pt x="89" y="51"/>
                      <a:pt x="89" y="51"/>
                    </a:cubicBezTo>
                    <a:cubicBezTo>
                      <a:pt x="85" y="59"/>
                      <a:pt x="84" y="65"/>
                      <a:pt x="89" y="68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3" y="79"/>
                      <a:pt x="83" y="79"/>
                      <a:pt x="83" y="79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8" y="73"/>
                      <a:pt x="78" y="73"/>
                      <a:pt x="78" y="73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6" y="71"/>
                      <a:pt x="76" y="71"/>
                      <a:pt x="76" y="71"/>
                    </a:cubicBezTo>
                    <a:cubicBezTo>
                      <a:pt x="70" y="68"/>
                      <a:pt x="68" y="70"/>
                      <a:pt x="70" y="78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5" y="79"/>
                      <a:pt x="55" y="79"/>
                      <a:pt x="55" y="79"/>
                    </a:cubicBezTo>
                    <a:cubicBezTo>
                      <a:pt x="55" y="75"/>
                      <a:pt x="55" y="75"/>
                      <a:pt x="55" y="75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87"/>
                      <a:pt x="54" y="87"/>
                      <a:pt x="54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0" y="86"/>
                      <a:pt x="40" y="86"/>
                      <a:pt x="40" y="86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8"/>
                      <a:pt x="15" y="88"/>
                      <a:pt x="15" y="88"/>
                    </a:cubicBezTo>
                    <a:cubicBezTo>
                      <a:pt x="11" y="91"/>
                      <a:pt x="11" y="91"/>
                      <a:pt x="11" y="91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95" y="13"/>
                      <a:pt x="95" y="13"/>
                      <a:pt x="95" y="13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6" name="Google Shape;576;p40"/>
              <p:cNvSpPr/>
              <p:nvPr/>
            </p:nvSpPr>
            <p:spPr>
              <a:xfrm>
                <a:off x="7269162" y="2841625"/>
                <a:ext cx="269875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95" extrusionOk="0">
                    <a:moveTo>
                      <a:pt x="95" y="13"/>
                    </a:moveTo>
                    <a:cubicBezTo>
                      <a:pt x="101" y="19"/>
                      <a:pt x="101" y="19"/>
                      <a:pt x="101" y="19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1" y="38"/>
                      <a:pt x="91" y="38"/>
                      <a:pt x="91" y="38"/>
                    </a:cubicBezTo>
                    <a:cubicBezTo>
                      <a:pt x="90" y="41"/>
                      <a:pt x="90" y="41"/>
                      <a:pt x="90" y="41"/>
                    </a:cubicBezTo>
                    <a:cubicBezTo>
                      <a:pt x="89" y="51"/>
                      <a:pt x="89" y="51"/>
                      <a:pt x="89" y="51"/>
                    </a:cubicBezTo>
                    <a:cubicBezTo>
                      <a:pt x="85" y="59"/>
                      <a:pt x="84" y="65"/>
                      <a:pt x="89" y="68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3" y="79"/>
                      <a:pt x="83" y="79"/>
                      <a:pt x="83" y="79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8" y="73"/>
                      <a:pt x="78" y="73"/>
                      <a:pt x="78" y="73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6" y="71"/>
                      <a:pt x="76" y="71"/>
                      <a:pt x="76" y="71"/>
                    </a:cubicBezTo>
                    <a:cubicBezTo>
                      <a:pt x="70" y="68"/>
                      <a:pt x="68" y="70"/>
                      <a:pt x="70" y="78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5" y="79"/>
                      <a:pt x="55" y="79"/>
                      <a:pt x="55" y="79"/>
                    </a:cubicBezTo>
                    <a:cubicBezTo>
                      <a:pt x="55" y="75"/>
                      <a:pt x="55" y="75"/>
                      <a:pt x="55" y="75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87"/>
                      <a:pt x="54" y="87"/>
                      <a:pt x="54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0" y="86"/>
                      <a:pt x="40" y="86"/>
                      <a:pt x="40" y="86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8"/>
                      <a:pt x="15" y="88"/>
                      <a:pt x="15" y="88"/>
                    </a:cubicBezTo>
                    <a:cubicBezTo>
                      <a:pt x="11" y="91"/>
                      <a:pt x="11" y="91"/>
                      <a:pt x="11" y="91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95" y="13"/>
                      <a:pt x="95" y="13"/>
                      <a:pt x="95" y="13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7" name="Google Shape;577;p40"/>
              <p:cNvSpPr/>
              <p:nvPr/>
            </p:nvSpPr>
            <p:spPr>
              <a:xfrm>
                <a:off x="7437437" y="2909888"/>
                <a:ext cx="14287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9" h="15" extrusionOk="0">
                    <a:moveTo>
                      <a:pt x="9" y="8"/>
                    </a:moveTo>
                    <a:lnTo>
                      <a:pt x="3" y="15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8" name="Google Shape;578;p40"/>
              <p:cNvSpPr/>
              <p:nvPr/>
            </p:nvSpPr>
            <p:spPr>
              <a:xfrm>
                <a:off x="7305675" y="3078163"/>
                <a:ext cx="5397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16" y="12"/>
                    </a:moveTo>
                    <a:cubicBezTo>
                      <a:pt x="11" y="10"/>
                      <a:pt x="11" y="10"/>
                      <a:pt x="11" y="1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5"/>
                      <a:pt x="0" y="12"/>
                      <a:pt x="0" y="8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9" name="Google Shape;579;p40"/>
              <p:cNvSpPr/>
              <p:nvPr/>
            </p:nvSpPr>
            <p:spPr>
              <a:xfrm>
                <a:off x="7305675" y="3078163"/>
                <a:ext cx="5397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16" y="12"/>
                    </a:moveTo>
                    <a:cubicBezTo>
                      <a:pt x="11" y="10"/>
                      <a:pt x="11" y="10"/>
                      <a:pt x="11" y="1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5"/>
                      <a:pt x="0" y="12"/>
                      <a:pt x="0" y="8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80" name="Google Shape;580;p40"/>
              <p:cNvSpPr/>
              <p:nvPr/>
            </p:nvSpPr>
            <p:spPr>
              <a:xfrm>
                <a:off x="7224712" y="3089275"/>
                <a:ext cx="698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6" h="29" extrusionOk="0">
                    <a:moveTo>
                      <a:pt x="19" y="4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6"/>
                      <a:pt x="10" y="3"/>
                      <a:pt x="15" y="0"/>
                    </a:cubicBezTo>
                    <a:cubicBezTo>
                      <a:pt x="19" y="4"/>
                      <a:pt x="19" y="4"/>
                      <a:pt x="19" y="4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81" name="Google Shape;581;p40"/>
              <p:cNvSpPr/>
              <p:nvPr/>
            </p:nvSpPr>
            <p:spPr>
              <a:xfrm>
                <a:off x="7224712" y="3089275"/>
                <a:ext cx="698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6" h="29" extrusionOk="0">
                    <a:moveTo>
                      <a:pt x="19" y="4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6"/>
                      <a:pt x="10" y="3"/>
                      <a:pt x="15" y="0"/>
                    </a:cubicBezTo>
                    <a:cubicBezTo>
                      <a:pt x="19" y="4"/>
                      <a:pt x="19" y="4"/>
                      <a:pt x="19" y="4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582" name="Google Shape;582;p40"/>
            <p:cNvSpPr/>
            <p:nvPr/>
          </p:nvSpPr>
          <p:spPr>
            <a:xfrm>
              <a:off x="4970464" y="3116264"/>
              <a:ext cx="36512" cy="115888"/>
            </a:xfrm>
            <a:custGeom>
              <a:avLst/>
              <a:gdLst/>
              <a:ahLst/>
              <a:cxnLst/>
              <a:rect l="l" t="t" r="r" b="b"/>
              <a:pathLst>
                <a:path w="14" h="43" extrusionOk="0">
                  <a:moveTo>
                    <a:pt x="10" y="2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10"/>
                    <a:pt x="3" y="14"/>
                    <a:pt x="0" y="16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3"/>
                    <a:pt x="11" y="3"/>
                    <a:pt x="11" y="3"/>
                  </a:cubicBezTo>
                  <a:lnTo>
                    <a:pt x="10" y="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5214938" y="2901951"/>
              <a:ext cx="442912" cy="447675"/>
            </a:xfrm>
            <a:custGeom>
              <a:avLst/>
              <a:gdLst/>
              <a:ahLst/>
              <a:cxnLst/>
              <a:rect l="l" t="t" r="r" b="b"/>
              <a:pathLst>
                <a:path w="165" h="167" extrusionOk="0">
                  <a:moveTo>
                    <a:pt x="90" y="27"/>
                  </a:moveTo>
                  <a:cubicBezTo>
                    <a:pt x="90" y="29"/>
                    <a:pt x="88" y="30"/>
                    <a:pt x="87" y="30"/>
                  </a:cubicBezTo>
                  <a:cubicBezTo>
                    <a:pt x="85" y="31"/>
                    <a:pt x="80" y="31"/>
                    <a:pt x="7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49" y="22"/>
                    <a:pt x="47" y="19"/>
                    <a:pt x="46" y="1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5" y="107"/>
                    <a:pt x="35" y="107"/>
                    <a:pt x="35" y="107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64" y="126"/>
                    <a:pt x="64" y="126"/>
                    <a:pt x="64" y="126"/>
                  </a:cubicBezTo>
                  <a:cubicBezTo>
                    <a:pt x="63" y="130"/>
                    <a:pt x="63" y="130"/>
                    <a:pt x="63" y="130"/>
                  </a:cubicBezTo>
                  <a:cubicBezTo>
                    <a:pt x="70" y="141"/>
                    <a:pt x="70" y="141"/>
                    <a:pt x="70" y="141"/>
                  </a:cubicBezTo>
                  <a:cubicBezTo>
                    <a:pt x="83" y="149"/>
                    <a:pt x="83" y="149"/>
                    <a:pt x="83" y="149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103" y="148"/>
                    <a:pt x="103" y="148"/>
                    <a:pt x="103" y="148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13" y="145"/>
                    <a:pt x="113" y="145"/>
                    <a:pt x="113" y="145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36" y="164"/>
                    <a:pt x="136" y="164"/>
                    <a:pt x="136" y="164"/>
                  </a:cubicBezTo>
                  <a:cubicBezTo>
                    <a:pt x="152" y="167"/>
                    <a:pt x="152" y="167"/>
                    <a:pt x="152" y="167"/>
                  </a:cubicBezTo>
                  <a:cubicBezTo>
                    <a:pt x="152" y="167"/>
                    <a:pt x="152" y="167"/>
                    <a:pt x="152" y="167"/>
                  </a:cubicBezTo>
                  <a:cubicBezTo>
                    <a:pt x="153" y="158"/>
                    <a:pt x="153" y="158"/>
                    <a:pt x="153" y="158"/>
                  </a:cubicBezTo>
                  <a:cubicBezTo>
                    <a:pt x="162" y="152"/>
                    <a:pt x="162" y="152"/>
                    <a:pt x="162" y="152"/>
                  </a:cubicBezTo>
                  <a:cubicBezTo>
                    <a:pt x="165" y="143"/>
                    <a:pt x="165" y="143"/>
                    <a:pt x="165" y="143"/>
                  </a:cubicBezTo>
                  <a:cubicBezTo>
                    <a:pt x="149" y="109"/>
                    <a:pt x="149" y="109"/>
                    <a:pt x="149" y="109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51" y="54"/>
                    <a:pt x="151" y="54"/>
                    <a:pt x="151" y="54"/>
                  </a:cubicBezTo>
                  <a:cubicBezTo>
                    <a:pt x="148" y="38"/>
                    <a:pt x="148" y="38"/>
                    <a:pt x="148" y="38"/>
                  </a:cubicBezTo>
                  <a:cubicBezTo>
                    <a:pt x="120" y="25"/>
                    <a:pt x="120" y="25"/>
                    <a:pt x="120" y="25"/>
                  </a:cubicBezTo>
                  <a:lnTo>
                    <a:pt x="90" y="2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5065713" y="2973389"/>
              <a:ext cx="242887" cy="236538"/>
            </a:xfrm>
            <a:custGeom>
              <a:avLst/>
              <a:gdLst/>
              <a:ahLst/>
              <a:cxnLst/>
              <a:rect l="l" t="t" r="r" b="b"/>
              <a:pathLst>
                <a:path w="90" h="88" extrusionOk="0">
                  <a:moveTo>
                    <a:pt x="27" y="11"/>
                  </a:moveTo>
                  <a:cubicBezTo>
                    <a:pt x="26" y="13"/>
                    <a:pt x="25" y="14"/>
                    <a:pt x="24" y="1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4" y="82"/>
                    <a:pt x="76" y="82"/>
                    <a:pt x="79" y="83"/>
                  </a:cubicBezTo>
                  <a:cubicBezTo>
                    <a:pt x="80" y="83"/>
                    <a:pt x="82" y="84"/>
                    <a:pt x="84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6" y="85"/>
                    <a:pt x="86" y="84"/>
                  </a:cubicBezTo>
                  <a:cubicBezTo>
                    <a:pt x="87" y="83"/>
                    <a:pt x="89" y="82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9" y="6"/>
                    <a:pt x="28" y="8"/>
                    <a:pt x="27" y="11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5" name="Google Shape;585;p40"/>
            <p:cNvSpPr/>
            <p:nvPr/>
          </p:nvSpPr>
          <p:spPr>
            <a:xfrm>
              <a:off x="5065713" y="2973389"/>
              <a:ext cx="242887" cy="236538"/>
            </a:xfrm>
            <a:custGeom>
              <a:avLst/>
              <a:gdLst/>
              <a:ahLst/>
              <a:cxnLst/>
              <a:rect l="l" t="t" r="r" b="b"/>
              <a:pathLst>
                <a:path w="90" h="88" extrusionOk="0">
                  <a:moveTo>
                    <a:pt x="27" y="11"/>
                  </a:moveTo>
                  <a:cubicBezTo>
                    <a:pt x="26" y="13"/>
                    <a:pt x="25" y="14"/>
                    <a:pt x="24" y="1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4" y="82"/>
                    <a:pt x="76" y="82"/>
                    <a:pt x="79" y="83"/>
                  </a:cubicBezTo>
                  <a:cubicBezTo>
                    <a:pt x="80" y="83"/>
                    <a:pt x="82" y="84"/>
                    <a:pt x="84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6" y="85"/>
                    <a:pt x="86" y="84"/>
                  </a:cubicBezTo>
                  <a:cubicBezTo>
                    <a:pt x="87" y="83"/>
                    <a:pt x="89" y="82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9" y="6"/>
                    <a:pt x="28" y="8"/>
                    <a:pt x="27" y="11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586" name="Google Shape;586;p40"/>
            <p:cNvGrpSpPr/>
            <p:nvPr/>
          </p:nvGrpSpPr>
          <p:grpSpPr>
            <a:xfrm>
              <a:off x="6427788" y="3921126"/>
              <a:ext cx="1082675" cy="461963"/>
              <a:chOff x="6427787" y="3921125"/>
              <a:chExt cx="1082675" cy="461963"/>
            </a:xfrm>
          </p:grpSpPr>
          <p:sp>
            <p:nvSpPr>
              <p:cNvPr id="587" name="Google Shape;587;p40"/>
              <p:cNvSpPr/>
              <p:nvPr/>
            </p:nvSpPr>
            <p:spPr>
              <a:xfrm>
                <a:off x="7180262" y="3948113"/>
                <a:ext cx="1587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" extrusionOk="0">
                    <a:moveTo>
                      <a:pt x="0" y="14"/>
                    </a:moveTo>
                    <a:lnTo>
                      <a:pt x="6" y="12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88" name="Google Shape;588;p40"/>
              <p:cNvSpPr/>
              <p:nvPr/>
            </p:nvSpPr>
            <p:spPr>
              <a:xfrm>
                <a:off x="6427787" y="3921125"/>
                <a:ext cx="252412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4" extrusionOk="0">
                    <a:moveTo>
                      <a:pt x="89" y="90"/>
                    </a:moveTo>
                    <a:cubicBezTo>
                      <a:pt x="87" y="88"/>
                      <a:pt x="85" y="87"/>
                      <a:pt x="83" y="86"/>
                    </a:cubicBezTo>
                    <a:cubicBezTo>
                      <a:pt x="79" y="73"/>
                      <a:pt x="79" y="73"/>
                      <a:pt x="79" y="73"/>
                    </a:cubicBezTo>
                    <a:cubicBezTo>
                      <a:pt x="70" y="70"/>
                      <a:pt x="70" y="70"/>
                      <a:pt x="70" y="70"/>
                    </a:cubicBezTo>
                    <a:cubicBezTo>
                      <a:pt x="73" y="62"/>
                      <a:pt x="73" y="62"/>
                      <a:pt x="73" y="62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2" y="34"/>
                      <a:pt x="24" y="36"/>
                      <a:pt x="26" y="38"/>
                    </a:cubicBezTo>
                    <a:cubicBezTo>
                      <a:pt x="27" y="39"/>
                      <a:pt x="29" y="40"/>
                      <a:pt x="30" y="42"/>
                    </a:cubicBezTo>
                    <a:cubicBezTo>
                      <a:pt x="34" y="52"/>
                      <a:pt x="39" y="62"/>
                      <a:pt x="43" y="73"/>
                    </a:cubicBezTo>
                    <a:cubicBezTo>
                      <a:pt x="48" y="82"/>
                      <a:pt x="53" y="91"/>
                      <a:pt x="59" y="99"/>
                    </a:cubicBezTo>
                    <a:cubicBezTo>
                      <a:pt x="62" y="105"/>
                      <a:pt x="66" y="110"/>
                      <a:pt x="70" y="114"/>
                    </a:cubicBezTo>
                    <a:cubicBezTo>
                      <a:pt x="73" y="117"/>
                      <a:pt x="76" y="120"/>
                      <a:pt x="78" y="123"/>
                    </a:cubicBezTo>
                    <a:cubicBezTo>
                      <a:pt x="80" y="120"/>
                      <a:pt x="80" y="120"/>
                      <a:pt x="80" y="120"/>
                    </a:cubicBezTo>
                    <a:cubicBezTo>
                      <a:pt x="86" y="124"/>
                      <a:pt x="86" y="124"/>
                      <a:pt x="86" y="124"/>
                    </a:cubicBezTo>
                    <a:cubicBezTo>
                      <a:pt x="87" y="120"/>
                      <a:pt x="87" y="120"/>
                      <a:pt x="87" y="120"/>
                    </a:cubicBezTo>
                    <a:cubicBezTo>
                      <a:pt x="90" y="123"/>
                      <a:pt x="90" y="123"/>
                      <a:pt x="90" y="123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12"/>
                      <a:pt x="93" y="104"/>
                      <a:pt x="94" y="95"/>
                    </a:cubicBezTo>
                    <a:cubicBezTo>
                      <a:pt x="93" y="93"/>
                      <a:pt x="91" y="91"/>
                      <a:pt x="89" y="90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89" name="Google Shape;589;p40"/>
              <p:cNvSpPr/>
              <p:nvPr/>
            </p:nvSpPr>
            <p:spPr>
              <a:xfrm>
                <a:off x="6940550" y="4313238"/>
                <a:ext cx="49212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8" h="8" extrusionOk="0">
                    <a:moveTo>
                      <a:pt x="18" y="4"/>
                    </a:moveTo>
                    <a:cubicBezTo>
                      <a:pt x="15" y="3"/>
                      <a:pt x="12" y="1"/>
                      <a:pt x="9" y="0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8" y="4"/>
                      <a:pt x="7" y="4"/>
                      <a:pt x="6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6" y="7"/>
                      <a:pt x="11" y="6"/>
                      <a:pt x="17" y="6"/>
                    </a:cubicBezTo>
                    <a:lnTo>
                      <a:pt x="18" y="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0" name="Google Shape;590;p40"/>
              <p:cNvSpPr/>
              <p:nvPr/>
            </p:nvSpPr>
            <p:spPr>
              <a:xfrm>
                <a:off x="6664325" y="4251325"/>
                <a:ext cx="2095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8" extrusionOk="0">
                    <a:moveTo>
                      <a:pt x="72" y="19"/>
                    </a:moveTo>
                    <a:cubicBezTo>
                      <a:pt x="70" y="17"/>
                      <a:pt x="70" y="17"/>
                      <a:pt x="70" y="17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4"/>
                      <a:pt x="4" y="7"/>
                      <a:pt x="0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8" y="19"/>
                      <a:pt x="78" y="19"/>
                      <a:pt x="78" y="19"/>
                    </a:cubicBezTo>
                    <a:lnTo>
                      <a:pt x="72" y="1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1" name="Google Shape;591;p40"/>
              <p:cNvSpPr/>
              <p:nvPr/>
            </p:nvSpPr>
            <p:spPr>
              <a:xfrm>
                <a:off x="6878637" y="4313238"/>
                <a:ext cx="23812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0" y="0"/>
                    </a:moveTo>
                    <a:lnTo>
                      <a:pt x="0" y="0"/>
                    </a:lnTo>
                    <a:lnTo>
                      <a:pt x="4" y="5"/>
                    </a:lnTo>
                    <a:lnTo>
                      <a:pt x="10" y="9"/>
                    </a:lnTo>
                    <a:lnTo>
                      <a:pt x="15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2" name="Google Shape;592;p40"/>
              <p:cNvSpPr/>
              <p:nvPr/>
            </p:nvSpPr>
            <p:spPr>
              <a:xfrm>
                <a:off x="6916737" y="4316413"/>
                <a:ext cx="2063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" h="12" extrusionOk="0">
                    <a:moveTo>
                      <a:pt x="3" y="2"/>
                    </a:moveTo>
                    <a:lnTo>
                      <a:pt x="0" y="8"/>
                    </a:lnTo>
                    <a:lnTo>
                      <a:pt x="3" y="12"/>
                    </a:lnTo>
                    <a:lnTo>
                      <a:pt x="12" y="7"/>
                    </a:lnTo>
                    <a:lnTo>
                      <a:pt x="13" y="3"/>
                    </a:lnTo>
                    <a:lnTo>
                      <a:pt x="7" y="0"/>
                    </a:ln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3" name="Google Shape;593;p40"/>
              <p:cNvSpPr/>
              <p:nvPr/>
            </p:nvSpPr>
            <p:spPr>
              <a:xfrm>
                <a:off x="6981825" y="4351338"/>
                <a:ext cx="52387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9" extrusionOk="0">
                    <a:moveTo>
                      <a:pt x="8" y="1"/>
                    </a:moveTo>
                    <a:cubicBezTo>
                      <a:pt x="6" y="0"/>
                      <a:pt x="3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4" y="9"/>
                      <a:pt x="15" y="9"/>
                      <a:pt x="17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7" y="3"/>
                      <a:pt x="13" y="2"/>
                      <a:pt x="8" y="1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4" name="Google Shape;594;p40"/>
              <p:cNvSpPr/>
              <p:nvPr/>
            </p:nvSpPr>
            <p:spPr>
              <a:xfrm>
                <a:off x="7002462" y="4319588"/>
                <a:ext cx="6667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" extrusionOk="0">
                    <a:moveTo>
                      <a:pt x="18" y="3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1"/>
                      <a:pt x="25" y="0"/>
                      <a:pt x="24" y="0"/>
                    </a:cubicBezTo>
                    <a:lnTo>
                      <a:pt x="18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5" name="Google Shape;595;p40"/>
              <p:cNvSpPr/>
              <p:nvPr/>
            </p:nvSpPr>
            <p:spPr>
              <a:xfrm>
                <a:off x="7426325" y="4289425"/>
                <a:ext cx="42862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6" h="14" extrusionOk="0">
                    <a:moveTo>
                      <a:pt x="14" y="3"/>
                    </a:moveTo>
                    <a:cubicBezTo>
                      <a:pt x="14" y="2"/>
                      <a:pt x="14" y="1"/>
                      <a:pt x="13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7" y="5"/>
                      <a:pt x="4" y="9"/>
                      <a:pt x="0" y="12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7" y="13"/>
                      <a:pt x="11" y="13"/>
                      <a:pt x="16" y="12"/>
                    </a:cubicBezTo>
                    <a:cubicBezTo>
                      <a:pt x="15" y="9"/>
                      <a:pt x="15" y="6"/>
                      <a:pt x="14" y="3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6" name="Google Shape;596;p40"/>
              <p:cNvSpPr/>
              <p:nvPr/>
            </p:nvSpPr>
            <p:spPr>
              <a:xfrm>
                <a:off x="6986587" y="4040188"/>
                <a:ext cx="155575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8" h="76" extrusionOk="0">
                    <a:moveTo>
                      <a:pt x="36" y="61"/>
                    </a:moveTo>
                    <a:cubicBezTo>
                      <a:pt x="38" y="59"/>
                      <a:pt x="38" y="59"/>
                      <a:pt x="38" y="59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26" y="38"/>
                      <a:pt x="26" y="38"/>
                      <a:pt x="26" y="38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2" y="20"/>
                      <a:pt x="14" y="15"/>
                      <a:pt x="19" y="12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8" y="1"/>
                      <a:pt x="58" y="1"/>
                      <a:pt x="58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4" y="75"/>
                      <a:pt x="4" y="75"/>
                      <a:pt x="4" y="75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6"/>
                      <a:pt x="24" y="66"/>
                      <a:pt x="24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31" y="62"/>
                      <a:pt x="31" y="62"/>
                      <a:pt x="31" y="62"/>
                    </a:cubicBezTo>
                    <a:lnTo>
                      <a:pt x="36" y="6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7" name="Google Shape;597;p40"/>
              <p:cNvSpPr/>
              <p:nvPr/>
            </p:nvSpPr>
            <p:spPr>
              <a:xfrm>
                <a:off x="7185025" y="4040188"/>
                <a:ext cx="42862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28" extrusionOk="0">
                    <a:moveTo>
                      <a:pt x="11" y="26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5" y="3"/>
                      <a:pt x="3" y="7"/>
                      <a:pt x="0" y="10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8"/>
                      <a:pt x="4" y="21"/>
                      <a:pt x="4" y="23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11" y="2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8" name="Google Shape;598;p40"/>
              <p:cNvSpPr/>
              <p:nvPr/>
            </p:nvSpPr>
            <p:spPr>
              <a:xfrm>
                <a:off x="7219950" y="4017963"/>
                <a:ext cx="19050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2" h="15" extrusionOk="0">
                    <a:moveTo>
                      <a:pt x="12" y="5"/>
                    </a:moveTo>
                    <a:lnTo>
                      <a:pt x="9" y="0"/>
                    </a:lnTo>
                    <a:lnTo>
                      <a:pt x="0" y="7"/>
                    </a:lnTo>
                    <a:lnTo>
                      <a:pt x="0" y="15"/>
                    </a:lnTo>
                    <a:lnTo>
                      <a:pt x="7" y="14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9" name="Google Shape;599;p40"/>
              <p:cNvSpPr/>
              <p:nvPr/>
            </p:nvSpPr>
            <p:spPr>
              <a:xfrm>
                <a:off x="7123112" y="4133850"/>
                <a:ext cx="31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7" extrusionOk="0">
                    <a:moveTo>
                      <a:pt x="0" y="0"/>
                    </a:moveTo>
                    <a:lnTo>
                      <a:pt x="0" y="5"/>
                    </a:lnTo>
                    <a:lnTo>
                      <a:pt x="10" y="7"/>
                    </a:lnTo>
                    <a:lnTo>
                      <a:pt x="17" y="5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0" name="Google Shape;600;p40"/>
              <p:cNvSpPr/>
              <p:nvPr/>
            </p:nvSpPr>
            <p:spPr>
              <a:xfrm>
                <a:off x="7075487" y="4203700"/>
                <a:ext cx="28575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9" y="0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" y="15"/>
                      <a:pt x="3" y="15"/>
                      <a:pt x="5" y="15"/>
                    </a:cubicBezTo>
                    <a:cubicBezTo>
                      <a:pt x="6" y="14"/>
                      <a:pt x="8" y="14"/>
                      <a:pt x="9" y="13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1" y="5"/>
                      <a:pt x="11" y="5"/>
                      <a:pt x="11" y="5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1" name="Google Shape;601;p40"/>
              <p:cNvSpPr/>
              <p:nvPr/>
            </p:nvSpPr>
            <p:spPr>
              <a:xfrm>
                <a:off x="7164387" y="4168775"/>
                <a:ext cx="285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2" extrusionOk="0">
                    <a:moveTo>
                      <a:pt x="1" y="2"/>
                    </a:moveTo>
                    <a:lnTo>
                      <a:pt x="0" y="7"/>
                    </a:lnTo>
                    <a:lnTo>
                      <a:pt x="11" y="12"/>
                    </a:lnTo>
                    <a:lnTo>
                      <a:pt x="18" y="5"/>
                    </a:lnTo>
                    <a:lnTo>
                      <a:pt x="15" y="0"/>
                    </a:ln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2" name="Google Shape;602;p40"/>
              <p:cNvSpPr/>
              <p:nvPr/>
            </p:nvSpPr>
            <p:spPr>
              <a:xfrm>
                <a:off x="7251700" y="4087813"/>
                <a:ext cx="3333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" extrusionOk="0">
                    <a:moveTo>
                      <a:pt x="12" y="12"/>
                    </a:moveTo>
                    <a:lnTo>
                      <a:pt x="19" y="7"/>
                    </a:lnTo>
                    <a:lnTo>
                      <a:pt x="21" y="5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5" y="7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3" name="Google Shape;603;p40"/>
              <p:cNvSpPr/>
              <p:nvPr/>
            </p:nvSpPr>
            <p:spPr>
              <a:xfrm>
                <a:off x="7208837" y="4164013"/>
                <a:ext cx="68262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5" h="8" extrusionOk="0">
                    <a:moveTo>
                      <a:pt x="0" y="3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4" y="1"/>
                      <a:pt x="7" y="2"/>
                      <a:pt x="0" y="3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7270750" y="4289425"/>
                <a:ext cx="2381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7" extrusionOk="0">
                    <a:moveTo>
                      <a:pt x="9" y="0"/>
                    </a:moveTo>
                    <a:lnTo>
                      <a:pt x="0" y="8"/>
                    </a:lnTo>
                    <a:lnTo>
                      <a:pt x="0" y="17"/>
                    </a:lnTo>
                    <a:lnTo>
                      <a:pt x="9" y="14"/>
                    </a:lnTo>
                    <a:lnTo>
                      <a:pt x="15" y="7"/>
                    </a:lnTo>
                    <a:lnTo>
                      <a:pt x="14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5" name="Google Shape;605;p40"/>
              <p:cNvSpPr/>
              <p:nvPr/>
            </p:nvSpPr>
            <p:spPr>
              <a:xfrm>
                <a:off x="7329487" y="4238625"/>
                <a:ext cx="25400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5" extrusionOk="0">
                    <a:moveTo>
                      <a:pt x="11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15"/>
                    </a:lnTo>
                    <a:lnTo>
                      <a:pt x="16" y="5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6" name="Google Shape;606;p40"/>
              <p:cNvSpPr/>
              <p:nvPr/>
            </p:nvSpPr>
            <p:spPr>
              <a:xfrm>
                <a:off x="7286625" y="4106863"/>
                <a:ext cx="223837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83" h="86" extrusionOk="0">
                    <a:moveTo>
                      <a:pt x="78" y="13"/>
                    </a:moveTo>
                    <a:cubicBezTo>
                      <a:pt x="74" y="10"/>
                      <a:pt x="72" y="9"/>
                      <a:pt x="72" y="9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5" y="14"/>
                      <a:pt x="55" y="14"/>
                      <a:pt x="55" y="14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9" y="22"/>
                      <a:pt x="47" y="25"/>
                      <a:pt x="41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42" y="37"/>
                      <a:pt x="50" y="39"/>
                      <a:pt x="58" y="45"/>
                    </a:cubicBezTo>
                    <a:cubicBezTo>
                      <a:pt x="68" y="70"/>
                      <a:pt x="68" y="70"/>
                      <a:pt x="68" y="70"/>
                    </a:cubicBezTo>
                    <a:cubicBezTo>
                      <a:pt x="69" y="80"/>
                      <a:pt x="69" y="80"/>
                      <a:pt x="69" y="80"/>
                    </a:cubicBezTo>
                    <a:cubicBezTo>
                      <a:pt x="77" y="80"/>
                      <a:pt x="77" y="80"/>
                      <a:pt x="77" y="80"/>
                    </a:cubicBezTo>
                    <a:cubicBezTo>
                      <a:pt x="83" y="86"/>
                      <a:pt x="83" y="86"/>
                      <a:pt x="83" y="86"/>
                    </a:cubicBezTo>
                    <a:cubicBezTo>
                      <a:pt x="83" y="18"/>
                      <a:pt x="83" y="18"/>
                      <a:pt x="83" y="18"/>
                    </a:cubicBezTo>
                    <a:lnTo>
                      <a:pt x="78" y="1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7" name="Google Shape;607;p40"/>
              <p:cNvSpPr/>
              <p:nvPr/>
            </p:nvSpPr>
            <p:spPr>
              <a:xfrm>
                <a:off x="6659562" y="4130675"/>
                <a:ext cx="3968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11" y="2"/>
                    </a:moveTo>
                    <a:lnTo>
                      <a:pt x="3" y="0"/>
                    </a:lnTo>
                    <a:lnTo>
                      <a:pt x="0" y="9"/>
                    </a:lnTo>
                    <a:lnTo>
                      <a:pt x="11" y="12"/>
                    </a:lnTo>
                    <a:lnTo>
                      <a:pt x="18" y="24"/>
                    </a:lnTo>
                    <a:lnTo>
                      <a:pt x="25" y="15"/>
                    </a:lnTo>
                    <a:lnTo>
                      <a:pt x="11" y="9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8" name="Google Shape;608;p40"/>
              <p:cNvSpPr/>
              <p:nvPr/>
            </p:nvSpPr>
            <p:spPr>
              <a:xfrm>
                <a:off x="6707187" y="4157663"/>
                <a:ext cx="1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" h="7" extrusionOk="0">
                    <a:moveTo>
                      <a:pt x="2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4" y="0"/>
                      <a:pt x="2" y="0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9" name="Google Shape;609;p40"/>
              <p:cNvSpPr/>
              <p:nvPr/>
            </p:nvSpPr>
            <p:spPr>
              <a:xfrm>
                <a:off x="6738937" y="3962400"/>
                <a:ext cx="252412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4" h="89" extrusionOk="0">
                    <a:moveTo>
                      <a:pt x="81" y="25"/>
                    </a:moveTo>
                    <a:cubicBezTo>
                      <a:pt x="81" y="22"/>
                      <a:pt x="81" y="22"/>
                      <a:pt x="81" y="22"/>
                    </a:cubicBezTo>
                    <a:cubicBezTo>
                      <a:pt x="86" y="21"/>
                      <a:pt x="86" y="21"/>
                      <a:pt x="86" y="21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3" y="9"/>
                      <a:pt x="83" y="9"/>
                      <a:pt x="83" y="9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4" y="68"/>
                      <a:pt x="14" y="68"/>
                      <a:pt x="14" y="68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55" y="89"/>
                      <a:pt x="55" y="89"/>
                      <a:pt x="55" y="89"/>
                    </a:cubicBezTo>
                    <a:cubicBezTo>
                      <a:pt x="61" y="86"/>
                      <a:pt x="61" y="86"/>
                      <a:pt x="61" y="86"/>
                    </a:cubicBezTo>
                    <a:cubicBezTo>
                      <a:pt x="66" y="82"/>
                      <a:pt x="69" y="78"/>
                      <a:pt x="70" y="73"/>
                    </a:cubicBezTo>
                    <a:cubicBezTo>
                      <a:pt x="68" y="69"/>
                      <a:pt x="68" y="69"/>
                      <a:pt x="68" y="69"/>
                    </a:cubicBezTo>
                    <a:cubicBezTo>
                      <a:pt x="79" y="56"/>
                      <a:pt x="79" y="56"/>
                      <a:pt x="79" y="56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76" y="50"/>
                      <a:pt x="76" y="50"/>
                      <a:pt x="76" y="50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93" y="36"/>
                      <a:pt x="93" y="36"/>
                      <a:pt x="93" y="36"/>
                    </a:cubicBezTo>
                    <a:cubicBezTo>
                      <a:pt x="94" y="34"/>
                      <a:pt x="94" y="34"/>
                      <a:pt x="94" y="34"/>
                    </a:cubicBezTo>
                    <a:lnTo>
                      <a:pt x="81" y="2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10" name="Google Shape;610;p40"/>
              <p:cNvSpPr/>
              <p:nvPr/>
            </p:nvSpPr>
            <p:spPr>
              <a:xfrm>
                <a:off x="7088187" y="4351338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3" y="0"/>
                    </a:moveTo>
                    <a:cubicBezTo>
                      <a:pt x="11" y="0"/>
                      <a:pt x="9" y="1"/>
                      <a:pt x="6" y="1"/>
                    </a:cubicBezTo>
                    <a:cubicBezTo>
                      <a:pt x="4" y="4"/>
                      <a:pt x="2" y="7"/>
                      <a:pt x="0" y="10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0"/>
                      <a:pt x="14" y="7"/>
                      <a:pt x="19" y="4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11" name="Google Shape;611;p40"/>
            <p:cNvSpPr/>
            <p:nvPr/>
          </p:nvSpPr>
          <p:spPr>
            <a:xfrm>
              <a:off x="5762625" y="3005139"/>
              <a:ext cx="711199" cy="846138"/>
            </a:xfrm>
            <a:custGeom>
              <a:avLst/>
              <a:gdLst/>
              <a:ahLst/>
              <a:cxnLst/>
              <a:rect l="l" t="t" r="r" b="b"/>
              <a:pathLst>
                <a:path w="265" h="315" extrusionOk="0">
                  <a:moveTo>
                    <a:pt x="82" y="0"/>
                  </a:moveTo>
                  <a:cubicBezTo>
                    <a:pt x="86" y="12"/>
                    <a:pt x="86" y="12"/>
                    <a:pt x="86" y="1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9" y="44"/>
                    <a:pt x="69" y="47"/>
                    <a:pt x="68" y="50"/>
                  </a:cubicBezTo>
                  <a:cubicBezTo>
                    <a:pt x="67" y="53"/>
                    <a:pt x="67" y="56"/>
                    <a:pt x="66" y="59"/>
                  </a:cubicBezTo>
                  <a:cubicBezTo>
                    <a:pt x="54" y="74"/>
                    <a:pt x="43" y="89"/>
                    <a:pt x="31" y="104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6" y="136"/>
                    <a:pt x="26" y="136"/>
                    <a:pt x="26" y="136"/>
                  </a:cubicBezTo>
                  <a:cubicBezTo>
                    <a:pt x="22" y="145"/>
                    <a:pt x="22" y="145"/>
                    <a:pt x="22" y="14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8" y="152"/>
                    <a:pt x="12" y="152"/>
                    <a:pt x="16" y="152"/>
                  </a:cubicBezTo>
                  <a:cubicBezTo>
                    <a:pt x="19" y="152"/>
                    <a:pt x="24" y="152"/>
                    <a:pt x="28" y="151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5" y="157"/>
                    <a:pt x="22" y="158"/>
                    <a:pt x="19" y="159"/>
                  </a:cubicBezTo>
                  <a:cubicBezTo>
                    <a:pt x="16" y="160"/>
                    <a:pt x="13" y="161"/>
                    <a:pt x="10" y="161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9" y="179"/>
                    <a:pt x="31" y="178"/>
                    <a:pt x="33" y="177"/>
                  </a:cubicBezTo>
                  <a:cubicBezTo>
                    <a:pt x="35" y="175"/>
                    <a:pt x="38" y="174"/>
                    <a:pt x="40" y="173"/>
                  </a:cubicBezTo>
                  <a:cubicBezTo>
                    <a:pt x="41" y="171"/>
                    <a:pt x="42" y="170"/>
                    <a:pt x="42" y="168"/>
                  </a:cubicBezTo>
                  <a:cubicBezTo>
                    <a:pt x="43" y="165"/>
                    <a:pt x="43" y="162"/>
                    <a:pt x="43" y="159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52" y="159"/>
                    <a:pt x="52" y="159"/>
                    <a:pt x="52" y="159"/>
                  </a:cubicBezTo>
                  <a:cubicBezTo>
                    <a:pt x="48" y="163"/>
                    <a:pt x="48" y="163"/>
                    <a:pt x="48" y="163"/>
                  </a:cubicBezTo>
                  <a:cubicBezTo>
                    <a:pt x="48" y="172"/>
                    <a:pt x="48" y="172"/>
                    <a:pt x="48" y="172"/>
                  </a:cubicBezTo>
                  <a:cubicBezTo>
                    <a:pt x="46" y="174"/>
                    <a:pt x="46" y="174"/>
                    <a:pt x="46" y="174"/>
                  </a:cubicBezTo>
                  <a:cubicBezTo>
                    <a:pt x="49" y="180"/>
                    <a:pt x="49" y="180"/>
                    <a:pt x="49" y="180"/>
                  </a:cubicBezTo>
                  <a:cubicBezTo>
                    <a:pt x="48" y="182"/>
                    <a:pt x="48" y="185"/>
                    <a:pt x="48" y="188"/>
                  </a:cubicBezTo>
                  <a:cubicBezTo>
                    <a:pt x="47" y="192"/>
                    <a:pt x="47" y="196"/>
                    <a:pt x="47" y="200"/>
                  </a:cubicBezTo>
                  <a:cubicBezTo>
                    <a:pt x="48" y="202"/>
                    <a:pt x="48" y="202"/>
                    <a:pt x="48" y="202"/>
                  </a:cubicBezTo>
                  <a:cubicBezTo>
                    <a:pt x="51" y="197"/>
                    <a:pt x="51" y="197"/>
                    <a:pt x="51" y="197"/>
                  </a:cubicBezTo>
                  <a:cubicBezTo>
                    <a:pt x="51" y="201"/>
                    <a:pt x="51" y="204"/>
                    <a:pt x="51" y="208"/>
                  </a:cubicBezTo>
                  <a:cubicBezTo>
                    <a:pt x="52" y="218"/>
                    <a:pt x="54" y="228"/>
                    <a:pt x="57" y="238"/>
                  </a:cubicBezTo>
                  <a:cubicBezTo>
                    <a:pt x="60" y="248"/>
                    <a:pt x="63" y="258"/>
                    <a:pt x="68" y="268"/>
                  </a:cubicBezTo>
                  <a:cubicBezTo>
                    <a:pt x="71" y="276"/>
                    <a:pt x="74" y="283"/>
                    <a:pt x="78" y="291"/>
                  </a:cubicBezTo>
                  <a:cubicBezTo>
                    <a:pt x="81" y="299"/>
                    <a:pt x="85" y="307"/>
                    <a:pt x="87" y="315"/>
                  </a:cubicBezTo>
                  <a:cubicBezTo>
                    <a:pt x="89" y="315"/>
                    <a:pt x="90" y="314"/>
                    <a:pt x="91" y="313"/>
                  </a:cubicBezTo>
                  <a:cubicBezTo>
                    <a:pt x="92" y="313"/>
                    <a:pt x="92" y="313"/>
                    <a:pt x="93" y="313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102" y="297"/>
                    <a:pt x="102" y="297"/>
                    <a:pt x="102" y="297"/>
                  </a:cubicBezTo>
                  <a:cubicBezTo>
                    <a:pt x="102" y="292"/>
                    <a:pt x="102" y="292"/>
                    <a:pt x="102" y="292"/>
                  </a:cubicBezTo>
                  <a:cubicBezTo>
                    <a:pt x="104" y="291"/>
                    <a:pt x="106" y="291"/>
                    <a:pt x="108" y="290"/>
                  </a:cubicBezTo>
                  <a:cubicBezTo>
                    <a:pt x="109" y="290"/>
                    <a:pt x="110" y="290"/>
                    <a:pt x="112" y="290"/>
                  </a:cubicBezTo>
                  <a:cubicBezTo>
                    <a:pt x="112" y="289"/>
                    <a:pt x="112" y="288"/>
                    <a:pt x="112" y="287"/>
                  </a:cubicBezTo>
                  <a:cubicBezTo>
                    <a:pt x="113" y="280"/>
                    <a:pt x="114" y="273"/>
                    <a:pt x="115" y="267"/>
                  </a:cubicBezTo>
                  <a:cubicBezTo>
                    <a:pt x="115" y="260"/>
                    <a:pt x="114" y="254"/>
                    <a:pt x="115" y="248"/>
                  </a:cubicBezTo>
                  <a:cubicBezTo>
                    <a:pt x="115" y="242"/>
                    <a:pt x="115" y="236"/>
                    <a:pt x="116" y="230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4" y="226"/>
                    <a:pt x="124" y="226"/>
                    <a:pt x="124" y="226"/>
                  </a:cubicBezTo>
                  <a:cubicBezTo>
                    <a:pt x="125" y="229"/>
                    <a:pt x="125" y="229"/>
                    <a:pt x="125" y="229"/>
                  </a:cubicBezTo>
                  <a:cubicBezTo>
                    <a:pt x="130" y="225"/>
                    <a:pt x="130" y="225"/>
                    <a:pt x="130" y="225"/>
                  </a:cubicBezTo>
                  <a:cubicBezTo>
                    <a:pt x="131" y="222"/>
                    <a:pt x="131" y="222"/>
                    <a:pt x="131" y="222"/>
                  </a:cubicBezTo>
                  <a:cubicBezTo>
                    <a:pt x="133" y="223"/>
                    <a:pt x="133" y="223"/>
                    <a:pt x="133" y="223"/>
                  </a:cubicBezTo>
                  <a:cubicBezTo>
                    <a:pt x="138" y="218"/>
                    <a:pt x="138" y="218"/>
                    <a:pt x="138" y="218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36" y="214"/>
                    <a:pt x="136" y="214"/>
                    <a:pt x="136" y="214"/>
                  </a:cubicBezTo>
                  <a:cubicBezTo>
                    <a:pt x="142" y="209"/>
                    <a:pt x="148" y="203"/>
                    <a:pt x="153" y="197"/>
                  </a:cubicBezTo>
                  <a:cubicBezTo>
                    <a:pt x="155" y="195"/>
                    <a:pt x="157" y="193"/>
                    <a:pt x="158" y="191"/>
                  </a:cubicBezTo>
                  <a:cubicBezTo>
                    <a:pt x="161" y="192"/>
                    <a:pt x="161" y="192"/>
                    <a:pt x="161" y="192"/>
                  </a:cubicBezTo>
                  <a:cubicBezTo>
                    <a:pt x="164" y="191"/>
                    <a:pt x="166" y="189"/>
                    <a:pt x="168" y="187"/>
                  </a:cubicBezTo>
                  <a:cubicBezTo>
                    <a:pt x="171" y="185"/>
                    <a:pt x="173" y="183"/>
                    <a:pt x="176" y="180"/>
                  </a:cubicBezTo>
                  <a:cubicBezTo>
                    <a:pt x="173" y="178"/>
                    <a:pt x="173" y="178"/>
                    <a:pt x="173" y="178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72"/>
                    <a:pt x="176" y="171"/>
                    <a:pt x="178" y="171"/>
                  </a:cubicBezTo>
                  <a:cubicBezTo>
                    <a:pt x="180" y="170"/>
                    <a:pt x="182" y="169"/>
                    <a:pt x="184" y="168"/>
                  </a:cubicBezTo>
                  <a:cubicBezTo>
                    <a:pt x="187" y="165"/>
                    <a:pt x="187" y="165"/>
                    <a:pt x="187" y="165"/>
                  </a:cubicBezTo>
                  <a:cubicBezTo>
                    <a:pt x="187" y="169"/>
                    <a:pt x="187" y="169"/>
                    <a:pt x="187" y="169"/>
                  </a:cubicBezTo>
                  <a:cubicBezTo>
                    <a:pt x="192" y="169"/>
                    <a:pt x="192" y="169"/>
                    <a:pt x="192" y="169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90" y="144"/>
                    <a:pt x="190" y="144"/>
                    <a:pt x="190" y="144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90" y="119"/>
                    <a:pt x="190" y="119"/>
                    <a:pt x="190" y="119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3" y="131"/>
                    <a:pt x="203" y="131"/>
                    <a:pt x="203" y="131"/>
                  </a:cubicBezTo>
                  <a:cubicBezTo>
                    <a:pt x="217" y="134"/>
                    <a:pt x="217" y="134"/>
                    <a:pt x="217" y="134"/>
                  </a:cubicBezTo>
                  <a:cubicBezTo>
                    <a:pt x="221" y="139"/>
                    <a:pt x="221" y="139"/>
                    <a:pt x="221" y="139"/>
                  </a:cubicBezTo>
                  <a:cubicBezTo>
                    <a:pt x="219" y="148"/>
                    <a:pt x="219" y="148"/>
                    <a:pt x="219" y="148"/>
                  </a:cubicBezTo>
                  <a:cubicBezTo>
                    <a:pt x="222" y="150"/>
                    <a:pt x="222" y="150"/>
                    <a:pt x="222" y="150"/>
                  </a:cubicBezTo>
                  <a:cubicBezTo>
                    <a:pt x="222" y="151"/>
                    <a:pt x="222" y="151"/>
                    <a:pt x="222" y="151"/>
                  </a:cubicBezTo>
                  <a:cubicBezTo>
                    <a:pt x="222" y="159"/>
                    <a:pt x="222" y="159"/>
                    <a:pt x="222" y="159"/>
                  </a:cubicBezTo>
                  <a:cubicBezTo>
                    <a:pt x="222" y="161"/>
                    <a:pt x="219" y="178"/>
                    <a:pt x="219" y="179"/>
                  </a:cubicBezTo>
                  <a:cubicBezTo>
                    <a:pt x="225" y="157"/>
                    <a:pt x="225" y="157"/>
                    <a:pt x="225" y="157"/>
                  </a:cubicBezTo>
                  <a:cubicBezTo>
                    <a:pt x="225" y="157"/>
                    <a:pt x="225" y="157"/>
                    <a:pt x="225" y="157"/>
                  </a:cubicBezTo>
                  <a:cubicBezTo>
                    <a:pt x="229" y="156"/>
                    <a:pt x="229" y="156"/>
                    <a:pt x="229" y="156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42" y="120"/>
                    <a:pt x="247" y="116"/>
                    <a:pt x="251" y="111"/>
                  </a:cubicBezTo>
                  <a:cubicBezTo>
                    <a:pt x="256" y="106"/>
                    <a:pt x="260" y="100"/>
                    <a:pt x="265" y="94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39" y="81"/>
                    <a:pt x="226" y="85"/>
                    <a:pt x="214" y="88"/>
                  </a:cubicBezTo>
                  <a:cubicBezTo>
                    <a:pt x="212" y="89"/>
                    <a:pt x="210" y="90"/>
                    <a:pt x="208" y="90"/>
                  </a:cubicBezTo>
                  <a:cubicBezTo>
                    <a:pt x="210" y="99"/>
                    <a:pt x="210" y="99"/>
                    <a:pt x="210" y="99"/>
                  </a:cubicBezTo>
                  <a:cubicBezTo>
                    <a:pt x="210" y="100"/>
                    <a:pt x="209" y="100"/>
                    <a:pt x="209" y="101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3"/>
                    <a:pt x="187" y="93"/>
                    <a:pt x="187" y="93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0" y="95"/>
                    <a:pt x="180" y="95"/>
                    <a:pt x="180" y="95"/>
                  </a:cubicBezTo>
                  <a:cubicBezTo>
                    <a:pt x="180" y="95"/>
                    <a:pt x="180" y="95"/>
                    <a:pt x="179" y="95"/>
                  </a:cubicBezTo>
                  <a:cubicBezTo>
                    <a:pt x="179" y="104"/>
                    <a:pt x="179" y="104"/>
                    <a:pt x="179" y="104"/>
                  </a:cubicBezTo>
                  <a:cubicBezTo>
                    <a:pt x="176" y="107"/>
                    <a:pt x="176" y="107"/>
                    <a:pt x="176" y="107"/>
                  </a:cubicBezTo>
                  <a:cubicBezTo>
                    <a:pt x="166" y="107"/>
                    <a:pt x="156" y="105"/>
                    <a:pt x="148" y="102"/>
                  </a:cubicBezTo>
                  <a:cubicBezTo>
                    <a:pt x="147" y="102"/>
                    <a:pt x="147" y="102"/>
                    <a:pt x="146" y="102"/>
                  </a:cubicBezTo>
                  <a:cubicBezTo>
                    <a:pt x="141" y="101"/>
                    <a:pt x="136" y="99"/>
                    <a:pt x="131" y="97"/>
                  </a:cubicBezTo>
                  <a:cubicBezTo>
                    <a:pt x="125" y="94"/>
                    <a:pt x="117" y="90"/>
                    <a:pt x="109" y="87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12" y="61"/>
                    <a:pt x="110" y="54"/>
                    <a:pt x="109" y="47"/>
                  </a:cubicBezTo>
                  <a:cubicBezTo>
                    <a:pt x="109" y="45"/>
                    <a:pt x="108" y="44"/>
                    <a:pt x="108" y="41"/>
                  </a:cubicBezTo>
                  <a:cubicBezTo>
                    <a:pt x="107" y="36"/>
                    <a:pt x="108" y="30"/>
                    <a:pt x="108" y="24"/>
                  </a:cubicBezTo>
                  <a:cubicBezTo>
                    <a:pt x="109" y="18"/>
                    <a:pt x="110" y="11"/>
                    <a:pt x="111" y="5"/>
                  </a:cubicBezTo>
                  <a:cubicBezTo>
                    <a:pt x="110" y="5"/>
                    <a:pt x="109" y="4"/>
                    <a:pt x="108" y="4"/>
                  </a:cubicBezTo>
                  <a:cubicBezTo>
                    <a:pt x="98" y="3"/>
                    <a:pt x="98" y="3"/>
                    <a:pt x="98" y="3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5135563" y="2782889"/>
              <a:ext cx="122237" cy="93663"/>
            </a:xfrm>
            <a:custGeom>
              <a:avLst/>
              <a:gdLst/>
              <a:ahLst/>
              <a:cxnLst/>
              <a:rect l="l" t="t" r="r" b="b"/>
              <a:pathLst>
                <a:path w="77" h="59" extrusionOk="0">
                  <a:moveTo>
                    <a:pt x="38" y="3"/>
                  </a:moveTo>
                  <a:lnTo>
                    <a:pt x="14" y="0"/>
                  </a:lnTo>
                  <a:lnTo>
                    <a:pt x="0" y="9"/>
                  </a:lnTo>
                  <a:lnTo>
                    <a:pt x="2" y="10"/>
                  </a:lnTo>
                  <a:lnTo>
                    <a:pt x="7" y="31"/>
                  </a:lnTo>
                  <a:lnTo>
                    <a:pt x="0" y="39"/>
                  </a:lnTo>
                  <a:lnTo>
                    <a:pt x="4" y="41"/>
                  </a:lnTo>
                  <a:lnTo>
                    <a:pt x="26" y="59"/>
                  </a:lnTo>
                  <a:lnTo>
                    <a:pt x="55" y="49"/>
                  </a:lnTo>
                  <a:lnTo>
                    <a:pt x="66" y="51"/>
                  </a:lnTo>
                  <a:lnTo>
                    <a:pt x="77" y="44"/>
                  </a:lnTo>
                  <a:lnTo>
                    <a:pt x="77" y="37"/>
                  </a:lnTo>
                  <a:lnTo>
                    <a:pt x="38" y="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5359400" y="3341689"/>
              <a:ext cx="144462" cy="80963"/>
            </a:xfrm>
            <a:custGeom>
              <a:avLst/>
              <a:gdLst/>
              <a:ahLst/>
              <a:cxnLst/>
              <a:rect l="l" t="t" r="r" b="b"/>
              <a:pathLst>
                <a:path w="54" h="30" extrusionOk="0">
                  <a:moveTo>
                    <a:pt x="48" y="0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4" y="8"/>
                    <a:pt x="54" y="6"/>
                    <a:pt x="54" y="3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5487987" y="3325814"/>
              <a:ext cx="22224" cy="23813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5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6"/>
                    <a:pt x="7" y="3"/>
                    <a:pt x="8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5" name="Google Shape;615;p40"/>
            <p:cNvSpPr/>
            <p:nvPr/>
          </p:nvSpPr>
          <p:spPr>
            <a:xfrm>
              <a:off x="7150101" y="3094038"/>
              <a:ext cx="26987" cy="22224"/>
            </a:xfrm>
            <a:custGeom>
              <a:avLst/>
              <a:gdLst/>
              <a:ahLst/>
              <a:cxnLst/>
              <a:rect l="l" t="t" r="r" b="b"/>
              <a:pathLst>
                <a:path w="17" h="14" extrusionOk="0">
                  <a:moveTo>
                    <a:pt x="17" y="7"/>
                  </a:moveTo>
                  <a:lnTo>
                    <a:pt x="10" y="12"/>
                  </a:lnTo>
                  <a:lnTo>
                    <a:pt x="3" y="14"/>
                  </a:lnTo>
                  <a:lnTo>
                    <a:pt x="0" y="9"/>
                  </a:lnTo>
                  <a:lnTo>
                    <a:pt x="9" y="2"/>
                  </a:lnTo>
                  <a:lnTo>
                    <a:pt x="17" y="0"/>
                  </a:lnTo>
                  <a:lnTo>
                    <a:pt x="17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7145338" y="2933701"/>
              <a:ext cx="88901" cy="136524"/>
            </a:xfrm>
            <a:custGeom>
              <a:avLst/>
              <a:gdLst/>
              <a:ahLst/>
              <a:cxnLst/>
              <a:rect l="l" t="t" r="r" b="b"/>
              <a:pathLst>
                <a:path w="33" h="51" extrusionOk="0">
                  <a:moveTo>
                    <a:pt x="1" y="16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2" y="24"/>
                    <a:pt x="5" y="29"/>
                    <a:pt x="7" y="33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0"/>
                    <a:pt x="31" y="27"/>
                    <a:pt x="31" y="22"/>
                  </a:cubicBezTo>
                  <a:cubicBezTo>
                    <a:pt x="31" y="19"/>
                    <a:pt x="30" y="16"/>
                    <a:pt x="29" y="13"/>
                  </a:cubicBezTo>
                  <a:cubicBezTo>
                    <a:pt x="27" y="9"/>
                    <a:pt x="25" y="4"/>
                    <a:pt x="23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1"/>
                    <a:pt x="8" y="13"/>
                    <a:pt x="9" y="14"/>
                  </a:cubicBezTo>
                  <a:cubicBezTo>
                    <a:pt x="9" y="15"/>
                    <a:pt x="9" y="16"/>
                    <a:pt x="10" y="17"/>
                  </a:cubicBezTo>
                  <a:lnTo>
                    <a:pt x="1" y="1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7112002" y="2801939"/>
              <a:ext cx="146050" cy="158750"/>
            </a:xfrm>
            <a:custGeom>
              <a:avLst/>
              <a:gdLst/>
              <a:ahLst/>
              <a:cxnLst/>
              <a:rect l="l" t="t" r="r" b="b"/>
              <a:pathLst>
                <a:path w="54" h="59" extrusionOk="0">
                  <a:moveTo>
                    <a:pt x="47" y="10"/>
                  </a:moveTo>
                  <a:cubicBezTo>
                    <a:pt x="54" y="2"/>
                    <a:pt x="54" y="2"/>
                    <a:pt x="54" y="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28"/>
                    <a:pt x="6" y="31"/>
                    <a:pt x="0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6" y="42"/>
                    <a:pt x="4" y="47"/>
                    <a:pt x="1" y="5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4" y="47"/>
                    <a:pt x="33" y="46"/>
                    <a:pt x="32" y="45"/>
                  </a:cubicBezTo>
                  <a:cubicBezTo>
                    <a:pt x="30" y="44"/>
                    <a:pt x="29" y="43"/>
                    <a:pt x="28" y="43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9" y="12"/>
                    <a:pt x="49" y="12"/>
                    <a:pt x="49" y="12"/>
                  </a:cubicBezTo>
                  <a:lnTo>
                    <a:pt x="47" y="1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745288" y="3497264"/>
              <a:ext cx="50800" cy="39688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2" y="1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7" y="4"/>
                    <a:pt x="12" y="2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5" y="7"/>
                    <a:pt x="10" y="11"/>
                    <a:pt x="6" y="15"/>
                  </a:cubicBezTo>
                  <a:cubicBezTo>
                    <a:pt x="2" y="14"/>
                    <a:pt x="2" y="14"/>
                    <a:pt x="2" y="14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619" name="Google Shape;619;p40"/>
            <p:cNvGrpSpPr/>
            <p:nvPr/>
          </p:nvGrpSpPr>
          <p:grpSpPr>
            <a:xfrm>
              <a:off x="5915023" y="2441575"/>
              <a:ext cx="1449387" cy="1095376"/>
              <a:chOff x="5915025" y="2441575"/>
              <a:chExt cx="1449387" cy="1095376"/>
            </a:xfrm>
          </p:grpSpPr>
          <p:sp>
            <p:nvSpPr>
              <p:cNvPr id="620" name="Google Shape;620;p40"/>
              <p:cNvSpPr/>
              <p:nvPr/>
            </p:nvSpPr>
            <p:spPr>
              <a:xfrm>
                <a:off x="7056437" y="319405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10" extrusionOk="0">
                    <a:moveTo>
                      <a:pt x="5" y="10"/>
                    </a:moveTo>
                    <a:lnTo>
                      <a:pt x="0" y="5"/>
                    </a:lnTo>
                    <a:lnTo>
                      <a:pt x="2" y="0"/>
                    </a:lnTo>
                    <a:lnTo>
                      <a:pt x="10" y="7"/>
                    </a:lnTo>
                    <a:lnTo>
                      <a:pt x="5" y="1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21" name="Google Shape;621;p40"/>
              <p:cNvSpPr/>
              <p:nvPr/>
            </p:nvSpPr>
            <p:spPr>
              <a:xfrm>
                <a:off x="5915025" y="2441575"/>
                <a:ext cx="1449387" cy="10445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389" extrusionOk="0">
                    <a:moveTo>
                      <a:pt x="386" y="77"/>
                    </a:moveTo>
                    <a:cubicBezTo>
                      <a:pt x="395" y="77"/>
                      <a:pt x="395" y="77"/>
                      <a:pt x="395" y="77"/>
                    </a:cubicBezTo>
                    <a:cubicBezTo>
                      <a:pt x="401" y="74"/>
                      <a:pt x="401" y="74"/>
                      <a:pt x="401" y="74"/>
                    </a:cubicBezTo>
                    <a:cubicBezTo>
                      <a:pt x="386" y="68"/>
                      <a:pt x="386" y="68"/>
                      <a:pt x="386" y="68"/>
                    </a:cubicBezTo>
                    <a:cubicBezTo>
                      <a:pt x="376" y="73"/>
                      <a:pt x="376" y="73"/>
                      <a:pt x="376" y="73"/>
                    </a:cubicBezTo>
                    <a:cubicBezTo>
                      <a:pt x="370" y="65"/>
                      <a:pt x="370" y="65"/>
                      <a:pt x="370" y="65"/>
                    </a:cubicBezTo>
                    <a:cubicBezTo>
                      <a:pt x="371" y="47"/>
                      <a:pt x="371" y="47"/>
                      <a:pt x="371" y="47"/>
                    </a:cubicBezTo>
                    <a:cubicBezTo>
                      <a:pt x="375" y="46"/>
                      <a:pt x="380" y="46"/>
                      <a:pt x="384" y="45"/>
                    </a:cubicBezTo>
                    <a:cubicBezTo>
                      <a:pt x="398" y="44"/>
                      <a:pt x="398" y="44"/>
                      <a:pt x="398" y="44"/>
                    </a:cubicBezTo>
                    <a:cubicBezTo>
                      <a:pt x="416" y="15"/>
                      <a:pt x="416" y="15"/>
                      <a:pt x="416" y="15"/>
                    </a:cubicBezTo>
                    <a:cubicBezTo>
                      <a:pt x="412" y="7"/>
                      <a:pt x="412" y="7"/>
                      <a:pt x="412" y="7"/>
                    </a:cubicBezTo>
                    <a:cubicBezTo>
                      <a:pt x="412" y="7"/>
                      <a:pt x="412" y="7"/>
                      <a:pt x="412" y="7"/>
                    </a:cubicBezTo>
                    <a:cubicBezTo>
                      <a:pt x="413" y="7"/>
                      <a:pt x="413" y="7"/>
                      <a:pt x="413" y="7"/>
                    </a:cubicBezTo>
                    <a:cubicBezTo>
                      <a:pt x="415" y="5"/>
                      <a:pt x="418" y="4"/>
                      <a:pt x="422" y="3"/>
                    </a:cubicBezTo>
                    <a:cubicBezTo>
                      <a:pt x="428" y="2"/>
                      <a:pt x="434" y="1"/>
                      <a:pt x="440" y="0"/>
                    </a:cubicBezTo>
                    <a:cubicBezTo>
                      <a:pt x="443" y="0"/>
                      <a:pt x="443" y="0"/>
                      <a:pt x="443" y="0"/>
                    </a:cubicBezTo>
                    <a:cubicBezTo>
                      <a:pt x="457" y="7"/>
                      <a:pt x="457" y="7"/>
                      <a:pt x="457" y="7"/>
                    </a:cubicBezTo>
                    <a:cubicBezTo>
                      <a:pt x="476" y="43"/>
                      <a:pt x="476" y="43"/>
                      <a:pt x="476" y="43"/>
                    </a:cubicBezTo>
                    <a:cubicBezTo>
                      <a:pt x="504" y="60"/>
                      <a:pt x="504" y="60"/>
                      <a:pt x="504" y="60"/>
                    </a:cubicBezTo>
                    <a:cubicBezTo>
                      <a:pt x="509" y="70"/>
                      <a:pt x="509" y="70"/>
                      <a:pt x="509" y="70"/>
                    </a:cubicBezTo>
                    <a:cubicBezTo>
                      <a:pt x="512" y="68"/>
                      <a:pt x="512" y="68"/>
                      <a:pt x="512" y="68"/>
                    </a:cubicBezTo>
                    <a:cubicBezTo>
                      <a:pt x="518" y="63"/>
                      <a:pt x="524" y="60"/>
                      <a:pt x="531" y="56"/>
                    </a:cubicBezTo>
                    <a:cubicBezTo>
                      <a:pt x="534" y="55"/>
                      <a:pt x="537" y="54"/>
                      <a:pt x="540" y="54"/>
                    </a:cubicBezTo>
                    <a:cubicBezTo>
                      <a:pt x="518" y="100"/>
                      <a:pt x="518" y="100"/>
                      <a:pt x="518" y="100"/>
                    </a:cubicBezTo>
                    <a:cubicBezTo>
                      <a:pt x="507" y="107"/>
                      <a:pt x="507" y="107"/>
                      <a:pt x="507" y="107"/>
                    </a:cubicBezTo>
                    <a:cubicBezTo>
                      <a:pt x="510" y="129"/>
                      <a:pt x="510" y="129"/>
                      <a:pt x="510" y="129"/>
                    </a:cubicBezTo>
                    <a:cubicBezTo>
                      <a:pt x="509" y="130"/>
                      <a:pt x="509" y="130"/>
                      <a:pt x="509" y="130"/>
                    </a:cubicBezTo>
                    <a:cubicBezTo>
                      <a:pt x="506" y="132"/>
                      <a:pt x="503" y="134"/>
                      <a:pt x="500" y="135"/>
                    </a:cubicBezTo>
                    <a:cubicBezTo>
                      <a:pt x="500" y="135"/>
                      <a:pt x="500" y="136"/>
                      <a:pt x="500" y="136"/>
                    </a:cubicBezTo>
                    <a:cubicBezTo>
                      <a:pt x="496" y="134"/>
                      <a:pt x="496" y="134"/>
                      <a:pt x="496" y="134"/>
                    </a:cubicBezTo>
                    <a:cubicBezTo>
                      <a:pt x="479" y="153"/>
                      <a:pt x="479" y="153"/>
                      <a:pt x="479" y="153"/>
                    </a:cubicBezTo>
                    <a:cubicBezTo>
                      <a:pt x="472" y="154"/>
                      <a:pt x="472" y="154"/>
                      <a:pt x="472" y="154"/>
                    </a:cubicBezTo>
                    <a:cubicBezTo>
                      <a:pt x="467" y="160"/>
                      <a:pt x="467" y="160"/>
                      <a:pt x="467" y="160"/>
                    </a:cubicBezTo>
                    <a:cubicBezTo>
                      <a:pt x="464" y="161"/>
                      <a:pt x="450" y="166"/>
                      <a:pt x="446" y="168"/>
                    </a:cubicBezTo>
                    <a:cubicBezTo>
                      <a:pt x="442" y="167"/>
                      <a:pt x="442" y="167"/>
                      <a:pt x="442" y="167"/>
                    </a:cubicBezTo>
                    <a:cubicBezTo>
                      <a:pt x="437" y="169"/>
                      <a:pt x="432" y="170"/>
                      <a:pt x="427" y="173"/>
                    </a:cubicBezTo>
                    <a:cubicBezTo>
                      <a:pt x="424" y="174"/>
                      <a:pt x="421" y="176"/>
                      <a:pt x="418" y="177"/>
                    </a:cubicBezTo>
                    <a:cubicBezTo>
                      <a:pt x="417" y="176"/>
                      <a:pt x="417" y="176"/>
                      <a:pt x="417" y="176"/>
                    </a:cubicBezTo>
                    <a:cubicBezTo>
                      <a:pt x="417" y="175"/>
                      <a:pt x="417" y="174"/>
                      <a:pt x="417" y="173"/>
                    </a:cubicBezTo>
                    <a:cubicBezTo>
                      <a:pt x="418" y="171"/>
                      <a:pt x="418" y="169"/>
                      <a:pt x="419" y="167"/>
                    </a:cubicBezTo>
                    <a:cubicBezTo>
                      <a:pt x="422" y="166"/>
                      <a:pt x="424" y="164"/>
                      <a:pt x="427" y="162"/>
                    </a:cubicBezTo>
                    <a:cubicBezTo>
                      <a:pt x="429" y="160"/>
                      <a:pt x="431" y="158"/>
                      <a:pt x="433" y="156"/>
                    </a:cubicBezTo>
                    <a:cubicBezTo>
                      <a:pt x="430" y="154"/>
                      <a:pt x="430" y="154"/>
                      <a:pt x="430" y="154"/>
                    </a:cubicBezTo>
                    <a:cubicBezTo>
                      <a:pt x="430" y="151"/>
                      <a:pt x="430" y="151"/>
                      <a:pt x="430" y="151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23" y="151"/>
                      <a:pt x="423" y="151"/>
                      <a:pt x="423" y="151"/>
                    </a:cubicBezTo>
                    <a:cubicBezTo>
                      <a:pt x="420" y="153"/>
                      <a:pt x="418" y="156"/>
                      <a:pt x="416" y="158"/>
                    </a:cubicBezTo>
                    <a:cubicBezTo>
                      <a:pt x="412" y="161"/>
                      <a:pt x="409" y="165"/>
                      <a:pt x="405" y="168"/>
                    </a:cubicBezTo>
                    <a:cubicBezTo>
                      <a:pt x="400" y="168"/>
                      <a:pt x="400" y="168"/>
                      <a:pt x="400" y="168"/>
                    </a:cubicBezTo>
                    <a:cubicBezTo>
                      <a:pt x="396" y="176"/>
                      <a:pt x="396" y="176"/>
                      <a:pt x="396" y="176"/>
                    </a:cubicBezTo>
                    <a:cubicBezTo>
                      <a:pt x="394" y="176"/>
                      <a:pt x="392" y="176"/>
                      <a:pt x="390" y="176"/>
                    </a:cubicBezTo>
                    <a:cubicBezTo>
                      <a:pt x="388" y="177"/>
                      <a:pt x="386" y="177"/>
                      <a:pt x="383" y="178"/>
                    </a:cubicBezTo>
                    <a:cubicBezTo>
                      <a:pt x="379" y="186"/>
                      <a:pt x="379" y="186"/>
                      <a:pt x="379" y="186"/>
                    </a:cubicBezTo>
                    <a:cubicBezTo>
                      <a:pt x="383" y="190"/>
                      <a:pt x="383" y="190"/>
                      <a:pt x="383" y="190"/>
                    </a:cubicBezTo>
                    <a:cubicBezTo>
                      <a:pt x="390" y="190"/>
                      <a:pt x="390" y="190"/>
                      <a:pt x="390" y="190"/>
                    </a:cubicBezTo>
                    <a:cubicBezTo>
                      <a:pt x="392" y="192"/>
                      <a:pt x="392" y="192"/>
                      <a:pt x="392" y="192"/>
                    </a:cubicBezTo>
                    <a:cubicBezTo>
                      <a:pt x="394" y="199"/>
                      <a:pt x="394" y="199"/>
                      <a:pt x="394" y="199"/>
                    </a:cubicBezTo>
                    <a:cubicBezTo>
                      <a:pt x="400" y="201"/>
                      <a:pt x="400" y="201"/>
                      <a:pt x="400" y="201"/>
                    </a:cubicBezTo>
                    <a:cubicBezTo>
                      <a:pt x="401" y="200"/>
                      <a:pt x="402" y="199"/>
                      <a:pt x="403" y="199"/>
                    </a:cubicBezTo>
                    <a:cubicBezTo>
                      <a:pt x="407" y="196"/>
                      <a:pt x="410" y="194"/>
                      <a:pt x="413" y="192"/>
                    </a:cubicBezTo>
                    <a:cubicBezTo>
                      <a:pt x="415" y="191"/>
                      <a:pt x="416" y="190"/>
                      <a:pt x="418" y="190"/>
                    </a:cubicBezTo>
                    <a:cubicBezTo>
                      <a:pt x="420" y="191"/>
                      <a:pt x="424" y="193"/>
                      <a:pt x="427" y="194"/>
                    </a:cubicBezTo>
                    <a:cubicBezTo>
                      <a:pt x="428" y="195"/>
                      <a:pt x="431" y="195"/>
                      <a:pt x="433" y="195"/>
                    </a:cubicBezTo>
                    <a:cubicBezTo>
                      <a:pt x="430" y="202"/>
                      <a:pt x="430" y="202"/>
                      <a:pt x="430" y="202"/>
                    </a:cubicBezTo>
                    <a:cubicBezTo>
                      <a:pt x="428" y="203"/>
                      <a:pt x="427" y="203"/>
                      <a:pt x="426" y="204"/>
                    </a:cubicBezTo>
                    <a:cubicBezTo>
                      <a:pt x="422" y="206"/>
                      <a:pt x="418" y="208"/>
                      <a:pt x="415" y="211"/>
                    </a:cubicBezTo>
                    <a:cubicBezTo>
                      <a:pt x="412" y="211"/>
                      <a:pt x="412" y="211"/>
                      <a:pt x="412" y="211"/>
                    </a:cubicBezTo>
                    <a:cubicBezTo>
                      <a:pt x="411" y="213"/>
                      <a:pt x="410" y="215"/>
                      <a:pt x="409" y="216"/>
                    </a:cubicBezTo>
                    <a:cubicBezTo>
                      <a:pt x="406" y="220"/>
                      <a:pt x="403" y="224"/>
                      <a:pt x="400" y="228"/>
                    </a:cubicBezTo>
                    <a:cubicBezTo>
                      <a:pt x="400" y="234"/>
                      <a:pt x="400" y="234"/>
                      <a:pt x="400" y="234"/>
                    </a:cubicBezTo>
                    <a:cubicBezTo>
                      <a:pt x="409" y="234"/>
                      <a:pt x="409" y="234"/>
                      <a:pt x="409" y="234"/>
                    </a:cubicBezTo>
                    <a:cubicBezTo>
                      <a:pt x="410" y="237"/>
                      <a:pt x="411" y="239"/>
                      <a:pt x="412" y="242"/>
                    </a:cubicBezTo>
                    <a:cubicBezTo>
                      <a:pt x="414" y="247"/>
                      <a:pt x="416" y="252"/>
                      <a:pt x="418" y="257"/>
                    </a:cubicBezTo>
                    <a:cubicBezTo>
                      <a:pt x="419" y="258"/>
                      <a:pt x="419" y="259"/>
                      <a:pt x="419" y="260"/>
                    </a:cubicBezTo>
                    <a:cubicBezTo>
                      <a:pt x="411" y="256"/>
                      <a:pt x="411" y="256"/>
                      <a:pt x="411" y="256"/>
                    </a:cubicBezTo>
                    <a:cubicBezTo>
                      <a:pt x="408" y="259"/>
                      <a:pt x="408" y="259"/>
                      <a:pt x="408" y="259"/>
                    </a:cubicBezTo>
                    <a:cubicBezTo>
                      <a:pt x="417" y="268"/>
                      <a:pt x="417" y="268"/>
                      <a:pt x="417" y="268"/>
                    </a:cubicBezTo>
                    <a:cubicBezTo>
                      <a:pt x="423" y="269"/>
                      <a:pt x="423" y="269"/>
                      <a:pt x="423" y="269"/>
                    </a:cubicBezTo>
                    <a:cubicBezTo>
                      <a:pt x="424" y="271"/>
                      <a:pt x="424" y="271"/>
                      <a:pt x="424" y="271"/>
                    </a:cubicBezTo>
                    <a:cubicBezTo>
                      <a:pt x="423" y="271"/>
                      <a:pt x="422" y="271"/>
                      <a:pt x="422" y="271"/>
                    </a:cubicBezTo>
                    <a:cubicBezTo>
                      <a:pt x="417" y="274"/>
                      <a:pt x="412" y="276"/>
                      <a:pt x="407" y="279"/>
                    </a:cubicBezTo>
                    <a:cubicBezTo>
                      <a:pt x="407" y="281"/>
                      <a:pt x="407" y="281"/>
                      <a:pt x="407" y="281"/>
                    </a:cubicBezTo>
                    <a:cubicBezTo>
                      <a:pt x="420" y="283"/>
                      <a:pt x="420" y="283"/>
                      <a:pt x="420" y="283"/>
                    </a:cubicBezTo>
                    <a:cubicBezTo>
                      <a:pt x="423" y="287"/>
                      <a:pt x="423" y="287"/>
                      <a:pt x="423" y="287"/>
                    </a:cubicBezTo>
                    <a:cubicBezTo>
                      <a:pt x="417" y="292"/>
                      <a:pt x="417" y="292"/>
                      <a:pt x="417" y="292"/>
                    </a:cubicBezTo>
                    <a:cubicBezTo>
                      <a:pt x="417" y="294"/>
                      <a:pt x="417" y="294"/>
                      <a:pt x="417" y="294"/>
                    </a:cubicBezTo>
                    <a:cubicBezTo>
                      <a:pt x="418" y="294"/>
                      <a:pt x="419" y="293"/>
                      <a:pt x="420" y="292"/>
                    </a:cubicBezTo>
                    <a:cubicBezTo>
                      <a:pt x="422" y="292"/>
                      <a:pt x="423" y="292"/>
                      <a:pt x="424" y="292"/>
                    </a:cubicBezTo>
                    <a:cubicBezTo>
                      <a:pt x="425" y="296"/>
                      <a:pt x="425" y="296"/>
                      <a:pt x="425" y="296"/>
                    </a:cubicBezTo>
                    <a:cubicBezTo>
                      <a:pt x="417" y="310"/>
                      <a:pt x="417" y="310"/>
                      <a:pt x="417" y="310"/>
                    </a:cubicBezTo>
                    <a:cubicBezTo>
                      <a:pt x="414" y="312"/>
                      <a:pt x="414" y="312"/>
                      <a:pt x="414" y="312"/>
                    </a:cubicBezTo>
                    <a:cubicBezTo>
                      <a:pt x="410" y="319"/>
                      <a:pt x="410" y="319"/>
                      <a:pt x="410" y="319"/>
                    </a:cubicBezTo>
                    <a:cubicBezTo>
                      <a:pt x="406" y="320"/>
                      <a:pt x="406" y="320"/>
                      <a:pt x="406" y="320"/>
                    </a:cubicBezTo>
                    <a:cubicBezTo>
                      <a:pt x="403" y="323"/>
                      <a:pt x="403" y="323"/>
                      <a:pt x="403" y="323"/>
                    </a:cubicBezTo>
                    <a:cubicBezTo>
                      <a:pt x="407" y="325"/>
                      <a:pt x="407" y="325"/>
                      <a:pt x="407" y="325"/>
                    </a:cubicBezTo>
                    <a:cubicBezTo>
                      <a:pt x="402" y="336"/>
                      <a:pt x="402" y="336"/>
                      <a:pt x="402" y="336"/>
                    </a:cubicBezTo>
                    <a:cubicBezTo>
                      <a:pt x="398" y="337"/>
                      <a:pt x="398" y="337"/>
                      <a:pt x="398" y="337"/>
                    </a:cubicBezTo>
                    <a:cubicBezTo>
                      <a:pt x="397" y="342"/>
                      <a:pt x="397" y="342"/>
                      <a:pt x="397" y="342"/>
                    </a:cubicBezTo>
                    <a:cubicBezTo>
                      <a:pt x="393" y="347"/>
                      <a:pt x="393" y="347"/>
                      <a:pt x="393" y="347"/>
                    </a:cubicBezTo>
                    <a:cubicBezTo>
                      <a:pt x="389" y="347"/>
                      <a:pt x="389" y="347"/>
                      <a:pt x="389" y="347"/>
                    </a:cubicBezTo>
                    <a:cubicBezTo>
                      <a:pt x="388" y="351"/>
                      <a:pt x="388" y="351"/>
                      <a:pt x="388" y="351"/>
                    </a:cubicBezTo>
                    <a:cubicBezTo>
                      <a:pt x="386" y="353"/>
                      <a:pt x="384" y="355"/>
                      <a:pt x="382" y="357"/>
                    </a:cubicBezTo>
                    <a:cubicBezTo>
                      <a:pt x="379" y="359"/>
                      <a:pt x="377" y="361"/>
                      <a:pt x="374" y="364"/>
                    </a:cubicBezTo>
                    <a:cubicBezTo>
                      <a:pt x="373" y="365"/>
                      <a:pt x="371" y="366"/>
                      <a:pt x="369" y="367"/>
                    </a:cubicBezTo>
                    <a:cubicBezTo>
                      <a:pt x="364" y="366"/>
                      <a:pt x="364" y="366"/>
                      <a:pt x="364" y="366"/>
                    </a:cubicBezTo>
                    <a:cubicBezTo>
                      <a:pt x="362" y="370"/>
                      <a:pt x="362" y="370"/>
                      <a:pt x="362" y="370"/>
                    </a:cubicBezTo>
                    <a:cubicBezTo>
                      <a:pt x="358" y="371"/>
                      <a:pt x="358" y="371"/>
                      <a:pt x="358" y="371"/>
                    </a:cubicBezTo>
                    <a:cubicBezTo>
                      <a:pt x="358" y="370"/>
                      <a:pt x="357" y="370"/>
                      <a:pt x="356" y="369"/>
                    </a:cubicBezTo>
                    <a:cubicBezTo>
                      <a:pt x="356" y="367"/>
                      <a:pt x="355" y="366"/>
                      <a:pt x="354" y="365"/>
                    </a:cubicBezTo>
                    <a:cubicBezTo>
                      <a:pt x="353" y="367"/>
                      <a:pt x="353" y="367"/>
                      <a:pt x="353" y="367"/>
                    </a:cubicBezTo>
                    <a:cubicBezTo>
                      <a:pt x="353" y="373"/>
                      <a:pt x="353" y="373"/>
                      <a:pt x="353" y="373"/>
                    </a:cubicBezTo>
                    <a:cubicBezTo>
                      <a:pt x="350" y="376"/>
                      <a:pt x="350" y="376"/>
                      <a:pt x="350" y="376"/>
                    </a:cubicBezTo>
                    <a:cubicBezTo>
                      <a:pt x="348" y="375"/>
                      <a:pt x="348" y="375"/>
                      <a:pt x="348" y="375"/>
                    </a:cubicBezTo>
                    <a:cubicBezTo>
                      <a:pt x="346" y="377"/>
                      <a:pt x="346" y="377"/>
                      <a:pt x="346" y="377"/>
                    </a:cubicBezTo>
                    <a:cubicBezTo>
                      <a:pt x="341" y="378"/>
                      <a:pt x="336" y="380"/>
                      <a:pt x="332" y="381"/>
                    </a:cubicBezTo>
                    <a:cubicBezTo>
                      <a:pt x="330" y="381"/>
                      <a:pt x="328" y="381"/>
                      <a:pt x="327" y="381"/>
                    </a:cubicBezTo>
                    <a:cubicBezTo>
                      <a:pt x="326" y="381"/>
                      <a:pt x="324" y="382"/>
                      <a:pt x="323" y="382"/>
                    </a:cubicBezTo>
                    <a:cubicBezTo>
                      <a:pt x="325" y="386"/>
                      <a:pt x="325" y="386"/>
                      <a:pt x="325" y="386"/>
                    </a:cubicBezTo>
                    <a:cubicBezTo>
                      <a:pt x="323" y="389"/>
                      <a:pt x="323" y="389"/>
                      <a:pt x="323" y="389"/>
                    </a:cubicBezTo>
                    <a:cubicBezTo>
                      <a:pt x="316" y="388"/>
                      <a:pt x="316" y="388"/>
                      <a:pt x="316" y="388"/>
                    </a:cubicBezTo>
                    <a:cubicBezTo>
                      <a:pt x="317" y="380"/>
                      <a:pt x="317" y="380"/>
                      <a:pt x="317" y="380"/>
                    </a:cubicBezTo>
                    <a:cubicBezTo>
                      <a:pt x="311" y="383"/>
                      <a:pt x="311" y="383"/>
                      <a:pt x="311" y="383"/>
                    </a:cubicBezTo>
                    <a:cubicBezTo>
                      <a:pt x="310" y="382"/>
                      <a:pt x="310" y="382"/>
                      <a:pt x="310" y="382"/>
                    </a:cubicBezTo>
                    <a:cubicBezTo>
                      <a:pt x="311" y="378"/>
                      <a:pt x="311" y="378"/>
                      <a:pt x="311" y="378"/>
                    </a:cubicBezTo>
                    <a:cubicBezTo>
                      <a:pt x="307" y="378"/>
                      <a:pt x="307" y="378"/>
                      <a:pt x="307" y="378"/>
                    </a:cubicBezTo>
                    <a:cubicBezTo>
                      <a:pt x="299" y="385"/>
                      <a:pt x="299" y="385"/>
                      <a:pt x="299" y="385"/>
                    </a:cubicBezTo>
                    <a:cubicBezTo>
                      <a:pt x="298" y="382"/>
                      <a:pt x="297" y="380"/>
                      <a:pt x="295" y="378"/>
                    </a:cubicBezTo>
                    <a:cubicBezTo>
                      <a:pt x="294" y="374"/>
                      <a:pt x="292" y="371"/>
                      <a:pt x="290" y="367"/>
                    </a:cubicBezTo>
                    <a:cubicBezTo>
                      <a:pt x="277" y="361"/>
                      <a:pt x="277" y="361"/>
                      <a:pt x="277" y="361"/>
                    </a:cubicBezTo>
                    <a:cubicBezTo>
                      <a:pt x="272" y="363"/>
                      <a:pt x="268" y="365"/>
                      <a:pt x="264" y="367"/>
                    </a:cubicBezTo>
                    <a:cubicBezTo>
                      <a:pt x="257" y="370"/>
                      <a:pt x="257" y="370"/>
                      <a:pt x="257" y="370"/>
                    </a:cubicBezTo>
                    <a:cubicBezTo>
                      <a:pt x="255" y="372"/>
                      <a:pt x="252" y="373"/>
                      <a:pt x="250" y="374"/>
                    </a:cubicBezTo>
                    <a:cubicBezTo>
                      <a:pt x="246" y="376"/>
                      <a:pt x="241" y="378"/>
                      <a:pt x="237" y="380"/>
                    </a:cubicBezTo>
                    <a:cubicBezTo>
                      <a:pt x="224" y="376"/>
                      <a:pt x="224" y="376"/>
                      <a:pt x="224" y="376"/>
                    </a:cubicBezTo>
                    <a:cubicBezTo>
                      <a:pt x="220" y="356"/>
                      <a:pt x="220" y="356"/>
                      <a:pt x="220" y="356"/>
                    </a:cubicBezTo>
                    <a:cubicBezTo>
                      <a:pt x="208" y="350"/>
                      <a:pt x="208" y="350"/>
                      <a:pt x="208" y="350"/>
                    </a:cubicBezTo>
                    <a:cubicBezTo>
                      <a:pt x="208" y="345"/>
                      <a:pt x="210" y="341"/>
                      <a:pt x="211" y="336"/>
                    </a:cubicBezTo>
                    <a:cubicBezTo>
                      <a:pt x="214" y="331"/>
                      <a:pt x="216" y="326"/>
                      <a:pt x="220" y="321"/>
                    </a:cubicBezTo>
                    <a:cubicBezTo>
                      <a:pt x="213" y="305"/>
                      <a:pt x="213" y="305"/>
                      <a:pt x="213" y="305"/>
                    </a:cubicBezTo>
                    <a:cubicBezTo>
                      <a:pt x="208" y="304"/>
                      <a:pt x="208" y="304"/>
                      <a:pt x="208" y="304"/>
                    </a:cubicBezTo>
                    <a:cubicBezTo>
                      <a:pt x="194" y="287"/>
                      <a:pt x="194" y="287"/>
                      <a:pt x="194" y="287"/>
                    </a:cubicBezTo>
                    <a:cubicBezTo>
                      <a:pt x="182" y="291"/>
                      <a:pt x="169" y="295"/>
                      <a:pt x="157" y="298"/>
                    </a:cubicBezTo>
                    <a:cubicBezTo>
                      <a:pt x="152" y="299"/>
                      <a:pt x="148" y="300"/>
                      <a:pt x="143" y="301"/>
                    </a:cubicBezTo>
                    <a:cubicBezTo>
                      <a:pt x="130" y="302"/>
                      <a:pt x="130" y="302"/>
                      <a:pt x="130" y="302"/>
                    </a:cubicBezTo>
                    <a:cubicBezTo>
                      <a:pt x="123" y="305"/>
                      <a:pt x="123" y="305"/>
                      <a:pt x="123" y="305"/>
                    </a:cubicBezTo>
                    <a:cubicBezTo>
                      <a:pt x="123" y="305"/>
                      <a:pt x="123" y="305"/>
                      <a:pt x="122" y="305"/>
                    </a:cubicBezTo>
                    <a:cubicBezTo>
                      <a:pt x="109" y="299"/>
                      <a:pt x="96" y="294"/>
                      <a:pt x="81" y="288"/>
                    </a:cubicBezTo>
                    <a:cubicBezTo>
                      <a:pt x="74" y="285"/>
                      <a:pt x="66" y="282"/>
                      <a:pt x="58" y="278"/>
                    </a:cubicBezTo>
                    <a:cubicBezTo>
                      <a:pt x="55" y="271"/>
                      <a:pt x="53" y="264"/>
                      <a:pt x="52" y="257"/>
                    </a:cubicBezTo>
                    <a:cubicBezTo>
                      <a:pt x="52" y="255"/>
                      <a:pt x="51" y="254"/>
                      <a:pt x="51" y="251"/>
                    </a:cubicBezTo>
                    <a:cubicBezTo>
                      <a:pt x="50" y="246"/>
                      <a:pt x="51" y="240"/>
                      <a:pt x="51" y="234"/>
                    </a:cubicBezTo>
                    <a:cubicBezTo>
                      <a:pt x="52" y="228"/>
                      <a:pt x="53" y="221"/>
                      <a:pt x="54" y="215"/>
                    </a:cubicBezTo>
                    <a:cubicBezTo>
                      <a:pt x="53" y="215"/>
                      <a:pt x="52" y="214"/>
                      <a:pt x="51" y="214"/>
                    </a:cubicBezTo>
                    <a:cubicBezTo>
                      <a:pt x="41" y="213"/>
                      <a:pt x="41" y="213"/>
                      <a:pt x="41" y="213"/>
                    </a:cubicBezTo>
                    <a:cubicBezTo>
                      <a:pt x="36" y="212"/>
                      <a:pt x="31" y="210"/>
                      <a:pt x="26" y="209"/>
                    </a:cubicBezTo>
                    <a:cubicBezTo>
                      <a:pt x="22" y="209"/>
                      <a:pt x="19" y="208"/>
                      <a:pt x="16" y="207"/>
                    </a:cubicBezTo>
                    <a:cubicBezTo>
                      <a:pt x="13" y="206"/>
                      <a:pt x="13" y="206"/>
                      <a:pt x="13" y="206"/>
                    </a:cubicBezTo>
                    <a:cubicBezTo>
                      <a:pt x="12" y="206"/>
                      <a:pt x="10" y="205"/>
                      <a:pt x="9" y="205"/>
                    </a:cubicBezTo>
                    <a:cubicBezTo>
                      <a:pt x="12" y="202"/>
                      <a:pt x="12" y="202"/>
                      <a:pt x="12" y="202"/>
                    </a:cubicBezTo>
                    <a:cubicBezTo>
                      <a:pt x="14" y="200"/>
                      <a:pt x="14" y="200"/>
                      <a:pt x="14" y="200"/>
                    </a:cubicBezTo>
                    <a:cubicBezTo>
                      <a:pt x="13" y="199"/>
                      <a:pt x="13" y="198"/>
                      <a:pt x="13" y="196"/>
                    </a:cubicBezTo>
                    <a:cubicBezTo>
                      <a:pt x="13" y="187"/>
                      <a:pt x="13" y="187"/>
                      <a:pt x="13" y="187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2"/>
                      <a:pt x="0" y="170"/>
                      <a:pt x="1" y="169"/>
                    </a:cubicBezTo>
                    <a:cubicBezTo>
                      <a:pt x="1" y="167"/>
                      <a:pt x="2" y="166"/>
                      <a:pt x="3" y="164"/>
                    </a:cubicBezTo>
                    <a:cubicBezTo>
                      <a:pt x="4" y="164"/>
                      <a:pt x="4" y="164"/>
                      <a:pt x="4" y="164"/>
                    </a:cubicBezTo>
                    <a:cubicBezTo>
                      <a:pt x="5" y="162"/>
                      <a:pt x="7" y="160"/>
                      <a:pt x="9" y="158"/>
                    </a:cubicBezTo>
                    <a:cubicBezTo>
                      <a:pt x="43" y="152"/>
                      <a:pt x="43" y="152"/>
                      <a:pt x="43" y="152"/>
                    </a:cubicBezTo>
                    <a:cubicBezTo>
                      <a:pt x="45" y="148"/>
                      <a:pt x="45" y="148"/>
                      <a:pt x="45" y="148"/>
                    </a:cubicBezTo>
                    <a:cubicBezTo>
                      <a:pt x="47" y="144"/>
                      <a:pt x="50" y="141"/>
                      <a:pt x="52" y="137"/>
                    </a:cubicBezTo>
                    <a:cubicBezTo>
                      <a:pt x="53" y="138"/>
                      <a:pt x="53" y="138"/>
                      <a:pt x="53" y="138"/>
                    </a:cubicBezTo>
                    <a:cubicBezTo>
                      <a:pt x="59" y="125"/>
                      <a:pt x="59" y="125"/>
                      <a:pt x="59" y="125"/>
                    </a:cubicBezTo>
                    <a:cubicBezTo>
                      <a:pt x="61" y="121"/>
                      <a:pt x="61" y="121"/>
                      <a:pt x="61" y="121"/>
                    </a:cubicBezTo>
                    <a:cubicBezTo>
                      <a:pt x="56" y="101"/>
                      <a:pt x="56" y="101"/>
                      <a:pt x="56" y="101"/>
                    </a:cubicBezTo>
                    <a:cubicBezTo>
                      <a:pt x="75" y="98"/>
                      <a:pt x="75" y="98"/>
                      <a:pt x="75" y="98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67"/>
                      <a:pt x="100" y="67"/>
                      <a:pt x="100" y="67"/>
                    </a:cubicBezTo>
                    <a:cubicBezTo>
                      <a:pt x="110" y="61"/>
                      <a:pt x="110" y="61"/>
                      <a:pt x="110" y="61"/>
                    </a:cubicBezTo>
                    <a:cubicBezTo>
                      <a:pt x="109" y="54"/>
                      <a:pt x="109" y="54"/>
                      <a:pt x="109" y="54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7"/>
                      <a:pt x="153" y="81"/>
                      <a:pt x="152" y="86"/>
                    </a:cubicBezTo>
                    <a:cubicBezTo>
                      <a:pt x="151" y="89"/>
                      <a:pt x="150" y="92"/>
                      <a:pt x="149" y="9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65" y="98"/>
                      <a:pt x="165" y="98"/>
                      <a:pt x="165" y="98"/>
                    </a:cubicBezTo>
                    <a:cubicBezTo>
                      <a:pt x="188" y="111"/>
                      <a:pt x="188" y="111"/>
                      <a:pt x="188" y="111"/>
                    </a:cubicBezTo>
                    <a:cubicBezTo>
                      <a:pt x="186" y="122"/>
                      <a:pt x="186" y="122"/>
                      <a:pt x="186" y="122"/>
                    </a:cubicBezTo>
                    <a:cubicBezTo>
                      <a:pt x="194" y="130"/>
                      <a:pt x="194" y="130"/>
                      <a:pt x="194" y="130"/>
                    </a:cubicBezTo>
                    <a:cubicBezTo>
                      <a:pt x="219" y="128"/>
                      <a:pt x="219" y="128"/>
                      <a:pt x="219" y="128"/>
                    </a:cubicBezTo>
                    <a:cubicBezTo>
                      <a:pt x="230" y="140"/>
                      <a:pt x="230" y="140"/>
                      <a:pt x="230" y="140"/>
                    </a:cubicBezTo>
                    <a:cubicBezTo>
                      <a:pt x="243" y="141"/>
                      <a:pt x="256" y="143"/>
                      <a:pt x="269" y="144"/>
                    </a:cubicBezTo>
                    <a:cubicBezTo>
                      <a:pt x="287" y="133"/>
                      <a:pt x="287" y="133"/>
                      <a:pt x="287" y="133"/>
                    </a:cubicBezTo>
                    <a:cubicBezTo>
                      <a:pt x="306" y="136"/>
                      <a:pt x="306" y="136"/>
                      <a:pt x="306" y="136"/>
                    </a:cubicBezTo>
                    <a:cubicBezTo>
                      <a:pt x="316" y="126"/>
                      <a:pt x="316" y="126"/>
                      <a:pt x="316" y="126"/>
                    </a:cubicBezTo>
                    <a:cubicBezTo>
                      <a:pt x="310" y="113"/>
                      <a:pt x="310" y="113"/>
                      <a:pt x="310" y="113"/>
                    </a:cubicBezTo>
                    <a:cubicBezTo>
                      <a:pt x="321" y="101"/>
                      <a:pt x="321" y="101"/>
                      <a:pt x="321" y="101"/>
                    </a:cubicBezTo>
                    <a:cubicBezTo>
                      <a:pt x="335" y="106"/>
                      <a:pt x="335" y="106"/>
                      <a:pt x="335" y="106"/>
                    </a:cubicBezTo>
                    <a:lnTo>
                      <a:pt x="386" y="7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22" name="Google Shape;622;p40"/>
              <p:cNvSpPr/>
              <p:nvPr/>
            </p:nvSpPr>
            <p:spPr>
              <a:xfrm>
                <a:off x="6745287" y="3497263"/>
                <a:ext cx="508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5" extrusionOk="0">
                    <a:moveTo>
                      <a:pt x="2" y="1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1" y="7"/>
                      <a:pt x="2" y="6"/>
                    </a:cubicBezTo>
                    <a:cubicBezTo>
                      <a:pt x="7" y="4"/>
                      <a:pt x="12" y="2"/>
                      <a:pt x="18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7"/>
                      <a:pt x="10" y="11"/>
                      <a:pt x="6" y="15"/>
                    </a:cubicBezTo>
                    <a:cubicBezTo>
                      <a:pt x="2" y="14"/>
                      <a:pt x="2" y="14"/>
                      <a:pt x="2" y="14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23" name="Google Shape;623;p40"/>
            <p:cNvSpPr/>
            <p:nvPr/>
          </p:nvSpPr>
          <p:spPr>
            <a:xfrm>
              <a:off x="6586538" y="3679825"/>
              <a:ext cx="120650" cy="96838"/>
            </a:xfrm>
            <a:custGeom>
              <a:avLst/>
              <a:gdLst/>
              <a:ahLst/>
              <a:cxnLst/>
              <a:rect l="l" t="t" r="r" b="b"/>
              <a:pathLst>
                <a:path w="45" h="36" extrusionOk="0">
                  <a:moveTo>
                    <a:pt x="45" y="15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4" y="5"/>
                    <a:pt x="30" y="1"/>
                    <a:pt x="27" y="1"/>
                  </a:cubicBezTo>
                  <a:cubicBezTo>
                    <a:pt x="25" y="0"/>
                    <a:pt x="23" y="0"/>
                    <a:pt x="21" y="0"/>
                  </a:cubicBezTo>
                  <a:cubicBezTo>
                    <a:pt x="18" y="0"/>
                    <a:pt x="14" y="1"/>
                    <a:pt x="10" y="1"/>
                  </a:cubicBezTo>
                  <a:cubicBezTo>
                    <a:pt x="7" y="1"/>
                    <a:pt x="4" y="4"/>
                    <a:pt x="1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5"/>
                    <a:pt x="16" y="35"/>
                    <a:pt x="18" y="36"/>
                  </a:cubicBezTo>
                  <a:cubicBezTo>
                    <a:pt x="19" y="36"/>
                    <a:pt x="20" y="36"/>
                    <a:pt x="21" y="36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4" y="23"/>
                    <a:pt x="34" y="23"/>
                    <a:pt x="34" y="23"/>
                  </a:cubicBezTo>
                  <a:lnTo>
                    <a:pt x="45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6859589" y="3911600"/>
              <a:ext cx="57149" cy="55563"/>
            </a:xfrm>
            <a:custGeom>
              <a:avLst/>
              <a:gdLst/>
              <a:ahLst/>
              <a:cxnLst/>
              <a:rect l="l" t="t" r="r" b="b"/>
              <a:pathLst>
                <a:path w="21" h="21" extrusionOk="0">
                  <a:moveTo>
                    <a:pt x="17" y="0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2"/>
                    <a:pt x="8" y="12"/>
                    <a:pt x="7" y="13"/>
                  </a:cubicBezTo>
                  <a:cubicBezTo>
                    <a:pt x="5" y="14"/>
                    <a:pt x="3" y="14"/>
                    <a:pt x="1" y="1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20"/>
                    <a:pt x="7" y="20"/>
                    <a:pt x="11" y="21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1" y="7"/>
                    <a:pt x="21" y="7"/>
                    <a:pt x="21" y="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6261101" y="3248026"/>
              <a:ext cx="65087" cy="39688"/>
            </a:xfrm>
            <a:custGeom>
              <a:avLst/>
              <a:gdLst/>
              <a:ahLst/>
              <a:cxnLst/>
              <a:rect l="l" t="t" r="r" b="b"/>
              <a:pathLst>
                <a:path w="24" h="15" extrusionOk="0">
                  <a:moveTo>
                    <a:pt x="24" y="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4" y="10"/>
                    <a:pt x="24" y="9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6261101" y="3248026"/>
              <a:ext cx="65087" cy="39688"/>
            </a:xfrm>
            <a:custGeom>
              <a:avLst/>
              <a:gdLst/>
              <a:ahLst/>
              <a:cxnLst/>
              <a:rect l="l" t="t" r="r" b="b"/>
              <a:pathLst>
                <a:path w="24" h="15" extrusionOk="0">
                  <a:moveTo>
                    <a:pt x="24" y="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4" y="10"/>
                    <a:pt x="24" y="9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6261101" y="3325814"/>
              <a:ext cx="96837" cy="160338"/>
            </a:xfrm>
            <a:custGeom>
              <a:avLst/>
              <a:gdLst/>
              <a:ahLst/>
              <a:cxnLst/>
              <a:rect l="l" t="t" r="r" b="b"/>
              <a:pathLst>
                <a:path w="36" h="60" extrusionOk="0">
                  <a:moveTo>
                    <a:pt x="1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9" y="50"/>
                    <a:pt x="13" y="49"/>
                    <a:pt x="16" y="49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8"/>
                    <a:pt x="30" y="52"/>
                    <a:pt x="31" y="55"/>
                  </a:cubicBezTo>
                  <a:cubicBezTo>
                    <a:pt x="31" y="57"/>
                    <a:pt x="32" y="58"/>
                    <a:pt x="33" y="60"/>
                  </a:cubicBezTo>
                  <a:cubicBezTo>
                    <a:pt x="34" y="54"/>
                    <a:pt x="34" y="47"/>
                    <a:pt x="35" y="40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7" y="12"/>
                    <a:pt x="17" y="12"/>
                    <a:pt x="17" y="12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5219701" y="2898776"/>
              <a:ext cx="50800" cy="26988"/>
            </a:xfrm>
            <a:custGeom>
              <a:avLst/>
              <a:gdLst/>
              <a:ahLst/>
              <a:cxnLst/>
              <a:rect l="l" t="t" r="r" b="b"/>
              <a:pathLst>
                <a:path w="32" h="17" extrusionOk="0">
                  <a:moveTo>
                    <a:pt x="10" y="0"/>
                  </a:moveTo>
                  <a:lnTo>
                    <a:pt x="0" y="2"/>
                  </a:lnTo>
                  <a:lnTo>
                    <a:pt x="17" y="17"/>
                  </a:lnTo>
                  <a:lnTo>
                    <a:pt x="32" y="15"/>
                  </a:lnTo>
                  <a:lnTo>
                    <a:pt x="17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5222877" y="2822576"/>
              <a:ext cx="144462" cy="119063"/>
            </a:xfrm>
            <a:custGeom>
              <a:avLst/>
              <a:gdLst/>
              <a:ahLst/>
              <a:cxnLst/>
              <a:rect l="l" t="t" r="r" b="b"/>
              <a:pathLst>
                <a:path w="54" h="44" extrusionOk="0">
                  <a:moveTo>
                    <a:pt x="48" y="15"/>
                  </a:moveTo>
                  <a:cubicBezTo>
                    <a:pt x="44" y="15"/>
                    <a:pt x="44" y="15"/>
                    <a:pt x="44" y="15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38"/>
                    <a:pt x="41" y="34"/>
                    <a:pt x="42" y="31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19"/>
                    <a:pt x="54" y="19"/>
                    <a:pt x="54" y="19"/>
                  </a:cubicBezTo>
                  <a:lnTo>
                    <a:pt x="48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5176838" y="2860676"/>
              <a:ext cx="109537" cy="61913"/>
            </a:xfrm>
            <a:custGeom>
              <a:avLst/>
              <a:gdLst/>
              <a:ahLst/>
              <a:cxnLst/>
              <a:rect l="l" t="t" r="r" b="b"/>
              <a:pathLst>
                <a:path w="41" h="23" extrusionOk="0">
                  <a:moveTo>
                    <a:pt x="0" y="6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36" y="16"/>
                    <a:pt x="33" y="12"/>
                    <a:pt x="29" y="8"/>
                  </a:cubicBezTo>
                  <a:cubicBezTo>
                    <a:pt x="26" y="6"/>
                    <a:pt x="23" y="6"/>
                    <a:pt x="20" y="4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4991101" y="3140076"/>
              <a:ext cx="500062" cy="520700"/>
            </a:xfrm>
            <a:custGeom>
              <a:avLst/>
              <a:gdLst/>
              <a:ahLst/>
              <a:cxnLst/>
              <a:rect l="l" t="t" r="r" b="b"/>
              <a:pathLst>
                <a:path w="186" h="194" extrusionOk="0">
                  <a:moveTo>
                    <a:pt x="30" y="3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8" y="29"/>
                    <a:pt x="7" y="31"/>
                    <a:pt x="5" y="32"/>
                  </a:cubicBezTo>
                  <a:cubicBezTo>
                    <a:pt x="5" y="32"/>
                    <a:pt x="5" y="33"/>
                    <a:pt x="4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3" y="38"/>
                    <a:pt x="1" y="43"/>
                    <a:pt x="0" y="48"/>
                  </a:cubicBezTo>
                  <a:cubicBezTo>
                    <a:pt x="0" y="49"/>
                    <a:pt x="0" y="49"/>
                    <a:pt x="0" y="50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8" y="60"/>
                    <a:pt x="13" y="69"/>
                    <a:pt x="17" y="77"/>
                  </a:cubicBezTo>
                  <a:cubicBezTo>
                    <a:pt x="17" y="78"/>
                    <a:pt x="18" y="80"/>
                    <a:pt x="18" y="81"/>
                  </a:cubicBezTo>
                  <a:cubicBezTo>
                    <a:pt x="19" y="83"/>
                    <a:pt x="21" y="85"/>
                    <a:pt x="23" y="87"/>
                  </a:cubicBezTo>
                  <a:cubicBezTo>
                    <a:pt x="24" y="88"/>
                    <a:pt x="26" y="89"/>
                    <a:pt x="27" y="8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10"/>
                    <a:pt x="36" y="111"/>
                    <a:pt x="36" y="113"/>
                  </a:cubicBezTo>
                  <a:cubicBezTo>
                    <a:pt x="36" y="116"/>
                    <a:pt x="36" y="119"/>
                    <a:pt x="36" y="122"/>
                  </a:cubicBezTo>
                  <a:cubicBezTo>
                    <a:pt x="40" y="127"/>
                    <a:pt x="44" y="132"/>
                    <a:pt x="47" y="137"/>
                  </a:cubicBezTo>
                  <a:cubicBezTo>
                    <a:pt x="51" y="143"/>
                    <a:pt x="54" y="150"/>
                    <a:pt x="57" y="156"/>
                  </a:cubicBezTo>
                  <a:cubicBezTo>
                    <a:pt x="62" y="164"/>
                    <a:pt x="66" y="172"/>
                    <a:pt x="71" y="180"/>
                  </a:cubicBezTo>
                  <a:cubicBezTo>
                    <a:pt x="79" y="173"/>
                    <a:pt x="79" y="173"/>
                    <a:pt x="79" y="173"/>
                  </a:cubicBezTo>
                  <a:cubicBezTo>
                    <a:pt x="87" y="175"/>
                    <a:pt x="87" y="175"/>
                    <a:pt x="87" y="175"/>
                  </a:cubicBezTo>
                  <a:cubicBezTo>
                    <a:pt x="99" y="186"/>
                    <a:pt x="99" y="186"/>
                    <a:pt x="99" y="186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117" y="175"/>
                    <a:pt x="117" y="175"/>
                    <a:pt x="117" y="175"/>
                  </a:cubicBezTo>
                  <a:cubicBezTo>
                    <a:pt x="183" y="146"/>
                    <a:pt x="183" y="146"/>
                    <a:pt x="183" y="146"/>
                  </a:cubicBezTo>
                  <a:cubicBezTo>
                    <a:pt x="186" y="105"/>
                    <a:pt x="186" y="105"/>
                    <a:pt x="186" y="105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76" y="105"/>
                    <a:pt x="176" y="105"/>
                    <a:pt x="176" y="105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5" y="99"/>
                    <a:pt x="145" y="99"/>
                    <a:pt x="145" y="99"/>
                  </a:cubicBezTo>
                  <a:cubicBezTo>
                    <a:pt x="137" y="90"/>
                    <a:pt x="137" y="90"/>
                    <a:pt x="137" y="90"/>
                  </a:cubicBezTo>
                  <a:cubicBezTo>
                    <a:pt x="141" y="82"/>
                    <a:pt x="141" y="82"/>
                    <a:pt x="141" y="82"/>
                  </a:cubicBezTo>
                  <a:cubicBezTo>
                    <a:pt x="139" y="77"/>
                    <a:pt x="138" y="72"/>
                    <a:pt x="137" y="67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3" y="63"/>
                    <a:pt x="131" y="61"/>
                    <a:pt x="130" y="59"/>
                  </a:cubicBezTo>
                  <a:cubicBezTo>
                    <a:pt x="124" y="51"/>
                    <a:pt x="118" y="43"/>
                    <a:pt x="112" y="34"/>
                  </a:cubicBezTo>
                  <a:cubicBezTo>
                    <a:pt x="112" y="32"/>
                    <a:pt x="111" y="31"/>
                    <a:pt x="110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5608638" y="2949576"/>
              <a:ext cx="344487" cy="257175"/>
            </a:xfrm>
            <a:custGeom>
              <a:avLst/>
              <a:gdLst/>
              <a:ahLst/>
              <a:cxnLst/>
              <a:rect l="l" t="t" r="r" b="b"/>
              <a:pathLst>
                <a:path w="128" h="96" extrusionOk="0">
                  <a:moveTo>
                    <a:pt x="117" y="12"/>
                  </a:moveTo>
                  <a:cubicBezTo>
                    <a:pt x="114" y="13"/>
                    <a:pt x="111" y="13"/>
                    <a:pt x="109" y="13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2" y="9"/>
                    <a:pt x="68" y="8"/>
                    <a:pt x="63" y="8"/>
                  </a:cubicBezTo>
                  <a:cubicBezTo>
                    <a:pt x="55" y="7"/>
                    <a:pt x="47" y="6"/>
                    <a:pt x="40" y="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42" y="88"/>
                    <a:pt x="53" y="80"/>
                    <a:pt x="65" y="72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4"/>
                    <a:pt x="104" y="23"/>
                    <a:pt x="106" y="23"/>
                  </a:cubicBezTo>
                  <a:cubicBezTo>
                    <a:pt x="109" y="22"/>
                    <a:pt x="111" y="22"/>
                    <a:pt x="113" y="2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19"/>
                    <a:pt x="121" y="17"/>
                    <a:pt x="123" y="16"/>
                  </a:cubicBezTo>
                  <a:cubicBezTo>
                    <a:pt x="124" y="14"/>
                    <a:pt x="125" y="13"/>
                    <a:pt x="126" y="1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7" y="10"/>
                    <a:pt x="127" y="9"/>
                    <a:pt x="127" y="7"/>
                  </a:cubicBezTo>
                  <a:cubicBezTo>
                    <a:pt x="127" y="7"/>
                    <a:pt x="127" y="7"/>
                    <a:pt x="127" y="8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1" y="10"/>
                    <a:pt x="119" y="11"/>
                    <a:pt x="117" y="12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5608638" y="2949576"/>
              <a:ext cx="344487" cy="257175"/>
            </a:xfrm>
            <a:custGeom>
              <a:avLst/>
              <a:gdLst/>
              <a:ahLst/>
              <a:cxnLst/>
              <a:rect l="l" t="t" r="r" b="b"/>
              <a:pathLst>
                <a:path w="128" h="96" extrusionOk="0">
                  <a:moveTo>
                    <a:pt x="117" y="12"/>
                  </a:moveTo>
                  <a:cubicBezTo>
                    <a:pt x="114" y="13"/>
                    <a:pt x="111" y="13"/>
                    <a:pt x="109" y="13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2" y="9"/>
                    <a:pt x="68" y="8"/>
                    <a:pt x="63" y="8"/>
                  </a:cubicBezTo>
                  <a:cubicBezTo>
                    <a:pt x="55" y="7"/>
                    <a:pt x="47" y="6"/>
                    <a:pt x="40" y="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42" y="88"/>
                    <a:pt x="53" y="80"/>
                    <a:pt x="65" y="72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4"/>
                    <a:pt x="104" y="23"/>
                    <a:pt x="106" y="23"/>
                  </a:cubicBezTo>
                  <a:cubicBezTo>
                    <a:pt x="109" y="22"/>
                    <a:pt x="111" y="22"/>
                    <a:pt x="113" y="2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19"/>
                    <a:pt x="121" y="17"/>
                    <a:pt x="123" y="16"/>
                  </a:cubicBezTo>
                  <a:cubicBezTo>
                    <a:pt x="124" y="14"/>
                    <a:pt x="125" y="13"/>
                    <a:pt x="126" y="1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7" y="10"/>
                    <a:pt x="127" y="9"/>
                    <a:pt x="127" y="7"/>
                  </a:cubicBezTo>
                  <a:cubicBezTo>
                    <a:pt x="127" y="7"/>
                    <a:pt x="127" y="7"/>
                    <a:pt x="127" y="8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1" y="10"/>
                    <a:pt x="119" y="11"/>
                    <a:pt x="117" y="12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7134227" y="4327526"/>
              <a:ext cx="55562" cy="34925"/>
            </a:xfrm>
            <a:custGeom>
              <a:avLst/>
              <a:gdLst/>
              <a:ahLst/>
              <a:cxnLst/>
              <a:rect l="l" t="t" r="r" b="b"/>
              <a:pathLst>
                <a:path w="21" h="13" extrusionOk="0">
                  <a:moveTo>
                    <a:pt x="6" y="2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6" y="11"/>
                    <a:pt x="9" y="9"/>
                    <a:pt x="12" y="7"/>
                  </a:cubicBezTo>
                  <a:cubicBezTo>
                    <a:pt x="15" y="6"/>
                    <a:pt x="18" y="4"/>
                    <a:pt x="21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6" y="1"/>
                    <a:pt x="11" y="1"/>
                    <a:pt x="6" y="2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635" name="Google Shape;635;p40"/>
            <p:cNvGrpSpPr/>
            <p:nvPr/>
          </p:nvGrpSpPr>
          <p:grpSpPr>
            <a:xfrm>
              <a:off x="7510464" y="4154489"/>
              <a:ext cx="365125" cy="242888"/>
              <a:chOff x="7510462" y="4154488"/>
              <a:chExt cx="365125" cy="242888"/>
            </a:xfrm>
          </p:grpSpPr>
          <p:sp>
            <p:nvSpPr>
              <p:cNvPr id="636" name="Google Shape;636;p40"/>
              <p:cNvSpPr/>
              <p:nvPr/>
            </p:nvSpPr>
            <p:spPr>
              <a:xfrm>
                <a:off x="7642225" y="4157663"/>
                <a:ext cx="3492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10" extrusionOk="0">
                    <a:moveTo>
                      <a:pt x="13" y="0"/>
                    </a:moveTo>
                    <a:lnTo>
                      <a:pt x="0" y="0"/>
                    </a:lnTo>
                    <a:lnTo>
                      <a:pt x="1" y="9"/>
                    </a:lnTo>
                    <a:lnTo>
                      <a:pt x="8" y="10"/>
                    </a:lnTo>
                    <a:lnTo>
                      <a:pt x="20" y="9"/>
                    </a:lnTo>
                    <a:lnTo>
                      <a:pt x="22" y="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37" name="Google Shape;637;p40"/>
              <p:cNvSpPr/>
              <p:nvPr/>
            </p:nvSpPr>
            <p:spPr>
              <a:xfrm>
                <a:off x="7789862" y="4203700"/>
                <a:ext cx="1746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1" h="17" extrusionOk="0">
                    <a:moveTo>
                      <a:pt x="0" y="2"/>
                    </a:moveTo>
                    <a:lnTo>
                      <a:pt x="6" y="17"/>
                    </a:lnTo>
                    <a:lnTo>
                      <a:pt x="11" y="15"/>
                    </a:lnTo>
                    <a:lnTo>
                      <a:pt x="11" y="7"/>
                    </a:lnTo>
                    <a:lnTo>
                      <a:pt x="1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38" name="Google Shape;638;p40"/>
              <p:cNvSpPr/>
              <p:nvPr/>
            </p:nvSpPr>
            <p:spPr>
              <a:xfrm>
                <a:off x="7748587" y="4181475"/>
                <a:ext cx="4127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" extrusionOk="0">
                    <a:moveTo>
                      <a:pt x="7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4" y="14"/>
                    </a:lnTo>
                    <a:lnTo>
                      <a:pt x="26" y="1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39" name="Google Shape;639;p40"/>
              <p:cNvSpPr/>
              <p:nvPr/>
            </p:nvSpPr>
            <p:spPr>
              <a:xfrm>
                <a:off x="7694612" y="4216400"/>
                <a:ext cx="9207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8" extrusionOk="0">
                    <a:moveTo>
                      <a:pt x="23" y="0"/>
                    </a:moveTo>
                    <a:cubicBezTo>
                      <a:pt x="23" y="3"/>
                      <a:pt x="23" y="3"/>
                      <a:pt x="23" y="3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3" y="10"/>
                      <a:pt x="21" y="11"/>
                      <a:pt x="19" y="13"/>
                    </a:cubicBezTo>
                    <a:cubicBezTo>
                      <a:pt x="17" y="13"/>
                      <a:pt x="15" y="14"/>
                      <a:pt x="14" y="15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7" y="18"/>
                      <a:pt x="14" y="18"/>
                      <a:pt x="20" y="18"/>
                    </a:cubicBezTo>
                    <a:cubicBezTo>
                      <a:pt x="24" y="18"/>
                      <a:pt x="28" y="17"/>
                      <a:pt x="32" y="15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40" name="Google Shape;640;p40"/>
              <p:cNvSpPr/>
              <p:nvPr/>
            </p:nvSpPr>
            <p:spPr>
              <a:xfrm>
                <a:off x="7834312" y="4259263"/>
                <a:ext cx="412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9" y="7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4"/>
                      <a:pt x="4" y="7"/>
                      <a:pt x="6" y="11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1"/>
                      <a:pt x="15" y="11"/>
                      <a:pt x="15" y="11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41" name="Google Shape;641;p40"/>
              <p:cNvSpPr/>
              <p:nvPr/>
            </p:nvSpPr>
            <p:spPr>
              <a:xfrm>
                <a:off x="7510462" y="4154488"/>
                <a:ext cx="24130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82" y="83"/>
                    </a:moveTo>
                    <a:cubicBezTo>
                      <a:pt x="79" y="82"/>
                      <a:pt x="76" y="81"/>
                      <a:pt x="73" y="79"/>
                    </a:cubicBezTo>
                    <a:cubicBezTo>
                      <a:pt x="75" y="77"/>
                      <a:pt x="75" y="77"/>
                      <a:pt x="75" y="77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65" y="68"/>
                      <a:pt x="60" y="62"/>
                      <a:pt x="57" y="55"/>
                    </a:cubicBezTo>
                    <a:cubicBezTo>
                      <a:pt x="56" y="53"/>
                      <a:pt x="55" y="52"/>
                      <a:pt x="55" y="5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56" y="39"/>
                      <a:pt x="52" y="37"/>
                      <a:pt x="48" y="36"/>
                    </a:cubicBezTo>
                    <a:cubicBezTo>
                      <a:pt x="47" y="35"/>
                      <a:pt x="46" y="34"/>
                      <a:pt x="44" y="33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6" y="20"/>
                      <a:pt x="30" y="16"/>
                      <a:pt x="23" y="13"/>
                    </a:cubicBezTo>
                    <a:cubicBezTo>
                      <a:pt x="16" y="8"/>
                      <a:pt x="8" y="4"/>
                      <a:pt x="0" y="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3" y="71"/>
                      <a:pt x="15" y="72"/>
                      <a:pt x="17" y="72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7" y="61"/>
                      <a:pt x="27" y="61"/>
                      <a:pt x="27" y="61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4" y="58"/>
                      <a:pt x="34" y="58"/>
                      <a:pt x="34" y="58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41" y="61"/>
                      <a:pt x="46" y="66"/>
                      <a:pt x="50" y="72"/>
                    </a:cubicBezTo>
                    <a:cubicBezTo>
                      <a:pt x="52" y="74"/>
                      <a:pt x="53" y="77"/>
                      <a:pt x="54" y="79"/>
                    </a:cubicBezTo>
                    <a:cubicBezTo>
                      <a:pt x="62" y="85"/>
                      <a:pt x="62" y="85"/>
                      <a:pt x="62" y="85"/>
                    </a:cubicBezTo>
                    <a:cubicBezTo>
                      <a:pt x="68" y="87"/>
                      <a:pt x="74" y="88"/>
                      <a:pt x="81" y="89"/>
                    </a:cubicBezTo>
                    <a:cubicBezTo>
                      <a:pt x="83" y="90"/>
                      <a:pt x="86" y="90"/>
                      <a:pt x="89" y="90"/>
                    </a:cubicBezTo>
                    <a:cubicBezTo>
                      <a:pt x="90" y="86"/>
                      <a:pt x="90" y="86"/>
                      <a:pt x="90" y="86"/>
                    </a:cubicBezTo>
                    <a:cubicBezTo>
                      <a:pt x="87" y="85"/>
                      <a:pt x="84" y="85"/>
                      <a:pt x="82" y="83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642" name="Google Shape;642;p40"/>
            <p:cNvGrpSpPr/>
            <p:nvPr/>
          </p:nvGrpSpPr>
          <p:grpSpPr>
            <a:xfrm>
              <a:off x="8139114" y="5078414"/>
              <a:ext cx="287338" cy="433387"/>
              <a:chOff x="8139112" y="5078413"/>
              <a:chExt cx="287338" cy="433387"/>
            </a:xfrm>
          </p:grpSpPr>
          <p:sp>
            <p:nvSpPr>
              <p:cNvPr id="643" name="Google Shape;643;p40"/>
              <p:cNvSpPr/>
              <p:nvPr/>
            </p:nvSpPr>
            <p:spPr>
              <a:xfrm>
                <a:off x="8283575" y="5078413"/>
                <a:ext cx="14287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86" extrusionOk="0">
                    <a:moveTo>
                      <a:pt x="47" y="40"/>
                    </a:moveTo>
                    <a:cubicBezTo>
                      <a:pt x="40" y="44"/>
                      <a:pt x="40" y="44"/>
                      <a:pt x="40" y="44"/>
                    </a:cubicBezTo>
                    <a:cubicBezTo>
                      <a:pt x="32" y="42"/>
                      <a:pt x="32" y="42"/>
                      <a:pt x="32" y="42"/>
                    </a:cubicBezTo>
                    <a:cubicBezTo>
                      <a:pt x="32" y="39"/>
                      <a:pt x="31" y="36"/>
                      <a:pt x="30" y="33"/>
                    </a:cubicBezTo>
                    <a:cubicBezTo>
                      <a:pt x="29" y="31"/>
                      <a:pt x="28" y="29"/>
                      <a:pt x="28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6"/>
                      <a:pt x="7" y="5"/>
                      <a:pt x="6" y="4"/>
                    </a:cubicBezTo>
                    <a:cubicBezTo>
                      <a:pt x="5" y="2"/>
                      <a:pt x="4" y="1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5" y="21"/>
                      <a:pt x="10" y="33"/>
                      <a:pt x="16" y="45"/>
                    </a:cubicBezTo>
                    <a:cubicBezTo>
                      <a:pt x="13" y="50"/>
                      <a:pt x="10" y="54"/>
                      <a:pt x="7" y="59"/>
                    </a:cubicBezTo>
                    <a:cubicBezTo>
                      <a:pt x="11" y="65"/>
                      <a:pt x="11" y="65"/>
                      <a:pt x="11" y="65"/>
                    </a:cubicBezTo>
                    <a:cubicBezTo>
                      <a:pt x="16" y="66"/>
                      <a:pt x="16" y="66"/>
                      <a:pt x="16" y="66"/>
                    </a:cubicBezTo>
                    <a:cubicBezTo>
                      <a:pt x="19" y="71"/>
                      <a:pt x="19" y="71"/>
                      <a:pt x="19" y="71"/>
                    </a:cubicBezTo>
                    <a:cubicBezTo>
                      <a:pt x="19" y="73"/>
                      <a:pt x="18" y="75"/>
                      <a:pt x="18" y="77"/>
                    </a:cubicBezTo>
                    <a:cubicBezTo>
                      <a:pt x="17" y="78"/>
                      <a:pt x="16" y="80"/>
                      <a:pt x="15" y="81"/>
                    </a:cubicBezTo>
                    <a:cubicBezTo>
                      <a:pt x="21" y="86"/>
                      <a:pt x="21" y="86"/>
                      <a:pt x="21" y="86"/>
                    </a:cubicBezTo>
                    <a:cubicBezTo>
                      <a:pt x="27" y="79"/>
                      <a:pt x="33" y="71"/>
                      <a:pt x="38" y="64"/>
                    </a:cubicBezTo>
                    <a:cubicBezTo>
                      <a:pt x="36" y="62"/>
                      <a:pt x="36" y="62"/>
                      <a:pt x="36" y="62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1" y="54"/>
                      <a:pt x="41" y="54"/>
                      <a:pt x="43" y="55"/>
                    </a:cubicBezTo>
                    <a:cubicBezTo>
                      <a:pt x="44" y="56"/>
                      <a:pt x="44" y="56"/>
                      <a:pt x="45" y="57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0" y="39"/>
                      <a:pt x="50" y="39"/>
                      <a:pt x="50" y="39"/>
                    </a:cubicBezTo>
                    <a:lnTo>
                      <a:pt x="47" y="4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44" name="Google Shape;644;p40"/>
              <p:cNvSpPr/>
              <p:nvPr/>
            </p:nvSpPr>
            <p:spPr>
              <a:xfrm>
                <a:off x="8139112" y="5286375"/>
                <a:ext cx="176212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76" extrusionOk="0">
                    <a:moveTo>
                      <a:pt x="64" y="1"/>
                    </a:moveTo>
                    <a:cubicBezTo>
                      <a:pt x="54" y="7"/>
                      <a:pt x="54" y="7"/>
                      <a:pt x="54" y="7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35" y="23"/>
                      <a:pt x="29" y="29"/>
                      <a:pt x="23" y="36"/>
                    </a:cubicBezTo>
                    <a:cubicBezTo>
                      <a:pt x="14" y="46"/>
                      <a:pt x="7" y="55"/>
                      <a:pt x="0" y="66"/>
                    </a:cubicBezTo>
                    <a:cubicBezTo>
                      <a:pt x="6" y="69"/>
                      <a:pt x="12" y="72"/>
                      <a:pt x="18" y="76"/>
                    </a:cubicBezTo>
                    <a:cubicBezTo>
                      <a:pt x="27" y="76"/>
                      <a:pt x="27" y="76"/>
                      <a:pt x="27" y="76"/>
                    </a:cubicBezTo>
                    <a:cubicBezTo>
                      <a:pt x="32" y="71"/>
                      <a:pt x="36" y="66"/>
                      <a:pt x="39" y="60"/>
                    </a:cubicBezTo>
                    <a:cubicBezTo>
                      <a:pt x="44" y="52"/>
                      <a:pt x="49" y="44"/>
                      <a:pt x="52" y="3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5" y="30"/>
                      <a:pt x="55" y="30"/>
                      <a:pt x="55" y="30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6"/>
                      <a:pt x="66" y="6"/>
                      <a:pt x="66" y="6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45" name="Google Shape;645;p40"/>
              <p:cNvSpPr/>
              <p:nvPr/>
            </p:nvSpPr>
            <p:spPr>
              <a:xfrm>
                <a:off x="8147050" y="5486400"/>
                <a:ext cx="2857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6" extrusionOk="0">
                    <a:moveTo>
                      <a:pt x="10" y="0"/>
                    </a:moveTo>
                    <a:lnTo>
                      <a:pt x="5" y="11"/>
                    </a:lnTo>
                    <a:lnTo>
                      <a:pt x="0" y="16"/>
                    </a:lnTo>
                    <a:lnTo>
                      <a:pt x="5" y="16"/>
                    </a:lnTo>
                    <a:lnTo>
                      <a:pt x="15" y="14"/>
                    </a:lnTo>
                    <a:lnTo>
                      <a:pt x="18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46" name="Google Shape;646;p40"/>
            <p:cNvSpPr/>
            <p:nvPr/>
          </p:nvSpPr>
          <p:spPr>
            <a:xfrm>
              <a:off x="8007352" y="4367213"/>
              <a:ext cx="34925" cy="15876"/>
            </a:xfrm>
            <a:custGeom>
              <a:avLst/>
              <a:gdLst/>
              <a:ahLst/>
              <a:cxnLst/>
              <a:rect l="l" t="t" r="r" b="b"/>
              <a:pathLst>
                <a:path w="22" h="10" extrusionOk="0">
                  <a:moveTo>
                    <a:pt x="6" y="0"/>
                  </a:moveTo>
                  <a:lnTo>
                    <a:pt x="0" y="0"/>
                  </a:lnTo>
                  <a:lnTo>
                    <a:pt x="10" y="9"/>
                  </a:lnTo>
                  <a:lnTo>
                    <a:pt x="17" y="10"/>
                  </a:lnTo>
                  <a:lnTo>
                    <a:pt x="22" y="10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8129589" y="4484688"/>
              <a:ext cx="25400" cy="34925"/>
            </a:xfrm>
            <a:custGeom>
              <a:avLst/>
              <a:gdLst/>
              <a:ahLst/>
              <a:cxnLst/>
              <a:rect l="l" t="t" r="r" b="b"/>
              <a:pathLst>
                <a:path w="9" h="13" extrusionOk="0">
                  <a:moveTo>
                    <a:pt x="9" y="3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8423278" y="4530726"/>
              <a:ext cx="28575" cy="23813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7"/>
                  </a:moveTo>
                  <a:lnTo>
                    <a:pt x="3" y="15"/>
                  </a:lnTo>
                  <a:lnTo>
                    <a:pt x="10" y="15"/>
                  </a:lnTo>
                  <a:lnTo>
                    <a:pt x="12" y="9"/>
                  </a:lnTo>
                  <a:lnTo>
                    <a:pt x="17" y="5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8396289" y="4564063"/>
              <a:ext cx="30162" cy="28575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0" y="6"/>
                  </a:moveTo>
                  <a:lnTo>
                    <a:pt x="0" y="13"/>
                  </a:lnTo>
                  <a:lnTo>
                    <a:pt x="3" y="18"/>
                  </a:lnTo>
                  <a:lnTo>
                    <a:pt x="17" y="10"/>
                  </a:lnTo>
                  <a:lnTo>
                    <a:pt x="19" y="3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147052" y="4529138"/>
              <a:ext cx="17462" cy="23813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" y="0"/>
                  </a:moveTo>
                  <a:lnTo>
                    <a:pt x="0" y="3"/>
                  </a:lnTo>
                  <a:lnTo>
                    <a:pt x="5" y="15"/>
                  </a:lnTo>
                  <a:lnTo>
                    <a:pt x="11" y="11"/>
                  </a:lnTo>
                  <a:lnTo>
                    <a:pt x="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8066089" y="4654550"/>
              <a:ext cx="66675" cy="65088"/>
            </a:xfrm>
            <a:custGeom>
              <a:avLst/>
              <a:gdLst/>
              <a:ahLst/>
              <a:cxnLst/>
              <a:rect l="l" t="t" r="r" b="b"/>
              <a:pathLst>
                <a:path w="25" h="24" extrusionOk="0"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3" y="7"/>
                    <a:pt x="6" y="9"/>
                  </a:cubicBezTo>
                  <a:cubicBezTo>
                    <a:pt x="11" y="15"/>
                    <a:pt x="17" y="20"/>
                    <a:pt x="23" y="24"/>
                  </a:cubicBezTo>
                  <a:cubicBezTo>
                    <a:pt x="24" y="24"/>
                    <a:pt x="24" y="24"/>
                    <a:pt x="25" y="24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19" y="15"/>
                    <a:pt x="14" y="10"/>
                    <a:pt x="8" y="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652" name="Google Shape;652;p40"/>
            <p:cNvGrpSpPr/>
            <p:nvPr/>
          </p:nvGrpSpPr>
          <p:grpSpPr>
            <a:xfrm>
              <a:off x="6870694" y="4394204"/>
              <a:ext cx="946150" cy="987426"/>
              <a:chOff x="6870700" y="4394200"/>
              <a:chExt cx="946150" cy="987426"/>
            </a:xfrm>
          </p:grpSpPr>
          <p:sp>
            <p:nvSpPr>
              <p:cNvPr id="653" name="Google Shape;653;p40"/>
              <p:cNvSpPr/>
              <p:nvPr/>
            </p:nvSpPr>
            <p:spPr>
              <a:xfrm>
                <a:off x="7251700" y="4413250"/>
                <a:ext cx="301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7" y="7"/>
                    </a:moveTo>
                    <a:lnTo>
                      <a:pt x="19" y="2"/>
                    </a:lnTo>
                    <a:lnTo>
                      <a:pt x="14" y="0"/>
                    </a:lnTo>
                    <a:lnTo>
                      <a:pt x="9" y="2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5" y="12"/>
                    </a:lnTo>
                    <a:lnTo>
                      <a:pt x="17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54" name="Google Shape;654;p40"/>
              <p:cNvSpPr/>
              <p:nvPr/>
            </p:nvSpPr>
            <p:spPr>
              <a:xfrm>
                <a:off x="7300912" y="4421188"/>
                <a:ext cx="1905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10" extrusionOk="0">
                    <a:moveTo>
                      <a:pt x="10" y="7"/>
                    </a:moveTo>
                    <a:lnTo>
                      <a:pt x="12" y="0"/>
                    </a:lnTo>
                    <a:lnTo>
                      <a:pt x="5" y="0"/>
                    </a:lnTo>
                    <a:lnTo>
                      <a:pt x="0" y="5"/>
                    </a:lnTo>
                    <a:lnTo>
                      <a:pt x="3" y="10"/>
                    </a:lnTo>
                    <a:lnTo>
                      <a:pt x="10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55" name="Google Shape;655;p40"/>
              <p:cNvSpPr/>
              <p:nvPr/>
            </p:nvSpPr>
            <p:spPr>
              <a:xfrm>
                <a:off x="7418387" y="44799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5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12" y="10"/>
                    </a:lnTo>
                    <a:lnTo>
                      <a:pt x="12" y="7"/>
                    </a:lnTo>
                    <a:lnTo>
                      <a:pt x="9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56" name="Google Shape;656;p40"/>
              <p:cNvSpPr/>
              <p:nvPr/>
            </p:nvSpPr>
            <p:spPr>
              <a:xfrm>
                <a:off x="7480300" y="45386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9" y="9"/>
                    </a:moveTo>
                    <a:lnTo>
                      <a:pt x="14" y="4"/>
                    </a:lnTo>
                    <a:lnTo>
                      <a:pt x="10" y="0"/>
                    </a:lnTo>
                    <a:lnTo>
                      <a:pt x="2" y="9"/>
                    </a:lnTo>
                    <a:lnTo>
                      <a:pt x="0" y="14"/>
                    </a:lnTo>
                    <a:lnTo>
                      <a:pt x="7" y="14"/>
                    </a:lnTo>
                    <a:lnTo>
                      <a:pt x="9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57" name="Google Shape;657;p40"/>
              <p:cNvSpPr/>
              <p:nvPr/>
            </p:nvSpPr>
            <p:spPr>
              <a:xfrm>
                <a:off x="6870700" y="4394200"/>
                <a:ext cx="946150" cy="846138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15" extrusionOk="0">
                    <a:moveTo>
                      <a:pt x="348" y="176"/>
                    </a:moveTo>
                    <a:cubicBezTo>
                      <a:pt x="346" y="163"/>
                      <a:pt x="346" y="163"/>
                      <a:pt x="346" y="163"/>
                    </a:cubicBezTo>
                    <a:cubicBezTo>
                      <a:pt x="343" y="155"/>
                      <a:pt x="343" y="155"/>
                      <a:pt x="343" y="155"/>
                    </a:cubicBezTo>
                    <a:cubicBezTo>
                      <a:pt x="341" y="146"/>
                      <a:pt x="341" y="146"/>
                      <a:pt x="341" y="146"/>
                    </a:cubicBezTo>
                    <a:cubicBezTo>
                      <a:pt x="332" y="136"/>
                      <a:pt x="332" y="136"/>
                      <a:pt x="332" y="136"/>
                    </a:cubicBezTo>
                    <a:cubicBezTo>
                      <a:pt x="331" y="126"/>
                      <a:pt x="331" y="126"/>
                      <a:pt x="331" y="126"/>
                    </a:cubicBezTo>
                    <a:cubicBezTo>
                      <a:pt x="327" y="126"/>
                      <a:pt x="327" y="126"/>
                      <a:pt x="327" y="126"/>
                    </a:cubicBezTo>
                    <a:cubicBezTo>
                      <a:pt x="326" y="122"/>
                      <a:pt x="326" y="122"/>
                      <a:pt x="326" y="122"/>
                    </a:cubicBezTo>
                    <a:cubicBezTo>
                      <a:pt x="324" y="120"/>
                      <a:pt x="324" y="120"/>
                      <a:pt x="324" y="120"/>
                    </a:cubicBezTo>
                    <a:cubicBezTo>
                      <a:pt x="322" y="123"/>
                      <a:pt x="322" y="123"/>
                      <a:pt x="322" y="123"/>
                    </a:cubicBezTo>
                    <a:cubicBezTo>
                      <a:pt x="319" y="123"/>
                      <a:pt x="319" y="123"/>
                      <a:pt x="319" y="123"/>
                    </a:cubicBezTo>
                    <a:cubicBezTo>
                      <a:pt x="312" y="109"/>
                      <a:pt x="312" y="109"/>
                      <a:pt x="312" y="109"/>
                    </a:cubicBezTo>
                    <a:cubicBezTo>
                      <a:pt x="310" y="99"/>
                      <a:pt x="310" y="99"/>
                      <a:pt x="310" y="99"/>
                    </a:cubicBezTo>
                    <a:cubicBezTo>
                      <a:pt x="308" y="97"/>
                      <a:pt x="308" y="97"/>
                      <a:pt x="308" y="97"/>
                    </a:cubicBezTo>
                    <a:cubicBezTo>
                      <a:pt x="304" y="97"/>
                      <a:pt x="304" y="97"/>
                      <a:pt x="304" y="97"/>
                    </a:cubicBezTo>
                    <a:cubicBezTo>
                      <a:pt x="301" y="91"/>
                      <a:pt x="301" y="91"/>
                      <a:pt x="301" y="91"/>
                    </a:cubicBezTo>
                    <a:cubicBezTo>
                      <a:pt x="298" y="93"/>
                      <a:pt x="298" y="93"/>
                      <a:pt x="298" y="93"/>
                    </a:cubicBezTo>
                    <a:cubicBezTo>
                      <a:pt x="292" y="88"/>
                      <a:pt x="292" y="88"/>
                      <a:pt x="292" y="88"/>
                    </a:cubicBezTo>
                    <a:cubicBezTo>
                      <a:pt x="288" y="68"/>
                      <a:pt x="288" y="68"/>
                      <a:pt x="288" y="68"/>
                    </a:cubicBezTo>
                    <a:cubicBezTo>
                      <a:pt x="284" y="65"/>
                      <a:pt x="284" y="65"/>
                      <a:pt x="284" y="65"/>
                    </a:cubicBezTo>
                    <a:cubicBezTo>
                      <a:pt x="279" y="54"/>
                      <a:pt x="279" y="54"/>
                      <a:pt x="279" y="54"/>
                    </a:cubicBezTo>
                    <a:cubicBezTo>
                      <a:pt x="281" y="46"/>
                      <a:pt x="281" y="46"/>
                      <a:pt x="281" y="46"/>
                    </a:cubicBezTo>
                    <a:cubicBezTo>
                      <a:pt x="275" y="33"/>
                      <a:pt x="275" y="33"/>
                      <a:pt x="275" y="33"/>
                    </a:cubicBezTo>
                    <a:cubicBezTo>
                      <a:pt x="273" y="36"/>
                      <a:pt x="273" y="36"/>
                      <a:pt x="273" y="36"/>
                    </a:cubicBezTo>
                    <a:cubicBezTo>
                      <a:pt x="268" y="37"/>
                      <a:pt x="268" y="37"/>
                      <a:pt x="268" y="37"/>
                    </a:cubicBezTo>
                    <a:cubicBezTo>
                      <a:pt x="264" y="22"/>
                      <a:pt x="264" y="22"/>
                      <a:pt x="264" y="22"/>
                    </a:cubicBezTo>
                    <a:cubicBezTo>
                      <a:pt x="264" y="14"/>
                      <a:pt x="264" y="14"/>
                      <a:pt x="264" y="14"/>
                    </a:cubicBezTo>
                    <a:cubicBezTo>
                      <a:pt x="261" y="13"/>
                      <a:pt x="261" y="13"/>
                      <a:pt x="261" y="13"/>
                    </a:cubicBezTo>
                    <a:cubicBezTo>
                      <a:pt x="260" y="4"/>
                      <a:pt x="260" y="4"/>
                      <a:pt x="260" y="4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52" y="4"/>
                      <a:pt x="252" y="4"/>
                      <a:pt x="252" y="4"/>
                    </a:cubicBezTo>
                    <a:cubicBezTo>
                      <a:pt x="254" y="12"/>
                      <a:pt x="254" y="12"/>
                      <a:pt x="254" y="12"/>
                    </a:cubicBezTo>
                    <a:cubicBezTo>
                      <a:pt x="249" y="21"/>
                      <a:pt x="249" y="21"/>
                      <a:pt x="249" y="21"/>
                    </a:cubicBezTo>
                    <a:cubicBezTo>
                      <a:pt x="249" y="36"/>
                      <a:pt x="249" y="36"/>
                      <a:pt x="249" y="36"/>
                    </a:cubicBezTo>
                    <a:cubicBezTo>
                      <a:pt x="246" y="49"/>
                      <a:pt x="246" y="49"/>
                      <a:pt x="246" y="49"/>
                    </a:cubicBezTo>
                    <a:cubicBezTo>
                      <a:pt x="246" y="56"/>
                      <a:pt x="246" y="56"/>
                      <a:pt x="246" y="56"/>
                    </a:cubicBezTo>
                    <a:cubicBezTo>
                      <a:pt x="240" y="68"/>
                      <a:pt x="240" y="68"/>
                      <a:pt x="240" y="68"/>
                    </a:cubicBezTo>
                    <a:cubicBezTo>
                      <a:pt x="232" y="71"/>
                      <a:pt x="232" y="71"/>
                      <a:pt x="232" y="71"/>
                    </a:cubicBezTo>
                    <a:cubicBezTo>
                      <a:pt x="226" y="68"/>
                      <a:pt x="226" y="68"/>
                      <a:pt x="226" y="68"/>
                    </a:cubicBezTo>
                    <a:cubicBezTo>
                      <a:pt x="224" y="64"/>
                      <a:pt x="224" y="64"/>
                      <a:pt x="224" y="64"/>
                    </a:cubicBezTo>
                    <a:cubicBezTo>
                      <a:pt x="193" y="46"/>
                      <a:pt x="193" y="46"/>
                      <a:pt x="193" y="46"/>
                    </a:cubicBezTo>
                    <a:cubicBezTo>
                      <a:pt x="199" y="33"/>
                      <a:pt x="199" y="33"/>
                      <a:pt x="199" y="33"/>
                    </a:cubicBezTo>
                    <a:cubicBezTo>
                      <a:pt x="195" y="31"/>
                      <a:pt x="195" y="31"/>
                      <a:pt x="195" y="31"/>
                    </a:cubicBezTo>
                    <a:cubicBezTo>
                      <a:pt x="197" y="28"/>
                      <a:pt x="197" y="28"/>
                      <a:pt x="197" y="28"/>
                    </a:cubicBezTo>
                    <a:cubicBezTo>
                      <a:pt x="203" y="30"/>
                      <a:pt x="203" y="30"/>
                      <a:pt x="203" y="30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3" y="16"/>
                      <a:pt x="203" y="16"/>
                      <a:pt x="203" y="16"/>
                    </a:cubicBezTo>
                    <a:cubicBezTo>
                      <a:pt x="202" y="22"/>
                      <a:pt x="202" y="22"/>
                      <a:pt x="202" y="22"/>
                    </a:cubicBezTo>
                    <a:cubicBezTo>
                      <a:pt x="195" y="22"/>
                      <a:pt x="195" y="22"/>
                      <a:pt x="195" y="22"/>
                    </a:cubicBezTo>
                    <a:cubicBezTo>
                      <a:pt x="198" y="18"/>
                      <a:pt x="198" y="18"/>
                      <a:pt x="198" y="18"/>
                    </a:cubicBezTo>
                    <a:cubicBezTo>
                      <a:pt x="197" y="13"/>
                      <a:pt x="197" y="13"/>
                      <a:pt x="197" y="13"/>
                    </a:cubicBezTo>
                    <a:cubicBezTo>
                      <a:pt x="188" y="17"/>
                      <a:pt x="188" y="17"/>
                      <a:pt x="188" y="17"/>
                    </a:cubicBezTo>
                    <a:cubicBezTo>
                      <a:pt x="168" y="13"/>
                      <a:pt x="168" y="13"/>
                      <a:pt x="168" y="13"/>
                    </a:cubicBezTo>
                    <a:cubicBezTo>
                      <a:pt x="167" y="21"/>
                      <a:pt x="167" y="21"/>
                      <a:pt x="167" y="21"/>
                    </a:cubicBezTo>
                    <a:cubicBezTo>
                      <a:pt x="161" y="22"/>
                      <a:pt x="161" y="22"/>
                      <a:pt x="161" y="22"/>
                    </a:cubicBezTo>
                    <a:cubicBezTo>
                      <a:pt x="153" y="19"/>
                      <a:pt x="153" y="19"/>
                      <a:pt x="153" y="19"/>
                    </a:cubicBezTo>
                    <a:cubicBezTo>
                      <a:pt x="145" y="26"/>
                      <a:pt x="145" y="26"/>
                      <a:pt x="145" y="26"/>
                    </a:cubicBezTo>
                    <a:cubicBezTo>
                      <a:pt x="145" y="31"/>
                      <a:pt x="145" y="31"/>
                      <a:pt x="145" y="31"/>
                    </a:cubicBezTo>
                    <a:cubicBezTo>
                      <a:pt x="136" y="37"/>
                      <a:pt x="136" y="37"/>
                      <a:pt x="136" y="37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31" y="44"/>
                      <a:pt x="131" y="44"/>
                      <a:pt x="131" y="44"/>
                    </a:cubicBezTo>
                    <a:cubicBezTo>
                      <a:pt x="128" y="46"/>
                      <a:pt x="128" y="46"/>
                      <a:pt x="128" y="46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17" y="34"/>
                      <a:pt x="117" y="34"/>
                      <a:pt x="117" y="34"/>
                    </a:cubicBezTo>
                    <a:cubicBezTo>
                      <a:pt x="114" y="38"/>
                      <a:pt x="114" y="38"/>
                      <a:pt x="114" y="38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6" y="41"/>
                      <a:pt x="106" y="41"/>
                      <a:pt x="106" y="41"/>
                    </a:cubicBezTo>
                    <a:cubicBezTo>
                      <a:pt x="105" y="38"/>
                      <a:pt x="105" y="38"/>
                      <a:pt x="105" y="38"/>
                    </a:cubicBezTo>
                    <a:cubicBezTo>
                      <a:pt x="100" y="45"/>
                      <a:pt x="100" y="45"/>
                      <a:pt x="100" y="45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98" y="49"/>
                      <a:pt x="98" y="49"/>
                      <a:pt x="98" y="49"/>
                    </a:cubicBezTo>
                    <a:cubicBezTo>
                      <a:pt x="95" y="51"/>
                      <a:pt x="95" y="51"/>
                      <a:pt x="95" y="51"/>
                    </a:cubicBezTo>
                    <a:cubicBezTo>
                      <a:pt x="93" y="60"/>
                      <a:pt x="93" y="60"/>
                      <a:pt x="93" y="60"/>
                    </a:cubicBezTo>
                    <a:cubicBezTo>
                      <a:pt x="88" y="57"/>
                      <a:pt x="88" y="57"/>
                      <a:pt x="88" y="57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2" y="57"/>
                      <a:pt x="82" y="57"/>
                      <a:pt x="82" y="57"/>
                    </a:cubicBezTo>
                    <a:cubicBezTo>
                      <a:pt x="81" y="57"/>
                      <a:pt x="81" y="57"/>
                      <a:pt x="81" y="57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3" y="68"/>
                      <a:pt x="73" y="68"/>
                      <a:pt x="73" y="68"/>
                    </a:cubicBezTo>
                    <a:cubicBezTo>
                      <a:pt x="75" y="77"/>
                      <a:pt x="75" y="77"/>
                      <a:pt x="75" y="77"/>
                    </a:cubicBezTo>
                    <a:cubicBezTo>
                      <a:pt x="72" y="79"/>
                      <a:pt x="72" y="79"/>
                      <a:pt x="72" y="79"/>
                    </a:cubicBezTo>
                    <a:cubicBezTo>
                      <a:pt x="68" y="88"/>
                      <a:pt x="68" y="88"/>
                      <a:pt x="68" y="88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56" y="97"/>
                      <a:pt x="56" y="97"/>
                      <a:pt x="56" y="97"/>
                    </a:cubicBezTo>
                    <a:cubicBezTo>
                      <a:pt x="48" y="100"/>
                      <a:pt x="48" y="100"/>
                      <a:pt x="48" y="100"/>
                    </a:cubicBezTo>
                    <a:cubicBezTo>
                      <a:pt x="44" y="104"/>
                      <a:pt x="38" y="106"/>
                      <a:pt x="30" y="107"/>
                    </a:cubicBezTo>
                    <a:cubicBezTo>
                      <a:pt x="28" y="104"/>
                      <a:pt x="28" y="104"/>
                      <a:pt x="28" y="104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5" y="113"/>
                      <a:pt x="5" y="113"/>
                      <a:pt x="5" y="113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8" y="158"/>
                      <a:pt x="8" y="158"/>
                      <a:pt x="8" y="158"/>
                    </a:cubicBezTo>
                    <a:cubicBezTo>
                      <a:pt x="8" y="162"/>
                      <a:pt x="8" y="162"/>
                      <a:pt x="8" y="162"/>
                    </a:cubicBezTo>
                    <a:cubicBezTo>
                      <a:pt x="9" y="169"/>
                      <a:pt x="9" y="169"/>
                      <a:pt x="9" y="169"/>
                    </a:cubicBezTo>
                    <a:cubicBezTo>
                      <a:pt x="7" y="170"/>
                      <a:pt x="7" y="170"/>
                      <a:pt x="7" y="170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2" y="165"/>
                      <a:pt x="2" y="165"/>
                      <a:pt x="2" y="165"/>
                    </a:cubicBezTo>
                    <a:cubicBezTo>
                      <a:pt x="5" y="171"/>
                      <a:pt x="5" y="171"/>
                      <a:pt x="5" y="171"/>
                    </a:cubicBezTo>
                    <a:cubicBezTo>
                      <a:pt x="1" y="175"/>
                      <a:pt x="1" y="175"/>
                      <a:pt x="1" y="175"/>
                    </a:cubicBez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217"/>
                      <a:pt x="11" y="217"/>
                      <a:pt x="11" y="217"/>
                    </a:cubicBezTo>
                    <a:cubicBezTo>
                      <a:pt x="17" y="227"/>
                      <a:pt x="20" y="239"/>
                      <a:pt x="17" y="252"/>
                    </a:cubicBezTo>
                    <a:cubicBezTo>
                      <a:pt x="15" y="254"/>
                      <a:pt x="15" y="254"/>
                      <a:pt x="15" y="254"/>
                    </a:cubicBezTo>
                    <a:cubicBezTo>
                      <a:pt x="10" y="252"/>
                      <a:pt x="10" y="252"/>
                      <a:pt x="10" y="252"/>
                    </a:cubicBezTo>
                    <a:cubicBezTo>
                      <a:pt x="12" y="265"/>
                      <a:pt x="12" y="265"/>
                      <a:pt x="12" y="265"/>
                    </a:cubicBezTo>
                    <a:cubicBezTo>
                      <a:pt x="16" y="265"/>
                      <a:pt x="16" y="265"/>
                      <a:pt x="16" y="265"/>
                    </a:cubicBezTo>
                    <a:cubicBezTo>
                      <a:pt x="29" y="274"/>
                      <a:pt x="29" y="274"/>
                      <a:pt x="29" y="274"/>
                    </a:cubicBezTo>
                    <a:cubicBezTo>
                      <a:pt x="32" y="273"/>
                      <a:pt x="32" y="273"/>
                      <a:pt x="32" y="273"/>
                    </a:cubicBezTo>
                    <a:cubicBezTo>
                      <a:pt x="40" y="273"/>
                      <a:pt x="40" y="273"/>
                      <a:pt x="40" y="273"/>
                    </a:cubicBezTo>
                    <a:cubicBezTo>
                      <a:pt x="44" y="266"/>
                      <a:pt x="44" y="266"/>
                      <a:pt x="44" y="266"/>
                    </a:cubicBezTo>
                    <a:cubicBezTo>
                      <a:pt x="50" y="266"/>
                      <a:pt x="50" y="266"/>
                      <a:pt x="50" y="266"/>
                    </a:cubicBezTo>
                    <a:cubicBezTo>
                      <a:pt x="50" y="262"/>
                      <a:pt x="50" y="262"/>
                      <a:pt x="50" y="262"/>
                    </a:cubicBezTo>
                    <a:cubicBezTo>
                      <a:pt x="55" y="260"/>
                      <a:pt x="55" y="260"/>
                      <a:pt x="55" y="260"/>
                    </a:cubicBezTo>
                    <a:cubicBezTo>
                      <a:pt x="67" y="259"/>
                      <a:pt x="67" y="259"/>
                      <a:pt x="67" y="259"/>
                    </a:cubicBezTo>
                    <a:cubicBezTo>
                      <a:pt x="87" y="261"/>
                      <a:pt x="87" y="261"/>
                      <a:pt x="87" y="261"/>
                    </a:cubicBezTo>
                    <a:cubicBezTo>
                      <a:pt x="94" y="254"/>
                      <a:pt x="94" y="254"/>
                      <a:pt x="94" y="254"/>
                    </a:cubicBezTo>
                    <a:cubicBezTo>
                      <a:pt x="94" y="251"/>
                      <a:pt x="94" y="251"/>
                      <a:pt x="94" y="251"/>
                    </a:cubicBezTo>
                    <a:cubicBezTo>
                      <a:pt x="99" y="244"/>
                      <a:pt x="99" y="244"/>
                      <a:pt x="99" y="244"/>
                    </a:cubicBezTo>
                    <a:cubicBezTo>
                      <a:pt x="104" y="245"/>
                      <a:pt x="104" y="245"/>
                      <a:pt x="104" y="245"/>
                    </a:cubicBezTo>
                    <a:cubicBezTo>
                      <a:pt x="137" y="235"/>
                      <a:pt x="137" y="235"/>
                      <a:pt x="137" y="235"/>
                    </a:cubicBezTo>
                    <a:cubicBezTo>
                      <a:pt x="144" y="231"/>
                      <a:pt x="144" y="231"/>
                      <a:pt x="144" y="231"/>
                    </a:cubicBezTo>
                    <a:cubicBezTo>
                      <a:pt x="156" y="236"/>
                      <a:pt x="156" y="236"/>
                      <a:pt x="156" y="236"/>
                    </a:cubicBezTo>
                    <a:cubicBezTo>
                      <a:pt x="168" y="235"/>
                      <a:pt x="168" y="235"/>
                      <a:pt x="168" y="235"/>
                    </a:cubicBezTo>
                    <a:cubicBezTo>
                      <a:pt x="180" y="243"/>
                      <a:pt x="180" y="243"/>
                      <a:pt x="180" y="243"/>
                    </a:cubicBezTo>
                    <a:cubicBezTo>
                      <a:pt x="177" y="246"/>
                      <a:pt x="177" y="246"/>
                      <a:pt x="177" y="246"/>
                    </a:cubicBezTo>
                    <a:cubicBezTo>
                      <a:pt x="183" y="251"/>
                      <a:pt x="183" y="251"/>
                      <a:pt x="183" y="251"/>
                    </a:cubicBezTo>
                    <a:cubicBezTo>
                      <a:pt x="181" y="253"/>
                      <a:pt x="181" y="253"/>
                      <a:pt x="181" y="253"/>
                    </a:cubicBezTo>
                    <a:cubicBezTo>
                      <a:pt x="183" y="255"/>
                      <a:pt x="183" y="255"/>
                      <a:pt x="183" y="255"/>
                    </a:cubicBezTo>
                    <a:cubicBezTo>
                      <a:pt x="188" y="254"/>
                      <a:pt x="188" y="254"/>
                      <a:pt x="188" y="254"/>
                    </a:cubicBezTo>
                    <a:cubicBezTo>
                      <a:pt x="191" y="261"/>
                      <a:pt x="191" y="261"/>
                      <a:pt x="191" y="261"/>
                    </a:cubicBezTo>
                    <a:cubicBezTo>
                      <a:pt x="195" y="265"/>
                      <a:pt x="195" y="265"/>
                      <a:pt x="195" y="265"/>
                    </a:cubicBezTo>
                    <a:cubicBezTo>
                      <a:pt x="193" y="268"/>
                      <a:pt x="193" y="268"/>
                      <a:pt x="193" y="268"/>
                    </a:cubicBezTo>
                    <a:cubicBezTo>
                      <a:pt x="199" y="270"/>
                      <a:pt x="199" y="270"/>
                      <a:pt x="199" y="270"/>
                    </a:cubicBezTo>
                    <a:cubicBezTo>
                      <a:pt x="200" y="265"/>
                      <a:pt x="200" y="265"/>
                      <a:pt x="200" y="265"/>
                    </a:cubicBezTo>
                    <a:cubicBezTo>
                      <a:pt x="206" y="259"/>
                      <a:pt x="206" y="259"/>
                      <a:pt x="206" y="259"/>
                    </a:cubicBezTo>
                    <a:cubicBezTo>
                      <a:pt x="206" y="254"/>
                      <a:pt x="206" y="254"/>
                      <a:pt x="206" y="254"/>
                    </a:cubicBezTo>
                    <a:cubicBezTo>
                      <a:pt x="213" y="249"/>
                      <a:pt x="213" y="249"/>
                      <a:pt x="213" y="249"/>
                    </a:cubicBezTo>
                    <a:cubicBezTo>
                      <a:pt x="213" y="244"/>
                      <a:pt x="213" y="244"/>
                      <a:pt x="213" y="244"/>
                    </a:cubicBezTo>
                    <a:cubicBezTo>
                      <a:pt x="215" y="244"/>
                      <a:pt x="215" y="244"/>
                      <a:pt x="215" y="244"/>
                    </a:cubicBezTo>
                    <a:cubicBezTo>
                      <a:pt x="215" y="253"/>
                      <a:pt x="215" y="253"/>
                      <a:pt x="215" y="253"/>
                    </a:cubicBezTo>
                    <a:cubicBezTo>
                      <a:pt x="210" y="259"/>
                      <a:pt x="210" y="259"/>
                      <a:pt x="210" y="259"/>
                    </a:cubicBezTo>
                    <a:cubicBezTo>
                      <a:pt x="208" y="270"/>
                      <a:pt x="208" y="270"/>
                      <a:pt x="208" y="270"/>
                    </a:cubicBezTo>
                    <a:cubicBezTo>
                      <a:pt x="203" y="271"/>
                      <a:pt x="203" y="271"/>
                      <a:pt x="203" y="271"/>
                    </a:cubicBezTo>
                    <a:cubicBezTo>
                      <a:pt x="205" y="276"/>
                      <a:pt x="205" y="276"/>
                      <a:pt x="205" y="276"/>
                    </a:cubicBezTo>
                    <a:cubicBezTo>
                      <a:pt x="213" y="274"/>
                      <a:pt x="213" y="274"/>
                      <a:pt x="213" y="274"/>
                    </a:cubicBezTo>
                    <a:cubicBezTo>
                      <a:pt x="214" y="265"/>
                      <a:pt x="214" y="265"/>
                      <a:pt x="214" y="265"/>
                    </a:cubicBezTo>
                    <a:cubicBezTo>
                      <a:pt x="217" y="264"/>
                      <a:pt x="217" y="264"/>
                      <a:pt x="217" y="264"/>
                    </a:cubicBezTo>
                    <a:cubicBezTo>
                      <a:pt x="221" y="269"/>
                      <a:pt x="221" y="269"/>
                      <a:pt x="221" y="269"/>
                    </a:cubicBezTo>
                    <a:cubicBezTo>
                      <a:pt x="220" y="274"/>
                      <a:pt x="220" y="274"/>
                      <a:pt x="220" y="274"/>
                    </a:cubicBezTo>
                    <a:cubicBezTo>
                      <a:pt x="217" y="277"/>
                      <a:pt x="217" y="277"/>
                      <a:pt x="217" y="277"/>
                    </a:cubicBezTo>
                    <a:cubicBezTo>
                      <a:pt x="219" y="280"/>
                      <a:pt x="219" y="280"/>
                      <a:pt x="219" y="280"/>
                    </a:cubicBezTo>
                    <a:cubicBezTo>
                      <a:pt x="226" y="274"/>
                      <a:pt x="226" y="274"/>
                      <a:pt x="226" y="274"/>
                    </a:cubicBezTo>
                    <a:cubicBezTo>
                      <a:pt x="229" y="278"/>
                      <a:pt x="229" y="278"/>
                      <a:pt x="229" y="278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0" y="291"/>
                      <a:pt x="230" y="291"/>
                      <a:pt x="230" y="291"/>
                    </a:cubicBezTo>
                    <a:cubicBezTo>
                      <a:pt x="232" y="300"/>
                      <a:pt x="232" y="300"/>
                      <a:pt x="232" y="300"/>
                    </a:cubicBezTo>
                    <a:cubicBezTo>
                      <a:pt x="236" y="302"/>
                      <a:pt x="236" y="302"/>
                      <a:pt x="236" y="302"/>
                    </a:cubicBezTo>
                    <a:cubicBezTo>
                      <a:pt x="243" y="303"/>
                      <a:pt x="243" y="303"/>
                      <a:pt x="243" y="303"/>
                    </a:cubicBezTo>
                    <a:cubicBezTo>
                      <a:pt x="249" y="310"/>
                      <a:pt x="249" y="310"/>
                      <a:pt x="249" y="310"/>
                    </a:cubicBezTo>
                    <a:cubicBezTo>
                      <a:pt x="252" y="308"/>
                      <a:pt x="252" y="308"/>
                      <a:pt x="252" y="308"/>
                    </a:cubicBezTo>
                    <a:cubicBezTo>
                      <a:pt x="258" y="311"/>
                      <a:pt x="258" y="311"/>
                      <a:pt x="258" y="311"/>
                    </a:cubicBezTo>
                    <a:cubicBezTo>
                      <a:pt x="263" y="311"/>
                      <a:pt x="263" y="311"/>
                      <a:pt x="263" y="311"/>
                    </a:cubicBezTo>
                    <a:cubicBezTo>
                      <a:pt x="264" y="314"/>
                      <a:pt x="264" y="314"/>
                      <a:pt x="264" y="314"/>
                    </a:cubicBezTo>
                    <a:cubicBezTo>
                      <a:pt x="270" y="315"/>
                      <a:pt x="270" y="315"/>
                      <a:pt x="270" y="315"/>
                    </a:cubicBezTo>
                    <a:cubicBezTo>
                      <a:pt x="275" y="311"/>
                      <a:pt x="275" y="311"/>
                      <a:pt x="275" y="311"/>
                    </a:cubicBezTo>
                    <a:cubicBezTo>
                      <a:pt x="274" y="307"/>
                      <a:pt x="274" y="307"/>
                      <a:pt x="274" y="307"/>
                    </a:cubicBezTo>
                    <a:cubicBezTo>
                      <a:pt x="277" y="308"/>
                      <a:pt x="277" y="308"/>
                      <a:pt x="277" y="308"/>
                    </a:cubicBezTo>
                    <a:cubicBezTo>
                      <a:pt x="279" y="304"/>
                      <a:pt x="279" y="304"/>
                      <a:pt x="279" y="304"/>
                    </a:cubicBezTo>
                    <a:cubicBezTo>
                      <a:pt x="283" y="306"/>
                      <a:pt x="283" y="306"/>
                      <a:pt x="283" y="306"/>
                    </a:cubicBezTo>
                    <a:cubicBezTo>
                      <a:pt x="280" y="311"/>
                      <a:pt x="280" y="311"/>
                      <a:pt x="280" y="311"/>
                    </a:cubicBezTo>
                    <a:cubicBezTo>
                      <a:pt x="287" y="313"/>
                      <a:pt x="287" y="313"/>
                      <a:pt x="287" y="313"/>
                    </a:cubicBezTo>
                    <a:cubicBezTo>
                      <a:pt x="289" y="315"/>
                      <a:pt x="289" y="315"/>
                      <a:pt x="289" y="315"/>
                    </a:cubicBezTo>
                    <a:cubicBezTo>
                      <a:pt x="291" y="315"/>
                      <a:pt x="291" y="315"/>
                      <a:pt x="291" y="315"/>
                    </a:cubicBezTo>
                    <a:cubicBezTo>
                      <a:pt x="291" y="313"/>
                      <a:pt x="291" y="313"/>
                      <a:pt x="291" y="313"/>
                    </a:cubicBezTo>
                    <a:cubicBezTo>
                      <a:pt x="307" y="296"/>
                      <a:pt x="307" y="296"/>
                      <a:pt x="307" y="296"/>
                    </a:cubicBezTo>
                    <a:cubicBezTo>
                      <a:pt x="319" y="291"/>
                      <a:pt x="319" y="291"/>
                      <a:pt x="319" y="291"/>
                    </a:cubicBezTo>
                    <a:cubicBezTo>
                      <a:pt x="325" y="277"/>
                      <a:pt x="325" y="277"/>
                      <a:pt x="325" y="277"/>
                    </a:cubicBezTo>
                    <a:cubicBezTo>
                      <a:pt x="328" y="277"/>
                      <a:pt x="328" y="277"/>
                      <a:pt x="328" y="277"/>
                    </a:cubicBezTo>
                    <a:cubicBezTo>
                      <a:pt x="326" y="272"/>
                      <a:pt x="326" y="272"/>
                      <a:pt x="326" y="272"/>
                    </a:cubicBezTo>
                    <a:cubicBezTo>
                      <a:pt x="327" y="251"/>
                      <a:pt x="333" y="238"/>
                      <a:pt x="341" y="236"/>
                    </a:cubicBezTo>
                    <a:cubicBezTo>
                      <a:pt x="346" y="207"/>
                      <a:pt x="346" y="207"/>
                      <a:pt x="346" y="207"/>
                    </a:cubicBezTo>
                    <a:cubicBezTo>
                      <a:pt x="350" y="197"/>
                      <a:pt x="350" y="197"/>
                      <a:pt x="350" y="197"/>
                    </a:cubicBezTo>
                    <a:cubicBezTo>
                      <a:pt x="352" y="187"/>
                      <a:pt x="352" y="187"/>
                      <a:pt x="352" y="187"/>
                    </a:cubicBezTo>
                    <a:lnTo>
                      <a:pt x="348" y="17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58" name="Google Shape;658;p40"/>
              <p:cNvSpPr/>
              <p:nvPr/>
            </p:nvSpPr>
            <p:spPr>
              <a:xfrm>
                <a:off x="7604125" y="5291138"/>
                <a:ext cx="93662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35" h="34" extrusionOk="0">
                    <a:moveTo>
                      <a:pt x="29" y="3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1" y="3"/>
                      <a:pt x="5" y="1"/>
                      <a:pt x="0" y="0"/>
                    </a:cubicBezTo>
                    <a:cubicBezTo>
                      <a:pt x="2" y="4"/>
                      <a:pt x="5" y="9"/>
                      <a:pt x="6" y="15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3"/>
                      <a:pt x="22" y="32"/>
                      <a:pt x="23" y="32"/>
                    </a:cubicBezTo>
                    <a:cubicBezTo>
                      <a:pt x="23" y="30"/>
                      <a:pt x="24" y="29"/>
                      <a:pt x="24" y="28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59" name="Google Shape;659;p40"/>
            <p:cNvSpPr/>
            <p:nvPr/>
          </p:nvSpPr>
          <p:spPr>
            <a:xfrm>
              <a:off x="4684714" y="2474914"/>
              <a:ext cx="419100" cy="269875"/>
            </a:xfrm>
            <a:custGeom>
              <a:avLst/>
              <a:gdLst/>
              <a:ahLst/>
              <a:cxnLst/>
              <a:rect l="l" t="t" r="r" b="b"/>
              <a:pathLst>
                <a:path w="156" h="101" extrusionOk="0">
                  <a:moveTo>
                    <a:pt x="12" y="3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65" y="73"/>
                    <a:pt x="65" y="73"/>
                    <a:pt x="65" y="73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73" y="83"/>
                    <a:pt x="73" y="84"/>
                    <a:pt x="74" y="84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91" y="73"/>
                    <a:pt x="91" y="73"/>
                    <a:pt x="91" y="73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0" y="87"/>
                    <a:pt x="90" y="87"/>
                    <a:pt x="90" y="87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14" y="95"/>
                    <a:pt x="114" y="95"/>
                    <a:pt x="114" y="95"/>
                  </a:cubicBezTo>
                  <a:cubicBezTo>
                    <a:pt x="125" y="92"/>
                    <a:pt x="125" y="92"/>
                    <a:pt x="125" y="92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19" y="87"/>
                    <a:pt x="119" y="87"/>
                    <a:pt x="119" y="87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111" y="80"/>
                    <a:pt x="111" y="80"/>
                    <a:pt x="111" y="80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11" y="77"/>
                    <a:pt x="119" y="76"/>
                    <a:pt x="129" y="71"/>
                  </a:cubicBezTo>
                  <a:cubicBezTo>
                    <a:pt x="147" y="62"/>
                    <a:pt x="147" y="62"/>
                    <a:pt x="147" y="62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98" y="15"/>
                    <a:pt x="98" y="15"/>
                    <a:pt x="98" y="15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41" y="10"/>
                    <a:pt x="41" y="10"/>
                    <a:pt x="41" y="10"/>
                  </a:cubicBezTo>
                  <a:lnTo>
                    <a:pt x="12" y="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4318000" y="2624139"/>
              <a:ext cx="82550" cy="57149"/>
            </a:xfrm>
            <a:custGeom>
              <a:avLst/>
              <a:gdLst/>
              <a:ahLst/>
              <a:cxnLst/>
              <a:rect l="l" t="t" r="r" b="b"/>
              <a:pathLst>
                <a:path w="52" h="36" extrusionOk="0">
                  <a:moveTo>
                    <a:pt x="11" y="2"/>
                  </a:moveTo>
                  <a:lnTo>
                    <a:pt x="0" y="16"/>
                  </a:lnTo>
                  <a:lnTo>
                    <a:pt x="6" y="21"/>
                  </a:lnTo>
                  <a:lnTo>
                    <a:pt x="6" y="36"/>
                  </a:lnTo>
                  <a:lnTo>
                    <a:pt x="42" y="32"/>
                  </a:lnTo>
                  <a:lnTo>
                    <a:pt x="52" y="19"/>
                  </a:lnTo>
                  <a:lnTo>
                    <a:pt x="49" y="10"/>
                  </a:lnTo>
                  <a:lnTo>
                    <a:pt x="47" y="0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661" name="Google Shape;661;p40"/>
            <p:cNvGrpSpPr/>
            <p:nvPr/>
          </p:nvGrpSpPr>
          <p:grpSpPr>
            <a:xfrm>
              <a:off x="4427552" y="1792289"/>
              <a:ext cx="306387" cy="571500"/>
              <a:chOff x="4427537" y="1792288"/>
              <a:chExt cx="306387" cy="571500"/>
            </a:xfrm>
          </p:grpSpPr>
          <p:sp>
            <p:nvSpPr>
              <p:cNvPr id="662" name="Google Shape;662;p40"/>
              <p:cNvSpPr/>
              <p:nvPr/>
            </p:nvSpPr>
            <p:spPr>
              <a:xfrm>
                <a:off x="4594225" y="2247900"/>
                <a:ext cx="3651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3" h="34" extrusionOk="0">
                    <a:moveTo>
                      <a:pt x="23" y="9"/>
                    </a:moveTo>
                    <a:lnTo>
                      <a:pt x="18" y="14"/>
                    </a:lnTo>
                    <a:lnTo>
                      <a:pt x="13" y="26"/>
                    </a:lnTo>
                    <a:lnTo>
                      <a:pt x="0" y="34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3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63" name="Google Shape;663;p40"/>
              <p:cNvSpPr/>
              <p:nvPr/>
            </p:nvSpPr>
            <p:spPr>
              <a:xfrm>
                <a:off x="4427537" y="1792288"/>
                <a:ext cx="306387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13" extrusionOk="0">
                    <a:moveTo>
                      <a:pt x="96" y="2"/>
                    </a:moveTo>
                    <a:cubicBezTo>
                      <a:pt x="85" y="0"/>
                      <a:pt x="85" y="0"/>
                      <a:pt x="85" y="0"/>
                    </a:cubicBezTo>
                    <a:cubicBezTo>
                      <a:pt x="84" y="9"/>
                      <a:pt x="84" y="9"/>
                      <a:pt x="84" y="9"/>
                    </a:cubicBezTo>
                    <a:cubicBezTo>
                      <a:pt x="71" y="11"/>
                      <a:pt x="71" y="11"/>
                      <a:pt x="71" y="11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1" y="31"/>
                      <a:pt x="45" y="38"/>
                      <a:pt x="38" y="45"/>
                    </a:cubicBezTo>
                    <a:cubicBezTo>
                      <a:pt x="35" y="48"/>
                      <a:pt x="33" y="50"/>
                      <a:pt x="30" y="52"/>
                    </a:cubicBezTo>
                    <a:cubicBezTo>
                      <a:pt x="36" y="57"/>
                      <a:pt x="36" y="57"/>
                      <a:pt x="36" y="57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4" y="120"/>
                      <a:pt x="14" y="120"/>
                      <a:pt x="14" y="120"/>
                    </a:cubicBezTo>
                    <a:cubicBezTo>
                      <a:pt x="10" y="125"/>
                      <a:pt x="10" y="125"/>
                      <a:pt x="10" y="125"/>
                    </a:cubicBezTo>
                    <a:cubicBezTo>
                      <a:pt x="12" y="137"/>
                      <a:pt x="12" y="137"/>
                      <a:pt x="12" y="137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1" y="158"/>
                      <a:pt x="1" y="159"/>
                      <a:pt x="2" y="160"/>
                    </a:cubicBezTo>
                    <a:cubicBezTo>
                      <a:pt x="2" y="170"/>
                      <a:pt x="2" y="170"/>
                      <a:pt x="2" y="170"/>
                    </a:cubicBezTo>
                    <a:cubicBezTo>
                      <a:pt x="6" y="174"/>
                      <a:pt x="6" y="174"/>
                      <a:pt x="6" y="174"/>
                    </a:cubicBezTo>
                    <a:cubicBezTo>
                      <a:pt x="7" y="186"/>
                      <a:pt x="7" y="186"/>
                      <a:pt x="7" y="186"/>
                    </a:cubicBezTo>
                    <a:cubicBezTo>
                      <a:pt x="15" y="196"/>
                      <a:pt x="15" y="196"/>
                      <a:pt x="15" y="196"/>
                    </a:cubicBezTo>
                    <a:cubicBezTo>
                      <a:pt x="13" y="201"/>
                      <a:pt x="13" y="201"/>
                      <a:pt x="13" y="201"/>
                    </a:cubicBezTo>
                    <a:cubicBezTo>
                      <a:pt x="16" y="213"/>
                      <a:pt x="16" y="213"/>
                      <a:pt x="16" y="213"/>
                    </a:cubicBezTo>
                    <a:cubicBezTo>
                      <a:pt x="27" y="213"/>
                      <a:pt x="27" y="213"/>
                      <a:pt x="27" y="213"/>
                    </a:cubicBezTo>
                    <a:cubicBezTo>
                      <a:pt x="27" y="207"/>
                      <a:pt x="27" y="207"/>
                      <a:pt x="27" y="207"/>
                    </a:cubicBezTo>
                    <a:cubicBezTo>
                      <a:pt x="33" y="202"/>
                      <a:pt x="33" y="202"/>
                      <a:pt x="33" y="202"/>
                    </a:cubicBezTo>
                    <a:cubicBezTo>
                      <a:pt x="42" y="203"/>
                      <a:pt x="42" y="203"/>
                      <a:pt x="42" y="203"/>
                    </a:cubicBezTo>
                    <a:cubicBezTo>
                      <a:pt x="55" y="164"/>
                      <a:pt x="55" y="164"/>
                      <a:pt x="55" y="164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6" y="160"/>
                      <a:pt x="66" y="160"/>
                      <a:pt x="66" y="160"/>
                    </a:cubicBezTo>
                    <a:cubicBezTo>
                      <a:pt x="63" y="154"/>
                      <a:pt x="63" y="154"/>
                      <a:pt x="63" y="154"/>
                    </a:cubicBezTo>
                    <a:cubicBezTo>
                      <a:pt x="70" y="151"/>
                      <a:pt x="70" y="151"/>
                      <a:pt x="70" y="151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62" y="134"/>
                      <a:pt x="62" y="134"/>
                      <a:pt x="62" y="134"/>
                    </a:cubicBezTo>
                    <a:cubicBezTo>
                      <a:pt x="57" y="131"/>
                      <a:pt x="57" y="131"/>
                      <a:pt x="57" y="131"/>
                    </a:cubicBezTo>
                    <a:cubicBezTo>
                      <a:pt x="61" y="122"/>
                      <a:pt x="66" y="112"/>
                      <a:pt x="72" y="103"/>
                    </a:cubicBezTo>
                    <a:cubicBezTo>
                      <a:pt x="77" y="95"/>
                      <a:pt x="84" y="88"/>
                      <a:pt x="91" y="81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3" y="66"/>
                      <a:pt x="97" y="59"/>
                      <a:pt x="100" y="53"/>
                    </a:cubicBezTo>
                    <a:cubicBezTo>
                      <a:pt x="111" y="53"/>
                      <a:pt x="111" y="53"/>
                      <a:pt x="111" y="53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08" y="12"/>
                      <a:pt x="108" y="12"/>
                      <a:pt x="108" y="12"/>
                    </a:cubicBezTo>
                    <a:lnTo>
                      <a:pt x="96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64" name="Google Shape;664;p40"/>
            <p:cNvSpPr/>
            <p:nvPr/>
          </p:nvSpPr>
          <p:spPr>
            <a:xfrm>
              <a:off x="4481513" y="2649539"/>
              <a:ext cx="79375" cy="47625"/>
            </a:xfrm>
            <a:custGeom>
              <a:avLst/>
              <a:gdLst/>
              <a:ahLst/>
              <a:cxnLst/>
              <a:rect l="l" t="t" r="r" b="b"/>
              <a:pathLst>
                <a:path w="50" h="30" extrusionOk="0">
                  <a:moveTo>
                    <a:pt x="5" y="5"/>
                  </a:moveTo>
                  <a:lnTo>
                    <a:pt x="0" y="30"/>
                  </a:lnTo>
                  <a:lnTo>
                    <a:pt x="20" y="21"/>
                  </a:lnTo>
                  <a:lnTo>
                    <a:pt x="37" y="27"/>
                  </a:lnTo>
                  <a:lnTo>
                    <a:pt x="50" y="16"/>
                  </a:lnTo>
                  <a:lnTo>
                    <a:pt x="37" y="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4560887" y="2565401"/>
              <a:ext cx="134937" cy="58738"/>
            </a:xfrm>
            <a:custGeom>
              <a:avLst/>
              <a:gdLst/>
              <a:ahLst/>
              <a:cxnLst/>
              <a:rect l="l" t="t" r="r" b="b"/>
              <a:pathLst>
                <a:path w="50" h="22" extrusionOk="0">
                  <a:moveTo>
                    <a:pt x="32" y="14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38" y="3"/>
                    <a:pt x="26" y="2"/>
                    <a:pt x="15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32" y="1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7526338" y="2414588"/>
              <a:ext cx="69850" cy="293689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9" y="0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3" y="4"/>
                    <a:pt x="14" y="8"/>
                    <a:pt x="14" y="11"/>
                  </a:cubicBezTo>
                  <a:cubicBezTo>
                    <a:pt x="15" y="22"/>
                    <a:pt x="17" y="34"/>
                    <a:pt x="19" y="45"/>
                  </a:cubicBezTo>
                  <a:cubicBezTo>
                    <a:pt x="20" y="53"/>
                    <a:pt x="23" y="62"/>
                    <a:pt x="26" y="71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21" y="67"/>
                    <a:pt x="18" y="62"/>
                    <a:pt x="14" y="5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11" y="85"/>
                    <a:pt x="12" y="89"/>
                    <a:pt x="13" y="93"/>
                  </a:cubicBezTo>
                  <a:cubicBezTo>
                    <a:pt x="14" y="98"/>
                    <a:pt x="14" y="103"/>
                    <a:pt x="14" y="109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8" y="99"/>
                    <a:pt x="8" y="101"/>
                    <a:pt x="6" y="103"/>
                  </a:cubicBezTo>
                  <a:cubicBezTo>
                    <a:pt x="5" y="104"/>
                    <a:pt x="3" y="106"/>
                    <a:pt x="2" y="10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2" y="64"/>
                    <a:pt x="3" y="58"/>
                    <a:pt x="3" y="53"/>
                  </a:cubicBezTo>
                  <a:cubicBezTo>
                    <a:pt x="3" y="44"/>
                    <a:pt x="3" y="35"/>
                    <a:pt x="2" y="26"/>
                  </a:cubicBezTo>
                  <a:cubicBezTo>
                    <a:pt x="2" y="20"/>
                    <a:pt x="2" y="13"/>
                    <a:pt x="2" y="6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4637089" y="2366964"/>
              <a:ext cx="53976" cy="31750"/>
            </a:xfrm>
            <a:custGeom>
              <a:avLst/>
              <a:gdLst/>
              <a:ahLst/>
              <a:cxnLst/>
              <a:rect l="l" t="t" r="r" b="b"/>
              <a:pathLst>
                <a:path w="20" h="12" extrusionOk="0">
                  <a:moveTo>
                    <a:pt x="19" y="1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3"/>
                    <a:pt x="7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1"/>
                    <a:pt x="4" y="11"/>
                    <a:pt x="4" y="11"/>
                  </a:cubicBezTo>
                  <a:lnTo>
                    <a:pt x="19" y="1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668" name="Google Shape;668;p40"/>
            <p:cNvGrpSpPr/>
            <p:nvPr/>
          </p:nvGrpSpPr>
          <p:grpSpPr>
            <a:xfrm>
              <a:off x="4819650" y="1346200"/>
              <a:ext cx="3910012" cy="1503364"/>
              <a:chOff x="4819650" y="1346200"/>
              <a:chExt cx="3910012" cy="1503364"/>
            </a:xfrm>
          </p:grpSpPr>
          <p:sp>
            <p:nvSpPr>
              <p:cNvPr id="669" name="Google Shape;669;p40"/>
              <p:cNvSpPr/>
              <p:nvPr/>
            </p:nvSpPr>
            <p:spPr>
              <a:xfrm>
                <a:off x="7526337" y="2414588"/>
                <a:ext cx="69850" cy="293688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9" y="0"/>
                    </a:moveTo>
                    <a:cubicBezTo>
                      <a:pt x="12" y="1"/>
                      <a:pt x="12" y="1"/>
                      <a:pt x="12" y="1"/>
                    </a:cubicBezTo>
                    <a:cubicBezTo>
                      <a:pt x="13" y="4"/>
                      <a:pt x="14" y="8"/>
                      <a:pt x="14" y="11"/>
                    </a:cubicBezTo>
                    <a:cubicBezTo>
                      <a:pt x="15" y="22"/>
                      <a:pt x="17" y="34"/>
                      <a:pt x="19" y="45"/>
                    </a:cubicBezTo>
                    <a:cubicBezTo>
                      <a:pt x="20" y="53"/>
                      <a:pt x="23" y="62"/>
                      <a:pt x="26" y="71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1" y="67"/>
                      <a:pt x="18" y="62"/>
                      <a:pt x="14" y="5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11" y="85"/>
                      <a:pt x="12" y="89"/>
                      <a:pt x="13" y="93"/>
                    </a:cubicBezTo>
                    <a:cubicBezTo>
                      <a:pt x="14" y="98"/>
                      <a:pt x="14" y="103"/>
                      <a:pt x="14" y="109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8" y="99"/>
                      <a:pt x="8" y="101"/>
                      <a:pt x="6" y="103"/>
                    </a:cubicBezTo>
                    <a:cubicBezTo>
                      <a:pt x="5" y="104"/>
                      <a:pt x="3" y="106"/>
                      <a:pt x="2" y="107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1" y="69"/>
                      <a:pt x="1" y="69"/>
                      <a:pt x="1" y="69"/>
                    </a:cubicBezTo>
                    <a:cubicBezTo>
                      <a:pt x="2" y="64"/>
                      <a:pt x="3" y="58"/>
                      <a:pt x="3" y="53"/>
                    </a:cubicBezTo>
                    <a:cubicBezTo>
                      <a:pt x="3" y="44"/>
                      <a:pt x="3" y="35"/>
                      <a:pt x="2" y="26"/>
                    </a:cubicBezTo>
                    <a:cubicBezTo>
                      <a:pt x="2" y="20"/>
                      <a:pt x="2" y="13"/>
                      <a:pt x="2" y="6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0" name="Google Shape;670;p40"/>
              <p:cNvSpPr/>
              <p:nvPr/>
            </p:nvSpPr>
            <p:spPr>
              <a:xfrm>
                <a:off x="5895975" y="1622425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6" extrusionOk="0">
                    <a:moveTo>
                      <a:pt x="24" y="2"/>
                    </a:moveTo>
                    <a:lnTo>
                      <a:pt x="17" y="16"/>
                    </a:lnTo>
                    <a:lnTo>
                      <a:pt x="0" y="14"/>
                    </a:lnTo>
                    <a:lnTo>
                      <a:pt x="7" y="0"/>
                    </a:lnTo>
                    <a:lnTo>
                      <a:pt x="24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1" name="Google Shape;671;p40"/>
              <p:cNvSpPr/>
              <p:nvPr/>
            </p:nvSpPr>
            <p:spPr>
              <a:xfrm>
                <a:off x="5335587" y="1778000"/>
                <a:ext cx="44450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28" h="19" extrusionOk="0">
                    <a:moveTo>
                      <a:pt x="28" y="9"/>
                    </a:moveTo>
                    <a:lnTo>
                      <a:pt x="23" y="16"/>
                    </a:lnTo>
                    <a:lnTo>
                      <a:pt x="8" y="19"/>
                    </a:lnTo>
                    <a:lnTo>
                      <a:pt x="0" y="14"/>
                    </a:lnTo>
                    <a:lnTo>
                      <a:pt x="8" y="2"/>
                    </a:lnTo>
                    <a:lnTo>
                      <a:pt x="25" y="0"/>
                    </a:lnTo>
                    <a:lnTo>
                      <a:pt x="28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2" name="Google Shape;672;p40"/>
              <p:cNvSpPr/>
              <p:nvPr/>
            </p:nvSpPr>
            <p:spPr>
              <a:xfrm>
                <a:off x="4819650" y="1473200"/>
                <a:ext cx="3852864" cy="1376364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513" extrusionOk="0">
                    <a:moveTo>
                      <a:pt x="1430" y="168"/>
                    </a:moveTo>
                    <a:cubicBezTo>
                      <a:pt x="1403" y="152"/>
                      <a:pt x="1403" y="152"/>
                      <a:pt x="1403" y="152"/>
                    </a:cubicBezTo>
                    <a:cubicBezTo>
                      <a:pt x="1400" y="154"/>
                      <a:pt x="1400" y="154"/>
                      <a:pt x="1400" y="154"/>
                    </a:cubicBezTo>
                    <a:cubicBezTo>
                      <a:pt x="1403" y="159"/>
                      <a:pt x="1403" y="159"/>
                      <a:pt x="1403" y="159"/>
                    </a:cubicBezTo>
                    <a:cubicBezTo>
                      <a:pt x="1400" y="165"/>
                      <a:pt x="1400" y="165"/>
                      <a:pt x="1400" y="165"/>
                    </a:cubicBezTo>
                    <a:cubicBezTo>
                      <a:pt x="1405" y="175"/>
                      <a:pt x="1405" y="175"/>
                      <a:pt x="1405" y="175"/>
                    </a:cubicBezTo>
                    <a:cubicBezTo>
                      <a:pt x="1401" y="176"/>
                      <a:pt x="1401" y="176"/>
                      <a:pt x="1401" y="176"/>
                    </a:cubicBezTo>
                    <a:cubicBezTo>
                      <a:pt x="1387" y="161"/>
                      <a:pt x="1387" y="161"/>
                      <a:pt x="1387" y="161"/>
                    </a:cubicBezTo>
                    <a:cubicBezTo>
                      <a:pt x="1376" y="130"/>
                      <a:pt x="1376" y="130"/>
                      <a:pt x="1376" y="130"/>
                    </a:cubicBezTo>
                    <a:cubicBezTo>
                      <a:pt x="1364" y="123"/>
                      <a:pt x="1364" y="123"/>
                      <a:pt x="1364" y="123"/>
                    </a:cubicBezTo>
                    <a:cubicBezTo>
                      <a:pt x="1355" y="113"/>
                      <a:pt x="1355" y="113"/>
                      <a:pt x="1355" y="113"/>
                    </a:cubicBezTo>
                    <a:cubicBezTo>
                      <a:pt x="1341" y="111"/>
                      <a:pt x="1341" y="111"/>
                      <a:pt x="1341" y="111"/>
                    </a:cubicBezTo>
                    <a:cubicBezTo>
                      <a:pt x="1319" y="104"/>
                      <a:pt x="1319" y="104"/>
                      <a:pt x="1319" y="104"/>
                    </a:cubicBezTo>
                    <a:cubicBezTo>
                      <a:pt x="1309" y="106"/>
                      <a:pt x="1309" y="106"/>
                      <a:pt x="1309" y="106"/>
                    </a:cubicBezTo>
                    <a:cubicBezTo>
                      <a:pt x="1297" y="104"/>
                      <a:pt x="1297" y="104"/>
                      <a:pt x="1297" y="104"/>
                    </a:cubicBezTo>
                    <a:cubicBezTo>
                      <a:pt x="1278" y="96"/>
                      <a:pt x="1278" y="96"/>
                      <a:pt x="1278" y="96"/>
                    </a:cubicBezTo>
                    <a:cubicBezTo>
                      <a:pt x="1272" y="98"/>
                      <a:pt x="1272" y="98"/>
                      <a:pt x="1272" y="98"/>
                    </a:cubicBezTo>
                    <a:cubicBezTo>
                      <a:pt x="1261" y="96"/>
                      <a:pt x="1261" y="96"/>
                      <a:pt x="1261" y="96"/>
                    </a:cubicBezTo>
                    <a:cubicBezTo>
                      <a:pt x="1252" y="96"/>
                      <a:pt x="1252" y="96"/>
                      <a:pt x="1252" y="96"/>
                    </a:cubicBezTo>
                    <a:cubicBezTo>
                      <a:pt x="1246" y="93"/>
                      <a:pt x="1246" y="93"/>
                      <a:pt x="1246" y="93"/>
                    </a:cubicBezTo>
                    <a:cubicBezTo>
                      <a:pt x="1237" y="93"/>
                      <a:pt x="1237" y="93"/>
                      <a:pt x="1237" y="93"/>
                    </a:cubicBezTo>
                    <a:cubicBezTo>
                      <a:pt x="1248" y="108"/>
                      <a:pt x="1248" y="108"/>
                      <a:pt x="1248" y="108"/>
                    </a:cubicBezTo>
                    <a:cubicBezTo>
                      <a:pt x="1248" y="120"/>
                      <a:pt x="1248" y="120"/>
                      <a:pt x="1248" y="120"/>
                    </a:cubicBezTo>
                    <a:cubicBezTo>
                      <a:pt x="1238" y="121"/>
                      <a:pt x="1238" y="121"/>
                      <a:pt x="1238" y="121"/>
                    </a:cubicBezTo>
                    <a:cubicBezTo>
                      <a:pt x="1234" y="118"/>
                      <a:pt x="1234" y="118"/>
                      <a:pt x="1234" y="118"/>
                    </a:cubicBezTo>
                    <a:cubicBezTo>
                      <a:pt x="1231" y="117"/>
                      <a:pt x="1231" y="117"/>
                      <a:pt x="1231" y="117"/>
                    </a:cubicBezTo>
                    <a:cubicBezTo>
                      <a:pt x="1230" y="114"/>
                      <a:pt x="1230" y="114"/>
                      <a:pt x="1230" y="114"/>
                    </a:cubicBezTo>
                    <a:cubicBezTo>
                      <a:pt x="1225" y="114"/>
                      <a:pt x="1225" y="114"/>
                      <a:pt x="1225" y="114"/>
                    </a:cubicBezTo>
                    <a:cubicBezTo>
                      <a:pt x="1216" y="105"/>
                      <a:pt x="1216" y="105"/>
                      <a:pt x="1216" y="105"/>
                    </a:cubicBezTo>
                    <a:cubicBezTo>
                      <a:pt x="1202" y="107"/>
                      <a:pt x="1202" y="107"/>
                      <a:pt x="1202" y="107"/>
                    </a:cubicBezTo>
                    <a:cubicBezTo>
                      <a:pt x="1184" y="105"/>
                      <a:pt x="1184" y="105"/>
                      <a:pt x="1184" y="105"/>
                    </a:cubicBezTo>
                    <a:cubicBezTo>
                      <a:pt x="1167" y="109"/>
                      <a:pt x="1167" y="109"/>
                      <a:pt x="1167" y="109"/>
                    </a:cubicBezTo>
                    <a:cubicBezTo>
                      <a:pt x="1166" y="120"/>
                      <a:pt x="1166" y="120"/>
                      <a:pt x="1166" y="120"/>
                    </a:cubicBezTo>
                    <a:cubicBezTo>
                      <a:pt x="1162" y="119"/>
                      <a:pt x="1162" y="119"/>
                      <a:pt x="1162" y="119"/>
                    </a:cubicBezTo>
                    <a:cubicBezTo>
                      <a:pt x="1156" y="111"/>
                      <a:pt x="1156" y="111"/>
                      <a:pt x="1156" y="111"/>
                    </a:cubicBezTo>
                    <a:cubicBezTo>
                      <a:pt x="1141" y="106"/>
                      <a:pt x="1141" y="106"/>
                      <a:pt x="1141" y="106"/>
                    </a:cubicBezTo>
                    <a:cubicBezTo>
                      <a:pt x="1141" y="99"/>
                      <a:pt x="1141" y="99"/>
                      <a:pt x="1141" y="99"/>
                    </a:cubicBezTo>
                    <a:cubicBezTo>
                      <a:pt x="1131" y="83"/>
                      <a:pt x="1131" y="83"/>
                      <a:pt x="1131" y="83"/>
                    </a:cubicBezTo>
                    <a:cubicBezTo>
                      <a:pt x="1114" y="82"/>
                      <a:pt x="1114" y="82"/>
                      <a:pt x="1114" y="82"/>
                    </a:cubicBezTo>
                    <a:cubicBezTo>
                      <a:pt x="1098" y="86"/>
                      <a:pt x="1098" y="86"/>
                      <a:pt x="1098" y="86"/>
                    </a:cubicBezTo>
                    <a:cubicBezTo>
                      <a:pt x="1083" y="85"/>
                      <a:pt x="1083" y="85"/>
                      <a:pt x="1083" y="85"/>
                    </a:cubicBezTo>
                    <a:cubicBezTo>
                      <a:pt x="1072" y="87"/>
                      <a:pt x="1072" y="87"/>
                      <a:pt x="1072" y="87"/>
                    </a:cubicBezTo>
                    <a:cubicBezTo>
                      <a:pt x="1063" y="85"/>
                      <a:pt x="1063" y="85"/>
                      <a:pt x="1063" y="85"/>
                    </a:cubicBezTo>
                    <a:cubicBezTo>
                      <a:pt x="1060" y="82"/>
                      <a:pt x="1060" y="82"/>
                      <a:pt x="1060" y="82"/>
                    </a:cubicBezTo>
                    <a:cubicBezTo>
                      <a:pt x="1048" y="78"/>
                      <a:pt x="1048" y="78"/>
                      <a:pt x="1048" y="78"/>
                    </a:cubicBezTo>
                    <a:cubicBezTo>
                      <a:pt x="1050" y="73"/>
                      <a:pt x="1050" y="73"/>
                      <a:pt x="1050" y="73"/>
                    </a:cubicBezTo>
                    <a:cubicBezTo>
                      <a:pt x="1048" y="71"/>
                      <a:pt x="1048" y="71"/>
                      <a:pt x="1048" y="71"/>
                    </a:cubicBezTo>
                    <a:cubicBezTo>
                      <a:pt x="1048" y="65"/>
                      <a:pt x="1048" y="65"/>
                      <a:pt x="1048" y="65"/>
                    </a:cubicBezTo>
                    <a:cubicBezTo>
                      <a:pt x="1025" y="65"/>
                      <a:pt x="1025" y="65"/>
                      <a:pt x="1025" y="65"/>
                    </a:cubicBezTo>
                    <a:cubicBezTo>
                      <a:pt x="1019" y="74"/>
                      <a:pt x="1019" y="74"/>
                      <a:pt x="1019" y="74"/>
                    </a:cubicBezTo>
                    <a:cubicBezTo>
                      <a:pt x="1014" y="74"/>
                      <a:pt x="1014" y="74"/>
                      <a:pt x="1014" y="74"/>
                    </a:cubicBezTo>
                    <a:cubicBezTo>
                      <a:pt x="1017" y="70"/>
                      <a:pt x="1017" y="70"/>
                      <a:pt x="1017" y="70"/>
                    </a:cubicBezTo>
                    <a:cubicBezTo>
                      <a:pt x="1014" y="67"/>
                      <a:pt x="1014" y="67"/>
                      <a:pt x="1014" y="67"/>
                    </a:cubicBezTo>
                    <a:cubicBezTo>
                      <a:pt x="1005" y="71"/>
                      <a:pt x="1005" y="71"/>
                      <a:pt x="1005" y="71"/>
                    </a:cubicBezTo>
                    <a:cubicBezTo>
                      <a:pt x="1000" y="67"/>
                      <a:pt x="1000" y="67"/>
                      <a:pt x="1000" y="67"/>
                    </a:cubicBezTo>
                    <a:cubicBezTo>
                      <a:pt x="1008" y="65"/>
                      <a:pt x="1008" y="65"/>
                      <a:pt x="1008" y="65"/>
                    </a:cubicBezTo>
                    <a:cubicBezTo>
                      <a:pt x="1008" y="64"/>
                      <a:pt x="1008" y="64"/>
                      <a:pt x="1008" y="64"/>
                    </a:cubicBezTo>
                    <a:cubicBezTo>
                      <a:pt x="980" y="65"/>
                      <a:pt x="980" y="65"/>
                      <a:pt x="980" y="65"/>
                    </a:cubicBezTo>
                    <a:cubicBezTo>
                      <a:pt x="968" y="70"/>
                      <a:pt x="968" y="70"/>
                      <a:pt x="968" y="70"/>
                    </a:cubicBezTo>
                    <a:cubicBezTo>
                      <a:pt x="968" y="73"/>
                      <a:pt x="968" y="73"/>
                      <a:pt x="968" y="73"/>
                    </a:cubicBezTo>
                    <a:cubicBezTo>
                      <a:pt x="978" y="84"/>
                      <a:pt x="978" y="84"/>
                      <a:pt x="978" y="84"/>
                    </a:cubicBezTo>
                    <a:cubicBezTo>
                      <a:pt x="976" y="87"/>
                      <a:pt x="976" y="87"/>
                      <a:pt x="976" y="87"/>
                    </a:cubicBezTo>
                    <a:cubicBezTo>
                      <a:pt x="952" y="80"/>
                      <a:pt x="952" y="80"/>
                      <a:pt x="952" y="80"/>
                    </a:cubicBezTo>
                    <a:cubicBezTo>
                      <a:pt x="941" y="83"/>
                      <a:pt x="941" y="83"/>
                      <a:pt x="941" y="83"/>
                    </a:cubicBezTo>
                    <a:cubicBezTo>
                      <a:pt x="938" y="86"/>
                      <a:pt x="938" y="86"/>
                      <a:pt x="938" y="86"/>
                    </a:cubicBezTo>
                    <a:cubicBezTo>
                      <a:pt x="924" y="85"/>
                      <a:pt x="924" y="85"/>
                      <a:pt x="924" y="85"/>
                    </a:cubicBezTo>
                    <a:cubicBezTo>
                      <a:pt x="922" y="81"/>
                      <a:pt x="922" y="81"/>
                      <a:pt x="922" y="81"/>
                    </a:cubicBezTo>
                    <a:cubicBezTo>
                      <a:pt x="915" y="80"/>
                      <a:pt x="915" y="80"/>
                      <a:pt x="915" y="80"/>
                    </a:cubicBezTo>
                    <a:cubicBezTo>
                      <a:pt x="915" y="89"/>
                      <a:pt x="915" y="89"/>
                      <a:pt x="915" y="89"/>
                    </a:cubicBezTo>
                    <a:cubicBezTo>
                      <a:pt x="910" y="96"/>
                      <a:pt x="910" y="96"/>
                      <a:pt x="910" y="96"/>
                    </a:cubicBezTo>
                    <a:cubicBezTo>
                      <a:pt x="908" y="100"/>
                      <a:pt x="908" y="100"/>
                      <a:pt x="908" y="100"/>
                    </a:cubicBezTo>
                    <a:cubicBezTo>
                      <a:pt x="905" y="96"/>
                      <a:pt x="905" y="96"/>
                      <a:pt x="905" y="96"/>
                    </a:cubicBezTo>
                    <a:cubicBezTo>
                      <a:pt x="891" y="87"/>
                      <a:pt x="891" y="87"/>
                      <a:pt x="891" y="87"/>
                    </a:cubicBezTo>
                    <a:cubicBezTo>
                      <a:pt x="876" y="81"/>
                      <a:pt x="876" y="81"/>
                      <a:pt x="876" y="81"/>
                    </a:cubicBezTo>
                    <a:cubicBezTo>
                      <a:pt x="877" y="76"/>
                      <a:pt x="877" y="76"/>
                      <a:pt x="877" y="76"/>
                    </a:cubicBezTo>
                    <a:cubicBezTo>
                      <a:pt x="872" y="70"/>
                      <a:pt x="872" y="70"/>
                      <a:pt x="872" y="70"/>
                    </a:cubicBezTo>
                    <a:cubicBezTo>
                      <a:pt x="873" y="63"/>
                      <a:pt x="873" y="63"/>
                      <a:pt x="873" y="63"/>
                    </a:cubicBezTo>
                    <a:cubicBezTo>
                      <a:pt x="858" y="56"/>
                      <a:pt x="858" y="56"/>
                      <a:pt x="858" y="56"/>
                    </a:cubicBezTo>
                    <a:cubicBezTo>
                      <a:pt x="848" y="55"/>
                      <a:pt x="848" y="55"/>
                      <a:pt x="848" y="55"/>
                    </a:cubicBezTo>
                    <a:cubicBezTo>
                      <a:pt x="840" y="53"/>
                      <a:pt x="840" y="53"/>
                      <a:pt x="840" y="53"/>
                    </a:cubicBezTo>
                    <a:cubicBezTo>
                      <a:pt x="831" y="54"/>
                      <a:pt x="831" y="54"/>
                      <a:pt x="831" y="54"/>
                    </a:cubicBezTo>
                    <a:cubicBezTo>
                      <a:pt x="829" y="55"/>
                      <a:pt x="829" y="55"/>
                      <a:pt x="829" y="55"/>
                    </a:cubicBezTo>
                    <a:cubicBezTo>
                      <a:pt x="828" y="58"/>
                      <a:pt x="828" y="58"/>
                      <a:pt x="828" y="58"/>
                    </a:cubicBezTo>
                    <a:cubicBezTo>
                      <a:pt x="834" y="65"/>
                      <a:pt x="834" y="65"/>
                      <a:pt x="834" y="65"/>
                    </a:cubicBezTo>
                    <a:cubicBezTo>
                      <a:pt x="835" y="70"/>
                      <a:pt x="835" y="70"/>
                      <a:pt x="835" y="70"/>
                    </a:cubicBezTo>
                    <a:cubicBezTo>
                      <a:pt x="832" y="70"/>
                      <a:pt x="832" y="70"/>
                      <a:pt x="832" y="70"/>
                    </a:cubicBezTo>
                    <a:cubicBezTo>
                      <a:pt x="825" y="67"/>
                      <a:pt x="825" y="67"/>
                      <a:pt x="825" y="67"/>
                    </a:cubicBezTo>
                    <a:cubicBezTo>
                      <a:pt x="817" y="68"/>
                      <a:pt x="817" y="68"/>
                      <a:pt x="817" y="68"/>
                    </a:cubicBezTo>
                    <a:cubicBezTo>
                      <a:pt x="805" y="62"/>
                      <a:pt x="805" y="62"/>
                      <a:pt x="805" y="62"/>
                    </a:cubicBezTo>
                    <a:cubicBezTo>
                      <a:pt x="800" y="62"/>
                      <a:pt x="800" y="62"/>
                      <a:pt x="800" y="62"/>
                    </a:cubicBezTo>
                    <a:cubicBezTo>
                      <a:pt x="800" y="67"/>
                      <a:pt x="800" y="67"/>
                      <a:pt x="800" y="67"/>
                    </a:cubicBezTo>
                    <a:cubicBezTo>
                      <a:pt x="784" y="61"/>
                      <a:pt x="784" y="61"/>
                      <a:pt x="784" y="61"/>
                    </a:cubicBezTo>
                    <a:cubicBezTo>
                      <a:pt x="782" y="59"/>
                      <a:pt x="782" y="59"/>
                      <a:pt x="782" y="59"/>
                    </a:cubicBezTo>
                    <a:cubicBezTo>
                      <a:pt x="783" y="55"/>
                      <a:pt x="783" y="55"/>
                      <a:pt x="783" y="55"/>
                    </a:cubicBezTo>
                    <a:cubicBezTo>
                      <a:pt x="778" y="53"/>
                      <a:pt x="778" y="53"/>
                      <a:pt x="778" y="53"/>
                    </a:cubicBezTo>
                    <a:cubicBezTo>
                      <a:pt x="762" y="53"/>
                      <a:pt x="762" y="53"/>
                      <a:pt x="762" y="53"/>
                    </a:cubicBezTo>
                    <a:cubicBezTo>
                      <a:pt x="756" y="56"/>
                      <a:pt x="756" y="56"/>
                      <a:pt x="756" y="56"/>
                    </a:cubicBezTo>
                    <a:cubicBezTo>
                      <a:pt x="754" y="61"/>
                      <a:pt x="754" y="61"/>
                      <a:pt x="754" y="61"/>
                    </a:cubicBezTo>
                    <a:cubicBezTo>
                      <a:pt x="752" y="56"/>
                      <a:pt x="752" y="56"/>
                      <a:pt x="752" y="56"/>
                    </a:cubicBezTo>
                    <a:cubicBezTo>
                      <a:pt x="745" y="52"/>
                      <a:pt x="745" y="52"/>
                      <a:pt x="745" y="52"/>
                    </a:cubicBezTo>
                    <a:cubicBezTo>
                      <a:pt x="736" y="55"/>
                      <a:pt x="736" y="55"/>
                      <a:pt x="736" y="55"/>
                    </a:cubicBezTo>
                    <a:cubicBezTo>
                      <a:pt x="727" y="51"/>
                      <a:pt x="727" y="51"/>
                      <a:pt x="727" y="51"/>
                    </a:cubicBezTo>
                    <a:cubicBezTo>
                      <a:pt x="720" y="51"/>
                      <a:pt x="720" y="51"/>
                      <a:pt x="720" y="51"/>
                    </a:cubicBezTo>
                    <a:cubicBezTo>
                      <a:pt x="719" y="56"/>
                      <a:pt x="719" y="56"/>
                      <a:pt x="719" y="56"/>
                    </a:cubicBezTo>
                    <a:cubicBezTo>
                      <a:pt x="721" y="59"/>
                      <a:pt x="721" y="59"/>
                      <a:pt x="721" y="59"/>
                    </a:cubicBezTo>
                    <a:cubicBezTo>
                      <a:pt x="695" y="65"/>
                      <a:pt x="695" y="65"/>
                      <a:pt x="695" y="65"/>
                    </a:cubicBezTo>
                    <a:cubicBezTo>
                      <a:pt x="675" y="75"/>
                      <a:pt x="675" y="75"/>
                      <a:pt x="675" y="75"/>
                    </a:cubicBezTo>
                    <a:cubicBezTo>
                      <a:pt x="675" y="73"/>
                      <a:pt x="675" y="73"/>
                      <a:pt x="675" y="73"/>
                    </a:cubicBezTo>
                    <a:cubicBezTo>
                      <a:pt x="722" y="47"/>
                      <a:pt x="722" y="47"/>
                      <a:pt x="722" y="47"/>
                    </a:cubicBezTo>
                    <a:cubicBezTo>
                      <a:pt x="728" y="41"/>
                      <a:pt x="728" y="41"/>
                      <a:pt x="728" y="41"/>
                    </a:cubicBezTo>
                    <a:cubicBezTo>
                      <a:pt x="728" y="35"/>
                      <a:pt x="728" y="35"/>
                      <a:pt x="728" y="35"/>
                    </a:cubicBezTo>
                    <a:cubicBezTo>
                      <a:pt x="723" y="33"/>
                      <a:pt x="723" y="33"/>
                      <a:pt x="723" y="33"/>
                    </a:cubicBezTo>
                    <a:cubicBezTo>
                      <a:pt x="721" y="27"/>
                      <a:pt x="721" y="27"/>
                      <a:pt x="721" y="27"/>
                    </a:cubicBezTo>
                    <a:cubicBezTo>
                      <a:pt x="727" y="31"/>
                      <a:pt x="727" y="31"/>
                      <a:pt x="727" y="31"/>
                    </a:cubicBezTo>
                    <a:cubicBezTo>
                      <a:pt x="729" y="30"/>
                      <a:pt x="729" y="30"/>
                      <a:pt x="729" y="30"/>
                    </a:cubicBezTo>
                    <a:cubicBezTo>
                      <a:pt x="728" y="14"/>
                      <a:pt x="728" y="14"/>
                      <a:pt x="728" y="14"/>
                    </a:cubicBezTo>
                    <a:cubicBezTo>
                      <a:pt x="715" y="6"/>
                      <a:pt x="715" y="6"/>
                      <a:pt x="715" y="6"/>
                    </a:cubicBezTo>
                    <a:cubicBezTo>
                      <a:pt x="700" y="14"/>
                      <a:pt x="700" y="14"/>
                      <a:pt x="700" y="14"/>
                    </a:cubicBezTo>
                    <a:cubicBezTo>
                      <a:pt x="688" y="16"/>
                      <a:pt x="688" y="16"/>
                      <a:pt x="688" y="16"/>
                    </a:cubicBezTo>
                    <a:cubicBezTo>
                      <a:pt x="685" y="21"/>
                      <a:pt x="685" y="21"/>
                      <a:pt x="685" y="21"/>
                    </a:cubicBezTo>
                    <a:cubicBezTo>
                      <a:pt x="679" y="21"/>
                      <a:pt x="679" y="21"/>
                      <a:pt x="679" y="21"/>
                    </a:cubicBezTo>
                    <a:cubicBezTo>
                      <a:pt x="681" y="10"/>
                      <a:pt x="681" y="10"/>
                      <a:pt x="681" y="10"/>
                    </a:cubicBezTo>
                    <a:cubicBezTo>
                      <a:pt x="677" y="7"/>
                      <a:pt x="677" y="7"/>
                      <a:pt x="677" y="7"/>
                    </a:cubicBezTo>
                    <a:cubicBezTo>
                      <a:pt x="671" y="8"/>
                      <a:pt x="671" y="8"/>
                      <a:pt x="671" y="8"/>
                    </a:cubicBezTo>
                    <a:cubicBezTo>
                      <a:pt x="675" y="2"/>
                      <a:pt x="675" y="2"/>
                      <a:pt x="675" y="2"/>
                    </a:cubicBezTo>
                    <a:cubicBezTo>
                      <a:pt x="672" y="0"/>
                      <a:pt x="672" y="0"/>
                      <a:pt x="672" y="0"/>
                    </a:cubicBezTo>
                    <a:cubicBezTo>
                      <a:pt x="662" y="0"/>
                      <a:pt x="662" y="0"/>
                      <a:pt x="662" y="0"/>
                    </a:cubicBezTo>
                    <a:cubicBezTo>
                      <a:pt x="649" y="9"/>
                      <a:pt x="649" y="9"/>
                      <a:pt x="649" y="9"/>
                    </a:cubicBezTo>
                    <a:cubicBezTo>
                      <a:pt x="655" y="18"/>
                      <a:pt x="655" y="18"/>
                      <a:pt x="655" y="18"/>
                    </a:cubicBezTo>
                    <a:cubicBezTo>
                      <a:pt x="652" y="19"/>
                      <a:pt x="652" y="19"/>
                      <a:pt x="652" y="19"/>
                    </a:cubicBezTo>
                    <a:cubicBezTo>
                      <a:pt x="644" y="14"/>
                      <a:pt x="644" y="14"/>
                      <a:pt x="644" y="14"/>
                    </a:cubicBezTo>
                    <a:cubicBezTo>
                      <a:pt x="634" y="19"/>
                      <a:pt x="634" y="19"/>
                      <a:pt x="634" y="19"/>
                    </a:cubicBezTo>
                    <a:cubicBezTo>
                      <a:pt x="636" y="23"/>
                      <a:pt x="636" y="23"/>
                      <a:pt x="636" y="23"/>
                    </a:cubicBezTo>
                    <a:cubicBezTo>
                      <a:pt x="633" y="26"/>
                      <a:pt x="633" y="26"/>
                      <a:pt x="633" y="26"/>
                    </a:cubicBezTo>
                    <a:cubicBezTo>
                      <a:pt x="624" y="27"/>
                      <a:pt x="624" y="27"/>
                      <a:pt x="624" y="27"/>
                    </a:cubicBezTo>
                    <a:cubicBezTo>
                      <a:pt x="613" y="37"/>
                      <a:pt x="613" y="37"/>
                      <a:pt x="613" y="37"/>
                    </a:cubicBezTo>
                    <a:cubicBezTo>
                      <a:pt x="605" y="33"/>
                      <a:pt x="605" y="33"/>
                      <a:pt x="605" y="33"/>
                    </a:cubicBezTo>
                    <a:cubicBezTo>
                      <a:pt x="608" y="30"/>
                      <a:pt x="608" y="30"/>
                      <a:pt x="608" y="30"/>
                    </a:cubicBezTo>
                    <a:cubicBezTo>
                      <a:pt x="603" y="27"/>
                      <a:pt x="603" y="27"/>
                      <a:pt x="603" y="27"/>
                    </a:cubicBezTo>
                    <a:cubicBezTo>
                      <a:pt x="591" y="30"/>
                      <a:pt x="591" y="30"/>
                      <a:pt x="591" y="30"/>
                    </a:cubicBezTo>
                    <a:cubicBezTo>
                      <a:pt x="593" y="36"/>
                      <a:pt x="593" y="36"/>
                      <a:pt x="593" y="36"/>
                    </a:cubicBezTo>
                    <a:cubicBezTo>
                      <a:pt x="570" y="39"/>
                      <a:pt x="570" y="39"/>
                      <a:pt x="570" y="39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52" y="39"/>
                      <a:pt x="552" y="39"/>
                      <a:pt x="552" y="39"/>
                    </a:cubicBezTo>
                    <a:cubicBezTo>
                      <a:pt x="540" y="49"/>
                      <a:pt x="540" y="49"/>
                      <a:pt x="540" y="49"/>
                    </a:cubicBezTo>
                    <a:cubicBezTo>
                      <a:pt x="537" y="57"/>
                      <a:pt x="537" y="57"/>
                      <a:pt x="537" y="57"/>
                    </a:cubicBezTo>
                    <a:cubicBezTo>
                      <a:pt x="541" y="64"/>
                      <a:pt x="541" y="64"/>
                      <a:pt x="541" y="64"/>
                    </a:cubicBezTo>
                    <a:cubicBezTo>
                      <a:pt x="539" y="67"/>
                      <a:pt x="539" y="67"/>
                      <a:pt x="539" y="67"/>
                    </a:cubicBezTo>
                    <a:cubicBezTo>
                      <a:pt x="533" y="61"/>
                      <a:pt x="533" y="61"/>
                      <a:pt x="533" y="61"/>
                    </a:cubicBezTo>
                    <a:cubicBezTo>
                      <a:pt x="520" y="62"/>
                      <a:pt x="520" y="62"/>
                      <a:pt x="520" y="62"/>
                    </a:cubicBezTo>
                    <a:cubicBezTo>
                      <a:pt x="507" y="65"/>
                      <a:pt x="507" y="65"/>
                      <a:pt x="507" y="65"/>
                    </a:cubicBezTo>
                    <a:cubicBezTo>
                      <a:pt x="495" y="65"/>
                      <a:pt x="495" y="65"/>
                      <a:pt x="495" y="65"/>
                    </a:cubicBezTo>
                    <a:cubicBezTo>
                      <a:pt x="490" y="79"/>
                      <a:pt x="490" y="79"/>
                      <a:pt x="490" y="79"/>
                    </a:cubicBezTo>
                    <a:cubicBezTo>
                      <a:pt x="506" y="93"/>
                      <a:pt x="506" y="93"/>
                      <a:pt x="506" y="93"/>
                    </a:cubicBezTo>
                    <a:cubicBezTo>
                      <a:pt x="495" y="107"/>
                      <a:pt x="495" y="107"/>
                      <a:pt x="495" y="107"/>
                    </a:cubicBezTo>
                    <a:cubicBezTo>
                      <a:pt x="494" y="113"/>
                      <a:pt x="494" y="113"/>
                      <a:pt x="494" y="113"/>
                    </a:cubicBezTo>
                    <a:cubicBezTo>
                      <a:pt x="489" y="107"/>
                      <a:pt x="489" y="107"/>
                      <a:pt x="489" y="107"/>
                    </a:cubicBezTo>
                    <a:cubicBezTo>
                      <a:pt x="491" y="102"/>
                      <a:pt x="491" y="102"/>
                      <a:pt x="491" y="102"/>
                    </a:cubicBezTo>
                    <a:cubicBezTo>
                      <a:pt x="500" y="94"/>
                      <a:pt x="500" y="94"/>
                      <a:pt x="500" y="94"/>
                    </a:cubicBezTo>
                    <a:cubicBezTo>
                      <a:pt x="499" y="92"/>
                      <a:pt x="499" y="92"/>
                      <a:pt x="499" y="92"/>
                    </a:cubicBezTo>
                    <a:cubicBezTo>
                      <a:pt x="491" y="93"/>
                      <a:pt x="491" y="93"/>
                      <a:pt x="491" y="93"/>
                    </a:cubicBezTo>
                    <a:cubicBezTo>
                      <a:pt x="473" y="73"/>
                      <a:pt x="473" y="73"/>
                      <a:pt x="473" y="73"/>
                    </a:cubicBezTo>
                    <a:cubicBezTo>
                      <a:pt x="463" y="73"/>
                      <a:pt x="463" y="73"/>
                      <a:pt x="463" y="73"/>
                    </a:cubicBezTo>
                    <a:cubicBezTo>
                      <a:pt x="461" y="71"/>
                      <a:pt x="461" y="71"/>
                      <a:pt x="461" y="71"/>
                    </a:cubicBezTo>
                    <a:cubicBezTo>
                      <a:pt x="458" y="73"/>
                      <a:pt x="458" y="73"/>
                      <a:pt x="458" y="73"/>
                    </a:cubicBezTo>
                    <a:cubicBezTo>
                      <a:pt x="460" y="79"/>
                      <a:pt x="460" y="79"/>
                      <a:pt x="460" y="79"/>
                    </a:cubicBezTo>
                    <a:cubicBezTo>
                      <a:pt x="455" y="84"/>
                      <a:pt x="455" y="84"/>
                      <a:pt x="455" y="84"/>
                    </a:cubicBezTo>
                    <a:cubicBezTo>
                      <a:pt x="451" y="81"/>
                      <a:pt x="451" y="81"/>
                      <a:pt x="451" y="81"/>
                    </a:cubicBezTo>
                    <a:cubicBezTo>
                      <a:pt x="454" y="77"/>
                      <a:pt x="454" y="77"/>
                      <a:pt x="454" y="77"/>
                    </a:cubicBezTo>
                    <a:cubicBezTo>
                      <a:pt x="452" y="75"/>
                      <a:pt x="452" y="75"/>
                      <a:pt x="452" y="75"/>
                    </a:cubicBezTo>
                    <a:cubicBezTo>
                      <a:pt x="447" y="78"/>
                      <a:pt x="447" y="78"/>
                      <a:pt x="447" y="78"/>
                    </a:cubicBezTo>
                    <a:cubicBezTo>
                      <a:pt x="444" y="86"/>
                      <a:pt x="444" y="86"/>
                      <a:pt x="444" y="86"/>
                    </a:cubicBezTo>
                    <a:cubicBezTo>
                      <a:pt x="448" y="95"/>
                      <a:pt x="448" y="95"/>
                      <a:pt x="448" y="95"/>
                    </a:cubicBezTo>
                    <a:cubicBezTo>
                      <a:pt x="436" y="93"/>
                      <a:pt x="436" y="93"/>
                      <a:pt x="436" y="93"/>
                    </a:cubicBezTo>
                    <a:cubicBezTo>
                      <a:pt x="441" y="78"/>
                      <a:pt x="441" y="78"/>
                      <a:pt x="441" y="78"/>
                    </a:cubicBezTo>
                    <a:cubicBezTo>
                      <a:pt x="441" y="67"/>
                      <a:pt x="441" y="67"/>
                      <a:pt x="441" y="67"/>
                    </a:cubicBezTo>
                    <a:cubicBezTo>
                      <a:pt x="437" y="68"/>
                      <a:pt x="437" y="68"/>
                      <a:pt x="437" y="68"/>
                    </a:cubicBezTo>
                    <a:cubicBezTo>
                      <a:pt x="438" y="75"/>
                      <a:pt x="438" y="75"/>
                      <a:pt x="438" y="75"/>
                    </a:cubicBezTo>
                    <a:cubicBezTo>
                      <a:pt x="431" y="81"/>
                      <a:pt x="431" y="81"/>
                      <a:pt x="431" y="81"/>
                    </a:cubicBezTo>
                    <a:cubicBezTo>
                      <a:pt x="426" y="81"/>
                      <a:pt x="426" y="81"/>
                      <a:pt x="426" y="81"/>
                    </a:cubicBezTo>
                    <a:cubicBezTo>
                      <a:pt x="419" y="89"/>
                      <a:pt x="419" y="89"/>
                      <a:pt x="419" y="89"/>
                    </a:cubicBezTo>
                    <a:cubicBezTo>
                      <a:pt x="420" y="97"/>
                      <a:pt x="420" y="97"/>
                      <a:pt x="420" y="97"/>
                    </a:cubicBezTo>
                    <a:cubicBezTo>
                      <a:pt x="415" y="109"/>
                      <a:pt x="415" y="109"/>
                      <a:pt x="415" y="109"/>
                    </a:cubicBezTo>
                    <a:cubicBezTo>
                      <a:pt x="415" y="114"/>
                      <a:pt x="415" y="114"/>
                      <a:pt x="415" y="114"/>
                    </a:cubicBezTo>
                    <a:cubicBezTo>
                      <a:pt x="412" y="123"/>
                      <a:pt x="412" y="123"/>
                      <a:pt x="412" y="123"/>
                    </a:cubicBezTo>
                    <a:cubicBezTo>
                      <a:pt x="412" y="129"/>
                      <a:pt x="412" y="129"/>
                      <a:pt x="412" y="129"/>
                    </a:cubicBezTo>
                    <a:cubicBezTo>
                      <a:pt x="418" y="127"/>
                      <a:pt x="418" y="127"/>
                      <a:pt x="418" y="127"/>
                    </a:cubicBezTo>
                    <a:cubicBezTo>
                      <a:pt x="428" y="128"/>
                      <a:pt x="428" y="128"/>
                      <a:pt x="428" y="128"/>
                    </a:cubicBezTo>
                    <a:cubicBezTo>
                      <a:pt x="436" y="125"/>
                      <a:pt x="436" y="125"/>
                      <a:pt x="436" y="125"/>
                    </a:cubicBezTo>
                    <a:cubicBezTo>
                      <a:pt x="435" y="134"/>
                      <a:pt x="435" y="134"/>
                      <a:pt x="435" y="134"/>
                    </a:cubicBezTo>
                    <a:cubicBezTo>
                      <a:pt x="443" y="146"/>
                      <a:pt x="443" y="146"/>
                      <a:pt x="443" y="146"/>
                    </a:cubicBezTo>
                    <a:cubicBezTo>
                      <a:pt x="443" y="150"/>
                      <a:pt x="443" y="150"/>
                      <a:pt x="443" y="150"/>
                    </a:cubicBezTo>
                    <a:cubicBezTo>
                      <a:pt x="436" y="168"/>
                      <a:pt x="436" y="168"/>
                      <a:pt x="436" y="168"/>
                    </a:cubicBezTo>
                    <a:cubicBezTo>
                      <a:pt x="435" y="175"/>
                      <a:pt x="435" y="175"/>
                      <a:pt x="435" y="175"/>
                    </a:cubicBezTo>
                    <a:cubicBezTo>
                      <a:pt x="432" y="173"/>
                      <a:pt x="432" y="173"/>
                      <a:pt x="432" y="173"/>
                    </a:cubicBezTo>
                    <a:cubicBezTo>
                      <a:pt x="431" y="163"/>
                      <a:pt x="431" y="163"/>
                      <a:pt x="431" y="163"/>
                    </a:cubicBezTo>
                    <a:cubicBezTo>
                      <a:pt x="434" y="155"/>
                      <a:pt x="434" y="155"/>
                      <a:pt x="434" y="155"/>
                    </a:cubicBezTo>
                    <a:cubicBezTo>
                      <a:pt x="430" y="148"/>
                      <a:pt x="430" y="148"/>
                      <a:pt x="430" y="148"/>
                    </a:cubicBezTo>
                    <a:cubicBezTo>
                      <a:pt x="429" y="136"/>
                      <a:pt x="429" y="136"/>
                      <a:pt x="429" y="136"/>
                    </a:cubicBezTo>
                    <a:cubicBezTo>
                      <a:pt x="425" y="134"/>
                      <a:pt x="425" y="134"/>
                      <a:pt x="425" y="134"/>
                    </a:cubicBezTo>
                    <a:cubicBezTo>
                      <a:pt x="419" y="138"/>
                      <a:pt x="419" y="138"/>
                      <a:pt x="419" y="138"/>
                    </a:cubicBezTo>
                    <a:cubicBezTo>
                      <a:pt x="412" y="137"/>
                      <a:pt x="412" y="137"/>
                      <a:pt x="412" y="137"/>
                    </a:cubicBezTo>
                    <a:cubicBezTo>
                      <a:pt x="406" y="145"/>
                      <a:pt x="406" y="145"/>
                      <a:pt x="406" y="145"/>
                    </a:cubicBezTo>
                    <a:cubicBezTo>
                      <a:pt x="400" y="166"/>
                      <a:pt x="400" y="166"/>
                      <a:pt x="400" y="166"/>
                    </a:cubicBezTo>
                    <a:cubicBezTo>
                      <a:pt x="393" y="172"/>
                      <a:pt x="393" y="172"/>
                      <a:pt x="393" y="172"/>
                    </a:cubicBezTo>
                    <a:cubicBezTo>
                      <a:pt x="393" y="182"/>
                      <a:pt x="393" y="182"/>
                      <a:pt x="393" y="182"/>
                    </a:cubicBezTo>
                    <a:cubicBezTo>
                      <a:pt x="386" y="172"/>
                      <a:pt x="386" y="172"/>
                      <a:pt x="386" y="172"/>
                    </a:cubicBezTo>
                    <a:cubicBezTo>
                      <a:pt x="376" y="168"/>
                      <a:pt x="376" y="168"/>
                      <a:pt x="376" y="168"/>
                    </a:cubicBezTo>
                    <a:cubicBezTo>
                      <a:pt x="373" y="166"/>
                      <a:pt x="373" y="166"/>
                      <a:pt x="373" y="166"/>
                    </a:cubicBezTo>
                    <a:cubicBezTo>
                      <a:pt x="389" y="166"/>
                      <a:pt x="389" y="166"/>
                      <a:pt x="389" y="166"/>
                    </a:cubicBezTo>
                    <a:cubicBezTo>
                      <a:pt x="393" y="159"/>
                      <a:pt x="393" y="159"/>
                      <a:pt x="393" y="159"/>
                    </a:cubicBezTo>
                    <a:cubicBezTo>
                      <a:pt x="393" y="151"/>
                      <a:pt x="393" y="151"/>
                      <a:pt x="393" y="151"/>
                    </a:cubicBezTo>
                    <a:cubicBezTo>
                      <a:pt x="398" y="138"/>
                      <a:pt x="398" y="138"/>
                      <a:pt x="398" y="138"/>
                    </a:cubicBezTo>
                    <a:cubicBezTo>
                      <a:pt x="403" y="133"/>
                      <a:pt x="403" y="133"/>
                      <a:pt x="403" y="133"/>
                    </a:cubicBezTo>
                    <a:cubicBezTo>
                      <a:pt x="398" y="128"/>
                      <a:pt x="398" y="128"/>
                      <a:pt x="398" y="128"/>
                    </a:cubicBezTo>
                    <a:cubicBezTo>
                      <a:pt x="400" y="118"/>
                      <a:pt x="400" y="118"/>
                      <a:pt x="400" y="118"/>
                    </a:cubicBezTo>
                    <a:cubicBezTo>
                      <a:pt x="405" y="106"/>
                      <a:pt x="405" y="106"/>
                      <a:pt x="405" y="106"/>
                    </a:cubicBezTo>
                    <a:cubicBezTo>
                      <a:pt x="402" y="101"/>
                      <a:pt x="402" y="101"/>
                      <a:pt x="402" y="101"/>
                    </a:cubicBezTo>
                    <a:cubicBezTo>
                      <a:pt x="402" y="93"/>
                      <a:pt x="402" y="93"/>
                      <a:pt x="402" y="93"/>
                    </a:cubicBezTo>
                    <a:cubicBezTo>
                      <a:pt x="407" y="87"/>
                      <a:pt x="407" y="87"/>
                      <a:pt x="407" y="87"/>
                    </a:cubicBezTo>
                    <a:cubicBezTo>
                      <a:pt x="415" y="72"/>
                      <a:pt x="415" y="72"/>
                      <a:pt x="415" y="72"/>
                    </a:cubicBezTo>
                    <a:cubicBezTo>
                      <a:pt x="396" y="69"/>
                      <a:pt x="396" y="69"/>
                      <a:pt x="396" y="69"/>
                    </a:cubicBezTo>
                    <a:cubicBezTo>
                      <a:pt x="377" y="88"/>
                      <a:pt x="377" y="88"/>
                      <a:pt x="377" y="88"/>
                    </a:cubicBezTo>
                    <a:cubicBezTo>
                      <a:pt x="367" y="94"/>
                      <a:pt x="367" y="94"/>
                      <a:pt x="367" y="94"/>
                    </a:cubicBezTo>
                    <a:cubicBezTo>
                      <a:pt x="363" y="103"/>
                      <a:pt x="363" y="103"/>
                      <a:pt x="363" y="103"/>
                    </a:cubicBezTo>
                    <a:cubicBezTo>
                      <a:pt x="357" y="114"/>
                      <a:pt x="357" y="114"/>
                      <a:pt x="357" y="114"/>
                    </a:cubicBezTo>
                    <a:cubicBezTo>
                      <a:pt x="362" y="119"/>
                      <a:pt x="362" y="119"/>
                      <a:pt x="362" y="119"/>
                    </a:cubicBezTo>
                    <a:cubicBezTo>
                      <a:pt x="366" y="128"/>
                      <a:pt x="366" y="128"/>
                      <a:pt x="366" y="128"/>
                    </a:cubicBezTo>
                    <a:cubicBezTo>
                      <a:pt x="368" y="128"/>
                      <a:pt x="368" y="128"/>
                      <a:pt x="368" y="128"/>
                    </a:cubicBezTo>
                    <a:cubicBezTo>
                      <a:pt x="365" y="138"/>
                      <a:pt x="365" y="138"/>
                      <a:pt x="365" y="138"/>
                    </a:cubicBezTo>
                    <a:cubicBezTo>
                      <a:pt x="356" y="132"/>
                      <a:pt x="356" y="132"/>
                      <a:pt x="356" y="132"/>
                    </a:cubicBezTo>
                    <a:cubicBezTo>
                      <a:pt x="336" y="122"/>
                      <a:pt x="336" y="122"/>
                      <a:pt x="336" y="122"/>
                    </a:cubicBezTo>
                    <a:cubicBezTo>
                      <a:pt x="327" y="122"/>
                      <a:pt x="327" y="122"/>
                      <a:pt x="327" y="122"/>
                    </a:cubicBezTo>
                    <a:cubicBezTo>
                      <a:pt x="314" y="117"/>
                      <a:pt x="314" y="117"/>
                      <a:pt x="314" y="117"/>
                    </a:cubicBezTo>
                    <a:cubicBezTo>
                      <a:pt x="304" y="109"/>
                      <a:pt x="304" y="109"/>
                      <a:pt x="304" y="109"/>
                    </a:cubicBezTo>
                    <a:cubicBezTo>
                      <a:pt x="299" y="114"/>
                      <a:pt x="299" y="114"/>
                      <a:pt x="299" y="114"/>
                    </a:cubicBezTo>
                    <a:cubicBezTo>
                      <a:pt x="304" y="128"/>
                      <a:pt x="304" y="128"/>
                      <a:pt x="304" y="128"/>
                    </a:cubicBezTo>
                    <a:cubicBezTo>
                      <a:pt x="290" y="132"/>
                      <a:pt x="290" y="132"/>
                      <a:pt x="290" y="132"/>
                    </a:cubicBezTo>
                    <a:cubicBezTo>
                      <a:pt x="293" y="140"/>
                      <a:pt x="293" y="140"/>
                      <a:pt x="293" y="140"/>
                    </a:cubicBezTo>
                    <a:cubicBezTo>
                      <a:pt x="287" y="142"/>
                      <a:pt x="287" y="142"/>
                      <a:pt x="287" y="142"/>
                    </a:cubicBezTo>
                    <a:cubicBezTo>
                      <a:pt x="282" y="140"/>
                      <a:pt x="282" y="140"/>
                      <a:pt x="282" y="140"/>
                    </a:cubicBezTo>
                    <a:cubicBezTo>
                      <a:pt x="287" y="125"/>
                      <a:pt x="287" y="125"/>
                      <a:pt x="287" y="125"/>
                    </a:cubicBezTo>
                    <a:cubicBezTo>
                      <a:pt x="270" y="130"/>
                      <a:pt x="270" y="130"/>
                      <a:pt x="270" y="130"/>
                    </a:cubicBezTo>
                    <a:cubicBezTo>
                      <a:pt x="264" y="129"/>
                      <a:pt x="264" y="129"/>
                      <a:pt x="264" y="129"/>
                    </a:cubicBezTo>
                    <a:cubicBezTo>
                      <a:pt x="256" y="138"/>
                      <a:pt x="256" y="138"/>
                      <a:pt x="256" y="138"/>
                    </a:cubicBezTo>
                    <a:cubicBezTo>
                      <a:pt x="242" y="139"/>
                      <a:pt x="242" y="139"/>
                      <a:pt x="242" y="139"/>
                    </a:cubicBezTo>
                    <a:cubicBezTo>
                      <a:pt x="248" y="133"/>
                      <a:pt x="248" y="133"/>
                      <a:pt x="248" y="133"/>
                    </a:cubicBezTo>
                    <a:cubicBezTo>
                      <a:pt x="247" y="128"/>
                      <a:pt x="247" y="128"/>
                      <a:pt x="247" y="128"/>
                    </a:cubicBezTo>
                    <a:cubicBezTo>
                      <a:pt x="252" y="123"/>
                      <a:pt x="252" y="123"/>
                      <a:pt x="252" y="123"/>
                    </a:cubicBezTo>
                    <a:cubicBezTo>
                      <a:pt x="244" y="124"/>
                      <a:pt x="244" y="124"/>
                      <a:pt x="244" y="124"/>
                    </a:cubicBezTo>
                    <a:cubicBezTo>
                      <a:pt x="186" y="149"/>
                      <a:pt x="186" y="149"/>
                      <a:pt x="186" y="149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68" y="161"/>
                      <a:pt x="168" y="161"/>
                      <a:pt x="168" y="161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61" y="128"/>
                      <a:pt x="161" y="128"/>
                      <a:pt x="161" y="128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47" y="128"/>
                      <a:pt x="147" y="128"/>
                      <a:pt x="147" y="128"/>
                    </a:cubicBezTo>
                    <a:cubicBezTo>
                      <a:pt x="151" y="136"/>
                      <a:pt x="151" y="136"/>
                      <a:pt x="151" y="136"/>
                    </a:cubicBezTo>
                    <a:cubicBezTo>
                      <a:pt x="151" y="143"/>
                      <a:pt x="151" y="143"/>
                      <a:pt x="151" y="143"/>
                    </a:cubicBezTo>
                    <a:cubicBezTo>
                      <a:pt x="146" y="153"/>
                      <a:pt x="146" y="153"/>
                      <a:pt x="146" y="153"/>
                    </a:cubicBezTo>
                    <a:cubicBezTo>
                      <a:pt x="153" y="154"/>
                      <a:pt x="153" y="154"/>
                      <a:pt x="153" y="154"/>
                    </a:cubicBezTo>
                    <a:cubicBezTo>
                      <a:pt x="154" y="168"/>
                      <a:pt x="154" y="168"/>
                      <a:pt x="154" y="168"/>
                    </a:cubicBezTo>
                    <a:cubicBezTo>
                      <a:pt x="144" y="177"/>
                      <a:pt x="144" y="177"/>
                      <a:pt x="144" y="177"/>
                    </a:cubicBezTo>
                    <a:cubicBezTo>
                      <a:pt x="129" y="169"/>
                      <a:pt x="129" y="169"/>
                      <a:pt x="129" y="169"/>
                    </a:cubicBezTo>
                    <a:cubicBezTo>
                      <a:pt x="124" y="176"/>
                      <a:pt x="124" y="176"/>
                      <a:pt x="124" y="176"/>
                    </a:cubicBezTo>
                    <a:cubicBezTo>
                      <a:pt x="108" y="185"/>
                      <a:pt x="108" y="185"/>
                      <a:pt x="108" y="185"/>
                    </a:cubicBezTo>
                    <a:cubicBezTo>
                      <a:pt x="111" y="193"/>
                      <a:pt x="111" y="193"/>
                      <a:pt x="111" y="193"/>
                    </a:cubicBezTo>
                    <a:cubicBezTo>
                      <a:pt x="116" y="200"/>
                      <a:pt x="116" y="200"/>
                      <a:pt x="116" y="200"/>
                    </a:cubicBezTo>
                    <a:cubicBezTo>
                      <a:pt x="104" y="201"/>
                      <a:pt x="104" y="201"/>
                      <a:pt x="104" y="201"/>
                    </a:cubicBezTo>
                    <a:cubicBezTo>
                      <a:pt x="98" y="196"/>
                      <a:pt x="98" y="196"/>
                      <a:pt x="98" y="196"/>
                    </a:cubicBezTo>
                    <a:cubicBezTo>
                      <a:pt x="90" y="193"/>
                      <a:pt x="90" y="193"/>
                      <a:pt x="90" y="193"/>
                    </a:cubicBezTo>
                    <a:cubicBezTo>
                      <a:pt x="82" y="187"/>
                      <a:pt x="82" y="187"/>
                      <a:pt x="82" y="187"/>
                    </a:cubicBezTo>
                    <a:cubicBezTo>
                      <a:pt x="76" y="195"/>
                      <a:pt x="76" y="195"/>
                      <a:pt x="76" y="195"/>
                    </a:cubicBezTo>
                    <a:cubicBezTo>
                      <a:pt x="80" y="202"/>
                      <a:pt x="80" y="202"/>
                      <a:pt x="80" y="202"/>
                    </a:cubicBezTo>
                    <a:cubicBezTo>
                      <a:pt x="84" y="202"/>
                      <a:pt x="84" y="202"/>
                      <a:pt x="84" y="202"/>
                    </a:cubicBezTo>
                    <a:cubicBezTo>
                      <a:pt x="88" y="207"/>
                      <a:pt x="88" y="207"/>
                      <a:pt x="88" y="207"/>
                    </a:cubicBezTo>
                    <a:cubicBezTo>
                      <a:pt x="88" y="212"/>
                      <a:pt x="88" y="212"/>
                      <a:pt x="88" y="212"/>
                    </a:cubicBezTo>
                    <a:cubicBezTo>
                      <a:pt x="77" y="212"/>
                      <a:pt x="77" y="212"/>
                      <a:pt x="77" y="212"/>
                    </a:cubicBezTo>
                    <a:cubicBezTo>
                      <a:pt x="65" y="201"/>
                      <a:pt x="65" y="201"/>
                      <a:pt x="65" y="201"/>
                    </a:cubicBezTo>
                    <a:cubicBezTo>
                      <a:pt x="61" y="191"/>
                      <a:pt x="61" y="191"/>
                      <a:pt x="61" y="191"/>
                    </a:cubicBezTo>
                    <a:cubicBezTo>
                      <a:pt x="63" y="181"/>
                      <a:pt x="63" y="181"/>
                      <a:pt x="63" y="181"/>
                    </a:cubicBezTo>
                    <a:cubicBezTo>
                      <a:pt x="47" y="166"/>
                      <a:pt x="47" y="166"/>
                      <a:pt x="47" y="166"/>
                    </a:cubicBezTo>
                    <a:cubicBezTo>
                      <a:pt x="40" y="151"/>
                      <a:pt x="40" y="151"/>
                      <a:pt x="40" y="151"/>
                    </a:cubicBezTo>
                    <a:cubicBezTo>
                      <a:pt x="49" y="157"/>
                      <a:pt x="49" y="157"/>
                      <a:pt x="49" y="157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5" y="171"/>
                      <a:pt x="65" y="171"/>
                      <a:pt x="65" y="171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98" y="176"/>
                      <a:pt x="98" y="176"/>
                      <a:pt x="98" y="176"/>
                    </a:cubicBezTo>
                    <a:cubicBezTo>
                      <a:pt x="106" y="172"/>
                      <a:pt x="106" y="172"/>
                      <a:pt x="106" y="172"/>
                    </a:cubicBezTo>
                    <a:cubicBezTo>
                      <a:pt x="117" y="163"/>
                      <a:pt x="117" y="163"/>
                      <a:pt x="117" y="163"/>
                    </a:cubicBezTo>
                    <a:cubicBezTo>
                      <a:pt x="120" y="151"/>
                      <a:pt x="120" y="151"/>
                      <a:pt x="120" y="151"/>
                    </a:cubicBezTo>
                    <a:cubicBezTo>
                      <a:pt x="115" y="137"/>
                      <a:pt x="115" y="137"/>
                      <a:pt x="115" y="137"/>
                    </a:cubicBezTo>
                    <a:cubicBezTo>
                      <a:pt x="105" y="132"/>
                      <a:pt x="105" y="132"/>
                      <a:pt x="105" y="132"/>
                    </a:cubicBezTo>
                    <a:cubicBezTo>
                      <a:pt x="85" y="115"/>
                      <a:pt x="85" y="115"/>
                      <a:pt x="85" y="11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72" y="101"/>
                      <a:pt x="72" y="101"/>
                      <a:pt x="72" y="101"/>
                    </a:cubicBezTo>
                    <a:cubicBezTo>
                      <a:pt x="63" y="96"/>
                      <a:pt x="63" y="96"/>
                      <a:pt x="63" y="96"/>
                    </a:cubicBezTo>
                    <a:cubicBezTo>
                      <a:pt x="57" y="103"/>
                      <a:pt x="57" y="103"/>
                      <a:pt x="57" y="103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17" y="114"/>
                      <a:pt x="17" y="114"/>
                      <a:pt x="17" y="114"/>
                    </a:cubicBezTo>
                    <a:cubicBezTo>
                      <a:pt x="13" y="122"/>
                      <a:pt x="13" y="122"/>
                      <a:pt x="13" y="122"/>
                    </a:cubicBezTo>
                    <a:cubicBezTo>
                      <a:pt x="17" y="131"/>
                      <a:pt x="17" y="131"/>
                      <a:pt x="17" y="131"/>
                    </a:cubicBezTo>
                    <a:cubicBezTo>
                      <a:pt x="8" y="146"/>
                      <a:pt x="8" y="146"/>
                      <a:pt x="8" y="146"/>
                    </a:cubicBezTo>
                    <a:cubicBezTo>
                      <a:pt x="18" y="169"/>
                      <a:pt x="18" y="169"/>
                      <a:pt x="18" y="169"/>
                    </a:cubicBezTo>
                    <a:cubicBezTo>
                      <a:pt x="10" y="181"/>
                      <a:pt x="10" y="181"/>
                      <a:pt x="10" y="181"/>
                    </a:cubicBezTo>
                    <a:cubicBezTo>
                      <a:pt x="21" y="207"/>
                      <a:pt x="21" y="207"/>
                      <a:pt x="21" y="207"/>
                    </a:cubicBezTo>
                    <a:cubicBezTo>
                      <a:pt x="29" y="212"/>
                      <a:pt x="29" y="212"/>
                      <a:pt x="29" y="212"/>
                    </a:cubicBezTo>
                    <a:cubicBezTo>
                      <a:pt x="31" y="221"/>
                      <a:pt x="31" y="221"/>
                      <a:pt x="31" y="221"/>
                    </a:cubicBezTo>
                    <a:cubicBezTo>
                      <a:pt x="5" y="245"/>
                      <a:pt x="5" y="245"/>
                      <a:pt x="5" y="245"/>
                    </a:cubicBezTo>
                    <a:cubicBezTo>
                      <a:pt x="4" y="250"/>
                      <a:pt x="4" y="250"/>
                      <a:pt x="4" y="250"/>
                    </a:cubicBezTo>
                    <a:cubicBezTo>
                      <a:pt x="5" y="249"/>
                      <a:pt x="5" y="249"/>
                      <a:pt x="5" y="249"/>
                    </a:cubicBezTo>
                    <a:cubicBezTo>
                      <a:pt x="9" y="250"/>
                      <a:pt x="9" y="250"/>
                      <a:pt x="9" y="250"/>
                    </a:cubicBezTo>
                    <a:cubicBezTo>
                      <a:pt x="5" y="258"/>
                      <a:pt x="5" y="258"/>
                      <a:pt x="5" y="258"/>
                    </a:cubicBezTo>
                    <a:cubicBezTo>
                      <a:pt x="9" y="261"/>
                      <a:pt x="9" y="261"/>
                      <a:pt x="9" y="261"/>
                    </a:cubicBezTo>
                    <a:cubicBezTo>
                      <a:pt x="18" y="261"/>
                      <a:pt x="18" y="261"/>
                      <a:pt x="18" y="261"/>
                    </a:cubicBezTo>
                    <a:cubicBezTo>
                      <a:pt x="22" y="264"/>
                      <a:pt x="22" y="264"/>
                      <a:pt x="22" y="264"/>
                    </a:cubicBezTo>
                    <a:cubicBezTo>
                      <a:pt x="21" y="266"/>
                      <a:pt x="21" y="266"/>
                      <a:pt x="21" y="266"/>
                    </a:cubicBezTo>
                    <a:cubicBezTo>
                      <a:pt x="8" y="265"/>
                      <a:pt x="8" y="265"/>
                      <a:pt x="8" y="265"/>
                    </a:cubicBezTo>
                    <a:cubicBezTo>
                      <a:pt x="3" y="267"/>
                      <a:pt x="3" y="267"/>
                      <a:pt x="3" y="267"/>
                    </a:cubicBezTo>
                    <a:cubicBezTo>
                      <a:pt x="1" y="271"/>
                      <a:pt x="1" y="271"/>
                      <a:pt x="1" y="271"/>
                    </a:cubicBezTo>
                    <a:cubicBezTo>
                      <a:pt x="4" y="273"/>
                      <a:pt x="4" y="273"/>
                      <a:pt x="4" y="273"/>
                    </a:cubicBezTo>
                    <a:cubicBezTo>
                      <a:pt x="0" y="293"/>
                      <a:pt x="0" y="293"/>
                      <a:pt x="0" y="293"/>
                    </a:cubicBezTo>
                    <a:cubicBezTo>
                      <a:pt x="5" y="300"/>
                      <a:pt x="5" y="300"/>
                      <a:pt x="5" y="300"/>
                    </a:cubicBezTo>
                    <a:cubicBezTo>
                      <a:pt x="2" y="308"/>
                      <a:pt x="2" y="308"/>
                      <a:pt x="2" y="308"/>
                    </a:cubicBezTo>
                    <a:cubicBezTo>
                      <a:pt x="4" y="316"/>
                      <a:pt x="4" y="316"/>
                      <a:pt x="4" y="316"/>
                    </a:cubicBezTo>
                    <a:cubicBezTo>
                      <a:pt x="26" y="328"/>
                      <a:pt x="26" y="328"/>
                      <a:pt x="26" y="328"/>
                    </a:cubicBezTo>
                    <a:cubicBezTo>
                      <a:pt x="30" y="348"/>
                      <a:pt x="30" y="348"/>
                      <a:pt x="30" y="348"/>
                    </a:cubicBezTo>
                    <a:cubicBezTo>
                      <a:pt x="36" y="351"/>
                      <a:pt x="36" y="351"/>
                      <a:pt x="36" y="351"/>
                    </a:cubicBezTo>
                    <a:cubicBezTo>
                      <a:pt x="32" y="373"/>
                      <a:pt x="32" y="373"/>
                      <a:pt x="32" y="373"/>
                    </a:cubicBezTo>
                    <a:cubicBezTo>
                      <a:pt x="52" y="375"/>
                      <a:pt x="52" y="375"/>
                      <a:pt x="52" y="375"/>
                    </a:cubicBezTo>
                    <a:cubicBezTo>
                      <a:pt x="48" y="388"/>
                      <a:pt x="48" y="388"/>
                      <a:pt x="48" y="388"/>
                    </a:cubicBezTo>
                    <a:cubicBezTo>
                      <a:pt x="65" y="388"/>
                      <a:pt x="65" y="388"/>
                      <a:pt x="65" y="388"/>
                    </a:cubicBezTo>
                    <a:cubicBezTo>
                      <a:pt x="74" y="395"/>
                      <a:pt x="74" y="395"/>
                      <a:pt x="74" y="395"/>
                    </a:cubicBezTo>
                    <a:cubicBezTo>
                      <a:pt x="83" y="397"/>
                      <a:pt x="83" y="397"/>
                      <a:pt x="83" y="397"/>
                    </a:cubicBezTo>
                    <a:cubicBezTo>
                      <a:pt x="85" y="403"/>
                      <a:pt x="85" y="403"/>
                      <a:pt x="85" y="403"/>
                    </a:cubicBezTo>
                    <a:cubicBezTo>
                      <a:pt x="93" y="402"/>
                      <a:pt x="93" y="402"/>
                      <a:pt x="93" y="402"/>
                    </a:cubicBezTo>
                    <a:cubicBezTo>
                      <a:pt x="106" y="413"/>
                      <a:pt x="106" y="413"/>
                      <a:pt x="106" y="413"/>
                    </a:cubicBezTo>
                    <a:cubicBezTo>
                      <a:pt x="97" y="435"/>
                      <a:pt x="97" y="435"/>
                      <a:pt x="97" y="435"/>
                    </a:cubicBezTo>
                    <a:cubicBezTo>
                      <a:pt x="102" y="434"/>
                      <a:pt x="102" y="434"/>
                      <a:pt x="102" y="434"/>
                    </a:cubicBezTo>
                    <a:cubicBezTo>
                      <a:pt x="104" y="438"/>
                      <a:pt x="104" y="438"/>
                      <a:pt x="104" y="438"/>
                    </a:cubicBezTo>
                    <a:cubicBezTo>
                      <a:pt x="91" y="448"/>
                      <a:pt x="91" y="448"/>
                      <a:pt x="91" y="448"/>
                    </a:cubicBezTo>
                    <a:cubicBezTo>
                      <a:pt x="94" y="453"/>
                      <a:pt x="94" y="453"/>
                      <a:pt x="94" y="453"/>
                    </a:cubicBezTo>
                    <a:cubicBezTo>
                      <a:pt x="89" y="453"/>
                      <a:pt x="89" y="453"/>
                      <a:pt x="89" y="453"/>
                    </a:cubicBezTo>
                    <a:cubicBezTo>
                      <a:pt x="89" y="459"/>
                      <a:pt x="89" y="459"/>
                      <a:pt x="89" y="459"/>
                    </a:cubicBezTo>
                    <a:cubicBezTo>
                      <a:pt x="81" y="459"/>
                      <a:pt x="81" y="459"/>
                      <a:pt x="81" y="459"/>
                    </a:cubicBezTo>
                    <a:cubicBezTo>
                      <a:pt x="81" y="464"/>
                      <a:pt x="81" y="464"/>
                      <a:pt x="81" y="464"/>
                    </a:cubicBezTo>
                    <a:cubicBezTo>
                      <a:pt x="86" y="464"/>
                      <a:pt x="86" y="464"/>
                      <a:pt x="86" y="464"/>
                    </a:cubicBezTo>
                    <a:cubicBezTo>
                      <a:pt x="93" y="467"/>
                      <a:pt x="93" y="467"/>
                      <a:pt x="93" y="467"/>
                    </a:cubicBezTo>
                    <a:cubicBezTo>
                      <a:pt x="101" y="480"/>
                      <a:pt x="101" y="480"/>
                      <a:pt x="101" y="480"/>
                    </a:cubicBezTo>
                    <a:cubicBezTo>
                      <a:pt x="107" y="487"/>
                      <a:pt x="107" y="487"/>
                      <a:pt x="107" y="487"/>
                    </a:cubicBezTo>
                    <a:cubicBezTo>
                      <a:pt x="118" y="493"/>
                      <a:pt x="118" y="493"/>
                      <a:pt x="118" y="493"/>
                    </a:cubicBezTo>
                    <a:cubicBezTo>
                      <a:pt x="126" y="488"/>
                      <a:pt x="126" y="488"/>
                      <a:pt x="126" y="488"/>
                    </a:cubicBezTo>
                    <a:cubicBezTo>
                      <a:pt x="140" y="490"/>
                      <a:pt x="140" y="490"/>
                      <a:pt x="140" y="490"/>
                    </a:cubicBezTo>
                    <a:cubicBezTo>
                      <a:pt x="163" y="510"/>
                      <a:pt x="163" y="510"/>
                      <a:pt x="163" y="510"/>
                    </a:cubicBezTo>
                    <a:cubicBezTo>
                      <a:pt x="171" y="513"/>
                      <a:pt x="171" y="513"/>
                      <a:pt x="171" y="513"/>
                    </a:cubicBezTo>
                    <a:cubicBezTo>
                      <a:pt x="186" y="503"/>
                      <a:pt x="186" y="503"/>
                      <a:pt x="186" y="503"/>
                    </a:cubicBezTo>
                    <a:cubicBezTo>
                      <a:pt x="181" y="494"/>
                      <a:pt x="181" y="494"/>
                      <a:pt x="181" y="494"/>
                    </a:cubicBezTo>
                    <a:cubicBezTo>
                      <a:pt x="177" y="482"/>
                      <a:pt x="177" y="482"/>
                      <a:pt x="177" y="482"/>
                    </a:cubicBezTo>
                    <a:cubicBezTo>
                      <a:pt x="174" y="478"/>
                      <a:pt x="174" y="478"/>
                      <a:pt x="174" y="478"/>
                    </a:cubicBezTo>
                    <a:cubicBezTo>
                      <a:pt x="174" y="464"/>
                      <a:pt x="174" y="464"/>
                      <a:pt x="174" y="464"/>
                    </a:cubicBezTo>
                    <a:cubicBezTo>
                      <a:pt x="178" y="456"/>
                      <a:pt x="178" y="456"/>
                      <a:pt x="178" y="456"/>
                    </a:cubicBezTo>
                    <a:cubicBezTo>
                      <a:pt x="186" y="455"/>
                      <a:pt x="186" y="455"/>
                      <a:pt x="186" y="455"/>
                    </a:cubicBezTo>
                    <a:cubicBezTo>
                      <a:pt x="190" y="446"/>
                      <a:pt x="190" y="446"/>
                      <a:pt x="190" y="446"/>
                    </a:cubicBezTo>
                    <a:cubicBezTo>
                      <a:pt x="189" y="444"/>
                      <a:pt x="189" y="444"/>
                      <a:pt x="189" y="444"/>
                    </a:cubicBezTo>
                    <a:cubicBezTo>
                      <a:pt x="166" y="414"/>
                      <a:pt x="166" y="414"/>
                      <a:pt x="166" y="414"/>
                    </a:cubicBezTo>
                    <a:cubicBezTo>
                      <a:pt x="176" y="404"/>
                      <a:pt x="176" y="404"/>
                      <a:pt x="176" y="404"/>
                    </a:cubicBezTo>
                    <a:cubicBezTo>
                      <a:pt x="186" y="414"/>
                      <a:pt x="186" y="414"/>
                      <a:pt x="186" y="414"/>
                    </a:cubicBezTo>
                    <a:cubicBezTo>
                      <a:pt x="191" y="407"/>
                      <a:pt x="191" y="407"/>
                      <a:pt x="191" y="407"/>
                    </a:cubicBezTo>
                    <a:cubicBezTo>
                      <a:pt x="188" y="398"/>
                      <a:pt x="188" y="398"/>
                      <a:pt x="188" y="398"/>
                    </a:cubicBezTo>
                    <a:cubicBezTo>
                      <a:pt x="207" y="381"/>
                      <a:pt x="207" y="381"/>
                      <a:pt x="207" y="381"/>
                    </a:cubicBezTo>
                    <a:cubicBezTo>
                      <a:pt x="226" y="380"/>
                      <a:pt x="226" y="380"/>
                      <a:pt x="226" y="380"/>
                    </a:cubicBezTo>
                    <a:cubicBezTo>
                      <a:pt x="239" y="393"/>
                      <a:pt x="239" y="393"/>
                      <a:pt x="239" y="393"/>
                    </a:cubicBezTo>
                    <a:cubicBezTo>
                      <a:pt x="247" y="391"/>
                      <a:pt x="247" y="391"/>
                      <a:pt x="247" y="391"/>
                    </a:cubicBezTo>
                    <a:cubicBezTo>
                      <a:pt x="256" y="399"/>
                      <a:pt x="256" y="399"/>
                      <a:pt x="256" y="399"/>
                    </a:cubicBezTo>
                    <a:cubicBezTo>
                      <a:pt x="263" y="390"/>
                      <a:pt x="263" y="390"/>
                      <a:pt x="263" y="390"/>
                    </a:cubicBezTo>
                    <a:cubicBezTo>
                      <a:pt x="279" y="397"/>
                      <a:pt x="279" y="397"/>
                      <a:pt x="279" y="397"/>
                    </a:cubicBezTo>
                    <a:cubicBezTo>
                      <a:pt x="281" y="386"/>
                      <a:pt x="281" y="386"/>
                      <a:pt x="281" y="386"/>
                    </a:cubicBezTo>
                    <a:cubicBezTo>
                      <a:pt x="290" y="380"/>
                      <a:pt x="290" y="380"/>
                      <a:pt x="290" y="380"/>
                    </a:cubicBezTo>
                    <a:cubicBezTo>
                      <a:pt x="287" y="376"/>
                      <a:pt x="287" y="376"/>
                      <a:pt x="287" y="376"/>
                    </a:cubicBezTo>
                    <a:cubicBezTo>
                      <a:pt x="300" y="366"/>
                      <a:pt x="300" y="366"/>
                      <a:pt x="300" y="366"/>
                    </a:cubicBezTo>
                    <a:cubicBezTo>
                      <a:pt x="295" y="355"/>
                      <a:pt x="295" y="355"/>
                      <a:pt x="295" y="355"/>
                    </a:cubicBezTo>
                    <a:cubicBezTo>
                      <a:pt x="299" y="351"/>
                      <a:pt x="299" y="351"/>
                      <a:pt x="299" y="351"/>
                    </a:cubicBezTo>
                    <a:cubicBezTo>
                      <a:pt x="311" y="356"/>
                      <a:pt x="311" y="356"/>
                      <a:pt x="311" y="356"/>
                    </a:cubicBezTo>
                    <a:cubicBezTo>
                      <a:pt x="354" y="341"/>
                      <a:pt x="354" y="341"/>
                      <a:pt x="354" y="341"/>
                    </a:cubicBezTo>
                    <a:cubicBezTo>
                      <a:pt x="367" y="343"/>
                      <a:pt x="367" y="343"/>
                      <a:pt x="367" y="343"/>
                    </a:cubicBezTo>
                    <a:cubicBezTo>
                      <a:pt x="379" y="355"/>
                      <a:pt x="379" y="355"/>
                      <a:pt x="379" y="355"/>
                    </a:cubicBezTo>
                    <a:cubicBezTo>
                      <a:pt x="434" y="360"/>
                      <a:pt x="434" y="360"/>
                      <a:pt x="434" y="360"/>
                    </a:cubicBezTo>
                    <a:cubicBezTo>
                      <a:pt x="443" y="380"/>
                      <a:pt x="443" y="380"/>
                      <a:pt x="443" y="380"/>
                    </a:cubicBezTo>
                    <a:cubicBezTo>
                      <a:pt x="457" y="383"/>
                      <a:pt x="457" y="383"/>
                      <a:pt x="457" y="383"/>
                    </a:cubicBezTo>
                    <a:cubicBezTo>
                      <a:pt x="470" y="398"/>
                      <a:pt x="470" y="398"/>
                      <a:pt x="470" y="398"/>
                    </a:cubicBezTo>
                    <a:cubicBezTo>
                      <a:pt x="487" y="397"/>
                      <a:pt x="487" y="397"/>
                      <a:pt x="487" y="397"/>
                    </a:cubicBezTo>
                    <a:cubicBezTo>
                      <a:pt x="492" y="409"/>
                      <a:pt x="492" y="409"/>
                      <a:pt x="492" y="409"/>
                    </a:cubicBezTo>
                    <a:cubicBezTo>
                      <a:pt x="508" y="409"/>
                      <a:pt x="508" y="409"/>
                      <a:pt x="508" y="409"/>
                    </a:cubicBezTo>
                    <a:cubicBezTo>
                      <a:pt x="517" y="415"/>
                      <a:pt x="517" y="415"/>
                      <a:pt x="517" y="415"/>
                    </a:cubicBezTo>
                    <a:cubicBezTo>
                      <a:pt x="536" y="413"/>
                      <a:pt x="536" y="413"/>
                      <a:pt x="536" y="413"/>
                    </a:cubicBezTo>
                    <a:cubicBezTo>
                      <a:pt x="551" y="399"/>
                      <a:pt x="551" y="399"/>
                      <a:pt x="551" y="399"/>
                    </a:cubicBezTo>
                    <a:cubicBezTo>
                      <a:pt x="551" y="399"/>
                      <a:pt x="552" y="399"/>
                      <a:pt x="553" y="399"/>
                    </a:cubicBezTo>
                    <a:cubicBezTo>
                      <a:pt x="555" y="398"/>
                      <a:pt x="555" y="398"/>
                      <a:pt x="555" y="398"/>
                    </a:cubicBezTo>
                    <a:cubicBezTo>
                      <a:pt x="560" y="397"/>
                      <a:pt x="565" y="397"/>
                      <a:pt x="570" y="397"/>
                    </a:cubicBezTo>
                    <a:cubicBezTo>
                      <a:pt x="576" y="396"/>
                      <a:pt x="581" y="396"/>
                      <a:pt x="588" y="395"/>
                    </a:cubicBezTo>
                    <a:cubicBezTo>
                      <a:pt x="594" y="395"/>
                      <a:pt x="594" y="395"/>
                      <a:pt x="594" y="395"/>
                    </a:cubicBezTo>
                    <a:cubicBezTo>
                      <a:pt x="606" y="404"/>
                      <a:pt x="606" y="404"/>
                      <a:pt x="606" y="404"/>
                    </a:cubicBezTo>
                    <a:cubicBezTo>
                      <a:pt x="632" y="395"/>
                      <a:pt x="632" y="395"/>
                      <a:pt x="632" y="395"/>
                    </a:cubicBezTo>
                    <a:cubicBezTo>
                      <a:pt x="632" y="388"/>
                      <a:pt x="632" y="388"/>
                      <a:pt x="632" y="388"/>
                    </a:cubicBezTo>
                    <a:cubicBezTo>
                      <a:pt x="640" y="384"/>
                      <a:pt x="640" y="384"/>
                      <a:pt x="640" y="384"/>
                    </a:cubicBezTo>
                    <a:cubicBezTo>
                      <a:pt x="655" y="388"/>
                      <a:pt x="655" y="388"/>
                      <a:pt x="655" y="388"/>
                    </a:cubicBezTo>
                    <a:cubicBezTo>
                      <a:pt x="664" y="403"/>
                      <a:pt x="664" y="403"/>
                      <a:pt x="664" y="403"/>
                    </a:cubicBezTo>
                    <a:cubicBezTo>
                      <a:pt x="692" y="401"/>
                      <a:pt x="692" y="401"/>
                      <a:pt x="692" y="401"/>
                    </a:cubicBezTo>
                    <a:cubicBezTo>
                      <a:pt x="726" y="413"/>
                      <a:pt x="726" y="413"/>
                      <a:pt x="726" y="413"/>
                    </a:cubicBezTo>
                    <a:cubicBezTo>
                      <a:pt x="737" y="408"/>
                      <a:pt x="737" y="408"/>
                      <a:pt x="737" y="408"/>
                    </a:cubicBezTo>
                    <a:cubicBezTo>
                      <a:pt x="752" y="412"/>
                      <a:pt x="752" y="412"/>
                      <a:pt x="752" y="412"/>
                    </a:cubicBezTo>
                    <a:cubicBezTo>
                      <a:pt x="758" y="403"/>
                      <a:pt x="758" y="403"/>
                      <a:pt x="758" y="403"/>
                    </a:cubicBezTo>
                    <a:cubicBezTo>
                      <a:pt x="768" y="408"/>
                      <a:pt x="768" y="408"/>
                      <a:pt x="768" y="408"/>
                    </a:cubicBezTo>
                    <a:cubicBezTo>
                      <a:pt x="771" y="408"/>
                      <a:pt x="775" y="408"/>
                      <a:pt x="779" y="408"/>
                    </a:cubicBezTo>
                    <a:cubicBezTo>
                      <a:pt x="783" y="407"/>
                      <a:pt x="788" y="407"/>
                      <a:pt x="792" y="406"/>
                    </a:cubicBezTo>
                    <a:cubicBezTo>
                      <a:pt x="806" y="405"/>
                      <a:pt x="806" y="405"/>
                      <a:pt x="806" y="405"/>
                    </a:cubicBezTo>
                    <a:cubicBezTo>
                      <a:pt x="824" y="376"/>
                      <a:pt x="824" y="376"/>
                      <a:pt x="824" y="376"/>
                    </a:cubicBezTo>
                    <a:cubicBezTo>
                      <a:pt x="820" y="368"/>
                      <a:pt x="820" y="368"/>
                      <a:pt x="820" y="368"/>
                    </a:cubicBezTo>
                    <a:cubicBezTo>
                      <a:pt x="820" y="368"/>
                      <a:pt x="820" y="368"/>
                      <a:pt x="820" y="368"/>
                    </a:cubicBezTo>
                    <a:cubicBezTo>
                      <a:pt x="821" y="368"/>
                      <a:pt x="821" y="368"/>
                      <a:pt x="821" y="368"/>
                    </a:cubicBezTo>
                    <a:cubicBezTo>
                      <a:pt x="823" y="366"/>
                      <a:pt x="826" y="365"/>
                      <a:pt x="830" y="364"/>
                    </a:cubicBezTo>
                    <a:cubicBezTo>
                      <a:pt x="836" y="363"/>
                      <a:pt x="842" y="362"/>
                      <a:pt x="848" y="361"/>
                    </a:cubicBezTo>
                    <a:cubicBezTo>
                      <a:pt x="851" y="361"/>
                      <a:pt x="851" y="361"/>
                      <a:pt x="851" y="361"/>
                    </a:cubicBezTo>
                    <a:cubicBezTo>
                      <a:pt x="865" y="368"/>
                      <a:pt x="865" y="368"/>
                      <a:pt x="865" y="368"/>
                    </a:cubicBezTo>
                    <a:cubicBezTo>
                      <a:pt x="884" y="404"/>
                      <a:pt x="884" y="404"/>
                      <a:pt x="884" y="404"/>
                    </a:cubicBezTo>
                    <a:cubicBezTo>
                      <a:pt x="913" y="421"/>
                      <a:pt x="913" y="421"/>
                      <a:pt x="913" y="421"/>
                    </a:cubicBezTo>
                    <a:cubicBezTo>
                      <a:pt x="917" y="431"/>
                      <a:pt x="917" y="431"/>
                      <a:pt x="917" y="431"/>
                    </a:cubicBezTo>
                    <a:cubicBezTo>
                      <a:pt x="920" y="429"/>
                      <a:pt x="920" y="429"/>
                      <a:pt x="920" y="429"/>
                    </a:cubicBezTo>
                    <a:cubicBezTo>
                      <a:pt x="926" y="424"/>
                      <a:pt x="933" y="421"/>
                      <a:pt x="939" y="417"/>
                    </a:cubicBezTo>
                    <a:cubicBezTo>
                      <a:pt x="942" y="416"/>
                      <a:pt x="945" y="415"/>
                      <a:pt x="948" y="415"/>
                    </a:cubicBezTo>
                    <a:cubicBezTo>
                      <a:pt x="926" y="461"/>
                      <a:pt x="926" y="461"/>
                      <a:pt x="926" y="461"/>
                    </a:cubicBezTo>
                    <a:cubicBezTo>
                      <a:pt x="915" y="468"/>
                      <a:pt x="915" y="468"/>
                      <a:pt x="915" y="468"/>
                    </a:cubicBezTo>
                    <a:cubicBezTo>
                      <a:pt x="918" y="490"/>
                      <a:pt x="918" y="490"/>
                      <a:pt x="918" y="490"/>
                    </a:cubicBezTo>
                    <a:cubicBezTo>
                      <a:pt x="922" y="484"/>
                      <a:pt x="922" y="484"/>
                      <a:pt x="922" y="484"/>
                    </a:cubicBezTo>
                    <a:cubicBezTo>
                      <a:pt x="926" y="484"/>
                      <a:pt x="926" y="484"/>
                      <a:pt x="926" y="484"/>
                    </a:cubicBezTo>
                    <a:cubicBezTo>
                      <a:pt x="925" y="489"/>
                      <a:pt x="925" y="489"/>
                      <a:pt x="925" y="489"/>
                    </a:cubicBezTo>
                    <a:cubicBezTo>
                      <a:pt x="928" y="492"/>
                      <a:pt x="928" y="492"/>
                      <a:pt x="928" y="492"/>
                    </a:cubicBezTo>
                    <a:cubicBezTo>
                      <a:pt x="932" y="493"/>
                      <a:pt x="932" y="493"/>
                      <a:pt x="932" y="493"/>
                    </a:cubicBezTo>
                    <a:cubicBezTo>
                      <a:pt x="964" y="466"/>
                      <a:pt x="964" y="466"/>
                      <a:pt x="964" y="466"/>
                    </a:cubicBezTo>
                    <a:cubicBezTo>
                      <a:pt x="982" y="435"/>
                      <a:pt x="982" y="435"/>
                      <a:pt x="982" y="435"/>
                    </a:cubicBezTo>
                    <a:cubicBezTo>
                      <a:pt x="993" y="424"/>
                      <a:pt x="993" y="424"/>
                      <a:pt x="993" y="424"/>
                    </a:cubicBezTo>
                    <a:cubicBezTo>
                      <a:pt x="999" y="406"/>
                      <a:pt x="999" y="406"/>
                      <a:pt x="999" y="406"/>
                    </a:cubicBezTo>
                    <a:cubicBezTo>
                      <a:pt x="996" y="391"/>
                      <a:pt x="998" y="380"/>
                      <a:pt x="1005" y="375"/>
                    </a:cubicBezTo>
                    <a:cubicBezTo>
                      <a:pt x="1005" y="371"/>
                      <a:pt x="1005" y="371"/>
                      <a:pt x="1005" y="371"/>
                    </a:cubicBezTo>
                    <a:cubicBezTo>
                      <a:pt x="1002" y="368"/>
                      <a:pt x="1001" y="365"/>
                      <a:pt x="1002" y="361"/>
                    </a:cubicBezTo>
                    <a:cubicBezTo>
                      <a:pt x="1003" y="360"/>
                      <a:pt x="1004" y="358"/>
                      <a:pt x="1005" y="357"/>
                    </a:cubicBezTo>
                    <a:cubicBezTo>
                      <a:pt x="992" y="343"/>
                      <a:pt x="992" y="343"/>
                      <a:pt x="992" y="343"/>
                    </a:cubicBezTo>
                    <a:cubicBezTo>
                      <a:pt x="983" y="353"/>
                      <a:pt x="983" y="353"/>
                      <a:pt x="983" y="353"/>
                    </a:cubicBezTo>
                    <a:cubicBezTo>
                      <a:pt x="978" y="354"/>
                      <a:pt x="978" y="354"/>
                      <a:pt x="978" y="354"/>
                    </a:cubicBezTo>
                    <a:cubicBezTo>
                      <a:pt x="982" y="348"/>
                      <a:pt x="982" y="348"/>
                      <a:pt x="982" y="348"/>
                    </a:cubicBezTo>
                    <a:cubicBezTo>
                      <a:pt x="982" y="342"/>
                      <a:pt x="982" y="342"/>
                      <a:pt x="982" y="342"/>
                    </a:cubicBezTo>
                    <a:cubicBezTo>
                      <a:pt x="978" y="342"/>
                      <a:pt x="978" y="342"/>
                      <a:pt x="978" y="342"/>
                    </a:cubicBezTo>
                    <a:cubicBezTo>
                      <a:pt x="978" y="347"/>
                      <a:pt x="978" y="347"/>
                      <a:pt x="978" y="347"/>
                    </a:cubicBezTo>
                    <a:cubicBezTo>
                      <a:pt x="971" y="353"/>
                      <a:pt x="971" y="353"/>
                      <a:pt x="971" y="353"/>
                    </a:cubicBezTo>
                    <a:cubicBezTo>
                      <a:pt x="972" y="341"/>
                      <a:pt x="972" y="341"/>
                      <a:pt x="972" y="341"/>
                    </a:cubicBezTo>
                    <a:cubicBezTo>
                      <a:pt x="970" y="340"/>
                      <a:pt x="970" y="340"/>
                      <a:pt x="970" y="340"/>
                    </a:cubicBezTo>
                    <a:cubicBezTo>
                      <a:pt x="959" y="341"/>
                      <a:pt x="959" y="341"/>
                      <a:pt x="959" y="341"/>
                    </a:cubicBezTo>
                    <a:cubicBezTo>
                      <a:pt x="954" y="337"/>
                      <a:pt x="954" y="337"/>
                      <a:pt x="954" y="337"/>
                    </a:cubicBezTo>
                    <a:cubicBezTo>
                      <a:pt x="966" y="331"/>
                      <a:pt x="966" y="331"/>
                      <a:pt x="966" y="331"/>
                    </a:cubicBezTo>
                    <a:cubicBezTo>
                      <a:pt x="974" y="326"/>
                      <a:pt x="974" y="326"/>
                      <a:pt x="974" y="326"/>
                    </a:cubicBezTo>
                    <a:cubicBezTo>
                      <a:pt x="991" y="312"/>
                      <a:pt x="991" y="312"/>
                      <a:pt x="991" y="312"/>
                    </a:cubicBezTo>
                    <a:cubicBezTo>
                      <a:pt x="997" y="301"/>
                      <a:pt x="997" y="301"/>
                      <a:pt x="997" y="301"/>
                    </a:cubicBezTo>
                    <a:cubicBezTo>
                      <a:pt x="1007" y="293"/>
                      <a:pt x="1007" y="293"/>
                      <a:pt x="1007" y="293"/>
                    </a:cubicBezTo>
                    <a:cubicBezTo>
                      <a:pt x="1017" y="280"/>
                      <a:pt x="1017" y="280"/>
                      <a:pt x="1017" y="280"/>
                    </a:cubicBezTo>
                    <a:cubicBezTo>
                      <a:pt x="1039" y="280"/>
                      <a:pt x="1039" y="280"/>
                      <a:pt x="1039" y="280"/>
                    </a:cubicBezTo>
                    <a:cubicBezTo>
                      <a:pt x="1038" y="286"/>
                      <a:pt x="1038" y="286"/>
                      <a:pt x="1038" y="286"/>
                    </a:cubicBezTo>
                    <a:cubicBezTo>
                      <a:pt x="1043" y="285"/>
                      <a:pt x="1043" y="285"/>
                      <a:pt x="1043" y="285"/>
                    </a:cubicBezTo>
                    <a:cubicBezTo>
                      <a:pt x="1046" y="282"/>
                      <a:pt x="1046" y="282"/>
                      <a:pt x="1046" y="282"/>
                    </a:cubicBezTo>
                    <a:cubicBezTo>
                      <a:pt x="1052" y="283"/>
                      <a:pt x="1052" y="283"/>
                      <a:pt x="1052" y="283"/>
                    </a:cubicBezTo>
                    <a:cubicBezTo>
                      <a:pt x="1058" y="282"/>
                      <a:pt x="1058" y="282"/>
                      <a:pt x="1058" y="282"/>
                    </a:cubicBezTo>
                    <a:cubicBezTo>
                      <a:pt x="1061" y="284"/>
                      <a:pt x="1061" y="284"/>
                      <a:pt x="1061" y="284"/>
                    </a:cubicBezTo>
                    <a:cubicBezTo>
                      <a:pt x="1066" y="281"/>
                      <a:pt x="1066" y="281"/>
                      <a:pt x="1066" y="281"/>
                    </a:cubicBezTo>
                    <a:cubicBezTo>
                      <a:pt x="1068" y="275"/>
                      <a:pt x="1068" y="275"/>
                      <a:pt x="1068" y="275"/>
                    </a:cubicBezTo>
                    <a:cubicBezTo>
                      <a:pt x="1074" y="273"/>
                      <a:pt x="1074" y="273"/>
                      <a:pt x="1074" y="273"/>
                    </a:cubicBezTo>
                    <a:cubicBezTo>
                      <a:pt x="1081" y="277"/>
                      <a:pt x="1081" y="277"/>
                      <a:pt x="1081" y="277"/>
                    </a:cubicBezTo>
                    <a:cubicBezTo>
                      <a:pt x="1088" y="276"/>
                      <a:pt x="1088" y="276"/>
                      <a:pt x="1088" y="276"/>
                    </a:cubicBezTo>
                    <a:cubicBezTo>
                      <a:pt x="1089" y="278"/>
                      <a:pt x="1089" y="278"/>
                      <a:pt x="1089" y="278"/>
                    </a:cubicBezTo>
                    <a:cubicBezTo>
                      <a:pt x="1098" y="281"/>
                      <a:pt x="1098" y="281"/>
                      <a:pt x="1098" y="281"/>
                    </a:cubicBezTo>
                    <a:cubicBezTo>
                      <a:pt x="1098" y="283"/>
                      <a:pt x="1098" y="283"/>
                      <a:pt x="1098" y="283"/>
                    </a:cubicBezTo>
                    <a:cubicBezTo>
                      <a:pt x="1088" y="285"/>
                      <a:pt x="1088" y="285"/>
                      <a:pt x="1088" y="285"/>
                    </a:cubicBezTo>
                    <a:cubicBezTo>
                      <a:pt x="1089" y="290"/>
                      <a:pt x="1089" y="290"/>
                      <a:pt x="1089" y="290"/>
                    </a:cubicBezTo>
                    <a:cubicBezTo>
                      <a:pt x="1101" y="289"/>
                      <a:pt x="1101" y="289"/>
                      <a:pt x="1101" y="289"/>
                    </a:cubicBezTo>
                    <a:cubicBezTo>
                      <a:pt x="1102" y="286"/>
                      <a:pt x="1102" y="286"/>
                      <a:pt x="1102" y="286"/>
                    </a:cubicBezTo>
                    <a:cubicBezTo>
                      <a:pt x="1107" y="288"/>
                      <a:pt x="1107" y="288"/>
                      <a:pt x="1107" y="288"/>
                    </a:cubicBezTo>
                    <a:cubicBezTo>
                      <a:pt x="1113" y="284"/>
                      <a:pt x="1113" y="284"/>
                      <a:pt x="1113" y="284"/>
                    </a:cubicBezTo>
                    <a:cubicBezTo>
                      <a:pt x="1116" y="286"/>
                      <a:pt x="1116" y="286"/>
                      <a:pt x="1116" y="286"/>
                    </a:cubicBezTo>
                    <a:cubicBezTo>
                      <a:pt x="1123" y="282"/>
                      <a:pt x="1123" y="282"/>
                      <a:pt x="1123" y="282"/>
                    </a:cubicBezTo>
                    <a:cubicBezTo>
                      <a:pt x="1122" y="278"/>
                      <a:pt x="1122" y="278"/>
                      <a:pt x="1122" y="278"/>
                    </a:cubicBezTo>
                    <a:cubicBezTo>
                      <a:pt x="1115" y="274"/>
                      <a:pt x="1115" y="274"/>
                      <a:pt x="1115" y="274"/>
                    </a:cubicBezTo>
                    <a:cubicBezTo>
                      <a:pt x="1115" y="272"/>
                      <a:pt x="1115" y="272"/>
                      <a:pt x="1115" y="272"/>
                    </a:cubicBezTo>
                    <a:cubicBezTo>
                      <a:pt x="1135" y="248"/>
                      <a:pt x="1135" y="248"/>
                      <a:pt x="1135" y="248"/>
                    </a:cubicBezTo>
                    <a:cubicBezTo>
                      <a:pt x="1147" y="245"/>
                      <a:pt x="1147" y="245"/>
                      <a:pt x="1147" y="245"/>
                    </a:cubicBezTo>
                    <a:cubicBezTo>
                      <a:pt x="1153" y="241"/>
                      <a:pt x="1153" y="241"/>
                      <a:pt x="1153" y="241"/>
                    </a:cubicBezTo>
                    <a:cubicBezTo>
                      <a:pt x="1160" y="244"/>
                      <a:pt x="1160" y="244"/>
                      <a:pt x="1160" y="244"/>
                    </a:cubicBezTo>
                    <a:cubicBezTo>
                      <a:pt x="1168" y="241"/>
                      <a:pt x="1168" y="241"/>
                      <a:pt x="1168" y="241"/>
                    </a:cubicBezTo>
                    <a:cubicBezTo>
                      <a:pt x="1168" y="243"/>
                      <a:pt x="1168" y="243"/>
                      <a:pt x="1168" y="243"/>
                    </a:cubicBezTo>
                    <a:cubicBezTo>
                      <a:pt x="1159" y="252"/>
                      <a:pt x="1159" y="252"/>
                      <a:pt x="1159" y="252"/>
                    </a:cubicBezTo>
                    <a:cubicBezTo>
                      <a:pt x="1159" y="256"/>
                      <a:pt x="1159" y="256"/>
                      <a:pt x="1159" y="256"/>
                    </a:cubicBezTo>
                    <a:cubicBezTo>
                      <a:pt x="1164" y="256"/>
                      <a:pt x="1164" y="256"/>
                      <a:pt x="1164" y="256"/>
                    </a:cubicBezTo>
                    <a:cubicBezTo>
                      <a:pt x="1160" y="260"/>
                      <a:pt x="1160" y="260"/>
                      <a:pt x="1160" y="260"/>
                    </a:cubicBezTo>
                    <a:cubicBezTo>
                      <a:pt x="1162" y="263"/>
                      <a:pt x="1162" y="263"/>
                      <a:pt x="1162" y="263"/>
                    </a:cubicBezTo>
                    <a:cubicBezTo>
                      <a:pt x="1181" y="251"/>
                      <a:pt x="1181" y="251"/>
                      <a:pt x="1181" y="251"/>
                    </a:cubicBezTo>
                    <a:cubicBezTo>
                      <a:pt x="1183" y="252"/>
                      <a:pt x="1183" y="252"/>
                      <a:pt x="1183" y="252"/>
                    </a:cubicBezTo>
                    <a:cubicBezTo>
                      <a:pt x="1185" y="249"/>
                      <a:pt x="1185" y="249"/>
                      <a:pt x="1185" y="249"/>
                    </a:cubicBezTo>
                    <a:cubicBezTo>
                      <a:pt x="1184" y="247"/>
                      <a:pt x="1184" y="247"/>
                      <a:pt x="1184" y="247"/>
                    </a:cubicBezTo>
                    <a:cubicBezTo>
                      <a:pt x="1188" y="235"/>
                      <a:pt x="1188" y="235"/>
                      <a:pt x="1188" y="235"/>
                    </a:cubicBezTo>
                    <a:cubicBezTo>
                      <a:pt x="1199" y="231"/>
                      <a:pt x="1199" y="231"/>
                      <a:pt x="1199" y="231"/>
                    </a:cubicBezTo>
                    <a:cubicBezTo>
                      <a:pt x="1201" y="234"/>
                      <a:pt x="1201" y="234"/>
                      <a:pt x="1201" y="234"/>
                    </a:cubicBezTo>
                    <a:cubicBezTo>
                      <a:pt x="1196" y="238"/>
                      <a:pt x="1196" y="238"/>
                      <a:pt x="1196" y="238"/>
                    </a:cubicBezTo>
                    <a:cubicBezTo>
                      <a:pt x="1193" y="247"/>
                      <a:pt x="1193" y="247"/>
                      <a:pt x="1193" y="247"/>
                    </a:cubicBezTo>
                    <a:cubicBezTo>
                      <a:pt x="1183" y="268"/>
                      <a:pt x="1183" y="268"/>
                      <a:pt x="1183" y="268"/>
                    </a:cubicBezTo>
                    <a:cubicBezTo>
                      <a:pt x="1155" y="286"/>
                      <a:pt x="1155" y="286"/>
                      <a:pt x="1155" y="286"/>
                    </a:cubicBezTo>
                    <a:cubicBezTo>
                      <a:pt x="1142" y="300"/>
                      <a:pt x="1142" y="300"/>
                      <a:pt x="1142" y="300"/>
                    </a:cubicBezTo>
                    <a:cubicBezTo>
                      <a:pt x="1136" y="298"/>
                      <a:pt x="1136" y="298"/>
                      <a:pt x="1136" y="298"/>
                    </a:cubicBezTo>
                    <a:cubicBezTo>
                      <a:pt x="1135" y="301"/>
                      <a:pt x="1135" y="301"/>
                      <a:pt x="1135" y="301"/>
                    </a:cubicBezTo>
                    <a:cubicBezTo>
                      <a:pt x="1136" y="304"/>
                      <a:pt x="1136" y="304"/>
                      <a:pt x="1136" y="304"/>
                    </a:cubicBezTo>
                    <a:cubicBezTo>
                      <a:pt x="1135" y="309"/>
                      <a:pt x="1135" y="309"/>
                      <a:pt x="1135" y="309"/>
                    </a:cubicBezTo>
                    <a:cubicBezTo>
                      <a:pt x="1129" y="316"/>
                      <a:pt x="1129" y="316"/>
                      <a:pt x="1129" y="316"/>
                    </a:cubicBezTo>
                    <a:cubicBezTo>
                      <a:pt x="1126" y="334"/>
                      <a:pt x="1126" y="334"/>
                      <a:pt x="1126" y="334"/>
                    </a:cubicBezTo>
                    <a:cubicBezTo>
                      <a:pt x="1128" y="351"/>
                      <a:pt x="1128" y="351"/>
                      <a:pt x="1128" y="351"/>
                    </a:cubicBezTo>
                    <a:cubicBezTo>
                      <a:pt x="1125" y="372"/>
                      <a:pt x="1125" y="372"/>
                      <a:pt x="1125" y="372"/>
                    </a:cubicBezTo>
                    <a:cubicBezTo>
                      <a:pt x="1133" y="378"/>
                      <a:pt x="1133" y="378"/>
                      <a:pt x="1133" y="378"/>
                    </a:cubicBezTo>
                    <a:cubicBezTo>
                      <a:pt x="1133" y="388"/>
                      <a:pt x="1133" y="388"/>
                      <a:pt x="1133" y="388"/>
                    </a:cubicBezTo>
                    <a:cubicBezTo>
                      <a:pt x="1138" y="393"/>
                      <a:pt x="1138" y="393"/>
                      <a:pt x="1138" y="393"/>
                    </a:cubicBezTo>
                    <a:cubicBezTo>
                      <a:pt x="1145" y="388"/>
                      <a:pt x="1150" y="382"/>
                      <a:pt x="1153" y="374"/>
                    </a:cubicBezTo>
                    <a:cubicBezTo>
                      <a:pt x="1158" y="366"/>
                      <a:pt x="1158" y="366"/>
                      <a:pt x="1158" y="366"/>
                    </a:cubicBezTo>
                    <a:cubicBezTo>
                      <a:pt x="1163" y="364"/>
                      <a:pt x="1163" y="364"/>
                      <a:pt x="1163" y="364"/>
                    </a:cubicBezTo>
                    <a:cubicBezTo>
                      <a:pt x="1163" y="354"/>
                      <a:pt x="1163" y="354"/>
                      <a:pt x="1163" y="354"/>
                    </a:cubicBezTo>
                    <a:cubicBezTo>
                      <a:pt x="1167" y="349"/>
                      <a:pt x="1167" y="349"/>
                      <a:pt x="1167" y="349"/>
                    </a:cubicBezTo>
                    <a:cubicBezTo>
                      <a:pt x="1171" y="351"/>
                      <a:pt x="1171" y="351"/>
                      <a:pt x="1171" y="351"/>
                    </a:cubicBezTo>
                    <a:cubicBezTo>
                      <a:pt x="1176" y="350"/>
                      <a:pt x="1176" y="350"/>
                      <a:pt x="1176" y="350"/>
                    </a:cubicBezTo>
                    <a:cubicBezTo>
                      <a:pt x="1179" y="343"/>
                      <a:pt x="1179" y="343"/>
                      <a:pt x="1179" y="343"/>
                    </a:cubicBezTo>
                    <a:cubicBezTo>
                      <a:pt x="1175" y="335"/>
                      <a:pt x="1175" y="335"/>
                      <a:pt x="1175" y="335"/>
                    </a:cubicBezTo>
                    <a:cubicBezTo>
                      <a:pt x="1179" y="328"/>
                      <a:pt x="1179" y="328"/>
                      <a:pt x="1179" y="328"/>
                    </a:cubicBezTo>
                    <a:cubicBezTo>
                      <a:pt x="1186" y="328"/>
                      <a:pt x="1186" y="328"/>
                      <a:pt x="1186" y="328"/>
                    </a:cubicBezTo>
                    <a:cubicBezTo>
                      <a:pt x="1187" y="323"/>
                      <a:pt x="1187" y="323"/>
                      <a:pt x="1187" y="323"/>
                    </a:cubicBezTo>
                    <a:cubicBezTo>
                      <a:pt x="1181" y="318"/>
                      <a:pt x="1181" y="318"/>
                      <a:pt x="1181" y="318"/>
                    </a:cubicBezTo>
                    <a:cubicBezTo>
                      <a:pt x="1182" y="310"/>
                      <a:pt x="1182" y="310"/>
                      <a:pt x="1182" y="310"/>
                    </a:cubicBezTo>
                    <a:cubicBezTo>
                      <a:pt x="1190" y="310"/>
                      <a:pt x="1190" y="310"/>
                      <a:pt x="1190" y="310"/>
                    </a:cubicBezTo>
                    <a:cubicBezTo>
                      <a:pt x="1190" y="303"/>
                      <a:pt x="1190" y="303"/>
                      <a:pt x="1190" y="303"/>
                    </a:cubicBezTo>
                    <a:cubicBezTo>
                      <a:pt x="1186" y="299"/>
                      <a:pt x="1186" y="299"/>
                      <a:pt x="1186" y="299"/>
                    </a:cubicBezTo>
                    <a:cubicBezTo>
                      <a:pt x="1190" y="283"/>
                      <a:pt x="1190" y="283"/>
                      <a:pt x="1190" y="283"/>
                    </a:cubicBezTo>
                    <a:cubicBezTo>
                      <a:pt x="1195" y="281"/>
                      <a:pt x="1195" y="281"/>
                      <a:pt x="1195" y="281"/>
                    </a:cubicBezTo>
                    <a:cubicBezTo>
                      <a:pt x="1198" y="268"/>
                      <a:pt x="1198" y="268"/>
                      <a:pt x="1198" y="268"/>
                    </a:cubicBezTo>
                    <a:cubicBezTo>
                      <a:pt x="1204" y="267"/>
                      <a:pt x="1204" y="267"/>
                      <a:pt x="1204" y="267"/>
                    </a:cubicBezTo>
                    <a:cubicBezTo>
                      <a:pt x="1209" y="272"/>
                      <a:pt x="1209" y="272"/>
                      <a:pt x="1209" y="272"/>
                    </a:cubicBezTo>
                    <a:cubicBezTo>
                      <a:pt x="1220" y="261"/>
                      <a:pt x="1220" y="261"/>
                      <a:pt x="1220" y="261"/>
                    </a:cubicBezTo>
                    <a:cubicBezTo>
                      <a:pt x="1223" y="261"/>
                      <a:pt x="1223" y="261"/>
                      <a:pt x="1223" y="261"/>
                    </a:cubicBezTo>
                    <a:cubicBezTo>
                      <a:pt x="1222" y="271"/>
                      <a:pt x="1222" y="271"/>
                      <a:pt x="1222" y="271"/>
                    </a:cubicBezTo>
                    <a:cubicBezTo>
                      <a:pt x="1225" y="272"/>
                      <a:pt x="1225" y="272"/>
                      <a:pt x="1225" y="272"/>
                    </a:cubicBezTo>
                    <a:cubicBezTo>
                      <a:pt x="1235" y="260"/>
                      <a:pt x="1235" y="260"/>
                      <a:pt x="1235" y="260"/>
                    </a:cubicBezTo>
                    <a:cubicBezTo>
                      <a:pt x="1245" y="261"/>
                      <a:pt x="1245" y="261"/>
                      <a:pt x="1245" y="261"/>
                    </a:cubicBezTo>
                    <a:cubicBezTo>
                      <a:pt x="1256" y="272"/>
                      <a:pt x="1256" y="272"/>
                      <a:pt x="1256" y="272"/>
                    </a:cubicBezTo>
                    <a:cubicBezTo>
                      <a:pt x="1268" y="261"/>
                      <a:pt x="1268" y="261"/>
                      <a:pt x="1268" y="261"/>
                    </a:cubicBezTo>
                    <a:cubicBezTo>
                      <a:pt x="1275" y="260"/>
                      <a:pt x="1275" y="260"/>
                      <a:pt x="1275" y="260"/>
                    </a:cubicBezTo>
                    <a:cubicBezTo>
                      <a:pt x="1274" y="254"/>
                      <a:pt x="1274" y="254"/>
                      <a:pt x="1274" y="254"/>
                    </a:cubicBezTo>
                    <a:cubicBezTo>
                      <a:pt x="1289" y="249"/>
                      <a:pt x="1289" y="249"/>
                      <a:pt x="1289" y="249"/>
                    </a:cubicBezTo>
                    <a:cubicBezTo>
                      <a:pt x="1310" y="234"/>
                      <a:pt x="1310" y="234"/>
                      <a:pt x="1310" y="234"/>
                    </a:cubicBezTo>
                    <a:cubicBezTo>
                      <a:pt x="1319" y="229"/>
                      <a:pt x="1319" y="229"/>
                      <a:pt x="1319" y="229"/>
                    </a:cubicBezTo>
                    <a:cubicBezTo>
                      <a:pt x="1327" y="221"/>
                      <a:pt x="1327" y="221"/>
                      <a:pt x="1327" y="221"/>
                    </a:cubicBezTo>
                    <a:cubicBezTo>
                      <a:pt x="1335" y="222"/>
                      <a:pt x="1335" y="222"/>
                      <a:pt x="1335" y="222"/>
                    </a:cubicBezTo>
                    <a:cubicBezTo>
                      <a:pt x="1338" y="216"/>
                      <a:pt x="1338" y="216"/>
                      <a:pt x="1338" y="216"/>
                    </a:cubicBezTo>
                    <a:cubicBezTo>
                      <a:pt x="1327" y="196"/>
                      <a:pt x="1327" y="196"/>
                      <a:pt x="1327" y="196"/>
                    </a:cubicBezTo>
                    <a:cubicBezTo>
                      <a:pt x="1319" y="189"/>
                      <a:pt x="1319" y="189"/>
                      <a:pt x="1319" y="189"/>
                    </a:cubicBezTo>
                    <a:cubicBezTo>
                      <a:pt x="1325" y="189"/>
                      <a:pt x="1325" y="189"/>
                      <a:pt x="1325" y="189"/>
                    </a:cubicBezTo>
                    <a:cubicBezTo>
                      <a:pt x="1337" y="193"/>
                      <a:pt x="1337" y="193"/>
                      <a:pt x="1337" y="193"/>
                    </a:cubicBezTo>
                    <a:cubicBezTo>
                      <a:pt x="1348" y="188"/>
                      <a:pt x="1348" y="188"/>
                      <a:pt x="1348" y="188"/>
                    </a:cubicBezTo>
                    <a:cubicBezTo>
                      <a:pt x="1355" y="180"/>
                      <a:pt x="1355" y="180"/>
                      <a:pt x="1355" y="180"/>
                    </a:cubicBezTo>
                    <a:cubicBezTo>
                      <a:pt x="1355" y="173"/>
                      <a:pt x="1355" y="173"/>
                      <a:pt x="1355" y="173"/>
                    </a:cubicBezTo>
                    <a:cubicBezTo>
                      <a:pt x="1354" y="167"/>
                      <a:pt x="1354" y="167"/>
                      <a:pt x="1354" y="167"/>
                    </a:cubicBezTo>
                    <a:cubicBezTo>
                      <a:pt x="1355" y="161"/>
                      <a:pt x="1355" y="161"/>
                      <a:pt x="1355" y="161"/>
                    </a:cubicBezTo>
                    <a:cubicBezTo>
                      <a:pt x="1361" y="160"/>
                      <a:pt x="1361" y="160"/>
                      <a:pt x="1361" y="160"/>
                    </a:cubicBezTo>
                    <a:cubicBezTo>
                      <a:pt x="1360" y="166"/>
                      <a:pt x="1360" y="166"/>
                      <a:pt x="1360" y="166"/>
                    </a:cubicBezTo>
                    <a:cubicBezTo>
                      <a:pt x="1362" y="175"/>
                      <a:pt x="1362" y="175"/>
                      <a:pt x="1362" y="175"/>
                    </a:cubicBezTo>
                    <a:cubicBezTo>
                      <a:pt x="1361" y="180"/>
                      <a:pt x="1361" y="180"/>
                      <a:pt x="1361" y="180"/>
                    </a:cubicBezTo>
                    <a:cubicBezTo>
                      <a:pt x="1365" y="183"/>
                      <a:pt x="1365" y="183"/>
                      <a:pt x="1365" y="183"/>
                    </a:cubicBezTo>
                    <a:cubicBezTo>
                      <a:pt x="1372" y="182"/>
                      <a:pt x="1372" y="182"/>
                      <a:pt x="1372" y="182"/>
                    </a:cubicBezTo>
                    <a:cubicBezTo>
                      <a:pt x="1383" y="181"/>
                      <a:pt x="1383" y="181"/>
                      <a:pt x="1383" y="181"/>
                    </a:cubicBezTo>
                    <a:cubicBezTo>
                      <a:pt x="1387" y="185"/>
                      <a:pt x="1387" y="185"/>
                      <a:pt x="1387" y="185"/>
                    </a:cubicBezTo>
                    <a:cubicBezTo>
                      <a:pt x="1390" y="193"/>
                      <a:pt x="1390" y="193"/>
                      <a:pt x="1390" y="193"/>
                    </a:cubicBezTo>
                    <a:cubicBezTo>
                      <a:pt x="1395" y="198"/>
                      <a:pt x="1395" y="198"/>
                      <a:pt x="1395" y="198"/>
                    </a:cubicBezTo>
                    <a:cubicBezTo>
                      <a:pt x="1409" y="197"/>
                      <a:pt x="1409" y="197"/>
                      <a:pt x="1409" y="197"/>
                    </a:cubicBezTo>
                    <a:cubicBezTo>
                      <a:pt x="1413" y="202"/>
                      <a:pt x="1413" y="202"/>
                      <a:pt x="1413" y="202"/>
                    </a:cubicBezTo>
                    <a:cubicBezTo>
                      <a:pt x="1420" y="199"/>
                      <a:pt x="1420" y="199"/>
                      <a:pt x="1420" y="199"/>
                    </a:cubicBezTo>
                    <a:cubicBezTo>
                      <a:pt x="1419" y="184"/>
                      <a:pt x="1419" y="184"/>
                      <a:pt x="1419" y="184"/>
                    </a:cubicBezTo>
                    <a:cubicBezTo>
                      <a:pt x="1423" y="175"/>
                      <a:pt x="1423" y="175"/>
                      <a:pt x="1423" y="175"/>
                    </a:cubicBezTo>
                    <a:cubicBezTo>
                      <a:pt x="1430" y="175"/>
                      <a:pt x="1430" y="175"/>
                      <a:pt x="1430" y="175"/>
                    </a:cubicBezTo>
                    <a:cubicBezTo>
                      <a:pt x="1434" y="173"/>
                      <a:pt x="1434" y="173"/>
                      <a:pt x="1434" y="173"/>
                    </a:cubicBezTo>
                    <a:cubicBezTo>
                      <a:pt x="1435" y="170"/>
                      <a:pt x="1435" y="170"/>
                      <a:pt x="1435" y="170"/>
                    </a:cubicBezTo>
                    <a:lnTo>
                      <a:pt x="1430" y="168"/>
                    </a:lnTo>
                    <a:close/>
                    <a:moveTo>
                      <a:pt x="46" y="259"/>
                    </a:moveTo>
                    <a:cubicBezTo>
                      <a:pt x="41" y="261"/>
                      <a:pt x="41" y="261"/>
                      <a:pt x="41" y="261"/>
                    </a:cubicBezTo>
                    <a:cubicBezTo>
                      <a:pt x="41" y="265"/>
                      <a:pt x="41" y="265"/>
                      <a:pt x="41" y="265"/>
                    </a:cubicBezTo>
                    <a:cubicBezTo>
                      <a:pt x="32" y="267"/>
                      <a:pt x="32" y="267"/>
                      <a:pt x="32" y="267"/>
                    </a:cubicBezTo>
                    <a:cubicBezTo>
                      <a:pt x="28" y="260"/>
                      <a:pt x="24" y="253"/>
                      <a:pt x="20" y="245"/>
                    </a:cubicBezTo>
                    <a:cubicBezTo>
                      <a:pt x="26" y="239"/>
                      <a:pt x="26" y="239"/>
                      <a:pt x="26" y="239"/>
                    </a:cubicBezTo>
                    <a:cubicBezTo>
                      <a:pt x="29" y="239"/>
                      <a:pt x="29" y="239"/>
                      <a:pt x="29" y="239"/>
                    </a:cubicBezTo>
                    <a:cubicBezTo>
                      <a:pt x="32" y="236"/>
                      <a:pt x="32" y="236"/>
                      <a:pt x="32" y="236"/>
                    </a:cubicBezTo>
                    <a:cubicBezTo>
                      <a:pt x="47" y="256"/>
                      <a:pt x="47" y="256"/>
                      <a:pt x="47" y="256"/>
                    </a:cubicBezTo>
                    <a:lnTo>
                      <a:pt x="46" y="259"/>
                    </a:lnTo>
                    <a:close/>
                    <a:moveTo>
                      <a:pt x="718" y="348"/>
                    </a:moveTo>
                    <a:cubicBezTo>
                      <a:pt x="718" y="351"/>
                      <a:pt x="717" y="353"/>
                      <a:pt x="715" y="354"/>
                    </a:cubicBezTo>
                    <a:cubicBezTo>
                      <a:pt x="715" y="355"/>
                      <a:pt x="713" y="357"/>
                      <a:pt x="712" y="361"/>
                    </a:cubicBezTo>
                    <a:cubicBezTo>
                      <a:pt x="711" y="364"/>
                      <a:pt x="709" y="366"/>
                      <a:pt x="705" y="368"/>
                    </a:cubicBezTo>
                    <a:cubicBezTo>
                      <a:pt x="700" y="371"/>
                      <a:pt x="698" y="372"/>
                      <a:pt x="696" y="374"/>
                    </a:cubicBezTo>
                    <a:cubicBezTo>
                      <a:pt x="690" y="381"/>
                      <a:pt x="690" y="381"/>
                      <a:pt x="690" y="381"/>
                    </a:cubicBezTo>
                    <a:cubicBezTo>
                      <a:pt x="687" y="383"/>
                      <a:pt x="685" y="384"/>
                      <a:pt x="681" y="384"/>
                    </a:cubicBezTo>
                    <a:cubicBezTo>
                      <a:pt x="677" y="384"/>
                      <a:pt x="677" y="384"/>
                      <a:pt x="677" y="384"/>
                    </a:cubicBezTo>
                    <a:cubicBezTo>
                      <a:pt x="675" y="383"/>
                      <a:pt x="675" y="382"/>
                      <a:pt x="677" y="381"/>
                    </a:cubicBezTo>
                    <a:cubicBezTo>
                      <a:pt x="683" y="378"/>
                      <a:pt x="683" y="378"/>
                      <a:pt x="683" y="378"/>
                    </a:cubicBezTo>
                    <a:cubicBezTo>
                      <a:pt x="683" y="378"/>
                      <a:pt x="685" y="377"/>
                      <a:pt x="688" y="374"/>
                    </a:cubicBezTo>
                    <a:cubicBezTo>
                      <a:pt x="694" y="367"/>
                      <a:pt x="694" y="367"/>
                      <a:pt x="694" y="367"/>
                    </a:cubicBezTo>
                    <a:cubicBezTo>
                      <a:pt x="696" y="365"/>
                      <a:pt x="698" y="363"/>
                      <a:pt x="699" y="360"/>
                    </a:cubicBezTo>
                    <a:cubicBezTo>
                      <a:pt x="700" y="358"/>
                      <a:pt x="701" y="357"/>
                      <a:pt x="703" y="355"/>
                    </a:cubicBezTo>
                    <a:cubicBezTo>
                      <a:pt x="708" y="351"/>
                      <a:pt x="711" y="345"/>
                      <a:pt x="714" y="335"/>
                    </a:cubicBezTo>
                    <a:cubicBezTo>
                      <a:pt x="716" y="325"/>
                      <a:pt x="718" y="322"/>
                      <a:pt x="722" y="323"/>
                    </a:cubicBezTo>
                    <a:lnTo>
                      <a:pt x="718" y="34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3" name="Google Shape;673;p40"/>
              <p:cNvSpPr/>
              <p:nvPr/>
            </p:nvSpPr>
            <p:spPr>
              <a:xfrm>
                <a:off x="7242175" y="1500188"/>
                <a:ext cx="9842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28" extrusionOk="0">
                    <a:moveTo>
                      <a:pt x="25" y="6"/>
                    </a:moveTo>
                    <a:cubicBezTo>
                      <a:pt x="24" y="5"/>
                      <a:pt x="24" y="4"/>
                      <a:pt x="23" y="4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10"/>
                      <a:pt x="3" y="11"/>
                    </a:cubicBezTo>
                    <a:cubicBezTo>
                      <a:pt x="5" y="14"/>
                      <a:pt x="7" y="16"/>
                      <a:pt x="9" y="19"/>
                    </a:cubicBezTo>
                    <a:cubicBezTo>
                      <a:pt x="10" y="19"/>
                      <a:pt x="11" y="19"/>
                      <a:pt x="12" y="20"/>
                    </a:cubicBezTo>
                    <a:cubicBezTo>
                      <a:pt x="16" y="21"/>
                      <a:pt x="20" y="23"/>
                      <a:pt x="24" y="26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3" y="14"/>
                      <a:pt x="30" y="10"/>
                      <a:pt x="25" y="6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4" name="Google Shape;674;p40"/>
              <p:cNvSpPr/>
              <p:nvPr/>
            </p:nvSpPr>
            <p:spPr>
              <a:xfrm>
                <a:off x="7416800" y="1504950"/>
                <a:ext cx="1016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2" extrusionOk="0">
                    <a:moveTo>
                      <a:pt x="29" y="1"/>
                    </a:moveTo>
                    <a:cubicBezTo>
                      <a:pt x="24" y="1"/>
                      <a:pt x="20" y="2"/>
                      <a:pt x="14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4" y="10"/>
                      <a:pt x="18" y="11"/>
                      <a:pt x="21" y="11"/>
                    </a:cubicBezTo>
                    <a:cubicBezTo>
                      <a:pt x="27" y="12"/>
                      <a:pt x="32" y="12"/>
                      <a:pt x="37" y="11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5" name="Google Shape;675;p40"/>
              <p:cNvSpPr/>
              <p:nvPr/>
            </p:nvSpPr>
            <p:spPr>
              <a:xfrm>
                <a:off x="7319962" y="1501775"/>
                <a:ext cx="555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32" extrusionOk="0">
                    <a:moveTo>
                      <a:pt x="5" y="0"/>
                    </a:moveTo>
                    <a:lnTo>
                      <a:pt x="0" y="5"/>
                    </a:lnTo>
                    <a:lnTo>
                      <a:pt x="23" y="32"/>
                    </a:lnTo>
                    <a:lnTo>
                      <a:pt x="35" y="22"/>
                    </a:lnTo>
                    <a:lnTo>
                      <a:pt x="17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6" name="Google Shape;676;p40"/>
              <p:cNvSpPr/>
              <p:nvPr/>
            </p:nvSpPr>
            <p:spPr>
              <a:xfrm>
                <a:off x="7327900" y="1489075"/>
                <a:ext cx="77787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29" h="16" extrusionOk="0">
                    <a:moveTo>
                      <a:pt x="29" y="15"/>
                    </a:moveTo>
                    <a:cubicBezTo>
                      <a:pt x="26" y="6"/>
                      <a:pt x="26" y="6"/>
                      <a:pt x="26" y="6"/>
                    </a:cubicBezTo>
                    <a:cubicBezTo>
                      <a:pt x="18" y="4"/>
                      <a:pt x="10" y="2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6"/>
                      <a:pt x="14" y="11"/>
                      <a:pt x="22" y="16"/>
                    </a:cubicBezTo>
                    <a:lnTo>
                      <a:pt x="29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7" name="Google Shape;677;p40"/>
              <p:cNvSpPr/>
              <p:nvPr/>
            </p:nvSpPr>
            <p:spPr>
              <a:xfrm>
                <a:off x="7383462" y="1585913"/>
                <a:ext cx="6191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3" h="14" extrusionOk="0">
                    <a:moveTo>
                      <a:pt x="3" y="3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18" y="5"/>
                      <a:pt x="12" y="2"/>
                      <a:pt x="7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8" name="Google Shape;678;p40"/>
              <p:cNvSpPr/>
              <p:nvPr/>
            </p:nvSpPr>
            <p:spPr>
              <a:xfrm>
                <a:off x="6529387" y="1427163"/>
                <a:ext cx="77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9" h="18" extrusionOk="0">
                    <a:moveTo>
                      <a:pt x="7" y="0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6" y="16"/>
                      <a:pt x="11" y="14"/>
                      <a:pt x="16" y="12"/>
                    </a:cubicBezTo>
                    <a:cubicBezTo>
                      <a:pt x="18" y="11"/>
                      <a:pt x="19" y="9"/>
                      <a:pt x="21" y="9"/>
                    </a:cubicBezTo>
                    <a:cubicBezTo>
                      <a:pt x="24" y="7"/>
                      <a:pt x="26" y="6"/>
                      <a:pt x="29" y="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2" y="1"/>
                      <a:pt x="14" y="0"/>
                      <a:pt x="7" y="0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9" name="Google Shape;679;p40"/>
              <p:cNvSpPr/>
              <p:nvPr/>
            </p:nvSpPr>
            <p:spPr>
              <a:xfrm>
                <a:off x="6424612" y="1346200"/>
                <a:ext cx="77787" cy="58737"/>
              </a:xfrm>
              <a:custGeom>
                <a:avLst/>
                <a:gdLst/>
                <a:ahLst/>
                <a:cxnLst/>
                <a:rect l="l" t="t" r="r" b="b"/>
                <a:pathLst>
                  <a:path w="29" h="22" extrusionOk="0">
                    <a:moveTo>
                      <a:pt x="19" y="18"/>
                    </a:moveTo>
                    <a:cubicBezTo>
                      <a:pt x="23" y="16"/>
                      <a:pt x="26" y="13"/>
                      <a:pt x="29" y="10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7" y="2"/>
                      <a:pt x="16" y="4"/>
                      <a:pt x="14" y="6"/>
                    </a:cubicBezTo>
                    <a:cubicBezTo>
                      <a:pt x="13" y="7"/>
                      <a:pt x="12" y="8"/>
                      <a:pt x="10" y="9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4" y="21"/>
                      <a:pt x="17" y="20"/>
                      <a:pt x="19" y="18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80" name="Google Shape;680;p40"/>
              <p:cNvSpPr/>
              <p:nvPr/>
            </p:nvSpPr>
            <p:spPr>
              <a:xfrm>
                <a:off x="6454775" y="1403350"/>
                <a:ext cx="825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52" h="28" extrusionOk="0">
                    <a:moveTo>
                      <a:pt x="47" y="13"/>
                    </a:moveTo>
                    <a:lnTo>
                      <a:pt x="52" y="11"/>
                    </a:lnTo>
                    <a:lnTo>
                      <a:pt x="51" y="5"/>
                    </a:lnTo>
                    <a:lnTo>
                      <a:pt x="41" y="5"/>
                    </a:lnTo>
                    <a:lnTo>
                      <a:pt x="32" y="0"/>
                    </a:lnTo>
                    <a:lnTo>
                      <a:pt x="7" y="5"/>
                    </a:lnTo>
                    <a:lnTo>
                      <a:pt x="5" y="11"/>
                    </a:lnTo>
                    <a:lnTo>
                      <a:pt x="0" y="17"/>
                    </a:lnTo>
                    <a:lnTo>
                      <a:pt x="14" y="27"/>
                    </a:lnTo>
                    <a:lnTo>
                      <a:pt x="47" y="28"/>
                    </a:lnTo>
                    <a:lnTo>
                      <a:pt x="47" y="1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81" name="Google Shape;681;p40"/>
              <p:cNvSpPr/>
              <p:nvPr/>
            </p:nvSpPr>
            <p:spPr>
              <a:xfrm>
                <a:off x="8653462" y="2020888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8" h="32" extrusionOk="0">
                    <a:moveTo>
                      <a:pt x="26" y="3"/>
                    </a:moveTo>
                    <a:lnTo>
                      <a:pt x="14" y="6"/>
                    </a:lnTo>
                    <a:lnTo>
                      <a:pt x="9" y="0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2" y="15"/>
                    </a:lnTo>
                    <a:lnTo>
                      <a:pt x="32" y="20"/>
                    </a:lnTo>
                    <a:lnTo>
                      <a:pt x="39" y="32"/>
                    </a:lnTo>
                    <a:lnTo>
                      <a:pt x="48" y="18"/>
                    </a:ln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82" name="Google Shape;682;p40"/>
              <p:cNvSpPr/>
              <p:nvPr/>
            </p:nvSpPr>
            <p:spPr>
              <a:xfrm>
                <a:off x="8248650" y="1587500"/>
                <a:ext cx="6191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3" h="28" extrusionOk="0">
                    <a:moveTo>
                      <a:pt x="21" y="2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1" y="4"/>
                      <a:pt x="5" y="8"/>
                      <a:pt x="0" y="13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8" y="24"/>
                      <a:pt x="11" y="22"/>
                      <a:pt x="13" y="19"/>
                    </a:cubicBezTo>
                    <a:cubicBezTo>
                      <a:pt x="17" y="16"/>
                      <a:pt x="20" y="13"/>
                      <a:pt x="23" y="10"/>
                    </a:cubicBezTo>
                    <a:cubicBezTo>
                      <a:pt x="23" y="5"/>
                      <a:pt x="23" y="5"/>
                      <a:pt x="23" y="5"/>
                    </a:cubicBezTo>
                    <a:lnTo>
                      <a:pt x="21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83" name="Google Shape;683;p40"/>
              <p:cNvSpPr/>
              <p:nvPr/>
            </p:nvSpPr>
            <p:spPr>
              <a:xfrm>
                <a:off x="5595937" y="1490663"/>
                <a:ext cx="369887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5" extrusionOk="0">
                    <a:moveTo>
                      <a:pt x="133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116" y="5"/>
                      <a:pt x="116" y="5"/>
                      <a:pt x="116" y="5"/>
                    </a:cubicBezTo>
                    <a:cubicBezTo>
                      <a:pt x="102" y="7"/>
                      <a:pt x="89" y="9"/>
                      <a:pt x="75" y="10"/>
                    </a:cubicBezTo>
                    <a:cubicBezTo>
                      <a:pt x="70" y="11"/>
                      <a:pt x="64" y="11"/>
                      <a:pt x="58" y="11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24" y="40"/>
                      <a:pt x="35" y="37"/>
                      <a:pt x="46" y="34"/>
                    </a:cubicBezTo>
                    <a:cubicBezTo>
                      <a:pt x="58" y="30"/>
                      <a:pt x="70" y="27"/>
                      <a:pt x="82" y="24"/>
                    </a:cubicBezTo>
                    <a:cubicBezTo>
                      <a:pt x="85" y="23"/>
                      <a:pt x="88" y="21"/>
                      <a:pt x="91" y="20"/>
                    </a:cubicBezTo>
                    <a:cubicBezTo>
                      <a:pt x="102" y="20"/>
                      <a:pt x="102" y="20"/>
                      <a:pt x="102" y="20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21" y="18"/>
                      <a:pt x="121" y="18"/>
                      <a:pt x="121" y="18"/>
                    </a:cubicBezTo>
                    <a:cubicBezTo>
                      <a:pt x="125" y="13"/>
                      <a:pt x="125" y="13"/>
                      <a:pt x="125" y="13"/>
                    </a:cubicBezTo>
                    <a:cubicBezTo>
                      <a:pt x="128" y="13"/>
                      <a:pt x="130" y="12"/>
                      <a:pt x="132" y="11"/>
                    </a:cubicBezTo>
                    <a:cubicBezTo>
                      <a:pt x="134" y="10"/>
                      <a:pt x="136" y="9"/>
                      <a:pt x="138" y="7"/>
                    </a:cubicBez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84" name="Google Shape;684;p40"/>
              <p:cNvSpPr/>
              <p:nvPr/>
            </p:nvSpPr>
            <p:spPr>
              <a:xfrm>
                <a:off x="5495925" y="1585913"/>
                <a:ext cx="1206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45" h="52" extrusionOk="0">
                    <a:moveTo>
                      <a:pt x="33" y="0"/>
                    </a:moveTo>
                    <a:cubicBezTo>
                      <a:pt x="24" y="5"/>
                      <a:pt x="15" y="9"/>
                      <a:pt x="6" y="1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5" y="43"/>
                      <a:pt x="17" y="44"/>
                      <a:pt x="18" y="45"/>
                    </a:cubicBezTo>
                    <a:cubicBezTo>
                      <a:pt x="20" y="47"/>
                      <a:pt x="23" y="49"/>
                      <a:pt x="25" y="52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34" y="26"/>
                      <a:pt x="40" y="18"/>
                      <a:pt x="45" y="1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85" name="Google Shape;685;p40"/>
            <p:cNvSpPr/>
            <p:nvPr/>
          </p:nvSpPr>
          <p:spPr>
            <a:xfrm>
              <a:off x="4019552" y="2227263"/>
              <a:ext cx="185738" cy="319087"/>
            </a:xfrm>
            <a:custGeom>
              <a:avLst/>
              <a:gdLst/>
              <a:ahLst/>
              <a:cxnLst/>
              <a:rect l="l" t="t" r="r" b="b"/>
              <a:pathLst>
                <a:path w="69" h="119" extrusionOk="0">
                  <a:moveTo>
                    <a:pt x="66" y="95"/>
                  </a:moveTo>
                  <a:cubicBezTo>
                    <a:pt x="69" y="85"/>
                    <a:pt x="69" y="85"/>
                    <a:pt x="69" y="8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3" y="71"/>
                    <a:pt x="48" y="64"/>
                    <a:pt x="43" y="57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32" y="35"/>
                    <a:pt x="36" y="27"/>
                    <a:pt x="40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3"/>
                    <a:pt x="28" y="7"/>
                    <a:pt x="31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10"/>
                    <a:pt x="3" y="21"/>
                    <a:pt x="0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5" y="85"/>
                    <a:pt x="15" y="85"/>
                    <a:pt x="15" y="8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8" y="99"/>
                    <a:pt x="8" y="99"/>
                    <a:pt x="8" y="99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24" y="99"/>
                    <a:pt x="24" y="99"/>
                    <a:pt x="24" y="99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3" y="111"/>
                    <a:pt x="23" y="111"/>
                    <a:pt x="23" y="111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45" y="108"/>
                    <a:pt x="48" y="109"/>
                    <a:pt x="50" y="109"/>
                  </a:cubicBezTo>
                  <a:cubicBezTo>
                    <a:pt x="53" y="109"/>
                    <a:pt x="56" y="109"/>
                    <a:pt x="59" y="108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9" y="96"/>
                    <a:pt x="59" y="96"/>
                    <a:pt x="59" y="96"/>
                  </a:cubicBezTo>
                  <a:lnTo>
                    <a:pt x="66" y="9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3976688" y="2370139"/>
              <a:ext cx="50800" cy="44450"/>
            </a:xfrm>
            <a:custGeom>
              <a:avLst/>
              <a:gdLst/>
              <a:ahLst/>
              <a:cxnLst/>
              <a:rect l="l" t="t" r="r" b="b"/>
              <a:pathLst>
                <a:path w="32" h="28" extrusionOk="0">
                  <a:moveTo>
                    <a:pt x="8" y="0"/>
                  </a:moveTo>
                  <a:lnTo>
                    <a:pt x="0" y="13"/>
                  </a:lnTo>
                  <a:lnTo>
                    <a:pt x="0" y="18"/>
                  </a:lnTo>
                  <a:lnTo>
                    <a:pt x="8" y="28"/>
                  </a:lnTo>
                  <a:lnTo>
                    <a:pt x="13" y="23"/>
                  </a:lnTo>
                  <a:lnTo>
                    <a:pt x="17" y="28"/>
                  </a:lnTo>
                  <a:lnTo>
                    <a:pt x="30" y="27"/>
                  </a:lnTo>
                  <a:lnTo>
                    <a:pt x="32" y="23"/>
                  </a:lnTo>
                  <a:lnTo>
                    <a:pt x="20" y="1"/>
                  </a:lnTo>
                  <a:lnTo>
                    <a:pt x="10" y="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4640263" y="2616201"/>
              <a:ext cx="242887" cy="153988"/>
            </a:xfrm>
            <a:custGeom>
              <a:avLst/>
              <a:gdLst/>
              <a:ahLst/>
              <a:cxnLst/>
              <a:rect l="l" t="t" r="r" b="b"/>
              <a:pathLst>
                <a:path w="91" h="57" extrusionOk="0">
                  <a:moveTo>
                    <a:pt x="28" y="2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18" y="9"/>
                    <a:pt x="9" y="16"/>
                    <a:pt x="0" y="24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8" y="56"/>
                    <a:pt x="70" y="54"/>
                    <a:pt x="82" y="52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9" y="42"/>
                    <a:pt x="90" y="40"/>
                    <a:pt x="90" y="38"/>
                  </a:cubicBezTo>
                  <a:cubicBezTo>
                    <a:pt x="90" y="35"/>
                    <a:pt x="90" y="33"/>
                    <a:pt x="91" y="31"/>
                  </a:cubicBezTo>
                  <a:cubicBezTo>
                    <a:pt x="90" y="31"/>
                    <a:pt x="90" y="30"/>
                    <a:pt x="90" y="30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1" y="15"/>
                    <a:pt x="80" y="12"/>
                    <a:pt x="79" y="9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37" y="5"/>
                    <a:pt x="37" y="5"/>
                    <a:pt x="37" y="5"/>
                  </a:cubicBezTo>
                  <a:lnTo>
                    <a:pt x="28" y="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4462463" y="2514600"/>
              <a:ext cx="139700" cy="77788"/>
            </a:xfrm>
            <a:custGeom>
              <a:avLst/>
              <a:gdLst/>
              <a:ahLst/>
              <a:cxnLst/>
              <a:rect l="l" t="t" r="r" b="b"/>
              <a:pathLst>
                <a:path w="52" h="29" extrusionOk="0">
                  <a:moveTo>
                    <a:pt x="13" y="0"/>
                  </a:moveTo>
                  <a:cubicBezTo>
                    <a:pt x="8" y="2"/>
                    <a:pt x="5" y="3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1"/>
                    <a:pt x="2" y="14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9"/>
                    <a:pt x="6" y="21"/>
                    <a:pt x="8" y="25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0"/>
                    <a:pt x="22" y="0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8" y="0"/>
                    <a:pt x="16" y="0"/>
                    <a:pt x="13" y="0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3943352" y="2817814"/>
              <a:ext cx="65087" cy="161925"/>
            </a:xfrm>
            <a:custGeom>
              <a:avLst/>
              <a:gdLst/>
              <a:ahLst/>
              <a:cxnLst/>
              <a:rect l="l" t="t" r="r" b="b"/>
              <a:pathLst>
                <a:path w="24" h="60" extrusionOk="0">
                  <a:moveTo>
                    <a:pt x="21" y="11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8"/>
                    <a:pt x="5" y="29"/>
                    <a:pt x="0" y="35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1" y="1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4497389" y="2382839"/>
              <a:ext cx="233362" cy="196850"/>
            </a:xfrm>
            <a:custGeom>
              <a:avLst/>
              <a:gdLst/>
              <a:ahLst/>
              <a:cxnLst/>
              <a:rect l="l" t="t" r="r" b="b"/>
              <a:pathLst>
                <a:path w="87" h="73" extrusionOk="0">
                  <a:moveTo>
                    <a:pt x="42" y="0"/>
                  </a:moveTo>
                  <a:cubicBezTo>
                    <a:pt x="40" y="0"/>
                    <a:pt x="39" y="0"/>
                    <a:pt x="38" y="0"/>
                  </a:cubicBezTo>
                  <a:cubicBezTo>
                    <a:pt x="25" y="5"/>
                    <a:pt x="13" y="10"/>
                    <a:pt x="1" y="1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9"/>
                    <a:pt x="10" y="49"/>
                    <a:pt x="10" y="50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50" y="70"/>
                    <a:pt x="62" y="71"/>
                    <a:pt x="74" y="73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5" y="22"/>
                    <a:pt x="85" y="21"/>
                    <a:pt x="84" y="19"/>
                  </a:cubicBezTo>
                  <a:cubicBezTo>
                    <a:pt x="83" y="17"/>
                    <a:pt x="82" y="14"/>
                    <a:pt x="80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0"/>
                    <a:pt x="79" y="10"/>
                    <a:pt x="78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5" y="7"/>
                    <a:pt x="73" y="6"/>
                    <a:pt x="71" y="6"/>
                  </a:cubicBezTo>
                  <a:cubicBezTo>
                    <a:pt x="66" y="5"/>
                    <a:pt x="61" y="5"/>
                    <a:pt x="56" y="5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0" y="4"/>
                    <a:pt x="40" y="4"/>
                    <a:pt x="40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4252913" y="2430464"/>
              <a:ext cx="80961" cy="95249"/>
            </a:xfrm>
            <a:custGeom>
              <a:avLst/>
              <a:gdLst/>
              <a:ahLst/>
              <a:cxnLst/>
              <a:rect l="l" t="t" r="r" b="b"/>
              <a:pathLst>
                <a:path w="30" h="35" extrusionOk="0">
                  <a:moveTo>
                    <a:pt x="11" y="9"/>
                  </a:moveTo>
                  <a:cubicBezTo>
                    <a:pt x="8" y="6"/>
                    <a:pt x="8" y="6"/>
                    <a:pt x="8" y="6"/>
                  </a:cubicBezTo>
                  <a:cubicBezTo>
                    <a:pt x="5" y="12"/>
                    <a:pt x="2" y="18"/>
                    <a:pt x="0" y="22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0" y="15"/>
                    <a:pt x="10" y="15"/>
                    <a:pt x="10" y="15"/>
                  </a:cubicBezTo>
                  <a:lnTo>
                    <a:pt x="11" y="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4298951" y="1641476"/>
              <a:ext cx="649287" cy="631825"/>
            </a:xfrm>
            <a:custGeom>
              <a:avLst/>
              <a:gdLst/>
              <a:ahLst/>
              <a:cxnLst/>
              <a:rect l="l" t="t" r="r" b="b"/>
              <a:pathLst>
                <a:path w="242" h="235" extrusionOk="0">
                  <a:moveTo>
                    <a:pt x="242" y="15"/>
                  </a:moveTo>
                  <a:cubicBezTo>
                    <a:pt x="239" y="12"/>
                    <a:pt x="239" y="12"/>
                    <a:pt x="239" y="12"/>
                  </a:cubicBezTo>
                  <a:cubicBezTo>
                    <a:pt x="226" y="20"/>
                    <a:pt x="226" y="20"/>
                    <a:pt x="226" y="20"/>
                  </a:cubicBezTo>
                  <a:cubicBezTo>
                    <a:pt x="231" y="8"/>
                    <a:pt x="231" y="8"/>
                    <a:pt x="231" y="8"/>
                  </a:cubicBezTo>
                  <a:cubicBezTo>
                    <a:pt x="227" y="11"/>
                    <a:pt x="223" y="13"/>
                    <a:pt x="218" y="15"/>
                  </a:cubicBezTo>
                  <a:cubicBezTo>
                    <a:pt x="215" y="16"/>
                    <a:pt x="211" y="17"/>
                    <a:pt x="208" y="18"/>
                  </a:cubicBezTo>
                  <a:cubicBezTo>
                    <a:pt x="222" y="6"/>
                    <a:pt x="222" y="6"/>
                    <a:pt x="222" y="6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07" y="5"/>
                    <a:pt x="202" y="8"/>
                    <a:pt x="196" y="11"/>
                  </a:cubicBezTo>
                  <a:cubicBezTo>
                    <a:pt x="193" y="13"/>
                    <a:pt x="189" y="15"/>
                    <a:pt x="186" y="16"/>
                  </a:cubicBezTo>
                  <a:cubicBezTo>
                    <a:pt x="190" y="26"/>
                    <a:pt x="190" y="26"/>
                    <a:pt x="190" y="26"/>
                  </a:cubicBezTo>
                  <a:cubicBezTo>
                    <a:pt x="187" y="29"/>
                    <a:pt x="187" y="29"/>
                    <a:pt x="187" y="29"/>
                  </a:cubicBezTo>
                  <a:cubicBezTo>
                    <a:pt x="179" y="14"/>
                    <a:pt x="179" y="14"/>
                    <a:pt x="179" y="14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5" y="19"/>
                    <a:pt x="175" y="19"/>
                    <a:pt x="175" y="19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58" y="24"/>
                    <a:pt x="158" y="24"/>
                    <a:pt x="158" y="24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39" y="34"/>
                    <a:pt x="139" y="34"/>
                    <a:pt x="139" y="34"/>
                  </a:cubicBezTo>
                  <a:cubicBezTo>
                    <a:pt x="129" y="42"/>
                    <a:pt x="129" y="42"/>
                    <a:pt x="129" y="42"/>
                  </a:cubicBezTo>
                  <a:cubicBezTo>
                    <a:pt x="129" y="47"/>
                    <a:pt x="129" y="47"/>
                    <a:pt x="129" y="47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109" y="63"/>
                    <a:pt x="106" y="64"/>
                    <a:pt x="103" y="66"/>
                  </a:cubicBezTo>
                  <a:cubicBezTo>
                    <a:pt x="102" y="66"/>
                    <a:pt x="101" y="67"/>
                    <a:pt x="99" y="67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61" y="115"/>
                    <a:pt x="61" y="115"/>
                    <a:pt x="61" y="11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58" y="128"/>
                    <a:pt x="58" y="128"/>
                    <a:pt x="58" y="128"/>
                  </a:cubicBezTo>
                  <a:cubicBezTo>
                    <a:pt x="50" y="131"/>
                    <a:pt x="50" y="131"/>
                    <a:pt x="50" y="131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41" y="142"/>
                    <a:pt x="41" y="142"/>
                    <a:pt x="41" y="142"/>
                  </a:cubicBezTo>
                  <a:cubicBezTo>
                    <a:pt x="40" y="149"/>
                    <a:pt x="40" y="149"/>
                    <a:pt x="40" y="149"/>
                  </a:cubicBezTo>
                  <a:cubicBezTo>
                    <a:pt x="51" y="143"/>
                    <a:pt x="51" y="143"/>
                    <a:pt x="51" y="143"/>
                  </a:cubicBezTo>
                  <a:cubicBezTo>
                    <a:pt x="47" y="152"/>
                    <a:pt x="47" y="152"/>
                    <a:pt x="47" y="152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4" y="150"/>
                    <a:pt x="34" y="150"/>
                    <a:pt x="34" y="150"/>
                  </a:cubicBezTo>
                  <a:cubicBezTo>
                    <a:pt x="30" y="152"/>
                    <a:pt x="27" y="154"/>
                    <a:pt x="23" y="156"/>
                  </a:cubicBezTo>
                  <a:cubicBezTo>
                    <a:pt x="21" y="158"/>
                    <a:pt x="17" y="159"/>
                    <a:pt x="14" y="160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1" y="182"/>
                    <a:pt x="1" y="182"/>
                    <a:pt x="1" y="182"/>
                  </a:cubicBezTo>
                  <a:cubicBezTo>
                    <a:pt x="11" y="185"/>
                    <a:pt x="11" y="185"/>
                    <a:pt x="11" y="18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3" y="197"/>
                    <a:pt x="13" y="197"/>
                    <a:pt x="13" y="197"/>
                  </a:cubicBezTo>
                  <a:cubicBezTo>
                    <a:pt x="2" y="208"/>
                    <a:pt x="2" y="208"/>
                    <a:pt x="2" y="208"/>
                  </a:cubicBezTo>
                  <a:cubicBezTo>
                    <a:pt x="8" y="213"/>
                    <a:pt x="8" y="213"/>
                    <a:pt x="8" y="213"/>
                  </a:cubicBezTo>
                  <a:cubicBezTo>
                    <a:pt x="1" y="217"/>
                    <a:pt x="1" y="217"/>
                    <a:pt x="1" y="217"/>
                  </a:cubicBezTo>
                  <a:cubicBezTo>
                    <a:pt x="8" y="233"/>
                    <a:pt x="8" y="233"/>
                    <a:pt x="8" y="233"/>
                  </a:cubicBezTo>
                  <a:cubicBezTo>
                    <a:pt x="17" y="235"/>
                    <a:pt x="17" y="235"/>
                    <a:pt x="17" y="235"/>
                  </a:cubicBezTo>
                  <a:cubicBezTo>
                    <a:pt x="23" y="229"/>
                    <a:pt x="29" y="223"/>
                    <a:pt x="35" y="217"/>
                  </a:cubicBezTo>
                  <a:cubicBezTo>
                    <a:pt x="38" y="216"/>
                    <a:pt x="40" y="214"/>
                    <a:pt x="43" y="212"/>
                  </a:cubicBezTo>
                  <a:cubicBezTo>
                    <a:pt x="46" y="203"/>
                    <a:pt x="46" y="203"/>
                    <a:pt x="46" y="203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58" y="181"/>
                    <a:pt x="58" y="181"/>
                    <a:pt x="58" y="181"/>
                  </a:cubicBezTo>
                  <a:cubicBezTo>
                    <a:pt x="62" y="176"/>
                    <a:pt x="62" y="176"/>
                    <a:pt x="62" y="176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64" y="132"/>
                    <a:pt x="64" y="132"/>
                    <a:pt x="64" y="132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84" y="113"/>
                    <a:pt x="84" y="113"/>
                    <a:pt x="84" y="113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81" y="106"/>
                    <a:pt x="83" y="104"/>
                    <a:pt x="86" y="101"/>
                  </a:cubicBezTo>
                  <a:cubicBezTo>
                    <a:pt x="93" y="94"/>
                    <a:pt x="99" y="87"/>
                    <a:pt x="105" y="79"/>
                  </a:cubicBezTo>
                  <a:cubicBezTo>
                    <a:pt x="115" y="78"/>
                    <a:pt x="115" y="78"/>
                    <a:pt x="115" y="78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3" y="56"/>
                    <a:pt x="133" y="56"/>
                    <a:pt x="133" y="56"/>
                  </a:cubicBezTo>
                  <a:cubicBezTo>
                    <a:pt x="144" y="58"/>
                    <a:pt x="144" y="58"/>
                    <a:pt x="144" y="58"/>
                  </a:cubicBezTo>
                  <a:cubicBezTo>
                    <a:pt x="148" y="51"/>
                    <a:pt x="148" y="51"/>
                    <a:pt x="148" y="51"/>
                  </a:cubicBezTo>
                  <a:cubicBezTo>
                    <a:pt x="154" y="56"/>
                    <a:pt x="154" y="56"/>
                    <a:pt x="154" y="56"/>
                  </a:cubicBezTo>
                  <a:cubicBezTo>
                    <a:pt x="157" y="55"/>
                    <a:pt x="159" y="55"/>
                    <a:pt x="162" y="55"/>
                  </a:cubicBezTo>
                  <a:cubicBezTo>
                    <a:pt x="165" y="55"/>
                    <a:pt x="168" y="55"/>
                    <a:pt x="170" y="56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82" y="39"/>
                    <a:pt x="187" y="37"/>
                    <a:pt x="191" y="35"/>
                  </a:cubicBezTo>
                  <a:cubicBezTo>
                    <a:pt x="196" y="34"/>
                    <a:pt x="200" y="32"/>
                    <a:pt x="205" y="31"/>
                  </a:cubicBezTo>
                  <a:cubicBezTo>
                    <a:pt x="218" y="41"/>
                    <a:pt x="218" y="41"/>
                    <a:pt x="218" y="41"/>
                  </a:cubicBezTo>
                  <a:cubicBezTo>
                    <a:pt x="228" y="34"/>
                    <a:pt x="228" y="34"/>
                    <a:pt x="228" y="34"/>
                  </a:cubicBezTo>
                  <a:cubicBezTo>
                    <a:pt x="223" y="26"/>
                    <a:pt x="223" y="26"/>
                    <a:pt x="223" y="26"/>
                  </a:cubicBezTo>
                  <a:lnTo>
                    <a:pt x="242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4819651" y="2589214"/>
              <a:ext cx="74613" cy="762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0" y="10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22"/>
                    <a:pt x="14" y="25"/>
                    <a:pt x="16" y="2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" y="4"/>
                    <a:pt x="3" y="4"/>
                    <a:pt x="3" y="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4521201" y="3038475"/>
              <a:ext cx="3175" cy="1588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0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4652963" y="2805114"/>
              <a:ext cx="50800" cy="47625"/>
            </a:xfrm>
            <a:custGeom>
              <a:avLst/>
              <a:gdLst/>
              <a:ahLst/>
              <a:cxnLst/>
              <a:rect l="l" t="t" r="r" b="b"/>
              <a:pathLst>
                <a:path w="32" h="30" extrusionOk="0">
                  <a:moveTo>
                    <a:pt x="32" y="23"/>
                  </a:moveTo>
                  <a:lnTo>
                    <a:pt x="30" y="20"/>
                  </a:lnTo>
                  <a:lnTo>
                    <a:pt x="22" y="0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30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4283076" y="2538414"/>
              <a:ext cx="25400" cy="26987"/>
            </a:xfrm>
            <a:custGeom>
              <a:avLst/>
              <a:gdLst/>
              <a:ahLst/>
              <a:cxnLst/>
              <a:rect l="l" t="t" r="r" b="b"/>
              <a:pathLst>
                <a:path w="16" h="17" extrusionOk="0">
                  <a:moveTo>
                    <a:pt x="16" y="17"/>
                  </a:moveTo>
                  <a:lnTo>
                    <a:pt x="11" y="0"/>
                  </a:lnTo>
                  <a:lnTo>
                    <a:pt x="0" y="7"/>
                  </a:lnTo>
                  <a:lnTo>
                    <a:pt x="10" y="15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4660902" y="2316164"/>
              <a:ext cx="119061" cy="117475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3" y="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3" y="12"/>
                    <a:pt x="1" y="15"/>
                    <a:pt x="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8" y="35"/>
                    <a:pt x="18" y="35"/>
                    <a:pt x="19" y="36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4" y="1"/>
                    <a:pt x="14" y="1"/>
                    <a:pt x="14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4395788" y="2640013"/>
              <a:ext cx="12700" cy="14287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8" y="7"/>
                  </a:moveTo>
                  <a:lnTo>
                    <a:pt x="3" y="9"/>
                  </a:lnTo>
                  <a:lnTo>
                    <a:pt x="0" y="0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4668839" y="2257426"/>
              <a:ext cx="158750" cy="101600"/>
            </a:xfrm>
            <a:custGeom>
              <a:avLst/>
              <a:gdLst/>
              <a:ahLst/>
              <a:cxnLst/>
              <a:rect l="l" t="t" r="r" b="b"/>
              <a:pathLst>
                <a:path w="59" h="38" extrusionOk="0">
                  <a:moveTo>
                    <a:pt x="10" y="10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49" y="10"/>
                    <a:pt x="39" y="5"/>
                    <a:pt x="30" y="0"/>
                  </a:cubicBezTo>
                  <a:cubicBezTo>
                    <a:pt x="30" y="2"/>
                    <a:pt x="30" y="3"/>
                    <a:pt x="30" y="4"/>
                  </a:cubicBezTo>
                  <a:cubicBezTo>
                    <a:pt x="29" y="8"/>
                    <a:pt x="28" y="12"/>
                    <a:pt x="28" y="16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4"/>
                    <a:pt x="17" y="12"/>
                    <a:pt x="16" y="10"/>
                  </a:cubicBezTo>
                  <a:cubicBezTo>
                    <a:pt x="15" y="8"/>
                    <a:pt x="15" y="7"/>
                    <a:pt x="14" y="5"/>
                  </a:cubicBezTo>
                  <a:lnTo>
                    <a:pt x="10" y="1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4467227" y="2944813"/>
              <a:ext cx="69850" cy="47625"/>
            </a:xfrm>
            <a:custGeom>
              <a:avLst/>
              <a:gdLst/>
              <a:ahLst/>
              <a:cxnLst/>
              <a:rect l="l" t="t" r="r" b="b"/>
              <a:pathLst>
                <a:path w="26" h="18" extrusionOk="0">
                  <a:moveTo>
                    <a:pt x="26" y="0"/>
                  </a:moveTo>
                  <a:cubicBezTo>
                    <a:pt x="25" y="6"/>
                    <a:pt x="24" y="12"/>
                    <a:pt x="24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3"/>
                    <a:pt x="10" y="12"/>
                    <a:pt x="8" y="12"/>
                  </a:cubicBezTo>
                  <a:cubicBezTo>
                    <a:pt x="5" y="10"/>
                    <a:pt x="3" y="9"/>
                    <a:pt x="0" y="8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4365626" y="2852739"/>
              <a:ext cx="38100" cy="66675"/>
            </a:xfrm>
            <a:custGeom>
              <a:avLst/>
              <a:gdLst/>
              <a:ahLst/>
              <a:cxnLst/>
              <a:rect l="l" t="t" r="r" b="b"/>
              <a:pathLst>
                <a:path w="14" h="25" extrusionOk="0">
                  <a:moveTo>
                    <a:pt x="12" y="21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11"/>
                    <a:pt x="13" y="16"/>
                    <a:pt x="12" y="21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02" name="Google Shape;702;p40"/>
            <p:cNvGrpSpPr/>
            <p:nvPr/>
          </p:nvGrpSpPr>
          <p:grpSpPr>
            <a:xfrm>
              <a:off x="4319588" y="2640013"/>
              <a:ext cx="290512" cy="352425"/>
              <a:chOff x="4319587" y="2640013"/>
              <a:chExt cx="290512" cy="352425"/>
            </a:xfrm>
          </p:grpSpPr>
          <p:sp>
            <p:nvSpPr>
              <p:cNvPr id="703" name="Google Shape;703;p40"/>
              <p:cNvSpPr/>
              <p:nvPr/>
            </p:nvSpPr>
            <p:spPr>
              <a:xfrm>
                <a:off x="4467225" y="2944813"/>
                <a:ext cx="698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6" h="18" extrusionOk="0">
                    <a:moveTo>
                      <a:pt x="26" y="0"/>
                    </a:moveTo>
                    <a:cubicBezTo>
                      <a:pt x="25" y="6"/>
                      <a:pt x="24" y="12"/>
                      <a:pt x="24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2" y="13"/>
                      <a:pt x="10" y="12"/>
                      <a:pt x="8" y="12"/>
                    </a:cubicBezTo>
                    <a:cubicBezTo>
                      <a:pt x="5" y="10"/>
                      <a:pt x="3" y="9"/>
                      <a:pt x="0" y="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04" name="Google Shape;704;p40"/>
              <p:cNvSpPr/>
              <p:nvPr/>
            </p:nvSpPr>
            <p:spPr>
              <a:xfrm>
                <a:off x="4365625" y="2852738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5" extrusionOk="0">
                    <a:moveTo>
                      <a:pt x="12" y="21"/>
                    </a:moveTo>
                    <a:cubicBezTo>
                      <a:pt x="3" y="25"/>
                      <a:pt x="3" y="25"/>
                      <a:pt x="3" y="25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11"/>
                      <a:pt x="13" y="16"/>
                      <a:pt x="12" y="21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05" name="Google Shape;705;p40"/>
              <p:cNvSpPr/>
              <p:nvPr/>
            </p:nvSpPr>
            <p:spPr>
              <a:xfrm>
                <a:off x="4319587" y="2640013"/>
                <a:ext cx="290512" cy="3127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16" extrusionOk="0">
                    <a:moveTo>
                      <a:pt x="14" y="48"/>
                    </a:moveTo>
                    <a:cubicBezTo>
                      <a:pt x="21" y="39"/>
                      <a:pt x="21" y="39"/>
                      <a:pt x="21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34" y="44"/>
                      <a:pt x="34" y="44"/>
                      <a:pt x="34" y="44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54" y="70"/>
                      <a:pt x="54" y="70"/>
                      <a:pt x="54" y="70"/>
                    </a:cubicBezTo>
                    <a:cubicBezTo>
                      <a:pt x="61" y="78"/>
                      <a:pt x="61" y="78"/>
                      <a:pt x="61" y="78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72" y="83"/>
                      <a:pt x="72" y="83"/>
                      <a:pt x="72" y="83"/>
                    </a:cubicBezTo>
                    <a:cubicBezTo>
                      <a:pt x="76" y="86"/>
                      <a:pt x="76" y="86"/>
                      <a:pt x="76" y="86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84" y="92"/>
                      <a:pt x="84" y="92"/>
                      <a:pt x="84" y="92"/>
                    </a:cubicBezTo>
                    <a:cubicBezTo>
                      <a:pt x="86" y="99"/>
                      <a:pt x="86" y="99"/>
                      <a:pt x="86" y="99"/>
                    </a:cubicBezTo>
                    <a:cubicBezTo>
                      <a:pt x="87" y="105"/>
                      <a:pt x="87" y="105"/>
                      <a:pt x="87" y="105"/>
                    </a:cubicBezTo>
                    <a:cubicBezTo>
                      <a:pt x="84" y="111"/>
                      <a:pt x="84" y="111"/>
                      <a:pt x="84" y="111"/>
                    </a:cubicBezTo>
                    <a:cubicBezTo>
                      <a:pt x="87" y="116"/>
                      <a:pt x="87" y="116"/>
                      <a:pt x="87" y="116"/>
                    </a:cubicBezTo>
                    <a:cubicBezTo>
                      <a:pt x="91" y="112"/>
                      <a:pt x="91" y="112"/>
                      <a:pt x="91" y="112"/>
                    </a:cubicBezTo>
                    <a:cubicBezTo>
                      <a:pt x="92" y="109"/>
                      <a:pt x="92" y="109"/>
                      <a:pt x="92" y="109"/>
                    </a:cubicBezTo>
                    <a:cubicBezTo>
                      <a:pt x="98" y="105"/>
                      <a:pt x="98" y="105"/>
                      <a:pt x="98" y="105"/>
                    </a:cubicBezTo>
                    <a:cubicBezTo>
                      <a:pt x="97" y="99"/>
                      <a:pt x="97" y="99"/>
                      <a:pt x="97" y="99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96" y="89"/>
                      <a:pt x="96" y="89"/>
                      <a:pt x="96" y="89"/>
                    </a:cubicBezTo>
                    <a:cubicBezTo>
                      <a:pt x="102" y="90"/>
                      <a:pt x="102" y="90"/>
                      <a:pt x="102" y="90"/>
                    </a:cubicBezTo>
                    <a:cubicBezTo>
                      <a:pt x="105" y="95"/>
                      <a:pt x="105" y="95"/>
                      <a:pt x="105" y="95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8" y="70"/>
                      <a:pt x="88" y="70"/>
                      <a:pt x="88" y="70"/>
                    </a:cubicBezTo>
                    <a:cubicBezTo>
                      <a:pt x="85" y="71"/>
                      <a:pt x="85" y="71"/>
                      <a:pt x="85" y="71"/>
                    </a:cubicBezTo>
                    <a:cubicBezTo>
                      <a:pt x="77" y="67"/>
                      <a:pt x="77" y="67"/>
                      <a:pt x="77" y="67"/>
                    </a:cubicBezTo>
                    <a:cubicBezTo>
                      <a:pt x="69" y="52"/>
                      <a:pt x="69" y="52"/>
                      <a:pt x="69" y="52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8" y="29"/>
                      <a:pt x="60" y="26"/>
                      <a:pt x="63" y="26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52"/>
                      <a:pt x="8" y="52"/>
                      <a:pt x="8" y="52"/>
                    </a:cubicBezTo>
                    <a:lnTo>
                      <a:pt x="14" y="4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06" name="Google Shape;706;p40"/>
            <p:cNvSpPr/>
            <p:nvPr/>
          </p:nvSpPr>
          <p:spPr>
            <a:xfrm>
              <a:off x="3592512" y="1917701"/>
              <a:ext cx="230186" cy="147637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2" y="36"/>
                  </a:moveTo>
                  <a:cubicBezTo>
                    <a:pt x="53" y="54"/>
                    <a:pt x="53" y="54"/>
                    <a:pt x="53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31" y="51"/>
                    <a:pt x="22" y="46"/>
                    <a:pt x="12" y="4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2"/>
                    <a:pt x="84" y="24"/>
                    <a:pt x="83" y="26"/>
                  </a:cubicBezTo>
                  <a:cubicBezTo>
                    <a:pt x="83" y="30"/>
                    <a:pt x="83" y="33"/>
                    <a:pt x="82" y="36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3592512" y="1917701"/>
              <a:ext cx="230186" cy="147637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2" y="36"/>
                  </a:moveTo>
                  <a:cubicBezTo>
                    <a:pt x="53" y="54"/>
                    <a:pt x="53" y="54"/>
                    <a:pt x="53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31" y="51"/>
                    <a:pt x="22" y="46"/>
                    <a:pt x="12" y="4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2"/>
                    <a:pt x="84" y="24"/>
                    <a:pt x="83" y="26"/>
                  </a:cubicBezTo>
                  <a:cubicBezTo>
                    <a:pt x="83" y="30"/>
                    <a:pt x="83" y="33"/>
                    <a:pt x="82" y="36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3919538" y="2366964"/>
              <a:ext cx="107950" cy="144462"/>
            </a:xfrm>
            <a:custGeom>
              <a:avLst/>
              <a:gdLst/>
              <a:ahLst/>
              <a:cxnLst/>
              <a:rect l="l" t="t" r="r" b="b"/>
              <a:pathLst>
                <a:path w="68" h="91" extrusionOk="0">
                  <a:moveTo>
                    <a:pt x="68" y="25"/>
                  </a:moveTo>
                  <a:lnTo>
                    <a:pt x="66" y="29"/>
                  </a:lnTo>
                  <a:lnTo>
                    <a:pt x="53" y="30"/>
                  </a:lnTo>
                  <a:lnTo>
                    <a:pt x="49" y="25"/>
                  </a:lnTo>
                  <a:lnTo>
                    <a:pt x="44" y="30"/>
                  </a:lnTo>
                  <a:lnTo>
                    <a:pt x="36" y="20"/>
                  </a:lnTo>
                  <a:lnTo>
                    <a:pt x="36" y="15"/>
                  </a:lnTo>
                  <a:lnTo>
                    <a:pt x="44" y="2"/>
                  </a:lnTo>
                  <a:lnTo>
                    <a:pt x="34" y="0"/>
                  </a:lnTo>
                  <a:lnTo>
                    <a:pt x="24" y="12"/>
                  </a:lnTo>
                  <a:lnTo>
                    <a:pt x="31" y="18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7" y="24"/>
                  </a:lnTo>
                  <a:lnTo>
                    <a:pt x="4" y="32"/>
                  </a:lnTo>
                  <a:lnTo>
                    <a:pt x="10" y="35"/>
                  </a:lnTo>
                  <a:lnTo>
                    <a:pt x="0" y="46"/>
                  </a:lnTo>
                  <a:lnTo>
                    <a:pt x="5" y="51"/>
                  </a:lnTo>
                  <a:lnTo>
                    <a:pt x="22" y="46"/>
                  </a:lnTo>
                  <a:lnTo>
                    <a:pt x="21" y="56"/>
                  </a:lnTo>
                  <a:lnTo>
                    <a:pt x="5" y="61"/>
                  </a:lnTo>
                  <a:lnTo>
                    <a:pt x="4" y="69"/>
                  </a:lnTo>
                  <a:lnTo>
                    <a:pt x="17" y="69"/>
                  </a:lnTo>
                  <a:lnTo>
                    <a:pt x="0" y="79"/>
                  </a:lnTo>
                  <a:lnTo>
                    <a:pt x="4" y="91"/>
                  </a:lnTo>
                  <a:lnTo>
                    <a:pt x="27" y="88"/>
                  </a:lnTo>
                  <a:lnTo>
                    <a:pt x="41" y="76"/>
                  </a:lnTo>
                  <a:lnTo>
                    <a:pt x="53" y="74"/>
                  </a:lnTo>
                  <a:lnTo>
                    <a:pt x="59" y="68"/>
                  </a:lnTo>
                  <a:lnTo>
                    <a:pt x="58" y="39"/>
                  </a:lnTo>
                  <a:lnTo>
                    <a:pt x="63" y="30"/>
                  </a:lnTo>
                  <a:lnTo>
                    <a:pt x="68" y="2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4540252" y="2603501"/>
              <a:ext cx="171449" cy="85725"/>
            </a:xfrm>
            <a:custGeom>
              <a:avLst/>
              <a:gdLst/>
              <a:ahLst/>
              <a:cxnLst/>
              <a:rect l="l" t="t" r="r" b="b"/>
              <a:pathLst>
                <a:path w="64" h="32" extrusionOk="0">
                  <a:moveTo>
                    <a:pt x="64" y="7"/>
                  </a:moveTo>
                  <a:cubicBezTo>
                    <a:pt x="59" y="5"/>
                    <a:pt x="57" y="2"/>
                    <a:pt x="54" y="1"/>
                  </a:cubicBezTo>
                  <a:cubicBezTo>
                    <a:pt x="49" y="0"/>
                    <a:pt x="46" y="0"/>
                    <a:pt x="40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24"/>
                    <a:pt x="8" y="26"/>
                    <a:pt x="15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6" y="21"/>
                    <a:pt x="55" y="14"/>
                    <a:pt x="64" y="7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4540252" y="2603501"/>
              <a:ext cx="171449" cy="85725"/>
            </a:xfrm>
            <a:custGeom>
              <a:avLst/>
              <a:gdLst/>
              <a:ahLst/>
              <a:cxnLst/>
              <a:rect l="l" t="t" r="r" b="b"/>
              <a:pathLst>
                <a:path w="64" h="32" extrusionOk="0">
                  <a:moveTo>
                    <a:pt x="64" y="7"/>
                  </a:moveTo>
                  <a:cubicBezTo>
                    <a:pt x="59" y="5"/>
                    <a:pt x="57" y="2"/>
                    <a:pt x="54" y="1"/>
                  </a:cubicBezTo>
                  <a:cubicBezTo>
                    <a:pt x="49" y="0"/>
                    <a:pt x="46" y="0"/>
                    <a:pt x="40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24"/>
                    <a:pt x="8" y="26"/>
                    <a:pt x="15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6" y="21"/>
                    <a:pt x="55" y="14"/>
                    <a:pt x="64" y="7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4727577" y="3016251"/>
              <a:ext cx="65087" cy="23812"/>
            </a:xfrm>
            <a:custGeom>
              <a:avLst/>
              <a:gdLst/>
              <a:ahLst/>
              <a:cxnLst/>
              <a:rect l="l" t="t" r="r" b="b"/>
              <a:pathLst>
                <a:path w="41" h="15" extrusionOk="0">
                  <a:moveTo>
                    <a:pt x="0" y="0"/>
                  </a:moveTo>
                  <a:lnTo>
                    <a:pt x="27" y="2"/>
                  </a:lnTo>
                  <a:lnTo>
                    <a:pt x="29" y="7"/>
                  </a:lnTo>
                  <a:lnTo>
                    <a:pt x="41" y="4"/>
                  </a:lnTo>
                  <a:lnTo>
                    <a:pt x="38" y="12"/>
                  </a:lnTo>
                  <a:lnTo>
                    <a:pt x="17" y="15"/>
                  </a:lnTo>
                  <a:lnTo>
                    <a:pt x="14" y="9"/>
                  </a:lnTo>
                  <a:lnTo>
                    <a:pt x="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4640263" y="2836864"/>
              <a:ext cx="165101" cy="160336"/>
            </a:xfrm>
            <a:custGeom>
              <a:avLst/>
              <a:gdLst/>
              <a:ahLst/>
              <a:cxnLst/>
              <a:rect l="l" t="t" r="r" b="b"/>
              <a:pathLst>
                <a:path w="62" h="60" extrusionOk="0">
                  <a:moveTo>
                    <a:pt x="0" y="23"/>
                  </a:moveTo>
                  <a:cubicBezTo>
                    <a:pt x="3" y="26"/>
                    <a:pt x="5" y="29"/>
                    <a:pt x="8" y="33"/>
                  </a:cubicBezTo>
                  <a:cubicBezTo>
                    <a:pt x="9" y="34"/>
                    <a:pt x="9" y="35"/>
                    <a:pt x="10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4" y="47"/>
                    <a:pt x="15" y="52"/>
                    <a:pt x="17" y="57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0" y="40"/>
                    <a:pt x="28" y="34"/>
                    <a:pt x="26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2" y="23"/>
                    <a:pt x="31" y="18"/>
                    <a:pt x="30" y="13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6" y="10"/>
                    <a:pt x="52" y="8"/>
                    <a:pt x="58" y="7"/>
                  </a:cubicBezTo>
                  <a:cubicBezTo>
                    <a:pt x="59" y="5"/>
                    <a:pt x="60" y="2"/>
                    <a:pt x="6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0" y="3"/>
                    <a:pt x="25" y="1"/>
                    <a:pt x="24" y="2"/>
                  </a:cubicBezTo>
                  <a:cubicBezTo>
                    <a:pt x="21" y="3"/>
                    <a:pt x="15" y="4"/>
                    <a:pt x="7" y="6"/>
                  </a:cubicBezTo>
                  <a:cubicBezTo>
                    <a:pt x="6" y="7"/>
                    <a:pt x="7" y="9"/>
                    <a:pt x="6" y="11"/>
                  </a:cubicBezTo>
                  <a:cubicBezTo>
                    <a:pt x="4" y="15"/>
                    <a:pt x="2" y="19"/>
                    <a:pt x="0" y="23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4378326" y="2787651"/>
              <a:ext cx="22224" cy="53976"/>
            </a:xfrm>
            <a:custGeom>
              <a:avLst/>
              <a:gdLst/>
              <a:ahLst/>
              <a:cxnLst/>
              <a:rect l="l" t="t" r="r" b="b"/>
              <a:pathLst>
                <a:path w="8" h="20" extrusionOk="0">
                  <a:moveTo>
                    <a:pt x="8" y="0"/>
                  </a:moveTo>
                  <a:cubicBezTo>
                    <a:pt x="8" y="3"/>
                    <a:pt x="8" y="5"/>
                    <a:pt x="8" y="7"/>
                  </a:cubicBezTo>
                  <a:cubicBezTo>
                    <a:pt x="8" y="11"/>
                    <a:pt x="8" y="15"/>
                    <a:pt x="7" y="18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7"/>
                    <a:pt x="3" y="5"/>
                    <a:pt x="5" y="3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14" name="Google Shape;714;p40"/>
            <p:cNvGrpSpPr/>
            <p:nvPr/>
          </p:nvGrpSpPr>
          <p:grpSpPr>
            <a:xfrm>
              <a:off x="4054477" y="2509839"/>
              <a:ext cx="346075" cy="331787"/>
              <a:chOff x="4054475" y="2509838"/>
              <a:chExt cx="346075" cy="331787"/>
            </a:xfrm>
          </p:grpSpPr>
          <p:sp>
            <p:nvSpPr>
              <p:cNvPr id="715" name="Google Shape;715;p40"/>
              <p:cNvSpPr/>
              <p:nvPr/>
            </p:nvSpPr>
            <p:spPr>
              <a:xfrm>
                <a:off x="4378325" y="2787650"/>
                <a:ext cx="222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" h="20" extrusionOk="0">
                    <a:moveTo>
                      <a:pt x="8" y="0"/>
                    </a:moveTo>
                    <a:cubicBezTo>
                      <a:pt x="8" y="3"/>
                      <a:pt x="8" y="5"/>
                      <a:pt x="8" y="7"/>
                    </a:cubicBezTo>
                    <a:cubicBezTo>
                      <a:pt x="8" y="11"/>
                      <a:pt x="8" y="15"/>
                      <a:pt x="7" y="18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7"/>
                      <a:pt x="3" y="5"/>
                      <a:pt x="5" y="3"/>
                    </a:cubicBezTo>
                    <a:cubicBezTo>
                      <a:pt x="5" y="2"/>
                      <a:pt x="5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16" name="Google Shape;716;p40"/>
              <p:cNvSpPr/>
              <p:nvPr/>
            </p:nvSpPr>
            <p:spPr>
              <a:xfrm>
                <a:off x="4054475" y="2509838"/>
                <a:ext cx="295275" cy="300037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2" extrusionOk="0">
                    <a:moveTo>
                      <a:pt x="91" y="20"/>
                    </a:moveTo>
                    <a:cubicBezTo>
                      <a:pt x="85" y="15"/>
                      <a:pt x="85" y="15"/>
                      <a:pt x="85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1" y="1"/>
                      <a:pt x="58" y="2"/>
                      <a:pt x="55" y="3"/>
                    </a:cubicBezTo>
                    <a:cubicBezTo>
                      <a:pt x="54" y="13"/>
                      <a:pt x="54" y="13"/>
                      <a:pt x="54" y="13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6" y="62"/>
                      <a:pt x="26" y="62"/>
                      <a:pt x="26" y="62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3" y="80"/>
                      <a:pt x="32" y="90"/>
                      <a:pt x="28" y="93"/>
                    </a:cubicBezTo>
                    <a:cubicBezTo>
                      <a:pt x="25" y="97"/>
                      <a:pt x="25" y="97"/>
                      <a:pt x="25" y="97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45" y="108"/>
                      <a:pt x="45" y="108"/>
                      <a:pt x="45" y="108"/>
                    </a:cubicBezTo>
                    <a:cubicBezTo>
                      <a:pt x="50" y="107"/>
                      <a:pt x="50" y="107"/>
                      <a:pt x="50" y="107"/>
                    </a:cubicBezTo>
                    <a:cubicBezTo>
                      <a:pt x="52" y="107"/>
                      <a:pt x="52" y="107"/>
                      <a:pt x="52" y="107"/>
                    </a:cubicBezTo>
                    <a:cubicBezTo>
                      <a:pt x="63" y="112"/>
                      <a:pt x="63" y="112"/>
                      <a:pt x="63" y="112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1" y="110"/>
                      <a:pt x="71" y="109"/>
                      <a:pt x="72" y="107"/>
                    </a:cubicBezTo>
                    <a:cubicBezTo>
                      <a:pt x="73" y="105"/>
                      <a:pt x="74" y="104"/>
                      <a:pt x="76" y="102"/>
                    </a:cubicBezTo>
                    <a:cubicBezTo>
                      <a:pt x="82" y="99"/>
                      <a:pt x="87" y="99"/>
                      <a:pt x="91" y="104"/>
                    </a:cubicBezTo>
                    <a:cubicBezTo>
                      <a:pt x="101" y="105"/>
                      <a:pt x="101" y="105"/>
                      <a:pt x="101" y="105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99" y="84"/>
                      <a:pt x="99" y="84"/>
                      <a:pt x="99" y="84"/>
                    </a:cubicBezTo>
                    <a:cubicBezTo>
                      <a:pt x="102" y="64"/>
                      <a:pt x="102" y="64"/>
                      <a:pt x="102" y="64"/>
                    </a:cubicBezTo>
                    <a:cubicBezTo>
                      <a:pt x="102" y="55"/>
                      <a:pt x="102" y="55"/>
                      <a:pt x="102" y="55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10" y="30"/>
                      <a:pt x="110" y="30"/>
                      <a:pt x="110" y="30"/>
                    </a:cubicBezTo>
                    <a:cubicBezTo>
                      <a:pt x="95" y="21"/>
                      <a:pt x="95" y="21"/>
                      <a:pt x="95" y="21"/>
                    </a:cubicBezTo>
                    <a:lnTo>
                      <a:pt x="91" y="2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17" name="Google Shape;717;p40"/>
            <p:cNvSpPr/>
            <p:nvPr/>
          </p:nvSpPr>
          <p:spPr>
            <a:xfrm>
              <a:off x="4683127" y="1725614"/>
              <a:ext cx="219075" cy="458786"/>
            </a:xfrm>
            <a:custGeom>
              <a:avLst/>
              <a:gdLst/>
              <a:ahLst/>
              <a:cxnLst/>
              <a:rect l="l" t="t" r="r" b="b"/>
              <a:pathLst>
                <a:path w="82" h="171" extrusionOk="0">
                  <a:moveTo>
                    <a:pt x="68" y="2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0" y="3"/>
                    <a:pt x="44" y="6"/>
                    <a:pt x="34" y="11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5" y="24"/>
                    <a:pt x="22" y="24"/>
                    <a:pt x="19" y="24"/>
                  </a:cubicBezTo>
                  <a:cubicBezTo>
                    <a:pt x="16" y="24"/>
                    <a:pt x="14" y="24"/>
                    <a:pt x="11" y="2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25" y="83"/>
                    <a:pt x="25" y="83"/>
                    <a:pt x="25" y="83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8" y="103"/>
                    <a:pt x="28" y="103"/>
                    <a:pt x="28" y="103"/>
                  </a:cubicBezTo>
                  <a:cubicBezTo>
                    <a:pt x="19" y="113"/>
                    <a:pt x="9" y="123"/>
                    <a:pt x="0" y="133"/>
                  </a:cubicBezTo>
                  <a:cubicBezTo>
                    <a:pt x="1" y="142"/>
                    <a:pt x="2" y="151"/>
                    <a:pt x="2" y="160"/>
                  </a:cubicBezTo>
                  <a:cubicBezTo>
                    <a:pt x="6" y="164"/>
                    <a:pt x="6" y="164"/>
                    <a:pt x="6" y="164"/>
                  </a:cubicBezTo>
                  <a:cubicBezTo>
                    <a:pt x="9" y="164"/>
                    <a:pt x="9" y="164"/>
                    <a:pt x="9" y="164"/>
                  </a:cubicBezTo>
                  <a:cubicBezTo>
                    <a:pt x="15" y="171"/>
                    <a:pt x="15" y="171"/>
                    <a:pt x="15" y="171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7" y="169"/>
                    <a:pt x="31" y="167"/>
                    <a:pt x="36" y="166"/>
                  </a:cubicBezTo>
                  <a:cubicBezTo>
                    <a:pt x="38" y="165"/>
                    <a:pt x="39" y="165"/>
                    <a:pt x="42" y="165"/>
                  </a:cubicBezTo>
                  <a:cubicBezTo>
                    <a:pt x="45" y="163"/>
                    <a:pt x="48" y="161"/>
                    <a:pt x="51" y="159"/>
                  </a:cubicBezTo>
                  <a:cubicBezTo>
                    <a:pt x="53" y="158"/>
                    <a:pt x="54" y="157"/>
                    <a:pt x="55" y="156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0" y="118"/>
                    <a:pt x="80" y="118"/>
                    <a:pt x="80" y="118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61" y="87"/>
                    <a:pt x="61" y="87"/>
                    <a:pt x="61" y="87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8" y="2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4695827" y="2203451"/>
              <a:ext cx="22224" cy="19049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5" y="12"/>
                  </a:moveTo>
                  <a:lnTo>
                    <a:pt x="0" y="3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5" y="1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19" name="Google Shape;719;p40"/>
            <p:cNvGrpSpPr/>
            <p:nvPr/>
          </p:nvGrpSpPr>
          <p:grpSpPr>
            <a:xfrm>
              <a:off x="4683127" y="2200276"/>
              <a:ext cx="149224" cy="100012"/>
              <a:chOff x="4683125" y="2200275"/>
              <a:chExt cx="149224" cy="100012"/>
            </a:xfrm>
          </p:grpSpPr>
          <p:sp>
            <p:nvSpPr>
              <p:cNvPr id="720" name="Google Shape;720;p40"/>
              <p:cNvSpPr/>
              <p:nvPr/>
            </p:nvSpPr>
            <p:spPr>
              <a:xfrm>
                <a:off x="4683125" y="22304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8" extrusionOk="0">
                    <a:moveTo>
                      <a:pt x="3" y="18"/>
                    </a:moveTo>
                    <a:lnTo>
                      <a:pt x="0" y="5"/>
                    </a:lnTo>
                    <a:lnTo>
                      <a:pt x="13" y="0"/>
                    </a:lnTo>
                    <a:lnTo>
                      <a:pt x="18" y="5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1" name="Google Shape;721;p40"/>
              <p:cNvSpPr/>
              <p:nvPr/>
            </p:nvSpPr>
            <p:spPr>
              <a:xfrm>
                <a:off x="4725987" y="2200275"/>
                <a:ext cx="10636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40" h="37" extrusionOk="0">
                    <a:moveTo>
                      <a:pt x="36" y="0"/>
                    </a:moveTo>
                    <a:cubicBezTo>
                      <a:pt x="36" y="3"/>
                      <a:pt x="36" y="3"/>
                      <a:pt x="36" y="3"/>
                    </a:cubicBezTo>
                    <a:cubicBezTo>
                      <a:pt x="28" y="2"/>
                      <a:pt x="21" y="1"/>
                      <a:pt x="13" y="1"/>
                    </a:cubicBezTo>
                    <a:cubicBezTo>
                      <a:pt x="9" y="1"/>
                      <a:pt x="6" y="1"/>
                      <a:pt x="2" y="2"/>
                    </a:cubicBezTo>
                    <a:cubicBezTo>
                      <a:pt x="1" y="5"/>
                      <a:pt x="0" y="8"/>
                      <a:pt x="0" y="11"/>
                    </a:cubicBezTo>
                    <a:cubicBezTo>
                      <a:pt x="0" y="13"/>
                      <a:pt x="0" y="15"/>
                      <a:pt x="1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8" y="26"/>
                      <a:pt x="28" y="31"/>
                      <a:pt x="37" y="37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"/>
                      <a:pt x="38" y="2"/>
                      <a:pt x="38" y="2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22" name="Google Shape;722;p40"/>
            <p:cNvSpPr/>
            <p:nvPr/>
          </p:nvSpPr>
          <p:spPr>
            <a:xfrm>
              <a:off x="4217987" y="289560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0" y="20"/>
                  </a:moveTo>
                  <a:lnTo>
                    <a:pt x="10" y="14"/>
                  </a:lnTo>
                  <a:lnTo>
                    <a:pt x="0" y="15"/>
                  </a:lnTo>
                  <a:lnTo>
                    <a:pt x="2" y="9"/>
                  </a:lnTo>
                  <a:lnTo>
                    <a:pt x="15" y="0"/>
                  </a:lnTo>
                  <a:lnTo>
                    <a:pt x="20" y="10"/>
                  </a:lnTo>
                  <a:lnTo>
                    <a:pt x="15" y="19"/>
                  </a:lnTo>
                  <a:lnTo>
                    <a:pt x="10" y="2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3952876" y="2752726"/>
              <a:ext cx="300038" cy="252412"/>
            </a:xfrm>
            <a:custGeom>
              <a:avLst/>
              <a:gdLst/>
              <a:ahLst/>
              <a:cxnLst/>
              <a:rect l="l" t="t" r="r" b="b"/>
              <a:pathLst>
                <a:path w="112" h="94" extrusionOk="0">
                  <a:moveTo>
                    <a:pt x="112" y="2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90" y="16"/>
                    <a:pt x="90" y="16"/>
                    <a:pt x="90" y="16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3" y="5"/>
                    <a:pt x="19" y="3"/>
                    <a:pt x="16" y="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0"/>
                    <a:pt x="36" y="88"/>
                    <a:pt x="39" y="87"/>
                  </a:cubicBezTo>
                  <a:cubicBezTo>
                    <a:pt x="42" y="87"/>
                    <a:pt x="48" y="87"/>
                    <a:pt x="56" y="88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4" y="76"/>
                    <a:pt x="68" y="74"/>
                    <a:pt x="75" y="75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83" y="61"/>
                    <a:pt x="83" y="61"/>
                    <a:pt x="83" y="61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83" y="49"/>
                    <a:pt x="83" y="49"/>
                    <a:pt x="83" y="49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2416175" y="1265239"/>
              <a:ext cx="1154112" cy="957262"/>
            </a:xfrm>
            <a:custGeom>
              <a:avLst/>
              <a:gdLst/>
              <a:ahLst/>
              <a:cxnLst/>
              <a:rect l="l" t="t" r="r" b="b"/>
              <a:pathLst>
                <a:path w="430" h="356" extrusionOk="0">
                  <a:moveTo>
                    <a:pt x="411" y="178"/>
                  </a:moveTo>
                  <a:cubicBezTo>
                    <a:pt x="392" y="160"/>
                    <a:pt x="392" y="160"/>
                    <a:pt x="392" y="160"/>
                  </a:cubicBezTo>
                  <a:cubicBezTo>
                    <a:pt x="404" y="163"/>
                    <a:pt x="415" y="167"/>
                    <a:pt x="426" y="171"/>
                  </a:cubicBezTo>
                  <a:cubicBezTo>
                    <a:pt x="421" y="160"/>
                    <a:pt x="421" y="160"/>
                    <a:pt x="421" y="160"/>
                  </a:cubicBezTo>
                  <a:cubicBezTo>
                    <a:pt x="397" y="150"/>
                    <a:pt x="397" y="150"/>
                    <a:pt x="397" y="150"/>
                  </a:cubicBezTo>
                  <a:cubicBezTo>
                    <a:pt x="411" y="148"/>
                    <a:pt x="411" y="148"/>
                    <a:pt x="411" y="148"/>
                  </a:cubicBezTo>
                  <a:cubicBezTo>
                    <a:pt x="402" y="136"/>
                    <a:pt x="402" y="136"/>
                    <a:pt x="402" y="136"/>
                  </a:cubicBezTo>
                  <a:cubicBezTo>
                    <a:pt x="387" y="132"/>
                    <a:pt x="387" y="132"/>
                    <a:pt x="387" y="132"/>
                  </a:cubicBezTo>
                  <a:cubicBezTo>
                    <a:pt x="398" y="130"/>
                    <a:pt x="398" y="130"/>
                    <a:pt x="398" y="130"/>
                  </a:cubicBezTo>
                  <a:cubicBezTo>
                    <a:pt x="393" y="117"/>
                    <a:pt x="393" y="117"/>
                    <a:pt x="393" y="117"/>
                  </a:cubicBezTo>
                  <a:cubicBezTo>
                    <a:pt x="379" y="118"/>
                    <a:pt x="379" y="118"/>
                    <a:pt x="379" y="118"/>
                  </a:cubicBezTo>
                  <a:cubicBezTo>
                    <a:pt x="388" y="100"/>
                    <a:pt x="388" y="100"/>
                    <a:pt x="388" y="100"/>
                  </a:cubicBezTo>
                  <a:cubicBezTo>
                    <a:pt x="382" y="95"/>
                    <a:pt x="382" y="95"/>
                    <a:pt x="382" y="95"/>
                  </a:cubicBezTo>
                  <a:cubicBezTo>
                    <a:pt x="366" y="97"/>
                    <a:pt x="366" y="97"/>
                    <a:pt x="366" y="97"/>
                  </a:cubicBezTo>
                  <a:cubicBezTo>
                    <a:pt x="368" y="90"/>
                    <a:pt x="368" y="90"/>
                    <a:pt x="368" y="90"/>
                  </a:cubicBezTo>
                  <a:cubicBezTo>
                    <a:pt x="359" y="83"/>
                    <a:pt x="359" y="83"/>
                    <a:pt x="359" y="83"/>
                  </a:cubicBezTo>
                  <a:cubicBezTo>
                    <a:pt x="351" y="87"/>
                    <a:pt x="351" y="87"/>
                    <a:pt x="351" y="87"/>
                  </a:cubicBezTo>
                  <a:cubicBezTo>
                    <a:pt x="347" y="78"/>
                    <a:pt x="347" y="78"/>
                    <a:pt x="347" y="78"/>
                  </a:cubicBezTo>
                  <a:cubicBezTo>
                    <a:pt x="357" y="71"/>
                    <a:pt x="357" y="71"/>
                    <a:pt x="357" y="71"/>
                  </a:cubicBezTo>
                  <a:cubicBezTo>
                    <a:pt x="349" y="67"/>
                    <a:pt x="349" y="67"/>
                    <a:pt x="349" y="67"/>
                  </a:cubicBezTo>
                  <a:cubicBezTo>
                    <a:pt x="336" y="63"/>
                    <a:pt x="324" y="59"/>
                    <a:pt x="311" y="54"/>
                  </a:cubicBezTo>
                  <a:cubicBezTo>
                    <a:pt x="301" y="49"/>
                    <a:pt x="292" y="45"/>
                    <a:pt x="283" y="39"/>
                  </a:cubicBezTo>
                  <a:cubicBezTo>
                    <a:pt x="272" y="41"/>
                    <a:pt x="272" y="41"/>
                    <a:pt x="272" y="41"/>
                  </a:cubicBezTo>
                  <a:cubicBezTo>
                    <a:pt x="272" y="35"/>
                    <a:pt x="272" y="35"/>
                    <a:pt x="272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1" y="35"/>
                    <a:pt x="261" y="35"/>
                    <a:pt x="261" y="35"/>
                  </a:cubicBezTo>
                  <a:cubicBezTo>
                    <a:pt x="258" y="25"/>
                    <a:pt x="258" y="25"/>
                    <a:pt x="258" y="25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32" y="15"/>
                    <a:pt x="232" y="15"/>
                    <a:pt x="232" y="15"/>
                  </a:cubicBezTo>
                  <a:cubicBezTo>
                    <a:pt x="231" y="19"/>
                    <a:pt x="230" y="23"/>
                    <a:pt x="230" y="26"/>
                  </a:cubicBezTo>
                  <a:cubicBezTo>
                    <a:pt x="229" y="30"/>
                    <a:pt x="229" y="34"/>
                    <a:pt x="230" y="38"/>
                  </a:cubicBezTo>
                  <a:cubicBezTo>
                    <a:pt x="226" y="35"/>
                    <a:pt x="223" y="32"/>
                    <a:pt x="220" y="27"/>
                  </a:cubicBezTo>
                  <a:cubicBezTo>
                    <a:pt x="218" y="25"/>
                    <a:pt x="217" y="22"/>
                    <a:pt x="215" y="19"/>
                  </a:cubicBezTo>
                  <a:cubicBezTo>
                    <a:pt x="208" y="17"/>
                    <a:pt x="208" y="17"/>
                    <a:pt x="208" y="17"/>
                  </a:cubicBezTo>
                  <a:cubicBezTo>
                    <a:pt x="187" y="27"/>
                    <a:pt x="187" y="27"/>
                    <a:pt x="187" y="27"/>
                  </a:cubicBezTo>
                  <a:cubicBezTo>
                    <a:pt x="186" y="23"/>
                    <a:pt x="186" y="23"/>
                    <a:pt x="186" y="23"/>
                  </a:cubicBezTo>
                  <a:cubicBezTo>
                    <a:pt x="197" y="13"/>
                    <a:pt x="197" y="13"/>
                    <a:pt x="197" y="13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73" y="3"/>
                    <a:pt x="158" y="3"/>
                    <a:pt x="142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27" y="4"/>
                    <a:pt x="110" y="8"/>
                    <a:pt x="94" y="12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5" y="37"/>
                    <a:pt x="102" y="36"/>
                  </a:cubicBezTo>
                  <a:cubicBezTo>
                    <a:pt x="96" y="35"/>
                    <a:pt x="90" y="33"/>
                    <a:pt x="85" y="3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4" y="107"/>
                    <a:pt x="54" y="107"/>
                    <a:pt x="54" y="107"/>
                  </a:cubicBezTo>
                  <a:cubicBezTo>
                    <a:pt x="53" y="101"/>
                    <a:pt x="53" y="101"/>
                    <a:pt x="53" y="101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22" y="127"/>
                    <a:pt x="122" y="127"/>
                    <a:pt x="122" y="127"/>
                  </a:cubicBezTo>
                  <a:cubicBezTo>
                    <a:pt x="131" y="129"/>
                    <a:pt x="131" y="129"/>
                    <a:pt x="131" y="129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4" y="152"/>
                    <a:pt x="144" y="152"/>
                    <a:pt x="144" y="152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61" y="159"/>
                    <a:pt x="161" y="159"/>
                    <a:pt x="161" y="159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9" y="157"/>
                    <a:pt x="169" y="157"/>
                    <a:pt x="169" y="157"/>
                  </a:cubicBezTo>
                  <a:cubicBezTo>
                    <a:pt x="182" y="159"/>
                    <a:pt x="182" y="159"/>
                    <a:pt x="182" y="159"/>
                  </a:cubicBezTo>
                  <a:cubicBezTo>
                    <a:pt x="197" y="174"/>
                    <a:pt x="197" y="174"/>
                    <a:pt x="197" y="174"/>
                  </a:cubicBezTo>
                  <a:cubicBezTo>
                    <a:pt x="188" y="172"/>
                    <a:pt x="179" y="170"/>
                    <a:pt x="169" y="168"/>
                  </a:cubicBezTo>
                  <a:cubicBezTo>
                    <a:pt x="170" y="175"/>
                    <a:pt x="170" y="175"/>
                    <a:pt x="170" y="175"/>
                  </a:cubicBezTo>
                  <a:cubicBezTo>
                    <a:pt x="200" y="192"/>
                    <a:pt x="200" y="192"/>
                    <a:pt x="200" y="192"/>
                  </a:cubicBezTo>
                  <a:cubicBezTo>
                    <a:pt x="202" y="211"/>
                    <a:pt x="202" y="211"/>
                    <a:pt x="202" y="211"/>
                  </a:cubicBezTo>
                  <a:cubicBezTo>
                    <a:pt x="188" y="217"/>
                    <a:pt x="188" y="217"/>
                    <a:pt x="188" y="217"/>
                  </a:cubicBezTo>
                  <a:cubicBezTo>
                    <a:pt x="191" y="234"/>
                    <a:pt x="194" y="252"/>
                    <a:pt x="197" y="269"/>
                  </a:cubicBezTo>
                  <a:cubicBezTo>
                    <a:pt x="209" y="276"/>
                    <a:pt x="209" y="276"/>
                    <a:pt x="209" y="276"/>
                  </a:cubicBezTo>
                  <a:cubicBezTo>
                    <a:pt x="206" y="284"/>
                    <a:pt x="206" y="284"/>
                    <a:pt x="206" y="284"/>
                  </a:cubicBezTo>
                  <a:cubicBezTo>
                    <a:pt x="224" y="318"/>
                    <a:pt x="224" y="318"/>
                    <a:pt x="224" y="318"/>
                  </a:cubicBezTo>
                  <a:cubicBezTo>
                    <a:pt x="232" y="320"/>
                    <a:pt x="232" y="320"/>
                    <a:pt x="232" y="320"/>
                  </a:cubicBezTo>
                  <a:cubicBezTo>
                    <a:pt x="233" y="329"/>
                    <a:pt x="233" y="329"/>
                    <a:pt x="233" y="329"/>
                  </a:cubicBezTo>
                  <a:cubicBezTo>
                    <a:pt x="265" y="350"/>
                    <a:pt x="265" y="350"/>
                    <a:pt x="265" y="350"/>
                  </a:cubicBezTo>
                  <a:cubicBezTo>
                    <a:pt x="281" y="356"/>
                    <a:pt x="281" y="356"/>
                    <a:pt x="281" y="356"/>
                  </a:cubicBezTo>
                  <a:cubicBezTo>
                    <a:pt x="285" y="342"/>
                    <a:pt x="285" y="342"/>
                    <a:pt x="285" y="342"/>
                  </a:cubicBezTo>
                  <a:cubicBezTo>
                    <a:pt x="281" y="336"/>
                    <a:pt x="281" y="336"/>
                    <a:pt x="281" y="336"/>
                  </a:cubicBezTo>
                  <a:cubicBezTo>
                    <a:pt x="288" y="323"/>
                    <a:pt x="288" y="323"/>
                    <a:pt x="288" y="323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93" y="293"/>
                    <a:pt x="298" y="284"/>
                    <a:pt x="304" y="274"/>
                  </a:cubicBezTo>
                  <a:cubicBezTo>
                    <a:pt x="309" y="271"/>
                    <a:pt x="314" y="267"/>
                    <a:pt x="319" y="263"/>
                  </a:cubicBezTo>
                  <a:cubicBezTo>
                    <a:pt x="321" y="262"/>
                    <a:pt x="323" y="260"/>
                    <a:pt x="325" y="257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53" y="244"/>
                    <a:pt x="353" y="244"/>
                    <a:pt x="353" y="244"/>
                  </a:cubicBezTo>
                  <a:cubicBezTo>
                    <a:pt x="357" y="231"/>
                    <a:pt x="357" y="231"/>
                    <a:pt x="357" y="231"/>
                  </a:cubicBezTo>
                  <a:cubicBezTo>
                    <a:pt x="363" y="225"/>
                    <a:pt x="363" y="225"/>
                    <a:pt x="363" y="225"/>
                  </a:cubicBezTo>
                  <a:cubicBezTo>
                    <a:pt x="362" y="215"/>
                    <a:pt x="362" y="215"/>
                    <a:pt x="362" y="215"/>
                  </a:cubicBezTo>
                  <a:cubicBezTo>
                    <a:pt x="384" y="214"/>
                    <a:pt x="384" y="214"/>
                    <a:pt x="384" y="214"/>
                  </a:cubicBezTo>
                  <a:cubicBezTo>
                    <a:pt x="422" y="192"/>
                    <a:pt x="422" y="192"/>
                    <a:pt x="422" y="192"/>
                  </a:cubicBezTo>
                  <a:cubicBezTo>
                    <a:pt x="430" y="181"/>
                    <a:pt x="430" y="181"/>
                    <a:pt x="430" y="181"/>
                  </a:cubicBezTo>
                  <a:lnTo>
                    <a:pt x="411" y="17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4357688" y="2265363"/>
              <a:ext cx="61912" cy="120650"/>
            </a:xfrm>
            <a:custGeom>
              <a:avLst/>
              <a:gdLst/>
              <a:ahLst/>
              <a:cxnLst/>
              <a:rect l="l" t="t" r="r" b="b"/>
              <a:pathLst>
                <a:path w="23" h="45" extrusionOk="0">
                  <a:moveTo>
                    <a:pt x="12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34"/>
                    <a:pt x="0" y="23"/>
                    <a:pt x="0" y="12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9"/>
                    <a:pt x="15" y="32"/>
                    <a:pt x="14" y="34"/>
                  </a:cubicBezTo>
                  <a:cubicBezTo>
                    <a:pt x="14" y="37"/>
                    <a:pt x="12" y="39"/>
                    <a:pt x="11" y="42"/>
                  </a:cubicBezTo>
                  <a:cubicBezTo>
                    <a:pt x="12" y="45"/>
                    <a:pt x="12" y="45"/>
                    <a:pt x="12" y="45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4430713" y="2343149"/>
              <a:ext cx="28575" cy="39688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3" y="2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9"/>
                    <a:pt x="1" y="7"/>
                    <a:pt x="2" y="4"/>
                  </a:cubicBezTo>
                  <a:cubicBezTo>
                    <a:pt x="2" y="3"/>
                    <a:pt x="2" y="3"/>
                    <a:pt x="3" y="2"/>
                  </a:cubicBezTo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27" name="Google Shape;727;p40"/>
            <p:cNvGrpSpPr/>
            <p:nvPr/>
          </p:nvGrpSpPr>
          <p:grpSpPr>
            <a:xfrm>
              <a:off x="4357688" y="2265363"/>
              <a:ext cx="101600" cy="120650"/>
              <a:chOff x="4357687" y="2265363"/>
              <a:chExt cx="101600" cy="120650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4357687" y="2265363"/>
                <a:ext cx="61912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3" h="45" extrusionOk="0">
                    <a:moveTo>
                      <a:pt x="12" y="45"/>
                    </a:moveTo>
                    <a:cubicBezTo>
                      <a:pt x="4" y="45"/>
                      <a:pt x="4" y="45"/>
                      <a:pt x="4" y="45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34"/>
                      <a:pt x="0" y="23"/>
                      <a:pt x="0" y="12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9"/>
                      <a:pt x="15" y="32"/>
                      <a:pt x="14" y="34"/>
                    </a:cubicBezTo>
                    <a:cubicBezTo>
                      <a:pt x="14" y="37"/>
                      <a:pt x="12" y="39"/>
                      <a:pt x="11" y="42"/>
                    </a:cubicBezTo>
                    <a:cubicBezTo>
                      <a:pt x="12" y="45"/>
                      <a:pt x="12" y="45"/>
                      <a:pt x="12" y="4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4403725" y="2351088"/>
                <a:ext cx="206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 extrusionOk="0">
                    <a:moveTo>
                      <a:pt x="8" y="0"/>
                    </a:moveTo>
                    <a:lnTo>
                      <a:pt x="13" y="7"/>
                    </a:lnTo>
                    <a:lnTo>
                      <a:pt x="13" y="13"/>
                    </a:lnTo>
                    <a:lnTo>
                      <a:pt x="3" y="20"/>
                    </a:lnTo>
                    <a:lnTo>
                      <a:pt x="0" y="7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4430712" y="2343150"/>
                <a:ext cx="2857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3" y="2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9"/>
                      <a:pt x="1" y="7"/>
                      <a:pt x="2" y="4"/>
                    </a:cubicBezTo>
                    <a:cubicBezTo>
                      <a:pt x="2" y="3"/>
                      <a:pt x="2" y="3"/>
                      <a:pt x="3" y="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31" name="Google Shape;731;p40"/>
            <p:cNvSpPr/>
            <p:nvPr/>
          </p:nvSpPr>
          <p:spPr>
            <a:xfrm>
              <a:off x="4481514" y="2674939"/>
              <a:ext cx="125412" cy="112712"/>
            </a:xfrm>
            <a:custGeom>
              <a:avLst/>
              <a:gdLst/>
              <a:ahLst/>
              <a:cxnLst/>
              <a:rect l="l" t="t" r="r" b="b"/>
              <a:pathLst>
                <a:path w="47" h="42" extrusionOk="0">
                  <a:moveTo>
                    <a:pt x="0" y="8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6" y="13"/>
                    <a:pt x="8" y="13"/>
                    <a:pt x="10" y="1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13"/>
                    <a:pt x="47" y="7"/>
                    <a:pt x="46" y="1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4940302" y="3016251"/>
              <a:ext cx="47625" cy="33337"/>
            </a:xfrm>
            <a:custGeom>
              <a:avLst/>
              <a:gdLst/>
              <a:ahLst/>
              <a:cxnLst/>
              <a:rect l="l" t="t" r="r" b="b"/>
              <a:pathLst>
                <a:path w="30" h="21" extrusionOk="0">
                  <a:moveTo>
                    <a:pt x="22" y="19"/>
                  </a:moveTo>
                  <a:lnTo>
                    <a:pt x="3" y="21"/>
                  </a:lnTo>
                  <a:lnTo>
                    <a:pt x="0" y="14"/>
                  </a:lnTo>
                  <a:lnTo>
                    <a:pt x="8" y="10"/>
                  </a:lnTo>
                  <a:lnTo>
                    <a:pt x="12" y="5"/>
                  </a:lnTo>
                  <a:lnTo>
                    <a:pt x="27" y="0"/>
                  </a:lnTo>
                  <a:lnTo>
                    <a:pt x="30" y="2"/>
                  </a:lnTo>
                  <a:lnTo>
                    <a:pt x="19" y="10"/>
                  </a:lnTo>
                  <a:lnTo>
                    <a:pt x="22" y="19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4683125" y="2735264"/>
              <a:ext cx="176212" cy="106362"/>
            </a:xfrm>
            <a:custGeom>
              <a:avLst/>
              <a:gdLst/>
              <a:ahLst/>
              <a:cxnLst/>
              <a:rect l="l" t="t" r="r" b="b"/>
              <a:pathLst>
                <a:path w="66" h="40" extrusionOk="0">
                  <a:moveTo>
                    <a:pt x="2" y="5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2"/>
                    <a:pt x="1" y="16"/>
                    <a:pt x="1" y="18"/>
                  </a:cubicBezTo>
                  <a:cubicBezTo>
                    <a:pt x="1" y="21"/>
                    <a:pt x="1" y="24"/>
                    <a:pt x="2" y="26"/>
                  </a:cubicBezTo>
                  <a:cubicBezTo>
                    <a:pt x="3" y="31"/>
                    <a:pt x="5" y="35"/>
                    <a:pt x="7" y="38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16" y="40"/>
                    <a:pt x="24" y="40"/>
                    <a:pt x="32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8" y="37"/>
                    <a:pt x="51" y="36"/>
                    <a:pt x="53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5" y="35"/>
                    <a:pt x="57" y="35"/>
                    <a:pt x="58" y="35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54" y="10"/>
                    <a:pt x="42" y="12"/>
                    <a:pt x="30" y="1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0"/>
                    <a:pt x="7" y="0"/>
                    <a:pt x="7" y="0"/>
                  </a:cubicBezTo>
                  <a:lnTo>
                    <a:pt x="2" y="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4551362" y="2724150"/>
              <a:ext cx="55562" cy="82550"/>
            </a:xfrm>
            <a:custGeom>
              <a:avLst/>
              <a:gdLst/>
              <a:ahLst/>
              <a:cxnLst/>
              <a:rect l="l" t="t" r="r" b="b"/>
              <a:pathLst>
                <a:path w="21" h="31" extrusionOk="0">
                  <a:moveTo>
                    <a:pt x="0" y="4"/>
                  </a:moveTo>
                  <a:cubicBezTo>
                    <a:pt x="1" y="7"/>
                    <a:pt x="3" y="9"/>
                    <a:pt x="5" y="12"/>
                  </a:cubicBezTo>
                  <a:cubicBezTo>
                    <a:pt x="7" y="14"/>
                    <a:pt x="9" y="17"/>
                    <a:pt x="11" y="20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8" y="26"/>
                    <a:pt x="19" y="21"/>
                    <a:pt x="20" y="16"/>
                  </a:cubicBezTo>
                  <a:cubicBezTo>
                    <a:pt x="21" y="12"/>
                    <a:pt x="21" y="7"/>
                    <a:pt x="21" y="1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4225925" y="2490788"/>
              <a:ext cx="77788" cy="58737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28" y="18"/>
                  </a:moveTo>
                  <a:cubicBezTo>
                    <a:pt x="29" y="13"/>
                    <a:pt x="29" y="13"/>
                    <a:pt x="29" y="13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3"/>
                    <a:pt x="4" y="5"/>
                    <a:pt x="0" y="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8" y="1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4718050" y="2320926"/>
              <a:ext cx="198437" cy="182562"/>
            </a:xfrm>
            <a:custGeom>
              <a:avLst/>
              <a:gdLst/>
              <a:ahLst/>
              <a:cxnLst/>
              <a:rect l="l" t="t" r="r" b="b"/>
              <a:pathLst>
                <a:path w="74" h="68" extrusionOk="0">
                  <a:moveTo>
                    <a:pt x="0" y="6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60"/>
                    <a:pt x="19" y="66"/>
                    <a:pt x="29" y="67"/>
                  </a:cubicBezTo>
                  <a:cubicBezTo>
                    <a:pt x="39" y="68"/>
                    <a:pt x="49" y="65"/>
                    <a:pt x="59" y="65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0" y="6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4392613" y="2587625"/>
              <a:ext cx="171449" cy="69850"/>
            </a:xfrm>
            <a:custGeom>
              <a:avLst/>
              <a:gdLst/>
              <a:ahLst/>
              <a:cxnLst/>
              <a:rect l="l" t="t" r="r" b="b"/>
              <a:pathLst>
                <a:path w="108" h="44" extrusionOk="0">
                  <a:moveTo>
                    <a:pt x="66" y="3"/>
                  </a:moveTo>
                  <a:lnTo>
                    <a:pt x="59" y="0"/>
                  </a:lnTo>
                  <a:lnTo>
                    <a:pt x="35" y="10"/>
                  </a:lnTo>
                  <a:lnTo>
                    <a:pt x="41" y="23"/>
                  </a:lnTo>
                  <a:lnTo>
                    <a:pt x="0" y="23"/>
                  </a:lnTo>
                  <a:lnTo>
                    <a:pt x="5" y="42"/>
                  </a:lnTo>
                  <a:lnTo>
                    <a:pt x="32" y="33"/>
                  </a:lnTo>
                  <a:lnTo>
                    <a:pt x="61" y="44"/>
                  </a:lnTo>
                  <a:lnTo>
                    <a:pt x="93" y="39"/>
                  </a:lnTo>
                  <a:lnTo>
                    <a:pt x="101" y="20"/>
                  </a:lnTo>
                  <a:lnTo>
                    <a:pt x="108" y="18"/>
                  </a:lnTo>
                  <a:lnTo>
                    <a:pt x="106" y="3"/>
                  </a:lnTo>
                  <a:lnTo>
                    <a:pt x="76" y="0"/>
                  </a:lnTo>
                  <a:lnTo>
                    <a:pt x="66" y="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4186237" y="2797176"/>
              <a:ext cx="15876" cy="7936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5" y="5"/>
                  </a:moveTo>
                  <a:lnTo>
                    <a:pt x="10" y="1"/>
                  </a:lnTo>
                  <a:lnTo>
                    <a:pt x="5" y="0"/>
                  </a:lnTo>
                  <a:lnTo>
                    <a:pt x="0" y="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4300537" y="2386013"/>
              <a:ext cx="200026" cy="241301"/>
            </a:xfrm>
            <a:custGeom>
              <a:avLst/>
              <a:gdLst/>
              <a:ahLst/>
              <a:cxnLst/>
              <a:rect l="l" t="t" r="r" b="b"/>
              <a:pathLst>
                <a:path w="74" h="90" extrusionOk="0">
                  <a:moveTo>
                    <a:pt x="25" y="0"/>
                  </a:moveTo>
                  <a:cubicBezTo>
                    <a:pt x="27" y="4"/>
                    <a:pt x="27" y="10"/>
                    <a:pt x="25" y="16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68" y="73"/>
                    <a:pt x="68" y="73"/>
                    <a:pt x="68" y="73"/>
                  </a:cubicBezTo>
                  <a:cubicBezTo>
                    <a:pt x="62" y="62"/>
                    <a:pt x="62" y="62"/>
                    <a:pt x="62" y="62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2" y="10"/>
                    <a:pt x="52" y="10"/>
                    <a:pt x="52" y="1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4602163" y="2678113"/>
              <a:ext cx="98425" cy="136525"/>
            </a:xfrm>
            <a:custGeom>
              <a:avLst/>
              <a:gdLst/>
              <a:ahLst/>
              <a:cxnLst/>
              <a:rect l="l" t="t" r="r" b="b"/>
              <a:pathLst>
                <a:path w="37" h="51" extrusionOk="0">
                  <a:moveTo>
                    <a:pt x="33" y="24"/>
                  </a:moveTo>
                  <a:cubicBezTo>
                    <a:pt x="37" y="21"/>
                    <a:pt x="37" y="21"/>
                    <a:pt x="37" y="21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6"/>
                    <a:pt x="2" y="12"/>
                    <a:pt x="2" y="18"/>
                  </a:cubicBezTo>
                  <a:cubicBezTo>
                    <a:pt x="2" y="24"/>
                    <a:pt x="2" y="29"/>
                    <a:pt x="1" y="33"/>
                  </a:cubicBezTo>
                  <a:cubicBezTo>
                    <a:pt x="1" y="35"/>
                    <a:pt x="1" y="36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1"/>
                    <a:pt x="30" y="36"/>
                    <a:pt x="30" y="30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lnTo>
                    <a:pt x="33" y="2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4614862" y="2794001"/>
              <a:ext cx="42861" cy="104775"/>
            </a:xfrm>
            <a:custGeom>
              <a:avLst/>
              <a:gdLst/>
              <a:ahLst/>
              <a:cxnLst/>
              <a:rect l="l" t="t" r="r" b="b"/>
              <a:pathLst>
                <a:path w="16" h="39" extrusionOk="0"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" y="13"/>
                    <a:pt x="5" y="14"/>
                    <a:pt x="8" y="15"/>
                  </a:cubicBezTo>
                  <a:cubicBezTo>
                    <a:pt x="9" y="16"/>
                    <a:pt x="9" y="18"/>
                    <a:pt x="9" y="19"/>
                  </a:cubicBezTo>
                  <a:cubicBezTo>
                    <a:pt x="8" y="24"/>
                    <a:pt x="7" y="30"/>
                    <a:pt x="6" y="36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11" y="35"/>
                    <a:pt x="13" y="31"/>
                    <a:pt x="15" y="27"/>
                  </a:cubicBezTo>
                  <a:cubicBezTo>
                    <a:pt x="16" y="25"/>
                    <a:pt x="16" y="24"/>
                    <a:pt x="16" y="22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4591050" y="2778125"/>
              <a:ext cx="39688" cy="44450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1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"/>
                    <a:pt x="4" y="3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6"/>
                    <a:pt x="15" y="6"/>
                    <a:pt x="15" y="6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2427288" y="3738563"/>
              <a:ext cx="315912" cy="317501"/>
            </a:xfrm>
            <a:custGeom>
              <a:avLst/>
              <a:gdLst/>
              <a:ahLst/>
              <a:cxnLst/>
              <a:rect l="l" t="t" r="r" b="b"/>
              <a:pathLst>
                <a:path w="118" h="118" extrusionOk="0">
                  <a:moveTo>
                    <a:pt x="117" y="51"/>
                  </a:moveTo>
                  <a:cubicBezTo>
                    <a:pt x="115" y="46"/>
                    <a:pt x="115" y="46"/>
                    <a:pt x="115" y="46"/>
                  </a:cubicBezTo>
                  <a:cubicBezTo>
                    <a:pt x="113" y="45"/>
                    <a:pt x="113" y="45"/>
                    <a:pt x="113" y="45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100" y="14"/>
                    <a:pt x="100" y="14"/>
                    <a:pt x="100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98" y="13"/>
                    <a:pt x="93" y="13"/>
                    <a:pt x="87" y="13"/>
                  </a:cubicBezTo>
                  <a:cubicBezTo>
                    <a:pt x="86" y="13"/>
                    <a:pt x="85" y="13"/>
                    <a:pt x="84" y="13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8" y="14"/>
                    <a:pt x="63" y="15"/>
                    <a:pt x="58" y="16"/>
                  </a:cubicBezTo>
                  <a:cubicBezTo>
                    <a:pt x="56" y="16"/>
                    <a:pt x="54" y="16"/>
                    <a:pt x="51" y="16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5"/>
                    <a:pt x="36" y="4"/>
                    <a:pt x="35" y="3"/>
                  </a:cubicBezTo>
                  <a:cubicBezTo>
                    <a:pt x="34" y="2"/>
                    <a:pt x="34" y="1"/>
                    <a:pt x="3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4"/>
                    <a:pt x="19" y="15"/>
                    <a:pt x="19" y="17"/>
                  </a:cubicBezTo>
                  <a:cubicBezTo>
                    <a:pt x="19" y="20"/>
                    <a:pt x="19" y="22"/>
                    <a:pt x="20" y="25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1" y="31"/>
                    <a:pt x="2" y="3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6"/>
                    <a:pt x="5" y="37"/>
                    <a:pt x="5" y="39"/>
                  </a:cubicBezTo>
                  <a:cubicBezTo>
                    <a:pt x="6" y="40"/>
                    <a:pt x="6" y="43"/>
                    <a:pt x="7" y="46"/>
                  </a:cubicBezTo>
                  <a:cubicBezTo>
                    <a:pt x="7" y="48"/>
                    <a:pt x="8" y="50"/>
                    <a:pt x="8" y="53"/>
                  </a:cubicBezTo>
                  <a:cubicBezTo>
                    <a:pt x="10" y="54"/>
                    <a:pt x="12" y="55"/>
                    <a:pt x="15" y="55"/>
                  </a:cubicBezTo>
                  <a:cubicBezTo>
                    <a:pt x="19" y="57"/>
                    <a:pt x="25" y="57"/>
                    <a:pt x="30" y="58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89"/>
                    <a:pt x="51" y="91"/>
                    <a:pt x="51" y="92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7" y="102"/>
                    <a:pt x="59" y="107"/>
                    <a:pt x="62" y="112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7" y="118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4" y="110"/>
                    <a:pt x="74" y="110"/>
                    <a:pt x="74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7" y="104"/>
                    <a:pt x="87" y="104"/>
                    <a:pt x="87" y="104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2" y="97"/>
                    <a:pt x="82" y="97"/>
                    <a:pt x="82" y="97"/>
                  </a:cubicBezTo>
                  <a:cubicBezTo>
                    <a:pt x="81" y="97"/>
                    <a:pt x="81" y="96"/>
                    <a:pt x="81" y="96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81" y="93"/>
                    <a:pt x="81" y="92"/>
                    <a:pt x="81" y="90"/>
                  </a:cubicBezTo>
                  <a:cubicBezTo>
                    <a:pt x="81" y="89"/>
                    <a:pt x="81" y="87"/>
                    <a:pt x="80" y="86"/>
                  </a:cubicBezTo>
                  <a:cubicBezTo>
                    <a:pt x="80" y="85"/>
                    <a:pt x="80" y="85"/>
                    <a:pt x="80" y="85"/>
                  </a:cubicBezTo>
                  <a:cubicBezTo>
                    <a:pt x="91" y="90"/>
                    <a:pt x="91" y="90"/>
                    <a:pt x="91" y="90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108" y="82"/>
                    <a:pt x="108" y="82"/>
                    <a:pt x="108" y="82"/>
                  </a:cubicBezTo>
                  <a:cubicBezTo>
                    <a:pt x="113" y="75"/>
                    <a:pt x="113" y="75"/>
                    <a:pt x="113" y="75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10" y="53"/>
                    <a:pt x="113" y="52"/>
                    <a:pt x="117" y="51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2776537" y="4968875"/>
              <a:ext cx="128587" cy="158750"/>
            </a:xfrm>
            <a:custGeom>
              <a:avLst/>
              <a:gdLst/>
              <a:ahLst/>
              <a:cxnLst/>
              <a:rect l="l" t="t" r="r" b="b"/>
              <a:pathLst>
                <a:path w="48" h="59" extrusionOk="0">
                  <a:moveTo>
                    <a:pt x="45" y="35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3" y="41"/>
                    <a:pt x="4" y="43"/>
                    <a:pt x="5" y="45"/>
                  </a:cubicBezTo>
                  <a:cubicBezTo>
                    <a:pt x="5" y="45"/>
                    <a:pt x="5" y="47"/>
                    <a:pt x="6" y="48"/>
                  </a:cubicBezTo>
                  <a:cubicBezTo>
                    <a:pt x="6" y="49"/>
                    <a:pt x="7" y="50"/>
                    <a:pt x="7" y="51"/>
                  </a:cubicBezTo>
                  <a:cubicBezTo>
                    <a:pt x="8" y="51"/>
                    <a:pt x="9" y="52"/>
                    <a:pt x="10" y="53"/>
                  </a:cubicBezTo>
                  <a:cubicBezTo>
                    <a:pt x="11" y="53"/>
                    <a:pt x="13" y="54"/>
                    <a:pt x="14" y="55"/>
                  </a:cubicBezTo>
                  <a:cubicBezTo>
                    <a:pt x="17" y="56"/>
                    <a:pt x="19" y="57"/>
                    <a:pt x="21" y="58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58"/>
                    <a:pt x="29" y="58"/>
                    <a:pt x="31" y="57"/>
                  </a:cubicBezTo>
                  <a:cubicBezTo>
                    <a:pt x="34" y="57"/>
                    <a:pt x="36" y="56"/>
                    <a:pt x="38" y="56"/>
                  </a:cubicBezTo>
                  <a:cubicBezTo>
                    <a:pt x="40" y="54"/>
                    <a:pt x="43" y="51"/>
                    <a:pt x="44" y="48"/>
                  </a:cubicBezTo>
                  <a:cubicBezTo>
                    <a:pt x="46" y="46"/>
                    <a:pt x="47" y="43"/>
                    <a:pt x="48" y="41"/>
                  </a:cubicBezTo>
                  <a:cubicBezTo>
                    <a:pt x="48" y="40"/>
                    <a:pt x="48" y="40"/>
                    <a:pt x="48" y="40"/>
                  </a:cubicBezTo>
                  <a:lnTo>
                    <a:pt x="45" y="3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2805113" y="3908425"/>
              <a:ext cx="85725" cy="115888"/>
            </a:xfrm>
            <a:custGeom>
              <a:avLst/>
              <a:gdLst/>
              <a:ahLst/>
              <a:cxnLst/>
              <a:rect l="l" t="t" r="r" b="b"/>
              <a:pathLst>
                <a:path w="32" h="43" extrusionOk="0">
                  <a:moveTo>
                    <a:pt x="1" y="26"/>
                  </a:moveTo>
                  <a:cubicBezTo>
                    <a:pt x="4" y="29"/>
                    <a:pt x="4" y="29"/>
                    <a:pt x="4" y="29"/>
                  </a:cubicBezTo>
                  <a:cubicBezTo>
                    <a:pt x="4" y="34"/>
                    <a:pt x="4" y="39"/>
                    <a:pt x="3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9" y="34"/>
                    <a:pt x="30" y="29"/>
                    <a:pt x="31" y="2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29" y="7"/>
                    <a:pt x="28" y="7"/>
                  </a:cubicBezTo>
                  <a:cubicBezTo>
                    <a:pt x="21" y="6"/>
                    <a:pt x="15" y="5"/>
                    <a:pt x="8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6"/>
                    <a:pt x="2" y="13"/>
                    <a:pt x="0" y="20"/>
                  </a:cubicBezTo>
                  <a:lnTo>
                    <a:pt x="1" y="2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2230437" y="4083051"/>
              <a:ext cx="301625" cy="517525"/>
            </a:xfrm>
            <a:custGeom>
              <a:avLst/>
              <a:gdLst/>
              <a:ahLst/>
              <a:cxnLst/>
              <a:rect l="l" t="t" r="r" b="b"/>
              <a:pathLst>
                <a:path w="112" h="193" extrusionOk="0">
                  <a:moveTo>
                    <a:pt x="104" y="116"/>
                  </a:moveTo>
                  <a:cubicBezTo>
                    <a:pt x="98" y="117"/>
                    <a:pt x="98" y="117"/>
                    <a:pt x="98" y="117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9" y="84"/>
                    <a:pt x="69" y="84"/>
                    <a:pt x="69" y="84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2" y="51"/>
                    <a:pt x="82" y="51"/>
                    <a:pt x="82" y="51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4" y="25"/>
                    <a:pt x="88" y="22"/>
                    <a:pt x="83" y="18"/>
                  </a:cubicBezTo>
                  <a:cubicBezTo>
                    <a:pt x="76" y="13"/>
                    <a:pt x="70" y="7"/>
                    <a:pt x="64" y="2"/>
                  </a:cubicBezTo>
                  <a:cubicBezTo>
                    <a:pt x="64" y="1"/>
                    <a:pt x="63" y="1"/>
                    <a:pt x="63" y="1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4" y="6"/>
                    <a:pt x="54" y="9"/>
                    <a:pt x="53" y="11"/>
                  </a:cubicBezTo>
                  <a:cubicBezTo>
                    <a:pt x="53" y="13"/>
                    <a:pt x="53" y="15"/>
                    <a:pt x="52" y="17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9"/>
                    <a:pt x="26" y="41"/>
                    <a:pt x="26" y="43"/>
                  </a:cubicBezTo>
                  <a:cubicBezTo>
                    <a:pt x="25" y="46"/>
                    <a:pt x="24" y="48"/>
                    <a:pt x="23" y="51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3" y="68"/>
                    <a:pt x="8" y="72"/>
                    <a:pt x="13" y="75"/>
                  </a:cubicBezTo>
                  <a:cubicBezTo>
                    <a:pt x="14" y="76"/>
                    <a:pt x="15" y="77"/>
                    <a:pt x="16" y="77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0" y="154"/>
                    <a:pt x="50" y="154"/>
                    <a:pt x="50" y="154"/>
                  </a:cubicBezTo>
                  <a:cubicBezTo>
                    <a:pt x="62" y="170"/>
                    <a:pt x="62" y="170"/>
                    <a:pt x="62" y="170"/>
                  </a:cubicBezTo>
                  <a:cubicBezTo>
                    <a:pt x="92" y="188"/>
                    <a:pt x="92" y="188"/>
                    <a:pt x="92" y="188"/>
                  </a:cubicBezTo>
                  <a:cubicBezTo>
                    <a:pt x="95" y="193"/>
                    <a:pt x="95" y="193"/>
                    <a:pt x="95" y="193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7" y="171"/>
                    <a:pt x="107" y="171"/>
                    <a:pt x="107" y="171"/>
                  </a:cubicBezTo>
                  <a:cubicBezTo>
                    <a:pt x="107" y="150"/>
                    <a:pt x="107" y="150"/>
                    <a:pt x="107" y="150"/>
                  </a:cubicBezTo>
                  <a:cubicBezTo>
                    <a:pt x="112" y="135"/>
                    <a:pt x="112" y="135"/>
                    <a:pt x="112" y="135"/>
                  </a:cubicBezTo>
                  <a:lnTo>
                    <a:pt x="104" y="11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2690813" y="4649789"/>
              <a:ext cx="195261" cy="230188"/>
            </a:xfrm>
            <a:custGeom>
              <a:avLst/>
              <a:gdLst/>
              <a:ahLst/>
              <a:cxnLst/>
              <a:rect l="l" t="t" r="r" b="b"/>
              <a:pathLst>
                <a:path w="73" h="86" extrusionOk="0">
                  <a:moveTo>
                    <a:pt x="5" y="5"/>
                  </a:moveTo>
                  <a:cubicBezTo>
                    <a:pt x="4" y="8"/>
                    <a:pt x="3" y="11"/>
                    <a:pt x="2" y="14"/>
                  </a:cubicBezTo>
                  <a:cubicBezTo>
                    <a:pt x="1" y="19"/>
                    <a:pt x="0" y="25"/>
                    <a:pt x="0" y="30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6" y="83"/>
                    <a:pt x="57" y="81"/>
                    <a:pt x="66" y="78"/>
                  </a:cubicBezTo>
                  <a:cubicBezTo>
                    <a:pt x="69" y="68"/>
                    <a:pt x="71" y="58"/>
                    <a:pt x="73" y="48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1"/>
                    <a:pt x="42" y="18"/>
                    <a:pt x="41" y="15"/>
                  </a:cubicBezTo>
                  <a:cubicBezTo>
                    <a:pt x="41" y="12"/>
                    <a:pt x="40" y="9"/>
                    <a:pt x="39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5" y="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2881313" y="3929063"/>
              <a:ext cx="66675" cy="96837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1" y="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21"/>
                    <a:pt x="1" y="26"/>
                    <a:pt x="0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2"/>
                    <a:pt x="22" y="10"/>
                    <a:pt x="20" y="10"/>
                  </a:cubicBezTo>
                  <a:cubicBezTo>
                    <a:pt x="15" y="6"/>
                    <a:pt x="10" y="3"/>
                    <a:pt x="4" y="0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2711451" y="3846513"/>
              <a:ext cx="109537" cy="206376"/>
            </a:xfrm>
            <a:custGeom>
              <a:avLst/>
              <a:gdLst/>
              <a:ahLst/>
              <a:cxnLst/>
              <a:rect l="l" t="t" r="r" b="b"/>
              <a:pathLst>
                <a:path w="41" h="77" extrusionOk="0">
                  <a:moveTo>
                    <a:pt x="9" y="6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7" y="12"/>
                    <a:pt x="4" y="13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5" y="65"/>
                    <a:pt x="16" y="67"/>
                    <a:pt x="17" y="68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9" y="71"/>
                    <a:pt x="19" y="71"/>
                    <a:pt x="20" y="72"/>
                  </a:cubicBezTo>
                  <a:cubicBezTo>
                    <a:pt x="21" y="74"/>
                    <a:pt x="23" y="75"/>
                    <a:pt x="25" y="77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4" y="69"/>
                    <a:pt x="34" y="69"/>
                    <a:pt x="34" y="6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9" y="62"/>
                    <a:pt x="39" y="57"/>
                    <a:pt x="39" y="52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7" y="36"/>
                    <a:pt x="39" y="29"/>
                    <a:pt x="41" y="23"/>
                  </a:cubicBezTo>
                  <a:cubicBezTo>
                    <a:pt x="38" y="21"/>
                    <a:pt x="34" y="19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2" y="2"/>
                    <a:pt x="17" y="1"/>
                    <a:pt x="13" y="0"/>
                  </a:cubicBezTo>
                  <a:cubicBezTo>
                    <a:pt x="11" y="0"/>
                    <a:pt x="9" y="0"/>
                    <a:pt x="6" y="1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9" y="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2238375" y="4025900"/>
              <a:ext cx="142875" cy="193675"/>
            </a:xfrm>
            <a:custGeom>
              <a:avLst/>
              <a:gdLst/>
              <a:ahLst/>
              <a:cxnLst/>
              <a:rect l="l" t="t" r="r" b="b"/>
              <a:pathLst>
                <a:path w="53" h="72" extrusionOk="0">
                  <a:moveTo>
                    <a:pt x="53" y="21"/>
                  </a:moveTo>
                  <a:cubicBezTo>
                    <a:pt x="44" y="16"/>
                    <a:pt x="35" y="11"/>
                    <a:pt x="27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9"/>
                    <a:pt x="9" y="17"/>
                    <a:pt x="5" y="26"/>
                  </a:cubicBezTo>
                  <a:cubicBezTo>
                    <a:pt x="3" y="29"/>
                    <a:pt x="1" y="31"/>
                    <a:pt x="0" y="32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1" y="55"/>
                    <a:pt x="9" y="59"/>
                    <a:pt x="8" y="62"/>
                  </a:cubicBezTo>
                  <a:cubicBezTo>
                    <a:pt x="8" y="63"/>
                    <a:pt x="7" y="64"/>
                    <a:pt x="6" y="64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1" y="69"/>
                    <a:pt x="22" y="67"/>
                    <a:pt x="23" y="64"/>
                  </a:cubicBezTo>
                  <a:cubicBezTo>
                    <a:pt x="23" y="62"/>
                    <a:pt x="24" y="60"/>
                    <a:pt x="24" y="58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0" y="36"/>
                    <a:pt x="50" y="34"/>
                    <a:pt x="50" y="32"/>
                  </a:cubicBezTo>
                  <a:cubicBezTo>
                    <a:pt x="51" y="30"/>
                    <a:pt x="51" y="27"/>
                    <a:pt x="50" y="24"/>
                  </a:cubicBezTo>
                  <a:lnTo>
                    <a:pt x="53" y="21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2287588" y="3727450"/>
              <a:ext cx="306386" cy="460375"/>
            </a:xfrm>
            <a:custGeom>
              <a:avLst/>
              <a:gdLst/>
              <a:ahLst/>
              <a:cxnLst/>
              <a:rect l="l" t="t" r="r" b="b"/>
              <a:pathLst>
                <a:path w="114" h="171" extrusionOk="0">
                  <a:moveTo>
                    <a:pt x="106" y="101"/>
                  </a:moveTo>
                  <a:cubicBezTo>
                    <a:pt x="103" y="96"/>
                    <a:pt x="103" y="96"/>
                    <a:pt x="103" y="96"/>
                  </a:cubicBezTo>
                  <a:cubicBezTo>
                    <a:pt x="103" y="95"/>
                    <a:pt x="102" y="93"/>
                    <a:pt x="102" y="93"/>
                  </a:cubicBezTo>
                  <a:cubicBezTo>
                    <a:pt x="103" y="69"/>
                    <a:pt x="103" y="69"/>
                    <a:pt x="103" y="69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77" y="61"/>
                    <a:pt x="71" y="61"/>
                    <a:pt x="67" y="59"/>
                  </a:cubicBezTo>
                  <a:cubicBezTo>
                    <a:pt x="64" y="59"/>
                    <a:pt x="62" y="58"/>
                    <a:pt x="60" y="57"/>
                  </a:cubicBezTo>
                  <a:cubicBezTo>
                    <a:pt x="60" y="57"/>
                    <a:pt x="60" y="53"/>
                    <a:pt x="59" y="50"/>
                  </a:cubicBezTo>
                  <a:cubicBezTo>
                    <a:pt x="58" y="47"/>
                    <a:pt x="58" y="45"/>
                    <a:pt x="57" y="43"/>
                  </a:cubicBezTo>
                  <a:cubicBezTo>
                    <a:pt x="56" y="41"/>
                    <a:pt x="56" y="40"/>
                    <a:pt x="55" y="38"/>
                  </a:cubicBezTo>
                  <a:cubicBezTo>
                    <a:pt x="55" y="38"/>
                    <a:pt x="55" y="38"/>
                    <a:pt x="54" y="37"/>
                  </a:cubicBezTo>
                  <a:cubicBezTo>
                    <a:pt x="54" y="36"/>
                    <a:pt x="53" y="35"/>
                    <a:pt x="52" y="33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3"/>
                    <a:pt x="73" y="3"/>
                    <a:pt x="73" y="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2" y="5"/>
                    <a:pt x="57" y="7"/>
                    <a:pt x="52" y="10"/>
                  </a:cubicBezTo>
                  <a:cubicBezTo>
                    <a:pt x="50" y="11"/>
                    <a:pt x="48" y="12"/>
                    <a:pt x="45" y="13"/>
                  </a:cubicBezTo>
                  <a:cubicBezTo>
                    <a:pt x="43" y="14"/>
                    <a:pt x="40" y="15"/>
                    <a:pt x="37" y="16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16" y="94"/>
                    <a:pt x="16" y="94"/>
                    <a:pt x="16" y="94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17" y="122"/>
                    <a:pt x="26" y="127"/>
                    <a:pt x="35" y="132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3"/>
                    <a:pt x="43" y="133"/>
                    <a:pt x="43" y="134"/>
                  </a:cubicBezTo>
                  <a:cubicBezTo>
                    <a:pt x="49" y="139"/>
                    <a:pt x="55" y="145"/>
                    <a:pt x="62" y="150"/>
                  </a:cubicBezTo>
                  <a:cubicBezTo>
                    <a:pt x="67" y="154"/>
                    <a:pt x="73" y="157"/>
                    <a:pt x="79" y="160"/>
                  </a:cubicBezTo>
                  <a:cubicBezTo>
                    <a:pt x="75" y="169"/>
                    <a:pt x="75" y="169"/>
                    <a:pt x="75" y="169"/>
                  </a:cubicBezTo>
                  <a:cubicBezTo>
                    <a:pt x="81" y="171"/>
                    <a:pt x="81" y="171"/>
                    <a:pt x="81" y="171"/>
                  </a:cubicBezTo>
                  <a:cubicBezTo>
                    <a:pt x="88" y="151"/>
                    <a:pt x="88" y="151"/>
                    <a:pt x="88" y="151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93" y="133"/>
                    <a:pt x="93" y="133"/>
                    <a:pt x="93" y="133"/>
                  </a:cubicBezTo>
                  <a:cubicBezTo>
                    <a:pt x="92" y="129"/>
                    <a:pt x="92" y="129"/>
                    <a:pt x="92" y="129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5" y="119"/>
                    <a:pt x="95" y="119"/>
                    <a:pt x="95" y="119"/>
                  </a:cubicBezTo>
                  <a:cubicBezTo>
                    <a:pt x="97" y="112"/>
                    <a:pt x="97" y="112"/>
                    <a:pt x="97" y="112"/>
                  </a:cubicBezTo>
                  <a:cubicBezTo>
                    <a:pt x="101" y="113"/>
                    <a:pt x="101" y="113"/>
                    <a:pt x="101" y="113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1" y="111"/>
                    <a:pt x="109" y="106"/>
                    <a:pt x="106" y="101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52" name="Google Shape;752;p40"/>
            <p:cNvGrpSpPr/>
            <p:nvPr/>
          </p:nvGrpSpPr>
          <p:grpSpPr>
            <a:xfrm>
              <a:off x="2370148" y="4564067"/>
              <a:ext cx="209550" cy="1208087"/>
              <a:chOff x="2370137" y="4564063"/>
              <a:chExt cx="209550" cy="1208087"/>
            </a:xfrm>
          </p:grpSpPr>
          <p:sp>
            <p:nvSpPr>
              <p:cNvPr id="753" name="Google Shape;753;p40"/>
              <p:cNvSpPr/>
              <p:nvPr/>
            </p:nvSpPr>
            <p:spPr>
              <a:xfrm>
                <a:off x="2393950" y="5334000"/>
                <a:ext cx="190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" h="32" extrusionOk="0">
                    <a:moveTo>
                      <a:pt x="12" y="19"/>
                    </a:moveTo>
                    <a:lnTo>
                      <a:pt x="12" y="0"/>
                    </a:lnTo>
                    <a:lnTo>
                      <a:pt x="2" y="2"/>
                    </a:lnTo>
                    <a:lnTo>
                      <a:pt x="0" y="32"/>
                    </a:lnTo>
                    <a:lnTo>
                      <a:pt x="7" y="32"/>
                    </a:lnTo>
                    <a:lnTo>
                      <a:pt x="12" y="1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4" name="Google Shape;754;p40"/>
              <p:cNvSpPr/>
              <p:nvPr/>
            </p:nvSpPr>
            <p:spPr>
              <a:xfrm>
                <a:off x="2386012" y="5441950"/>
                <a:ext cx="17462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0" y="8"/>
                    </a:moveTo>
                    <a:lnTo>
                      <a:pt x="5" y="10"/>
                    </a:lnTo>
                    <a:lnTo>
                      <a:pt x="9" y="13"/>
                    </a:lnTo>
                    <a:lnTo>
                      <a:pt x="11" y="3"/>
                    </a:lnTo>
                    <a:lnTo>
                      <a:pt x="9" y="0"/>
                    </a:lnTo>
                    <a:lnTo>
                      <a:pt x="2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5" name="Google Shape;755;p40"/>
              <p:cNvSpPr/>
              <p:nvPr/>
            </p:nvSpPr>
            <p:spPr>
              <a:xfrm>
                <a:off x="2373312" y="5538788"/>
                <a:ext cx="11112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" extrusionOk="0">
                    <a:moveTo>
                      <a:pt x="7" y="3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7" y="10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6" name="Google Shape;756;p40"/>
              <p:cNvSpPr/>
              <p:nvPr/>
            </p:nvSpPr>
            <p:spPr>
              <a:xfrm>
                <a:off x="2384425" y="5610225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" h="15" extrusionOk="0">
                    <a:moveTo>
                      <a:pt x="6" y="2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3" y="15"/>
                    </a:lnTo>
                    <a:lnTo>
                      <a:pt x="6" y="12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>
                <a:off x="2416175" y="5722938"/>
                <a:ext cx="23812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0" extrusionOk="0">
                    <a:moveTo>
                      <a:pt x="0" y="4"/>
                    </a:moveTo>
                    <a:lnTo>
                      <a:pt x="5" y="10"/>
                    </a:lnTo>
                    <a:lnTo>
                      <a:pt x="12" y="10"/>
                    </a:lnTo>
                    <a:lnTo>
                      <a:pt x="15" y="7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2446337" y="5738813"/>
                <a:ext cx="17462" cy="14287"/>
              </a:xfrm>
              <a:custGeom>
                <a:avLst/>
                <a:gdLst/>
                <a:ahLst/>
                <a:cxnLst/>
                <a:rect l="l" t="t" r="r" b="b"/>
                <a:pathLst>
                  <a:path w="11" h="9" extrusionOk="0">
                    <a:moveTo>
                      <a:pt x="0" y="6"/>
                    </a:moveTo>
                    <a:lnTo>
                      <a:pt x="0" y="9"/>
                    </a:lnTo>
                    <a:lnTo>
                      <a:pt x="10" y="9"/>
                    </a:lnTo>
                    <a:lnTo>
                      <a:pt x="11" y="2"/>
                    </a:lnTo>
                    <a:lnTo>
                      <a:pt x="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2393950" y="5653088"/>
                <a:ext cx="1428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" h="12" extrusionOk="0">
                    <a:moveTo>
                      <a:pt x="9" y="7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" y="12"/>
                    </a:ln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60" name="Google Shape;760;p40"/>
              <p:cNvSpPr/>
              <p:nvPr/>
            </p:nvSpPr>
            <p:spPr>
              <a:xfrm>
                <a:off x="2393950" y="5688013"/>
                <a:ext cx="222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14" h="19" extrusionOk="0">
                    <a:moveTo>
                      <a:pt x="6" y="0"/>
                    </a:moveTo>
                    <a:lnTo>
                      <a:pt x="0" y="7"/>
                    </a:lnTo>
                    <a:lnTo>
                      <a:pt x="9" y="19"/>
                    </a:lnTo>
                    <a:lnTo>
                      <a:pt x="14" y="16"/>
                    </a:lnTo>
                    <a:lnTo>
                      <a:pt x="11" y="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>
                <a:off x="2370137" y="4564063"/>
                <a:ext cx="209550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78" h="433" extrusionOk="0">
                    <a:moveTo>
                      <a:pt x="32" y="399"/>
                    </a:moveTo>
                    <a:cubicBezTo>
                      <a:pt x="26" y="399"/>
                      <a:pt x="26" y="399"/>
                      <a:pt x="26" y="399"/>
                    </a:cubicBezTo>
                    <a:cubicBezTo>
                      <a:pt x="24" y="390"/>
                      <a:pt x="24" y="390"/>
                      <a:pt x="24" y="390"/>
                    </a:cubicBezTo>
                    <a:cubicBezTo>
                      <a:pt x="26" y="379"/>
                      <a:pt x="26" y="379"/>
                      <a:pt x="26" y="379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7" y="370"/>
                      <a:pt x="27" y="370"/>
                      <a:pt x="27" y="370"/>
                    </a:cubicBezTo>
                    <a:cubicBezTo>
                      <a:pt x="25" y="363"/>
                      <a:pt x="25" y="363"/>
                      <a:pt x="25" y="363"/>
                    </a:cubicBezTo>
                    <a:cubicBezTo>
                      <a:pt x="21" y="351"/>
                      <a:pt x="21" y="351"/>
                      <a:pt x="21" y="351"/>
                    </a:cubicBezTo>
                    <a:cubicBezTo>
                      <a:pt x="26" y="334"/>
                      <a:pt x="26" y="334"/>
                      <a:pt x="26" y="334"/>
                    </a:cubicBezTo>
                    <a:cubicBezTo>
                      <a:pt x="33" y="327"/>
                      <a:pt x="33" y="327"/>
                      <a:pt x="33" y="327"/>
                    </a:cubicBezTo>
                    <a:cubicBezTo>
                      <a:pt x="35" y="310"/>
                      <a:pt x="35" y="310"/>
                      <a:pt x="35" y="310"/>
                    </a:cubicBezTo>
                    <a:cubicBezTo>
                      <a:pt x="31" y="301"/>
                      <a:pt x="31" y="301"/>
                      <a:pt x="31" y="301"/>
                    </a:cubicBezTo>
                    <a:cubicBezTo>
                      <a:pt x="32" y="266"/>
                      <a:pt x="32" y="266"/>
                      <a:pt x="32" y="266"/>
                    </a:cubicBezTo>
                    <a:cubicBezTo>
                      <a:pt x="35" y="260"/>
                      <a:pt x="35" y="260"/>
                      <a:pt x="35" y="260"/>
                    </a:cubicBezTo>
                    <a:cubicBezTo>
                      <a:pt x="35" y="254"/>
                      <a:pt x="35" y="254"/>
                      <a:pt x="35" y="254"/>
                    </a:cubicBezTo>
                    <a:cubicBezTo>
                      <a:pt x="40" y="232"/>
                      <a:pt x="40" y="232"/>
                      <a:pt x="40" y="232"/>
                    </a:cubicBezTo>
                    <a:cubicBezTo>
                      <a:pt x="40" y="225"/>
                      <a:pt x="40" y="225"/>
                      <a:pt x="40" y="225"/>
                    </a:cubicBezTo>
                    <a:cubicBezTo>
                      <a:pt x="50" y="186"/>
                      <a:pt x="50" y="186"/>
                      <a:pt x="50" y="186"/>
                    </a:cubicBezTo>
                    <a:cubicBezTo>
                      <a:pt x="44" y="161"/>
                      <a:pt x="44" y="161"/>
                      <a:pt x="44" y="161"/>
                    </a:cubicBezTo>
                    <a:cubicBezTo>
                      <a:pt x="55" y="134"/>
                      <a:pt x="55" y="134"/>
                      <a:pt x="55" y="134"/>
                    </a:cubicBezTo>
                    <a:cubicBezTo>
                      <a:pt x="63" y="128"/>
                      <a:pt x="63" y="128"/>
                      <a:pt x="63" y="128"/>
                    </a:cubicBezTo>
                    <a:cubicBezTo>
                      <a:pt x="64" y="98"/>
                      <a:pt x="64" y="98"/>
                      <a:pt x="64" y="98"/>
                    </a:cubicBezTo>
                    <a:cubicBezTo>
                      <a:pt x="77" y="85"/>
                      <a:pt x="77" y="85"/>
                      <a:pt x="77" y="85"/>
                    </a:cubicBezTo>
                    <a:cubicBezTo>
                      <a:pt x="78" y="67"/>
                      <a:pt x="78" y="67"/>
                      <a:pt x="78" y="67"/>
                    </a:cubicBezTo>
                    <a:cubicBezTo>
                      <a:pt x="72" y="62"/>
                      <a:pt x="72" y="62"/>
                      <a:pt x="72" y="62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6" y="20"/>
                      <a:pt x="48" y="26"/>
                      <a:pt x="50" y="32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35" y="152"/>
                      <a:pt x="35" y="152"/>
                      <a:pt x="35" y="152"/>
                    </a:cubicBezTo>
                    <a:cubicBezTo>
                      <a:pt x="32" y="150"/>
                      <a:pt x="32" y="150"/>
                      <a:pt x="32" y="150"/>
                    </a:cubicBezTo>
                    <a:cubicBezTo>
                      <a:pt x="31" y="166"/>
                      <a:pt x="31" y="181"/>
                      <a:pt x="31" y="196"/>
                    </a:cubicBezTo>
                    <a:cubicBezTo>
                      <a:pt x="20" y="228"/>
                      <a:pt x="20" y="228"/>
                      <a:pt x="20" y="228"/>
                    </a:cubicBezTo>
                    <a:cubicBezTo>
                      <a:pt x="17" y="228"/>
                      <a:pt x="17" y="228"/>
                      <a:pt x="17" y="228"/>
                    </a:cubicBezTo>
                    <a:cubicBezTo>
                      <a:pt x="17" y="223"/>
                      <a:pt x="17" y="223"/>
                      <a:pt x="17" y="223"/>
                    </a:cubicBezTo>
                    <a:cubicBezTo>
                      <a:pt x="17" y="229"/>
                      <a:pt x="17" y="236"/>
                      <a:pt x="18" y="242"/>
                    </a:cubicBezTo>
                    <a:cubicBezTo>
                      <a:pt x="18" y="247"/>
                      <a:pt x="19" y="251"/>
                      <a:pt x="20" y="256"/>
                    </a:cubicBezTo>
                    <a:cubicBezTo>
                      <a:pt x="17" y="262"/>
                      <a:pt x="16" y="267"/>
                      <a:pt x="14" y="273"/>
                    </a:cubicBezTo>
                    <a:cubicBezTo>
                      <a:pt x="14" y="276"/>
                      <a:pt x="14" y="279"/>
                      <a:pt x="14" y="282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77"/>
                      <a:pt x="19" y="277"/>
                      <a:pt x="19" y="277"/>
                    </a:cubicBezTo>
                    <a:cubicBezTo>
                      <a:pt x="23" y="280"/>
                      <a:pt x="23" y="280"/>
                      <a:pt x="23" y="280"/>
                    </a:cubicBezTo>
                    <a:cubicBezTo>
                      <a:pt x="22" y="290"/>
                      <a:pt x="20" y="300"/>
                      <a:pt x="18" y="309"/>
                    </a:cubicBezTo>
                    <a:cubicBezTo>
                      <a:pt x="20" y="312"/>
                      <a:pt x="20" y="312"/>
                      <a:pt x="20" y="312"/>
                    </a:cubicBezTo>
                    <a:cubicBezTo>
                      <a:pt x="19" y="319"/>
                      <a:pt x="18" y="326"/>
                      <a:pt x="17" y="332"/>
                    </a:cubicBezTo>
                    <a:cubicBezTo>
                      <a:pt x="17" y="335"/>
                      <a:pt x="16" y="337"/>
                      <a:pt x="15" y="339"/>
                    </a:cubicBezTo>
                    <a:cubicBezTo>
                      <a:pt x="10" y="342"/>
                      <a:pt x="10" y="342"/>
                      <a:pt x="10" y="342"/>
                    </a:cubicBezTo>
                    <a:cubicBezTo>
                      <a:pt x="7" y="341"/>
                      <a:pt x="7" y="341"/>
                      <a:pt x="7" y="341"/>
                    </a:cubicBezTo>
                    <a:cubicBezTo>
                      <a:pt x="10" y="338"/>
                      <a:pt x="10" y="338"/>
                      <a:pt x="10" y="338"/>
                    </a:cubicBezTo>
                    <a:cubicBezTo>
                      <a:pt x="9" y="336"/>
                      <a:pt x="9" y="336"/>
                      <a:pt x="9" y="336"/>
                    </a:cubicBezTo>
                    <a:cubicBezTo>
                      <a:pt x="4" y="335"/>
                      <a:pt x="4" y="335"/>
                      <a:pt x="4" y="335"/>
                    </a:cubicBezTo>
                    <a:cubicBezTo>
                      <a:pt x="3" y="339"/>
                      <a:pt x="2" y="343"/>
                      <a:pt x="1" y="347"/>
                    </a:cubicBezTo>
                    <a:cubicBezTo>
                      <a:pt x="0" y="348"/>
                      <a:pt x="0" y="350"/>
                      <a:pt x="0" y="352"/>
                    </a:cubicBezTo>
                    <a:cubicBezTo>
                      <a:pt x="3" y="351"/>
                      <a:pt x="3" y="351"/>
                      <a:pt x="3" y="351"/>
                    </a:cubicBezTo>
                    <a:cubicBezTo>
                      <a:pt x="5" y="347"/>
                      <a:pt x="5" y="347"/>
                      <a:pt x="5" y="347"/>
                    </a:cubicBezTo>
                    <a:cubicBezTo>
                      <a:pt x="9" y="349"/>
                      <a:pt x="9" y="349"/>
                      <a:pt x="9" y="349"/>
                    </a:cubicBezTo>
                    <a:cubicBezTo>
                      <a:pt x="13" y="348"/>
                      <a:pt x="13" y="348"/>
                      <a:pt x="13" y="348"/>
                    </a:cubicBezTo>
                    <a:cubicBezTo>
                      <a:pt x="10" y="356"/>
                      <a:pt x="10" y="356"/>
                      <a:pt x="10" y="356"/>
                    </a:cubicBezTo>
                    <a:cubicBezTo>
                      <a:pt x="12" y="361"/>
                      <a:pt x="12" y="361"/>
                      <a:pt x="12" y="361"/>
                    </a:cubicBezTo>
                    <a:cubicBezTo>
                      <a:pt x="9" y="364"/>
                      <a:pt x="9" y="364"/>
                      <a:pt x="9" y="364"/>
                    </a:cubicBezTo>
                    <a:cubicBezTo>
                      <a:pt x="12" y="368"/>
                      <a:pt x="12" y="368"/>
                      <a:pt x="12" y="368"/>
                    </a:cubicBezTo>
                    <a:cubicBezTo>
                      <a:pt x="11" y="373"/>
                      <a:pt x="11" y="373"/>
                      <a:pt x="11" y="373"/>
                    </a:cubicBezTo>
                    <a:cubicBezTo>
                      <a:pt x="6" y="371"/>
                      <a:pt x="6" y="371"/>
                      <a:pt x="6" y="371"/>
                    </a:cubicBezTo>
                    <a:cubicBezTo>
                      <a:pt x="3" y="376"/>
                      <a:pt x="3" y="376"/>
                      <a:pt x="3" y="376"/>
                    </a:cubicBezTo>
                    <a:cubicBezTo>
                      <a:pt x="6" y="386"/>
                      <a:pt x="6" y="386"/>
                      <a:pt x="6" y="386"/>
                    </a:cubicBezTo>
                    <a:cubicBezTo>
                      <a:pt x="12" y="381"/>
                      <a:pt x="12" y="381"/>
                      <a:pt x="12" y="381"/>
                    </a:cubicBezTo>
                    <a:cubicBezTo>
                      <a:pt x="13" y="385"/>
                      <a:pt x="13" y="385"/>
                      <a:pt x="13" y="385"/>
                    </a:cubicBezTo>
                    <a:cubicBezTo>
                      <a:pt x="11" y="389"/>
                      <a:pt x="11" y="389"/>
                      <a:pt x="11" y="389"/>
                    </a:cubicBezTo>
                    <a:cubicBezTo>
                      <a:pt x="13" y="393"/>
                      <a:pt x="15" y="398"/>
                      <a:pt x="17" y="403"/>
                    </a:cubicBezTo>
                    <a:cubicBezTo>
                      <a:pt x="17" y="411"/>
                      <a:pt x="17" y="411"/>
                      <a:pt x="17" y="411"/>
                    </a:cubicBezTo>
                    <a:cubicBezTo>
                      <a:pt x="21" y="416"/>
                      <a:pt x="21" y="416"/>
                      <a:pt x="21" y="416"/>
                    </a:cubicBezTo>
                    <a:cubicBezTo>
                      <a:pt x="20" y="420"/>
                      <a:pt x="20" y="420"/>
                      <a:pt x="20" y="420"/>
                    </a:cubicBezTo>
                    <a:cubicBezTo>
                      <a:pt x="25" y="418"/>
                      <a:pt x="25" y="418"/>
                      <a:pt x="25" y="418"/>
                    </a:cubicBezTo>
                    <a:cubicBezTo>
                      <a:pt x="27" y="420"/>
                      <a:pt x="27" y="420"/>
                      <a:pt x="27" y="420"/>
                    </a:cubicBezTo>
                    <a:cubicBezTo>
                      <a:pt x="21" y="424"/>
                      <a:pt x="21" y="424"/>
                      <a:pt x="21" y="424"/>
                    </a:cubicBezTo>
                    <a:cubicBezTo>
                      <a:pt x="25" y="430"/>
                      <a:pt x="25" y="430"/>
                      <a:pt x="25" y="430"/>
                    </a:cubicBezTo>
                    <a:cubicBezTo>
                      <a:pt x="25" y="429"/>
                      <a:pt x="25" y="428"/>
                      <a:pt x="26" y="428"/>
                    </a:cubicBezTo>
                    <a:cubicBezTo>
                      <a:pt x="27" y="425"/>
                      <a:pt x="28" y="423"/>
                      <a:pt x="29" y="421"/>
                    </a:cubicBezTo>
                    <a:cubicBezTo>
                      <a:pt x="32" y="424"/>
                      <a:pt x="32" y="424"/>
                      <a:pt x="32" y="424"/>
                    </a:cubicBezTo>
                    <a:cubicBezTo>
                      <a:pt x="29" y="429"/>
                      <a:pt x="29" y="429"/>
                      <a:pt x="29" y="429"/>
                    </a:cubicBezTo>
                    <a:cubicBezTo>
                      <a:pt x="29" y="432"/>
                      <a:pt x="29" y="432"/>
                      <a:pt x="29" y="432"/>
                    </a:cubicBezTo>
                    <a:cubicBezTo>
                      <a:pt x="37" y="433"/>
                      <a:pt x="37" y="433"/>
                      <a:pt x="37" y="433"/>
                    </a:cubicBezTo>
                    <a:cubicBezTo>
                      <a:pt x="38" y="419"/>
                      <a:pt x="38" y="419"/>
                      <a:pt x="38" y="419"/>
                    </a:cubicBezTo>
                    <a:cubicBezTo>
                      <a:pt x="43" y="416"/>
                      <a:pt x="43" y="416"/>
                      <a:pt x="43" y="416"/>
                    </a:cubicBezTo>
                    <a:cubicBezTo>
                      <a:pt x="38" y="410"/>
                      <a:pt x="38" y="410"/>
                      <a:pt x="38" y="410"/>
                    </a:cubicBezTo>
                    <a:lnTo>
                      <a:pt x="32" y="39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>
                <a:off x="2474912" y="5688013"/>
                <a:ext cx="66675" cy="84137"/>
              </a:xfrm>
              <a:custGeom>
                <a:avLst/>
                <a:gdLst/>
                <a:ahLst/>
                <a:cxnLst/>
                <a:rect l="l" t="t" r="r" b="b"/>
                <a:pathLst>
                  <a:path w="25" h="31" extrusionOk="0">
                    <a:moveTo>
                      <a:pt x="22" y="5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6" y="27"/>
                      <a:pt x="13" y="28"/>
                      <a:pt x="19" y="29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5" y="15"/>
                      <a:pt x="25" y="15"/>
                      <a:pt x="25" y="15"/>
                    </a:cubicBezTo>
                    <a:lnTo>
                      <a:pt x="22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63" name="Google Shape;763;p40"/>
            <p:cNvSpPr/>
            <p:nvPr/>
          </p:nvSpPr>
          <p:spPr>
            <a:xfrm>
              <a:off x="2416175" y="3940175"/>
              <a:ext cx="936625" cy="1138238"/>
            </a:xfrm>
            <a:custGeom>
              <a:avLst/>
              <a:gdLst/>
              <a:ahLst/>
              <a:cxnLst/>
              <a:rect l="l" t="t" r="r" b="b"/>
              <a:pathLst>
                <a:path w="349" h="424" extrusionOk="0">
                  <a:moveTo>
                    <a:pt x="349" y="127"/>
                  </a:moveTo>
                  <a:cubicBezTo>
                    <a:pt x="347" y="118"/>
                    <a:pt x="347" y="118"/>
                    <a:pt x="347" y="118"/>
                  </a:cubicBezTo>
                  <a:cubicBezTo>
                    <a:pt x="342" y="114"/>
                    <a:pt x="342" y="114"/>
                    <a:pt x="342" y="114"/>
                  </a:cubicBezTo>
                  <a:cubicBezTo>
                    <a:pt x="323" y="106"/>
                    <a:pt x="323" y="106"/>
                    <a:pt x="323" y="106"/>
                  </a:cubicBezTo>
                  <a:cubicBezTo>
                    <a:pt x="313" y="99"/>
                    <a:pt x="313" y="99"/>
                    <a:pt x="313" y="99"/>
                  </a:cubicBezTo>
                  <a:cubicBezTo>
                    <a:pt x="304" y="89"/>
                    <a:pt x="304" y="89"/>
                    <a:pt x="304" y="89"/>
                  </a:cubicBezTo>
                  <a:cubicBezTo>
                    <a:pt x="300" y="87"/>
                    <a:pt x="300" y="87"/>
                    <a:pt x="300" y="87"/>
                  </a:cubicBezTo>
                  <a:cubicBezTo>
                    <a:pt x="293" y="88"/>
                    <a:pt x="293" y="88"/>
                    <a:pt x="293" y="88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2" y="81"/>
                    <a:pt x="272" y="81"/>
                    <a:pt x="272" y="81"/>
                  </a:cubicBezTo>
                  <a:cubicBezTo>
                    <a:pt x="270" y="81"/>
                    <a:pt x="270" y="81"/>
                    <a:pt x="270" y="81"/>
                  </a:cubicBezTo>
                  <a:cubicBezTo>
                    <a:pt x="267" y="85"/>
                    <a:pt x="267" y="85"/>
                    <a:pt x="267" y="85"/>
                  </a:cubicBezTo>
                  <a:cubicBezTo>
                    <a:pt x="266" y="76"/>
                    <a:pt x="266" y="76"/>
                    <a:pt x="266" y="76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36" y="66"/>
                    <a:pt x="236" y="66"/>
                    <a:pt x="236" y="66"/>
                  </a:cubicBezTo>
                  <a:cubicBezTo>
                    <a:pt x="232" y="69"/>
                    <a:pt x="232" y="69"/>
                    <a:pt x="232" y="69"/>
                  </a:cubicBezTo>
                  <a:cubicBezTo>
                    <a:pt x="224" y="75"/>
                    <a:pt x="224" y="75"/>
                    <a:pt x="224" y="75"/>
                  </a:cubicBezTo>
                  <a:cubicBezTo>
                    <a:pt x="222" y="77"/>
                    <a:pt x="222" y="77"/>
                    <a:pt x="222" y="77"/>
                  </a:cubicBezTo>
                  <a:cubicBezTo>
                    <a:pt x="217" y="76"/>
                    <a:pt x="217" y="76"/>
                    <a:pt x="217" y="76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27" y="59"/>
                    <a:pt x="227" y="59"/>
                    <a:pt x="227" y="59"/>
                  </a:cubicBezTo>
                  <a:cubicBezTo>
                    <a:pt x="218" y="57"/>
                    <a:pt x="218" y="57"/>
                    <a:pt x="218" y="57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09" y="61"/>
                    <a:pt x="209" y="61"/>
                    <a:pt x="209" y="61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04" y="54"/>
                    <a:pt x="204" y="54"/>
                    <a:pt x="204" y="54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2" y="41"/>
                    <a:pt x="212" y="41"/>
                    <a:pt x="212" y="41"/>
                  </a:cubicBezTo>
                  <a:cubicBezTo>
                    <a:pt x="211" y="36"/>
                    <a:pt x="211" y="36"/>
                    <a:pt x="211" y="36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0" y="11"/>
                    <a:pt x="200" y="11"/>
                    <a:pt x="200" y="11"/>
                  </a:cubicBezTo>
                  <a:cubicBezTo>
                    <a:pt x="198" y="9"/>
                    <a:pt x="198" y="9"/>
                    <a:pt x="198" y="9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84" y="32"/>
                    <a:pt x="184" y="32"/>
                    <a:pt x="184" y="32"/>
                  </a:cubicBezTo>
                  <a:cubicBezTo>
                    <a:pt x="180" y="27"/>
                    <a:pt x="180" y="27"/>
                    <a:pt x="180" y="27"/>
                  </a:cubicBezTo>
                  <a:cubicBezTo>
                    <a:pt x="167" y="28"/>
                    <a:pt x="167" y="28"/>
                    <a:pt x="167" y="28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4" y="29"/>
                    <a:pt x="154" y="29"/>
                    <a:pt x="154" y="29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9" y="36"/>
                    <a:pt x="129" y="36"/>
                    <a:pt x="129" y="36"/>
                  </a:cubicBezTo>
                  <a:cubicBezTo>
                    <a:pt x="128" y="35"/>
                    <a:pt x="128" y="34"/>
                    <a:pt x="127" y="33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2" y="11"/>
                    <a:pt x="122" y="11"/>
                    <a:pt x="122" y="11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21"/>
                    <a:pt x="85" y="22"/>
                    <a:pt x="86" y="22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9"/>
                    <a:pt x="91" y="29"/>
                    <a:pt x="91" y="29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0" y="42"/>
                    <a:pt x="70" y="42"/>
                    <a:pt x="70" y="42"/>
                  </a:cubicBezTo>
                  <a:cubicBezTo>
                    <a:pt x="66" y="37"/>
                    <a:pt x="66" y="37"/>
                    <a:pt x="66" y="37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1" y="96"/>
                    <a:pt x="31" y="96"/>
                    <a:pt x="31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6" y="110"/>
                    <a:pt x="6" y="110"/>
                    <a:pt x="6" y="110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5" y="114"/>
                    <a:pt x="5" y="114"/>
                    <a:pt x="5" y="114"/>
                  </a:cubicBezTo>
                  <a:cubicBezTo>
                    <a:pt x="1" y="120"/>
                    <a:pt x="1" y="120"/>
                    <a:pt x="1" y="12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3" y="147"/>
                    <a:pt x="3" y="147"/>
                    <a:pt x="3" y="147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9" y="170"/>
                    <a:pt x="29" y="170"/>
                    <a:pt x="29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8" y="168"/>
                    <a:pt x="41" y="168"/>
                    <a:pt x="44" y="167"/>
                  </a:cubicBezTo>
                  <a:cubicBezTo>
                    <a:pt x="52" y="165"/>
                    <a:pt x="60" y="163"/>
                    <a:pt x="68" y="160"/>
                  </a:cubicBezTo>
                  <a:cubicBezTo>
                    <a:pt x="79" y="161"/>
                    <a:pt x="79" y="161"/>
                    <a:pt x="79" y="161"/>
                  </a:cubicBezTo>
                  <a:cubicBezTo>
                    <a:pt x="78" y="179"/>
                    <a:pt x="78" y="179"/>
                    <a:pt x="78" y="179"/>
                  </a:cubicBezTo>
                  <a:cubicBezTo>
                    <a:pt x="82" y="185"/>
                    <a:pt x="82" y="185"/>
                    <a:pt x="82" y="185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9" y="197"/>
                    <a:pt x="109" y="197"/>
                    <a:pt x="109" y="197"/>
                  </a:cubicBezTo>
                  <a:cubicBezTo>
                    <a:pt x="116" y="199"/>
                    <a:pt x="116" y="199"/>
                    <a:pt x="116" y="199"/>
                  </a:cubicBezTo>
                  <a:cubicBezTo>
                    <a:pt x="118" y="223"/>
                    <a:pt x="118" y="223"/>
                    <a:pt x="118" y="223"/>
                  </a:cubicBezTo>
                  <a:cubicBezTo>
                    <a:pt x="135" y="225"/>
                    <a:pt x="135" y="225"/>
                    <a:pt x="135" y="225"/>
                  </a:cubicBezTo>
                  <a:cubicBezTo>
                    <a:pt x="136" y="237"/>
                    <a:pt x="136" y="237"/>
                    <a:pt x="136" y="237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2" y="244"/>
                    <a:pt x="142" y="244"/>
                    <a:pt x="142" y="244"/>
                  </a:cubicBezTo>
                  <a:cubicBezTo>
                    <a:pt x="144" y="254"/>
                    <a:pt x="144" y="254"/>
                    <a:pt x="144" y="254"/>
                  </a:cubicBezTo>
                  <a:cubicBezTo>
                    <a:pt x="142" y="262"/>
                    <a:pt x="142" y="262"/>
                    <a:pt x="142" y="262"/>
                  </a:cubicBezTo>
                  <a:cubicBezTo>
                    <a:pt x="142" y="263"/>
                    <a:pt x="142" y="263"/>
                    <a:pt x="142" y="263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0" y="269"/>
                    <a:pt x="140" y="269"/>
                    <a:pt x="140" y="269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2" y="273"/>
                    <a:pt x="143" y="276"/>
                    <a:pt x="143" y="279"/>
                  </a:cubicBezTo>
                  <a:cubicBezTo>
                    <a:pt x="144" y="282"/>
                    <a:pt x="145" y="285"/>
                    <a:pt x="145" y="288"/>
                  </a:cubicBezTo>
                  <a:cubicBezTo>
                    <a:pt x="145" y="290"/>
                    <a:pt x="145" y="290"/>
                    <a:pt x="145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62" y="294"/>
                    <a:pt x="162" y="294"/>
                    <a:pt x="162" y="294"/>
                  </a:cubicBezTo>
                  <a:cubicBezTo>
                    <a:pt x="164" y="312"/>
                    <a:pt x="164" y="312"/>
                    <a:pt x="164" y="312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1" y="330"/>
                    <a:pt x="171" y="330"/>
                    <a:pt x="171" y="330"/>
                  </a:cubicBezTo>
                  <a:cubicBezTo>
                    <a:pt x="178" y="341"/>
                    <a:pt x="178" y="341"/>
                    <a:pt x="178" y="341"/>
                  </a:cubicBezTo>
                  <a:cubicBezTo>
                    <a:pt x="177" y="353"/>
                    <a:pt x="177" y="353"/>
                    <a:pt x="177" y="353"/>
                  </a:cubicBezTo>
                  <a:cubicBezTo>
                    <a:pt x="171" y="357"/>
                    <a:pt x="159" y="367"/>
                    <a:pt x="158" y="367"/>
                  </a:cubicBezTo>
                  <a:cubicBezTo>
                    <a:pt x="142" y="383"/>
                    <a:pt x="142" y="383"/>
                    <a:pt x="142" y="383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50" y="384"/>
                    <a:pt x="150" y="384"/>
                    <a:pt x="150" y="384"/>
                  </a:cubicBezTo>
                  <a:cubicBezTo>
                    <a:pt x="151" y="384"/>
                    <a:pt x="151" y="384"/>
                    <a:pt x="151" y="384"/>
                  </a:cubicBezTo>
                  <a:cubicBezTo>
                    <a:pt x="151" y="384"/>
                    <a:pt x="151" y="384"/>
                    <a:pt x="151" y="384"/>
                  </a:cubicBezTo>
                  <a:cubicBezTo>
                    <a:pt x="158" y="388"/>
                    <a:pt x="158" y="388"/>
                    <a:pt x="158" y="388"/>
                  </a:cubicBezTo>
                  <a:cubicBezTo>
                    <a:pt x="160" y="393"/>
                    <a:pt x="160" y="393"/>
                    <a:pt x="160" y="393"/>
                  </a:cubicBezTo>
                  <a:cubicBezTo>
                    <a:pt x="163" y="391"/>
                    <a:pt x="163" y="391"/>
                    <a:pt x="163" y="391"/>
                  </a:cubicBezTo>
                  <a:cubicBezTo>
                    <a:pt x="165" y="393"/>
                    <a:pt x="165" y="393"/>
                    <a:pt x="165" y="393"/>
                  </a:cubicBezTo>
                  <a:cubicBezTo>
                    <a:pt x="176" y="403"/>
                    <a:pt x="176" y="403"/>
                    <a:pt x="176" y="403"/>
                  </a:cubicBezTo>
                  <a:cubicBezTo>
                    <a:pt x="181" y="410"/>
                    <a:pt x="181" y="410"/>
                    <a:pt x="181" y="410"/>
                  </a:cubicBezTo>
                  <a:cubicBezTo>
                    <a:pt x="179" y="418"/>
                    <a:pt x="179" y="418"/>
                    <a:pt x="179" y="418"/>
                  </a:cubicBezTo>
                  <a:cubicBezTo>
                    <a:pt x="182" y="424"/>
                    <a:pt x="182" y="424"/>
                    <a:pt x="182" y="424"/>
                  </a:cubicBezTo>
                  <a:cubicBezTo>
                    <a:pt x="190" y="411"/>
                    <a:pt x="190" y="411"/>
                    <a:pt x="190" y="411"/>
                  </a:cubicBezTo>
                  <a:cubicBezTo>
                    <a:pt x="191" y="407"/>
                    <a:pt x="191" y="407"/>
                    <a:pt x="191" y="407"/>
                  </a:cubicBezTo>
                  <a:cubicBezTo>
                    <a:pt x="189" y="402"/>
                    <a:pt x="189" y="402"/>
                    <a:pt x="189" y="402"/>
                  </a:cubicBezTo>
                  <a:cubicBezTo>
                    <a:pt x="196" y="390"/>
                    <a:pt x="196" y="390"/>
                    <a:pt x="196" y="390"/>
                  </a:cubicBezTo>
                  <a:cubicBezTo>
                    <a:pt x="203" y="383"/>
                    <a:pt x="203" y="383"/>
                    <a:pt x="203" y="383"/>
                  </a:cubicBezTo>
                  <a:cubicBezTo>
                    <a:pt x="206" y="384"/>
                    <a:pt x="206" y="384"/>
                    <a:pt x="206" y="384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199" y="396"/>
                    <a:pt x="199" y="396"/>
                    <a:pt x="199" y="396"/>
                  </a:cubicBezTo>
                  <a:cubicBezTo>
                    <a:pt x="194" y="402"/>
                    <a:pt x="193" y="405"/>
                    <a:pt x="193" y="404"/>
                  </a:cubicBezTo>
                  <a:cubicBezTo>
                    <a:pt x="201" y="396"/>
                    <a:pt x="201" y="396"/>
                    <a:pt x="201" y="396"/>
                  </a:cubicBezTo>
                  <a:cubicBezTo>
                    <a:pt x="220" y="362"/>
                    <a:pt x="220" y="362"/>
                    <a:pt x="220" y="362"/>
                  </a:cubicBezTo>
                  <a:cubicBezTo>
                    <a:pt x="219" y="356"/>
                    <a:pt x="219" y="356"/>
                    <a:pt x="219" y="356"/>
                  </a:cubicBezTo>
                  <a:cubicBezTo>
                    <a:pt x="220" y="338"/>
                    <a:pt x="220" y="338"/>
                    <a:pt x="220" y="338"/>
                  </a:cubicBezTo>
                  <a:cubicBezTo>
                    <a:pt x="222" y="333"/>
                    <a:pt x="222" y="333"/>
                    <a:pt x="222" y="333"/>
                  </a:cubicBezTo>
                  <a:cubicBezTo>
                    <a:pt x="246" y="315"/>
                    <a:pt x="246" y="315"/>
                    <a:pt x="246" y="315"/>
                  </a:cubicBezTo>
                  <a:cubicBezTo>
                    <a:pt x="251" y="315"/>
                    <a:pt x="251" y="315"/>
                    <a:pt x="251" y="315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6" y="306"/>
                    <a:pt x="256" y="306"/>
                    <a:pt x="256" y="306"/>
                  </a:cubicBezTo>
                  <a:cubicBezTo>
                    <a:pt x="260" y="303"/>
                    <a:pt x="260" y="303"/>
                    <a:pt x="260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70" y="304"/>
                    <a:pt x="270" y="304"/>
                    <a:pt x="270" y="304"/>
                  </a:cubicBezTo>
                  <a:cubicBezTo>
                    <a:pt x="278" y="305"/>
                    <a:pt x="278" y="305"/>
                    <a:pt x="278" y="305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1" y="297"/>
                    <a:pt x="281" y="297"/>
                    <a:pt x="281" y="297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292" y="279"/>
                    <a:pt x="292" y="279"/>
                    <a:pt x="292" y="279"/>
                  </a:cubicBezTo>
                  <a:cubicBezTo>
                    <a:pt x="293" y="271"/>
                    <a:pt x="293" y="271"/>
                    <a:pt x="293" y="271"/>
                  </a:cubicBezTo>
                  <a:cubicBezTo>
                    <a:pt x="298" y="264"/>
                    <a:pt x="298" y="264"/>
                    <a:pt x="298" y="264"/>
                  </a:cubicBezTo>
                  <a:cubicBezTo>
                    <a:pt x="299" y="257"/>
                    <a:pt x="299" y="257"/>
                    <a:pt x="299" y="257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4" y="239"/>
                    <a:pt x="304" y="239"/>
                    <a:pt x="304" y="239"/>
                  </a:cubicBezTo>
                  <a:cubicBezTo>
                    <a:pt x="308" y="234"/>
                    <a:pt x="308" y="234"/>
                    <a:pt x="308" y="234"/>
                  </a:cubicBezTo>
                  <a:cubicBezTo>
                    <a:pt x="307" y="229"/>
                    <a:pt x="307" y="229"/>
                    <a:pt x="307" y="229"/>
                  </a:cubicBezTo>
                  <a:cubicBezTo>
                    <a:pt x="306" y="223"/>
                    <a:pt x="306" y="223"/>
                    <a:pt x="306" y="223"/>
                  </a:cubicBezTo>
                  <a:cubicBezTo>
                    <a:pt x="309" y="217"/>
                    <a:pt x="309" y="217"/>
                    <a:pt x="309" y="217"/>
                  </a:cubicBezTo>
                  <a:cubicBezTo>
                    <a:pt x="309" y="204"/>
                    <a:pt x="309" y="204"/>
                    <a:pt x="309" y="204"/>
                  </a:cubicBezTo>
                  <a:cubicBezTo>
                    <a:pt x="309" y="203"/>
                    <a:pt x="310" y="200"/>
                    <a:pt x="312" y="194"/>
                  </a:cubicBezTo>
                  <a:cubicBezTo>
                    <a:pt x="314" y="194"/>
                    <a:pt x="314" y="194"/>
                    <a:pt x="314" y="194"/>
                  </a:cubicBezTo>
                  <a:cubicBezTo>
                    <a:pt x="315" y="197"/>
                    <a:pt x="315" y="197"/>
                    <a:pt x="315" y="197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30" y="170"/>
                    <a:pt x="330" y="170"/>
                    <a:pt x="330" y="170"/>
                  </a:cubicBezTo>
                  <a:cubicBezTo>
                    <a:pt x="337" y="163"/>
                    <a:pt x="337" y="163"/>
                    <a:pt x="337" y="163"/>
                  </a:cubicBezTo>
                  <a:cubicBezTo>
                    <a:pt x="344" y="153"/>
                    <a:pt x="344" y="153"/>
                    <a:pt x="344" y="153"/>
                  </a:cubicBezTo>
                  <a:cubicBezTo>
                    <a:pt x="349" y="139"/>
                    <a:pt x="349" y="139"/>
                    <a:pt x="349" y="139"/>
                  </a:cubicBezTo>
                  <a:cubicBezTo>
                    <a:pt x="347" y="139"/>
                    <a:pt x="347" y="139"/>
                    <a:pt x="347" y="139"/>
                  </a:cubicBezTo>
                  <a:lnTo>
                    <a:pt x="349" y="12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2508250" y="4370388"/>
              <a:ext cx="295275" cy="376238"/>
            </a:xfrm>
            <a:custGeom>
              <a:avLst/>
              <a:gdLst/>
              <a:ahLst/>
              <a:cxnLst/>
              <a:rect l="l" t="t" r="r" b="b"/>
              <a:pathLst>
                <a:path w="110" h="140" extrusionOk="0">
                  <a:moveTo>
                    <a:pt x="4" y="43"/>
                  </a:moveTo>
                  <a:cubicBezTo>
                    <a:pt x="4" y="64"/>
                    <a:pt x="4" y="64"/>
                    <a:pt x="4" y="64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4" y="78"/>
                    <a:pt x="9" y="89"/>
                    <a:pt x="13" y="99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7" y="139"/>
                    <a:pt x="27" y="139"/>
                    <a:pt x="27" y="13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47" y="129"/>
                    <a:pt x="47" y="129"/>
                    <a:pt x="47" y="129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8" y="134"/>
                    <a:pt x="68" y="134"/>
                    <a:pt x="68" y="134"/>
                  </a:cubicBezTo>
                  <a:cubicBezTo>
                    <a:pt x="68" y="129"/>
                    <a:pt x="69" y="123"/>
                    <a:pt x="70" y="118"/>
                  </a:cubicBezTo>
                  <a:cubicBezTo>
                    <a:pt x="71" y="115"/>
                    <a:pt x="72" y="112"/>
                    <a:pt x="73" y="109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106" y="109"/>
                    <a:pt x="106" y="109"/>
                    <a:pt x="106" y="109"/>
                  </a:cubicBezTo>
                  <a:cubicBezTo>
                    <a:pt x="110" y="106"/>
                    <a:pt x="110" y="106"/>
                    <a:pt x="110" y="106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107" y="82"/>
                    <a:pt x="107" y="82"/>
                    <a:pt x="107" y="82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3"/>
                    <a:pt x="18" y="5"/>
                    <a:pt x="10" y="7"/>
                  </a:cubicBezTo>
                  <a:cubicBezTo>
                    <a:pt x="7" y="8"/>
                    <a:pt x="4" y="8"/>
                    <a:pt x="1" y="9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65" name="Google Shape;765;p40"/>
            <p:cNvGrpSpPr/>
            <p:nvPr/>
          </p:nvGrpSpPr>
          <p:grpSpPr>
            <a:xfrm>
              <a:off x="2427283" y="4713285"/>
              <a:ext cx="466725" cy="1087437"/>
              <a:chOff x="2427287" y="4713288"/>
              <a:chExt cx="466725" cy="1087437"/>
            </a:xfrm>
          </p:grpSpPr>
          <p:sp>
            <p:nvSpPr>
              <p:cNvPr id="766" name="Google Shape;766;p40"/>
              <p:cNvSpPr/>
              <p:nvPr/>
            </p:nvSpPr>
            <p:spPr>
              <a:xfrm>
                <a:off x="2427287" y="4713288"/>
                <a:ext cx="466725" cy="973137"/>
              </a:xfrm>
              <a:custGeom>
                <a:avLst/>
                <a:gdLst/>
                <a:ahLst/>
                <a:cxnLst/>
                <a:rect l="l" t="t" r="r" b="b"/>
                <a:pathLst>
                  <a:path w="174" h="362" extrusionOk="0">
                    <a:moveTo>
                      <a:pt x="132" y="127"/>
                    </a:moveTo>
                    <a:cubicBezTo>
                      <a:pt x="132" y="125"/>
                      <a:pt x="132" y="125"/>
                      <a:pt x="132" y="125"/>
                    </a:cubicBezTo>
                    <a:cubicBezTo>
                      <a:pt x="132" y="105"/>
                      <a:pt x="132" y="105"/>
                      <a:pt x="132" y="105"/>
                    </a:cubicBezTo>
                    <a:cubicBezTo>
                      <a:pt x="138" y="95"/>
                      <a:pt x="138" y="95"/>
                      <a:pt x="138" y="95"/>
                    </a:cubicBezTo>
                    <a:cubicBezTo>
                      <a:pt x="138" y="95"/>
                      <a:pt x="154" y="79"/>
                      <a:pt x="154" y="79"/>
                    </a:cubicBezTo>
                    <a:cubicBezTo>
                      <a:pt x="173" y="65"/>
                      <a:pt x="173" y="65"/>
                      <a:pt x="173" y="65"/>
                    </a:cubicBezTo>
                    <a:cubicBezTo>
                      <a:pt x="174" y="53"/>
                      <a:pt x="174" y="53"/>
                      <a:pt x="174" y="5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164" y="54"/>
                      <a:pt x="164" y="54"/>
                      <a:pt x="164" y="54"/>
                    </a:cubicBezTo>
                    <a:cubicBezTo>
                      <a:pt x="155" y="57"/>
                      <a:pt x="144" y="59"/>
                      <a:pt x="135" y="62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2" y="12"/>
                      <a:pt x="82" y="12"/>
                      <a:pt x="82" y="12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23" y="105"/>
                      <a:pt x="23" y="105"/>
                      <a:pt x="23" y="105"/>
                    </a:cubicBezTo>
                    <a:cubicBezTo>
                      <a:pt x="29" y="130"/>
                      <a:pt x="29" y="130"/>
                      <a:pt x="29" y="130"/>
                    </a:cubicBezTo>
                    <a:cubicBezTo>
                      <a:pt x="19" y="169"/>
                      <a:pt x="19" y="169"/>
                      <a:pt x="19" y="169"/>
                    </a:cubicBezTo>
                    <a:cubicBezTo>
                      <a:pt x="20" y="176"/>
                      <a:pt x="20" y="176"/>
                      <a:pt x="20" y="176"/>
                    </a:cubicBezTo>
                    <a:cubicBezTo>
                      <a:pt x="14" y="198"/>
                      <a:pt x="14" y="198"/>
                      <a:pt x="14" y="198"/>
                    </a:cubicBezTo>
                    <a:cubicBezTo>
                      <a:pt x="14" y="204"/>
                      <a:pt x="14" y="204"/>
                      <a:pt x="14" y="204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0" y="245"/>
                      <a:pt x="10" y="245"/>
                      <a:pt x="10" y="245"/>
                    </a:cubicBezTo>
                    <a:cubicBezTo>
                      <a:pt x="14" y="254"/>
                      <a:pt x="14" y="254"/>
                      <a:pt x="14" y="254"/>
                    </a:cubicBezTo>
                    <a:cubicBezTo>
                      <a:pt x="12" y="271"/>
                      <a:pt x="12" y="271"/>
                      <a:pt x="12" y="271"/>
                    </a:cubicBezTo>
                    <a:cubicBezTo>
                      <a:pt x="5" y="278"/>
                      <a:pt x="5" y="278"/>
                      <a:pt x="5" y="278"/>
                    </a:cubicBezTo>
                    <a:cubicBezTo>
                      <a:pt x="0" y="295"/>
                      <a:pt x="0" y="295"/>
                      <a:pt x="0" y="295"/>
                    </a:cubicBezTo>
                    <a:cubicBezTo>
                      <a:pt x="4" y="307"/>
                      <a:pt x="4" y="307"/>
                      <a:pt x="4" y="307"/>
                    </a:cubicBezTo>
                    <a:cubicBezTo>
                      <a:pt x="6" y="314"/>
                      <a:pt x="6" y="314"/>
                      <a:pt x="6" y="314"/>
                    </a:cubicBezTo>
                    <a:cubicBezTo>
                      <a:pt x="6" y="316"/>
                      <a:pt x="6" y="316"/>
                      <a:pt x="6" y="316"/>
                    </a:cubicBezTo>
                    <a:cubicBezTo>
                      <a:pt x="5" y="323"/>
                      <a:pt x="5" y="323"/>
                      <a:pt x="5" y="323"/>
                    </a:cubicBezTo>
                    <a:cubicBezTo>
                      <a:pt x="3" y="334"/>
                      <a:pt x="3" y="334"/>
                      <a:pt x="3" y="334"/>
                    </a:cubicBezTo>
                    <a:cubicBezTo>
                      <a:pt x="5" y="343"/>
                      <a:pt x="5" y="343"/>
                      <a:pt x="5" y="343"/>
                    </a:cubicBezTo>
                    <a:cubicBezTo>
                      <a:pt x="11" y="343"/>
                      <a:pt x="11" y="343"/>
                      <a:pt x="11" y="343"/>
                    </a:cubicBezTo>
                    <a:cubicBezTo>
                      <a:pt x="17" y="354"/>
                      <a:pt x="17" y="354"/>
                      <a:pt x="17" y="354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22" y="360"/>
                      <a:pt x="22" y="360"/>
                      <a:pt x="22" y="360"/>
                    </a:cubicBezTo>
                    <a:cubicBezTo>
                      <a:pt x="25" y="358"/>
                      <a:pt x="25" y="358"/>
                      <a:pt x="25" y="358"/>
                    </a:cubicBezTo>
                    <a:cubicBezTo>
                      <a:pt x="25" y="362"/>
                      <a:pt x="25" y="362"/>
                      <a:pt x="25" y="362"/>
                    </a:cubicBezTo>
                    <a:cubicBezTo>
                      <a:pt x="28" y="362"/>
                      <a:pt x="28" y="362"/>
                      <a:pt x="28" y="362"/>
                    </a:cubicBezTo>
                    <a:cubicBezTo>
                      <a:pt x="31" y="356"/>
                      <a:pt x="31" y="356"/>
                      <a:pt x="31" y="356"/>
                    </a:cubicBezTo>
                    <a:cubicBezTo>
                      <a:pt x="35" y="356"/>
                      <a:pt x="35" y="356"/>
                      <a:pt x="35" y="356"/>
                    </a:cubicBezTo>
                    <a:cubicBezTo>
                      <a:pt x="38" y="360"/>
                      <a:pt x="38" y="360"/>
                      <a:pt x="38" y="360"/>
                    </a:cubicBezTo>
                    <a:cubicBezTo>
                      <a:pt x="42" y="359"/>
                      <a:pt x="42" y="359"/>
                      <a:pt x="42" y="359"/>
                    </a:cubicBezTo>
                    <a:cubicBezTo>
                      <a:pt x="38" y="350"/>
                      <a:pt x="38" y="350"/>
                      <a:pt x="38" y="350"/>
                    </a:cubicBezTo>
                    <a:cubicBezTo>
                      <a:pt x="40" y="335"/>
                      <a:pt x="40" y="335"/>
                      <a:pt x="40" y="335"/>
                    </a:cubicBezTo>
                    <a:cubicBezTo>
                      <a:pt x="42" y="330"/>
                      <a:pt x="42" y="330"/>
                      <a:pt x="42" y="330"/>
                    </a:cubicBezTo>
                    <a:cubicBezTo>
                      <a:pt x="47" y="331"/>
                      <a:pt x="47" y="331"/>
                      <a:pt x="47" y="331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9" y="320"/>
                      <a:pt x="49" y="320"/>
                      <a:pt x="49" y="320"/>
                    </a:cubicBezTo>
                    <a:cubicBezTo>
                      <a:pt x="58" y="310"/>
                      <a:pt x="58" y="310"/>
                      <a:pt x="58" y="310"/>
                    </a:cubicBezTo>
                    <a:cubicBezTo>
                      <a:pt x="66" y="308"/>
                      <a:pt x="66" y="308"/>
                      <a:pt x="66" y="308"/>
                    </a:cubicBezTo>
                    <a:cubicBezTo>
                      <a:pt x="66" y="305"/>
                      <a:pt x="66" y="305"/>
                      <a:pt x="66" y="305"/>
                    </a:cubicBezTo>
                    <a:cubicBezTo>
                      <a:pt x="64" y="303"/>
                      <a:pt x="64" y="303"/>
                      <a:pt x="64" y="303"/>
                    </a:cubicBezTo>
                    <a:cubicBezTo>
                      <a:pt x="66" y="299"/>
                      <a:pt x="66" y="299"/>
                      <a:pt x="66" y="299"/>
                    </a:cubicBezTo>
                    <a:cubicBezTo>
                      <a:pt x="66" y="294"/>
                      <a:pt x="66" y="294"/>
                      <a:pt x="66" y="294"/>
                    </a:cubicBezTo>
                    <a:cubicBezTo>
                      <a:pt x="59" y="293"/>
                      <a:pt x="59" y="293"/>
                      <a:pt x="59" y="293"/>
                    </a:cubicBezTo>
                    <a:cubicBezTo>
                      <a:pt x="54" y="288"/>
                      <a:pt x="54" y="288"/>
                      <a:pt x="54" y="288"/>
                    </a:cubicBezTo>
                    <a:cubicBezTo>
                      <a:pt x="56" y="279"/>
                      <a:pt x="56" y="279"/>
                      <a:pt x="56" y="279"/>
                    </a:cubicBezTo>
                    <a:cubicBezTo>
                      <a:pt x="67" y="271"/>
                      <a:pt x="67" y="271"/>
                      <a:pt x="67" y="271"/>
                    </a:cubicBezTo>
                    <a:cubicBezTo>
                      <a:pt x="64" y="270"/>
                      <a:pt x="64" y="270"/>
                      <a:pt x="64" y="270"/>
                    </a:cubicBezTo>
                    <a:cubicBezTo>
                      <a:pt x="65" y="267"/>
                      <a:pt x="65" y="267"/>
                      <a:pt x="65" y="267"/>
                    </a:cubicBezTo>
                    <a:cubicBezTo>
                      <a:pt x="69" y="261"/>
                      <a:pt x="69" y="261"/>
                      <a:pt x="69" y="261"/>
                    </a:cubicBezTo>
                    <a:cubicBezTo>
                      <a:pt x="69" y="251"/>
                      <a:pt x="69" y="251"/>
                      <a:pt x="69" y="251"/>
                    </a:cubicBezTo>
                    <a:cubicBezTo>
                      <a:pt x="79" y="243"/>
                      <a:pt x="79" y="243"/>
                      <a:pt x="79" y="243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8"/>
                      <a:pt x="74" y="238"/>
                      <a:pt x="74" y="238"/>
                    </a:cubicBezTo>
                    <a:cubicBezTo>
                      <a:pt x="78" y="236"/>
                      <a:pt x="78" y="236"/>
                      <a:pt x="78" y="236"/>
                    </a:cubicBezTo>
                    <a:cubicBezTo>
                      <a:pt x="80" y="239"/>
                      <a:pt x="80" y="239"/>
                      <a:pt x="80" y="239"/>
                    </a:cubicBezTo>
                    <a:cubicBezTo>
                      <a:pt x="83" y="239"/>
                      <a:pt x="83" y="239"/>
                      <a:pt x="83" y="239"/>
                    </a:cubicBezTo>
                    <a:cubicBezTo>
                      <a:pt x="84" y="234"/>
                      <a:pt x="84" y="234"/>
                      <a:pt x="84" y="234"/>
                    </a:cubicBezTo>
                    <a:cubicBezTo>
                      <a:pt x="82" y="231"/>
                      <a:pt x="82" y="231"/>
                      <a:pt x="82" y="231"/>
                    </a:cubicBezTo>
                    <a:cubicBezTo>
                      <a:pt x="77" y="233"/>
                      <a:pt x="77" y="233"/>
                      <a:pt x="77" y="233"/>
                    </a:cubicBezTo>
                    <a:cubicBezTo>
                      <a:pt x="72" y="216"/>
                      <a:pt x="72" y="216"/>
                      <a:pt x="72" y="216"/>
                    </a:cubicBezTo>
                    <a:cubicBezTo>
                      <a:pt x="79" y="221"/>
                      <a:pt x="79" y="221"/>
                      <a:pt x="79" y="221"/>
                    </a:cubicBezTo>
                    <a:cubicBezTo>
                      <a:pt x="85" y="221"/>
                      <a:pt x="85" y="221"/>
                      <a:pt x="85" y="221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92" y="215"/>
                      <a:pt x="92" y="213"/>
                      <a:pt x="92" y="213"/>
                    </a:cubicBezTo>
                    <a:cubicBezTo>
                      <a:pt x="93" y="212"/>
                      <a:pt x="94" y="210"/>
                      <a:pt x="96" y="205"/>
                    </a:cubicBezTo>
                    <a:cubicBezTo>
                      <a:pt x="94" y="199"/>
                      <a:pt x="94" y="199"/>
                      <a:pt x="94" y="199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9" y="200"/>
                      <a:pt x="99" y="200"/>
                      <a:pt x="99" y="200"/>
                    </a:cubicBezTo>
                    <a:cubicBezTo>
                      <a:pt x="108" y="199"/>
                      <a:pt x="108" y="199"/>
                      <a:pt x="108" y="199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32" y="189"/>
                      <a:pt x="132" y="189"/>
                      <a:pt x="132" y="189"/>
                    </a:cubicBezTo>
                    <a:cubicBezTo>
                      <a:pt x="140" y="182"/>
                      <a:pt x="140" y="182"/>
                      <a:pt x="140" y="182"/>
                    </a:cubicBezTo>
                    <a:cubicBezTo>
                      <a:pt x="144" y="171"/>
                      <a:pt x="144" y="171"/>
                      <a:pt x="144" y="171"/>
                    </a:cubicBezTo>
                    <a:cubicBezTo>
                      <a:pt x="144" y="166"/>
                      <a:pt x="144" y="166"/>
                      <a:pt x="144" y="166"/>
                    </a:cubicBezTo>
                    <a:cubicBezTo>
                      <a:pt x="139" y="166"/>
                      <a:pt x="139" y="166"/>
                      <a:pt x="139" y="166"/>
                    </a:cubicBezTo>
                    <a:cubicBezTo>
                      <a:pt x="138" y="163"/>
                      <a:pt x="138" y="163"/>
                      <a:pt x="138" y="163"/>
                    </a:cubicBezTo>
                    <a:cubicBezTo>
                      <a:pt x="141" y="158"/>
                      <a:pt x="141" y="158"/>
                      <a:pt x="141" y="158"/>
                    </a:cubicBezTo>
                    <a:cubicBezTo>
                      <a:pt x="138" y="154"/>
                      <a:pt x="138" y="154"/>
                      <a:pt x="138" y="154"/>
                    </a:cubicBezTo>
                    <a:cubicBezTo>
                      <a:pt x="131" y="146"/>
                      <a:pt x="131" y="146"/>
                      <a:pt x="131" y="146"/>
                    </a:cubicBezTo>
                    <a:cubicBezTo>
                      <a:pt x="130" y="140"/>
                      <a:pt x="130" y="140"/>
                      <a:pt x="130" y="140"/>
                    </a:cubicBezTo>
                    <a:cubicBezTo>
                      <a:pt x="131" y="137"/>
                      <a:pt x="131" y="137"/>
                      <a:pt x="131" y="137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0" y="130"/>
                      <a:pt x="130" y="130"/>
                      <a:pt x="130" y="130"/>
                    </a:cubicBezTo>
                    <a:lnTo>
                      <a:pt x="132" y="12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>
                <a:off x="2540000" y="5781675"/>
                <a:ext cx="285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2" extrusionOk="0">
                    <a:moveTo>
                      <a:pt x="0" y="2"/>
                    </a:moveTo>
                    <a:lnTo>
                      <a:pt x="10" y="12"/>
                    </a:lnTo>
                    <a:lnTo>
                      <a:pt x="18" y="6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2633662" y="5765800"/>
                <a:ext cx="2698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7" h="12" extrusionOk="0">
                    <a:moveTo>
                      <a:pt x="0" y="5"/>
                    </a:moveTo>
                    <a:lnTo>
                      <a:pt x="0" y="10"/>
                    </a:lnTo>
                    <a:lnTo>
                      <a:pt x="5" y="12"/>
                    </a:lnTo>
                    <a:lnTo>
                      <a:pt x="14" y="10"/>
                    </a:lnTo>
                    <a:lnTo>
                      <a:pt x="17" y="5"/>
                    </a:lnTo>
                    <a:lnTo>
                      <a:pt x="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69" name="Google Shape;769;p40"/>
              <p:cNvSpPr/>
              <p:nvPr/>
            </p:nvSpPr>
            <p:spPr>
              <a:xfrm>
                <a:off x="2533650" y="5729288"/>
                <a:ext cx="80962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20" extrusionOk="0">
                    <a:moveTo>
                      <a:pt x="3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10" y="16"/>
                      <a:pt x="16" y="17"/>
                      <a:pt x="21" y="20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24" y="11"/>
                      <a:pt x="19" y="8"/>
                      <a:pt x="14" y="5"/>
                    </a:cubicBezTo>
                    <a:cubicBezTo>
                      <a:pt x="11" y="4"/>
                      <a:pt x="7" y="2"/>
                      <a:pt x="3" y="0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70" name="Google Shape;770;p40"/>
            <p:cNvSpPr/>
            <p:nvPr/>
          </p:nvSpPr>
          <p:spPr>
            <a:xfrm>
              <a:off x="2463800" y="3505201"/>
              <a:ext cx="92076" cy="80961"/>
            </a:xfrm>
            <a:custGeom>
              <a:avLst/>
              <a:gdLst/>
              <a:ahLst/>
              <a:cxnLst/>
              <a:rect l="l" t="t" r="r" b="b"/>
              <a:pathLst>
                <a:path w="34" h="30" extrusionOk="0">
                  <a:moveTo>
                    <a:pt x="24" y="6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8" y="23"/>
                    <a:pt x="21" y="23"/>
                    <a:pt x="24" y="23"/>
                  </a:cubicBezTo>
                  <a:cubicBezTo>
                    <a:pt x="26" y="23"/>
                    <a:pt x="29" y="24"/>
                    <a:pt x="32" y="24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23" y="10"/>
                    <a:pt x="23" y="10"/>
                    <a:pt x="23" y="10"/>
                  </a:cubicBezTo>
                  <a:lnTo>
                    <a:pt x="24" y="6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2579688" y="3556001"/>
              <a:ext cx="46036" cy="15876"/>
            </a:xfrm>
            <a:custGeom>
              <a:avLst/>
              <a:gdLst/>
              <a:ahLst/>
              <a:cxnLst/>
              <a:rect l="l" t="t" r="r" b="b"/>
              <a:pathLst>
                <a:path w="29" h="10" extrusionOk="0">
                  <a:moveTo>
                    <a:pt x="0" y="0"/>
                  </a:moveTo>
                  <a:lnTo>
                    <a:pt x="0" y="9"/>
                  </a:lnTo>
                  <a:lnTo>
                    <a:pt x="15" y="7"/>
                  </a:lnTo>
                  <a:lnTo>
                    <a:pt x="26" y="10"/>
                  </a:lnTo>
                  <a:lnTo>
                    <a:pt x="29" y="0"/>
                  </a:lnTo>
                  <a:lnTo>
                    <a:pt x="14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2198688" y="3800476"/>
              <a:ext cx="147637" cy="80961"/>
            </a:xfrm>
            <a:custGeom>
              <a:avLst/>
              <a:gdLst/>
              <a:ahLst/>
              <a:cxnLst/>
              <a:rect l="l" t="t" r="r" b="b"/>
              <a:pathLst>
                <a:path w="55" h="30" extrusionOk="0">
                  <a:moveTo>
                    <a:pt x="52" y="17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2" y="14"/>
                    <a:pt x="52" y="12"/>
                    <a:pt x="51" y="11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18" y="4"/>
                    <a:pt x="11" y="3"/>
                    <a:pt x="4" y="2"/>
                  </a:cubicBezTo>
                  <a:cubicBezTo>
                    <a:pt x="3" y="2"/>
                    <a:pt x="2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8"/>
                    <a:pt x="52" y="17"/>
                    <a:pt x="52" y="17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2098675" y="3644900"/>
              <a:ext cx="88901" cy="117475"/>
            </a:xfrm>
            <a:custGeom>
              <a:avLst/>
              <a:gdLst/>
              <a:ahLst/>
              <a:cxnLst/>
              <a:rect l="l" t="t" r="r" b="b"/>
              <a:pathLst>
                <a:path w="33" h="44" extrusionOk="0">
                  <a:moveTo>
                    <a:pt x="29" y="44"/>
                  </a:moveTo>
                  <a:cubicBezTo>
                    <a:pt x="27" y="42"/>
                    <a:pt x="27" y="42"/>
                    <a:pt x="27" y="42"/>
                  </a:cubicBezTo>
                  <a:cubicBezTo>
                    <a:pt x="29" y="30"/>
                    <a:pt x="31" y="18"/>
                    <a:pt x="32" y="6"/>
                  </a:cubicBezTo>
                  <a:cubicBezTo>
                    <a:pt x="32" y="4"/>
                    <a:pt x="32" y="2"/>
                    <a:pt x="33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8" y="15"/>
                    <a:pt x="5" y="17"/>
                    <a:pt x="3" y="20"/>
                  </a:cubicBezTo>
                  <a:cubicBezTo>
                    <a:pt x="1" y="20"/>
                    <a:pt x="0" y="2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22" y="43"/>
                    <a:pt x="25" y="44"/>
                    <a:pt x="29" y="44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1393826" y="3113090"/>
              <a:ext cx="727076" cy="523876"/>
            </a:xfrm>
            <a:custGeom>
              <a:avLst/>
              <a:gdLst/>
              <a:ahLst/>
              <a:cxnLst/>
              <a:rect l="l" t="t" r="r" b="b"/>
              <a:pathLst>
                <a:path w="271" h="195" extrusionOk="0">
                  <a:moveTo>
                    <a:pt x="232" y="187"/>
                  </a:moveTo>
                  <a:cubicBezTo>
                    <a:pt x="232" y="185"/>
                    <a:pt x="232" y="185"/>
                    <a:pt x="232" y="185"/>
                  </a:cubicBezTo>
                  <a:cubicBezTo>
                    <a:pt x="225" y="176"/>
                    <a:pt x="225" y="176"/>
                    <a:pt x="225" y="176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28" y="170"/>
                    <a:pt x="228" y="170"/>
                    <a:pt x="228" y="170"/>
                  </a:cubicBezTo>
                  <a:cubicBezTo>
                    <a:pt x="244" y="170"/>
                    <a:pt x="244" y="170"/>
                    <a:pt x="244" y="170"/>
                  </a:cubicBezTo>
                  <a:cubicBezTo>
                    <a:pt x="246" y="166"/>
                    <a:pt x="246" y="166"/>
                    <a:pt x="246" y="166"/>
                  </a:cubicBezTo>
                  <a:cubicBezTo>
                    <a:pt x="249" y="166"/>
                    <a:pt x="249" y="166"/>
                    <a:pt x="249" y="166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58" y="160"/>
                    <a:pt x="258" y="160"/>
                    <a:pt x="258" y="160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261" y="162"/>
                    <a:pt x="261" y="162"/>
                    <a:pt x="261" y="162"/>
                  </a:cubicBezTo>
                  <a:cubicBezTo>
                    <a:pt x="262" y="160"/>
                    <a:pt x="262" y="159"/>
                    <a:pt x="263" y="157"/>
                  </a:cubicBezTo>
                  <a:cubicBezTo>
                    <a:pt x="263" y="153"/>
                    <a:pt x="264" y="149"/>
                    <a:pt x="266" y="144"/>
                  </a:cubicBezTo>
                  <a:cubicBezTo>
                    <a:pt x="267" y="140"/>
                    <a:pt x="268" y="137"/>
                    <a:pt x="271" y="134"/>
                  </a:cubicBezTo>
                  <a:cubicBezTo>
                    <a:pt x="270" y="129"/>
                    <a:pt x="270" y="129"/>
                    <a:pt x="270" y="129"/>
                  </a:cubicBezTo>
                  <a:cubicBezTo>
                    <a:pt x="267" y="129"/>
                    <a:pt x="263" y="129"/>
                    <a:pt x="260" y="130"/>
                  </a:cubicBezTo>
                  <a:cubicBezTo>
                    <a:pt x="257" y="130"/>
                    <a:pt x="254" y="131"/>
                    <a:pt x="251" y="132"/>
                  </a:cubicBezTo>
                  <a:cubicBezTo>
                    <a:pt x="239" y="131"/>
                    <a:pt x="239" y="131"/>
                    <a:pt x="239" y="131"/>
                  </a:cubicBezTo>
                  <a:cubicBezTo>
                    <a:pt x="235" y="134"/>
                    <a:pt x="235" y="134"/>
                    <a:pt x="235" y="134"/>
                  </a:cubicBezTo>
                  <a:cubicBezTo>
                    <a:pt x="234" y="138"/>
                    <a:pt x="233" y="141"/>
                    <a:pt x="232" y="145"/>
                  </a:cubicBezTo>
                  <a:cubicBezTo>
                    <a:pt x="231" y="148"/>
                    <a:pt x="231" y="151"/>
                    <a:pt x="230" y="153"/>
                  </a:cubicBezTo>
                  <a:cubicBezTo>
                    <a:pt x="229" y="156"/>
                    <a:pt x="228" y="158"/>
                    <a:pt x="227" y="160"/>
                  </a:cubicBezTo>
                  <a:cubicBezTo>
                    <a:pt x="225" y="161"/>
                    <a:pt x="222" y="161"/>
                    <a:pt x="219" y="162"/>
                  </a:cubicBezTo>
                  <a:cubicBezTo>
                    <a:pt x="213" y="162"/>
                    <a:pt x="213" y="162"/>
                    <a:pt x="213" y="162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0" y="166"/>
                    <a:pt x="200" y="166"/>
                    <a:pt x="200" y="166"/>
                  </a:cubicBezTo>
                  <a:cubicBezTo>
                    <a:pt x="198" y="163"/>
                    <a:pt x="195" y="160"/>
                    <a:pt x="192" y="158"/>
                  </a:cubicBezTo>
                  <a:cubicBezTo>
                    <a:pt x="190" y="156"/>
                    <a:pt x="187" y="154"/>
                    <a:pt x="184" y="152"/>
                  </a:cubicBezTo>
                  <a:cubicBezTo>
                    <a:pt x="179" y="143"/>
                    <a:pt x="176" y="134"/>
                    <a:pt x="173" y="125"/>
                  </a:cubicBezTo>
                  <a:cubicBezTo>
                    <a:pt x="171" y="115"/>
                    <a:pt x="169" y="105"/>
                    <a:pt x="169" y="94"/>
                  </a:cubicBezTo>
                  <a:cubicBezTo>
                    <a:pt x="175" y="86"/>
                    <a:pt x="175" y="86"/>
                    <a:pt x="175" y="86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2" y="80"/>
                    <a:pt x="172" y="80"/>
                    <a:pt x="172" y="80"/>
                  </a:cubicBezTo>
                  <a:cubicBezTo>
                    <a:pt x="167" y="78"/>
                    <a:pt x="163" y="75"/>
                    <a:pt x="158" y="72"/>
                  </a:cubicBezTo>
                  <a:cubicBezTo>
                    <a:pt x="156" y="70"/>
                    <a:pt x="154" y="68"/>
                    <a:pt x="151" y="66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0" y="65"/>
                    <a:pt x="150" y="65"/>
                    <a:pt x="150" y="65"/>
                  </a:cubicBezTo>
                  <a:cubicBezTo>
                    <a:pt x="146" y="56"/>
                    <a:pt x="142" y="46"/>
                    <a:pt x="138" y="38"/>
                  </a:cubicBezTo>
                  <a:cubicBezTo>
                    <a:pt x="136" y="36"/>
                    <a:pt x="135" y="35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60" y="12"/>
                    <a:pt x="44" y="8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10"/>
                    <a:pt x="4" y="17"/>
                    <a:pt x="6" y="24"/>
                  </a:cubicBezTo>
                  <a:cubicBezTo>
                    <a:pt x="7" y="26"/>
                    <a:pt x="7" y="29"/>
                    <a:pt x="7" y="31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26" y="66"/>
                    <a:pt x="34" y="73"/>
                    <a:pt x="43" y="81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6" y="96"/>
                    <a:pt x="49" y="97"/>
                    <a:pt x="52" y="99"/>
                  </a:cubicBezTo>
                  <a:cubicBezTo>
                    <a:pt x="57" y="102"/>
                    <a:pt x="60" y="105"/>
                    <a:pt x="64" y="108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66" y="97"/>
                    <a:pt x="66" y="97"/>
                    <a:pt x="66" y="97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53" y="87"/>
                    <a:pt x="48" y="77"/>
                    <a:pt x="42" y="68"/>
                  </a:cubicBezTo>
                  <a:cubicBezTo>
                    <a:pt x="35" y="56"/>
                    <a:pt x="28" y="43"/>
                    <a:pt x="21" y="3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41" y="30"/>
                    <a:pt x="46" y="41"/>
                    <a:pt x="52" y="51"/>
                  </a:cubicBezTo>
                  <a:cubicBezTo>
                    <a:pt x="57" y="60"/>
                    <a:pt x="64" y="69"/>
                    <a:pt x="71" y="77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102" y="118"/>
                    <a:pt x="102" y="118"/>
                    <a:pt x="102" y="11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98" y="135"/>
                    <a:pt x="98" y="135"/>
                    <a:pt x="98" y="135"/>
                  </a:cubicBezTo>
                  <a:cubicBezTo>
                    <a:pt x="101" y="143"/>
                    <a:pt x="101" y="143"/>
                    <a:pt x="101" y="143"/>
                  </a:cubicBezTo>
                  <a:cubicBezTo>
                    <a:pt x="129" y="168"/>
                    <a:pt x="129" y="168"/>
                    <a:pt x="129" y="168"/>
                  </a:cubicBezTo>
                  <a:cubicBezTo>
                    <a:pt x="135" y="168"/>
                    <a:pt x="135" y="168"/>
                    <a:pt x="135" y="168"/>
                  </a:cubicBezTo>
                  <a:cubicBezTo>
                    <a:pt x="142" y="175"/>
                    <a:pt x="142" y="175"/>
                    <a:pt x="142" y="175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81" y="192"/>
                    <a:pt x="186" y="192"/>
                    <a:pt x="191" y="191"/>
                  </a:cubicBezTo>
                  <a:cubicBezTo>
                    <a:pt x="195" y="190"/>
                    <a:pt x="198" y="189"/>
                    <a:pt x="202" y="188"/>
                  </a:cubicBezTo>
                  <a:cubicBezTo>
                    <a:pt x="212" y="195"/>
                    <a:pt x="212" y="195"/>
                    <a:pt x="212" y="195"/>
                  </a:cubicBezTo>
                  <a:cubicBezTo>
                    <a:pt x="221" y="187"/>
                    <a:pt x="221" y="187"/>
                    <a:pt x="221" y="187"/>
                  </a:cubicBezTo>
                  <a:lnTo>
                    <a:pt x="232" y="18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2298701" y="3551240"/>
              <a:ext cx="60324" cy="20637"/>
            </a:xfrm>
            <a:custGeom>
              <a:avLst/>
              <a:gdLst/>
              <a:ahLst/>
              <a:cxnLst/>
              <a:rect l="l" t="t" r="r" b="b"/>
              <a:pathLst>
                <a:path w="38" h="13" extrusionOk="0">
                  <a:moveTo>
                    <a:pt x="28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3" y="10"/>
                  </a:lnTo>
                  <a:lnTo>
                    <a:pt x="11" y="8"/>
                  </a:lnTo>
                  <a:lnTo>
                    <a:pt x="16" y="13"/>
                  </a:lnTo>
                  <a:lnTo>
                    <a:pt x="38" y="12"/>
                  </a:lnTo>
                  <a:lnTo>
                    <a:pt x="3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2389189" y="3502027"/>
              <a:ext cx="84136" cy="69850"/>
            </a:xfrm>
            <a:custGeom>
              <a:avLst/>
              <a:gdLst/>
              <a:ahLst/>
              <a:cxnLst/>
              <a:rect l="l" t="t" r="r" b="b"/>
              <a:pathLst>
                <a:path w="31" h="26" extrusionOk="0">
                  <a:moveTo>
                    <a:pt x="30" y="4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23"/>
                    <a:pt x="19" y="24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30" y="4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1962151" y="3570289"/>
              <a:ext cx="120650" cy="106362"/>
            </a:xfrm>
            <a:custGeom>
              <a:avLst/>
              <a:gdLst/>
              <a:ahLst/>
              <a:cxnLst/>
              <a:rect l="l" t="t" r="r" b="b"/>
              <a:pathLst>
                <a:path w="45" h="40" extrusionOk="0">
                  <a:moveTo>
                    <a:pt x="27" y="34"/>
                  </a:moveTo>
                  <a:cubicBezTo>
                    <a:pt x="29" y="33"/>
                    <a:pt x="29" y="33"/>
                    <a:pt x="29" y="33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1" y="29"/>
                    <a:pt x="31" y="29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6" y="26"/>
                    <a:pt x="40" y="25"/>
                    <a:pt x="45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2" y="38"/>
                    <a:pt x="25" y="36"/>
                    <a:pt x="27" y="34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2039939" y="3621088"/>
              <a:ext cx="147637" cy="82550"/>
            </a:xfrm>
            <a:custGeom>
              <a:avLst/>
              <a:gdLst/>
              <a:ahLst/>
              <a:cxnLst/>
              <a:rect l="l" t="t" r="r" b="b"/>
              <a:pathLst>
                <a:path w="55" h="31" extrusionOk="0">
                  <a:moveTo>
                    <a:pt x="50" y="4"/>
                  </a:moveTo>
                  <a:cubicBezTo>
                    <a:pt x="48" y="4"/>
                    <a:pt x="46" y="3"/>
                    <a:pt x="44" y="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4" y="1"/>
                    <a:pt x="28" y="2"/>
                    <a:pt x="22" y="3"/>
                  </a:cubicBezTo>
                  <a:cubicBezTo>
                    <a:pt x="20" y="4"/>
                    <a:pt x="18" y="4"/>
                    <a:pt x="16" y="5"/>
                  </a:cubicBezTo>
                  <a:cubicBezTo>
                    <a:pt x="11" y="6"/>
                    <a:pt x="7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3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1"/>
                    <a:pt x="17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0"/>
                    <a:pt x="23" y="29"/>
                    <a:pt x="25" y="29"/>
                  </a:cubicBezTo>
                  <a:cubicBezTo>
                    <a:pt x="27" y="26"/>
                    <a:pt x="30" y="24"/>
                    <a:pt x="32" y="2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3" y="5"/>
                    <a:pt x="51" y="4"/>
                    <a:pt x="50" y="4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2012950" y="3659188"/>
              <a:ext cx="77788" cy="44450"/>
            </a:xfrm>
            <a:custGeom>
              <a:avLst/>
              <a:gdLst/>
              <a:ahLst/>
              <a:cxnLst/>
              <a:rect l="l" t="t" r="r" b="b"/>
              <a:pathLst>
                <a:path w="29" h="17" extrusionOk="0">
                  <a:moveTo>
                    <a:pt x="29" y="7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8" y="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6"/>
                    <a:pt x="27" y="16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9" y="8"/>
                    <a:pt x="29" y="8"/>
                    <a:pt x="29" y="8"/>
                  </a:cubicBezTo>
                  <a:lnTo>
                    <a:pt x="29" y="7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2159000" y="3416300"/>
              <a:ext cx="257175" cy="88901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22" y="6"/>
                  </a:moveTo>
                  <a:cubicBezTo>
                    <a:pt x="24" y="5"/>
                    <a:pt x="25" y="5"/>
                    <a:pt x="27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70" y="32"/>
                    <a:pt x="82" y="33"/>
                    <a:pt x="93" y="33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3" y="30"/>
                    <a:pt x="93" y="30"/>
                    <a:pt x="93" y="30"/>
                  </a:cubicBezTo>
                  <a:cubicBezTo>
                    <a:pt x="89" y="27"/>
                    <a:pt x="89" y="27"/>
                    <a:pt x="89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0" y="19"/>
                    <a:pt x="63" y="15"/>
                    <a:pt x="56" y="11"/>
                  </a:cubicBezTo>
                  <a:cubicBezTo>
                    <a:pt x="50" y="7"/>
                    <a:pt x="44" y="4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4" y="10"/>
                    <a:pt x="18" y="8"/>
                    <a:pt x="22" y="6"/>
                  </a:cubicBez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2120900" y="3760789"/>
              <a:ext cx="80961" cy="77788"/>
            </a:xfrm>
            <a:custGeom>
              <a:avLst/>
              <a:gdLst/>
              <a:ahLst/>
              <a:cxnLst/>
              <a:rect l="l" t="t" r="r" b="b"/>
              <a:pathLst>
                <a:path w="30" h="29" extrusionOk="0">
                  <a:moveTo>
                    <a:pt x="30" y="15"/>
                  </a:moveTo>
                  <a:cubicBezTo>
                    <a:pt x="27" y="11"/>
                    <a:pt x="24" y="6"/>
                    <a:pt x="21" y="1"/>
                  </a:cubicBezTo>
                  <a:cubicBezTo>
                    <a:pt x="17" y="1"/>
                    <a:pt x="14" y="0"/>
                    <a:pt x="1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5" y="16"/>
                    <a:pt x="20" y="22"/>
                    <a:pt x="25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9" y="16"/>
                    <a:pt x="29" y="16"/>
                    <a:pt x="29" y="16"/>
                  </a:cubicBezTo>
                  <a:lnTo>
                    <a:pt x="30" y="15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2046287" y="3536949"/>
              <a:ext cx="39688" cy="80961"/>
            </a:xfrm>
            <a:custGeom>
              <a:avLst/>
              <a:gdLst/>
              <a:ahLst/>
              <a:cxnLst/>
              <a:rect l="l" t="t" r="r" b="b"/>
              <a:pathLst>
                <a:path w="15" h="30" extrusionOk="0">
                  <a:moveTo>
                    <a:pt x="6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0" y="30"/>
                    <a:pt x="0" y="30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20"/>
                    <a:pt x="14" y="11"/>
                    <a:pt x="15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8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83" name="Google Shape;783;p40"/>
            <p:cNvGrpSpPr/>
            <p:nvPr/>
          </p:nvGrpSpPr>
          <p:grpSpPr>
            <a:xfrm>
              <a:off x="506412" y="2262188"/>
              <a:ext cx="2081212" cy="1100137"/>
              <a:chOff x="506412" y="2262188"/>
              <a:chExt cx="2081212" cy="1100137"/>
            </a:xfrm>
          </p:grpSpPr>
          <p:sp>
            <p:nvSpPr>
              <p:cNvPr id="784" name="Google Shape;784;p40"/>
              <p:cNvSpPr/>
              <p:nvPr/>
            </p:nvSpPr>
            <p:spPr>
              <a:xfrm>
                <a:off x="506412" y="2266950"/>
                <a:ext cx="50800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32" h="29" extrusionOk="0">
                    <a:moveTo>
                      <a:pt x="0" y="12"/>
                    </a:moveTo>
                    <a:lnTo>
                      <a:pt x="4" y="29"/>
                    </a:lnTo>
                    <a:lnTo>
                      <a:pt x="19" y="22"/>
                    </a:lnTo>
                    <a:lnTo>
                      <a:pt x="29" y="14"/>
                    </a:lnTo>
                    <a:lnTo>
                      <a:pt x="32" y="2"/>
                    </a:lnTo>
                    <a:lnTo>
                      <a:pt x="19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85" name="Google Shape;785;p40"/>
              <p:cNvSpPr/>
              <p:nvPr/>
            </p:nvSpPr>
            <p:spPr>
              <a:xfrm>
                <a:off x="966787" y="2262188"/>
                <a:ext cx="2063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3" h="22" extrusionOk="0">
                    <a:moveTo>
                      <a:pt x="0" y="12"/>
                    </a:moveTo>
                    <a:lnTo>
                      <a:pt x="8" y="22"/>
                    </a:lnTo>
                    <a:lnTo>
                      <a:pt x="13" y="17"/>
                    </a:lnTo>
                    <a:lnTo>
                      <a:pt x="1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86" name="Google Shape;786;p40"/>
              <p:cNvSpPr/>
              <p:nvPr/>
            </p:nvSpPr>
            <p:spPr>
              <a:xfrm>
                <a:off x="990600" y="2336800"/>
                <a:ext cx="428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32" extrusionOk="0">
                    <a:moveTo>
                      <a:pt x="27" y="26"/>
                    </a:moveTo>
                    <a:lnTo>
                      <a:pt x="22" y="16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24"/>
                    </a:lnTo>
                    <a:lnTo>
                      <a:pt x="23" y="32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87" name="Google Shape;787;p40"/>
              <p:cNvSpPr/>
              <p:nvPr/>
            </p:nvSpPr>
            <p:spPr>
              <a:xfrm>
                <a:off x="1014412" y="2401888"/>
                <a:ext cx="269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7" h="22" extrusionOk="0">
                    <a:moveTo>
                      <a:pt x="17" y="0"/>
                    </a:moveTo>
                    <a:lnTo>
                      <a:pt x="12" y="7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8" y="22"/>
                    </a:lnTo>
                    <a:lnTo>
                      <a:pt x="17" y="17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88" name="Google Shape;788;p40"/>
              <p:cNvSpPr/>
              <p:nvPr/>
            </p:nvSpPr>
            <p:spPr>
              <a:xfrm>
                <a:off x="1033462" y="2444750"/>
                <a:ext cx="2698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4" extrusionOk="0">
                    <a:moveTo>
                      <a:pt x="8" y="0"/>
                    </a:moveTo>
                    <a:lnTo>
                      <a:pt x="0" y="2"/>
                    </a:lnTo>
                    <a:lnTo>
                      <a:pt x="0" y="15"/>
                    </a:lnTo>
                    <a:lnTo>
                      <a:pt x="12" y="24"/>
                    </a:lnTo>
                    <a:lnTo>
                      <a:pt x="17" y="22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89" name="Google Shape;789;p40"/>
              <p:cNvSpPr/>
              <p:nvPr/>
            </p:nvSpPr>
            <p:spPr>
              <a:xfrm>
                <a:off x="1204912" y="2570163"/>
                <a:ext cx="1382712" cy="792162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95" extrusionOk="0">
                    <a:moveTo>
                      <a:pt x="513" y="44"/>
                    </a:moveTo>
                    <a:cubicBezTo>
                      <a:pt x="508" y="38"/>
                      <a:pt x="508" y="38"/>
                      <a:pt x="508" y="38"/>
                    </a:cubicBezTo>
                    <a:cubicBezTo>
                      <a:pt x="503" y="29"/>
                      <a:pt x="503" y="29"/>
                      <a:pt x="503" y="29"/>
                    </a:cubicBezTo>
                    <a:cubicBezTo>
                      <a:pt x="488" y="37"/>
                      <a:pt x="488" y="37"/>
                      <a:pt x="488" y="37"/>
                    </a:cubicBezTo>
                    <a:cubicBezTo>
                      <a:pt x="474" y="51"/>
                      <a:pt x="474" y="51"/>
                      <a:pt x="474" y="51"/>
                    </a:cubicBezTo>
                    <a:cubicBezTo>
                      <a:pt x="439" y="52"/>
                      <a:pt x="439" y="52"/>
                      <a:pt x="439" y="52"/>
                    </a:cubicBezTo>
                    <a:cubicBezTo>
                      <a:pt x="429" y="67"/>
                      <a:pt x="429" y="67"/>
                      <a:pt x="429" y="67"/>
                    </a:cubicBezTo>
                    <a:cubicBezTo>
                      <a:pt x="432" y="66"/>
                      <a:pt x="432" y="66"/>
                      <a:pt x="432" y="66"/>
                    </a:cubicBezTo>
                    <a:cubicBezTo>
                      <a:pt x="431" y="70"/>
                      <a:pt x="431" y="70"/>
                      <a:pt x="431" y="70"/>
                    </a:cubicBezTo>
                    <a:cubicBezTo>
                      <a:pt x="431" y="73"/>
                      <a:pt x="431" y="73"/>
                      <a:pt x="431" y="73"/>
                    </a:cubicBezTo>
                    <a:cubicBezTo>
                      <a:pt x="428" y="78"/>
                      <a:pt x="428" y="78"/>
                      <a:pt x="428" y="78"/>
                    </a:cubicBezTo>
                    <a:cubicBezTo>
                      <a:pt x="406" y="80"/>
                      <a:pt x="406" y="80"/>
                      <a:pt x="406" y="80"/>
                    </a:cubicBezTo>
                    <a:cubicBezTo>
                      <a:pt x="402" y="84"/>
                      <a:pt x="402" y="84"/>
                      <a:pt x="402" y="84"/>
                    </a:cubicBezTo>
                    <a:cubicBezTo>
                      <a:pt x="404" y="84"/>
                      <a:pt x="404" y="84"/>
                      <a:pt x="404" y="84"/>
                    </a:cubicBezTo>
                    <a:cubicBezTo>
                      <a:pt x="408" y="85"/>
                      <a:pt x="408" y="85"/>
                      <a:pt x="408" y="85"/>
                    </a:cubicBezTo>
                    <a:cubicBezTo>
                      <a:pt x="405" y="88"/>
                      <a:pt x="405" y="88"/>
                      <a:pt x="405" y="88"/>
                    </a:cubicBezTo>
                    <a:cubicBezTo>
                      <a:pt x="399" y="89"/>
                      <a:pt x="399" y="89"/>
                      <a:pt x="399" y="89"/>
                    </a:cubicBezTo>
                    <a:cubicBezTo>
                      <a:pt x="393" y="95"/>
                      <a:pt x="393" y="95"/>
                      <a:pt x="393" y="95"/>
                    </a:cubicBezTo>
                    <a:cubicBezTo>
                      <a:pt x="376" y="102"/>
                      <a:pt x="376" y="102"/>
                      <a:pt x="376" y="102"/>
                    </a:cubicBezTo>
                    <a:cubicBezTo>
                      <a:pt x="370" y="99"/>
                      <a:pt x="370" y="99"/>
                      <a:pt x="370" y="99"/>
                    </a:cubicBezTo>
                    <a:cubicBezTo>
                      <a:pt x="372" y="95"/>
                      <a:pt x="372" y="95"/>
                      <a:pt x="372" y="95"/>
                    </a:cubicBezTo>
                    <a:cubicBezTo>
                      <a:pt x="370" y="93"/>
                      <a:pt x="370" y="93"/>
                      <a:pt x="370" y="93"/>
                    </a:cubicBezTo>
                    <a:cubicBezTo>
                      <a:pt x="368" y="88"/>
                      <a:pt x="368" y="88"/>
                      <a:pt x="368" y="88"/>
                    </a:cubicBezTo>
                    <a:cubicBezTo>
                      <a:pt x="373" y="82"/>
                      <a:pt x="373" y="82"/>
                      <a:pt x="373" y="82"/>
                    </a:cubicBezTo>
                    <a:cubicBezTo>
                      <a:pt x="373" y="69"/>
                      <a:pt x="373" y="69"/>
                      <a:pt x="373" y="69"/>
                    </a:cubicBezTo>
                    <a:cubicBezTo>
                      <a:pt x="368" y="71"/>
                      <a:pt x="368" y="71"/>
                      <a:pt x="368" y="71"/>
                    </a:cubicBezTo>
                    <a:cubicBezTo>
                      <a:pt x="363" y="77"/>
                      <a:pt x="363" y="77"/>
                      <a:pt x="363" y="77"/>
                    </a:cubicBezTo>
                    <a:cubicBezTo>
                      <a:pt x="361" y="76"/>
                      <a:pt x="360" y="75"/>
                      <a:pt x="360" y="74"/>
                    </a:cubicBezTo>
                    <a:cubicBezTo>
                      <a:pt x="360" y="73"/>
                      <a:pt x="362" y="71"/>
                      <a:pt x="366" y="67"/>
                    </a:cubicBezTo>
                    <a:cubicBezTo>
                      <a:pt x="369" y="60"/>
                      <a:pt x="369" y="60"/>
                      <a:pt x="369" y="60"/>
                    </a:cubicBezTo>
                    <a:cubicBezTo>
                      <a:pt x="366" y="50"/>
                      <a:pt x="366" y="50"/>
                      <a:pt x="366" y="50"/>
                    </a:cubicBezTo>
                    <a:cubicBezTo>
                      <a:pt x="362" y="48"/>
                      <a:pt x="362" y="48"/>
                      <a:pt x="362" y="48"/>
                    </a:cubicBezTo>
                    <a:cubicBezTo>
                      <a:pt x="356" y="49"/>
                      <a:pt x="356" y="49"/>
                      <a:pt x="356" y="49"/>
                    </a:cubicBezTo>
                    <a:cubicBezTo>
                      <a:pt x="352" y="54"/>
                      <a:pt x="352" y="54"/>
                      <a:pt x="352" y="54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2" y="65"/>
                      <a:pt x="342" y="65"/>
                      <a:pt x="342" y="65"/>
                    </a:cubicBezTo>
                    <a:cubicBezTo>
                      <a:pt x="344" y="78"/>
                      <a:pt x="344" y="78"/>
                      <a:pt x="344" y="78"/>
                    </a:cubicBezTo>
                    <a:cubicBezTo>
                      <a:pt x="342" y="88"/>
                      <a:pt x="342" y="88"/>
                      <a:pt x="342" y="88"/>
                    </a:cubicBezTo>
                    <a:cubicBezTo>
                      <a:pt x="337" y="93"/>
                      <a:pt x="337" y="93"/>
                      <a:pt x="337" y="93"/>
                    </a:cubicBezTo>
                    <a:cubicBezTo>
                      <a:pt x="333" y="92"/>
                      <a:pt x="333" y="92"/>
                      <a:pt x="333" y="92"/>
                    </a:cubicBezTo>
                    <a:cubicBezTo>
                      <a:pt x="330" y="87"/>
                      <a:pt x="330" y="87"/>
                      <a:pt x="330" y="87"/>
                    </a:cubicBezTo>
                    <a:cubicBezTo>
                      <a:pt x="330" y="70"/>
                      <a:pt x="330" y="70"/>
                      <a:pt x="330" y="70"/>
                    </a:cubicBezTo>
                    <a:cubicBezTo>
                      <a:pt x="331" y="62"/>
                      <a:pt x="331" y="62"/>
                      <a:pt x="331" y="62"/>
                    </a:cubicBezTo>
                    <a:cubicBezTo>
                      <a:pt x="335" y="54"/>
                      <a:pt x="335" y="54"/>
                      <a:pt x="335" y="54"/>
                    </a:cubicBezTo>
                    <a:cubicBezTo>
                      <a:pt x="331" y="56"/>
                      <a:pt x="331" y="56"/>
                      <a:pt x="331" y="56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29" y="53"/>
                      <a:pt x="329" y="53"/>
                      <a:pt x="329" y="53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340" y="45"/>
                      <a:pt x="340" y="45"/>
                      <a:pt x="340" y="45"/>
                    </a:cubicBezTo>
                    <a:cubicBezTo>
                      <a:pt x="345" y="47"/>
                      <a:pt x="345" y="47"/>
                      <a:pt x="345" y="47"/>
                    </a:cubicBezTo>
                    <a:cubicBezTo>
                      <a:pt x="350" y="42"/>
                      <a:pt x="350" y="42"/>
                      <a:pt x="350" y="42"/>
                    </a:cubicBezTo>
                    <a:cubicBezTo>
                      <a:pt x="359" y="42"/>
                      <a:pt x="359" y="42"/>
                      <a:pt x="359" y="42"/>
                    </a:cubicBezTo>
                    <a:cubicBezTo>
                      <a:pt x="353" y="37"/>
                      <a:pt x="353" y="37"/>
                      <a:pt x="353" y="37"/>
                    </a:cubicBezTo>
                    <a:cubicBezTo>
                      <a:pt x="352" y="32"/>
                      <a:pt x="352" y="32"/>
                      <a:pt x="352" y="32"/>
                    </a:cubicBezTo>
                    <a:cubicBezTo>
                      <a:pt x="343" y="36"/>
                      <a:pt x="343" y="36"/>
                      <a:pt x="343" y="36"/>
                    </a:cubicBezTo>
                    <a:cubicBezTo>
                      <a:pt x="337" y="37"/>
                      <a:pt x="337" y="37"/>
                      <a:pt x="337" y="37"/>
                    </a:cubicBezTo>
                    <a:cubicBezTo>
                      <a:pt x="334" y="32"/>
                      <a:pt x="334" y="32"/>
                      <a:pt x="334" y="32"/>
                    </a:cubicBezTo>
                    <a:cubicBezTo>
                      <a:pt x="325" y="31"/>
                      <a:pt x="325" y="31"/>
                      <a:pt x="325" y="31"/>
                    </a:cubicBezTo>
                    <a:cubicBezTo>
                      <a:pt x="331" y="24"/>
                      <a:pt x="331" y="24"/>
                      <a:pt x="331" y="24"/>
                    </a:cubicBezTo>
                    <a:cubicBezTo>
                      <a:pt x="311" y="35"/>
                      <a:pt x="311" y="35"/>
                      <a:pt x="311" y="35"/>
                    </a:cubicBezTo>
                    <a:cubicBezTo>
                      <a:pt x="307" y="35"/>
                      <a:pt x="307" y="35"/>
                      <a:pt x="307" y="35"/>
                    </a:cubicBezTo>
                    <a:cubicBezTo>
                      <a:pt x="306" y="31"/>
                      <a:pt x="306" y="31"/>
                      <a:pt x="306" y="31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2"/>
                      <a:pt x="293" y="32"/>
                      <a:pt x="293" y="32"/>
                    </a:cubicBezTo>
                    <a:cubicBezTo>
                      <a:pt x="297" y="27"/>
                      <a:pt x="297" y="27"/>
                      <a:pt x="297" y="27"/>
                    </a:cubicBezTo>
                    <a:cubicBezTo>
                      <a:pt x="307" y="23"/>
                      <a:pt x="307" y="23"/>
                      <a:pt x="307" y="23"/>
                    </a:cubicBezTo>
                    <a:cubicBezTo>
                      <a:pt x="308" y="22"/>
                      <a:pt x="308" y="22"/>
                      <a:pt x="308" y="22"/>
                    </a:cubicBezTo>
                    <a:cubicBezTo>
                      <a:pt x="293" y="15"/>
                      <a:pt x="293" y="15"/>
                      <a:pt x="293" y="15"/>
                    </a:cubicBezTo>
                    <a:cubicBezTo>
                      <a:pt x="286" y="15"/>
                      <a:pt x="286" y="15"/>
                      <a:pt x="286" y="15"/>
                    </a:cubicBezTo>
                    <a:cubicBezTo>
                      <a:pt x="276" y="9"/>
                      <a:pt x="276" y="9"/>
                      <a:pt x="276" y="9"/>
                    </a:cubicBezTo>
                    <a:cubicBezTo>
                      <a:pt x="272" y="1"/>
                      <a:pt x="272" y="1"/>
                      <a:pt x="272" y="1"/>
                    </a:cubicBezTo>
                    <a:cubicBezTo>
                      <a:pt x="266" y="0"/>
                      <a:pt x="266" y="0"/>
                      <a:pt x="266" y="0"/>
                    </a:cubicBezTo>
                    <a:cubicBezTo>
                      <a:pt x="264" y="3"/>
                      <a:pt x="264" y="3"/>
                      <a:pt x="264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8" y="97"/>
                      <a:pt x="8" y="97"/>
                      <a:pt x="8" y="97"/>
                    </a:cubicBezTo>
                    <a:cubicBezTo>
                      <a:pt x="8" y="105"/>
                      <a:pt x="8" y="105"/>
                      <a:pt x="8" y="105"/>
                    </a:cubicBezTo>
                    <a:cubicBezTo>
                      <a:pt x="5" y="112"/>
                      <a:pt x="5" y="112"/>
                      <a:pt x="5" y="112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27" y="161"/>
                      <a:pt x="27" y="161"/>
                      <a:pt x="27" y="161"/>
                    </a:cubicBezTo>
                    <a:cubicBezTo>
                      <a:pt x="37" y="170"/>
                      <a:pt x="37" y="170"/>
                      <a:pt x="37" y="170"/>
                    </a:cubicBezTo>
                    <a:cubicBezTo>
                      <a:pt x="38" y="179"/>
                      <a:pt x="38" y="179"/>
                      <a:pt x="38" y="179"/>
                    </a:cubicBezTo>
                    <a:cubicBezTo>
                      <a:pt x="57" y="187"/>
                      <a:pt x="57" y="187"/>
                      <a:pt x="57" y="187"/>
                    </a:cubicBezTo>
                    <a:cubicBezTo>
                      <a:pt x="66" y="194"/>
                      <a:pt x="66" y="194"/>
                      <a:pt x="66" y="194"/>
                    </a:cubicBezTo>
                    <a:cubicBezTo>
                      <a:pt x="70" y="206"/>
                      <a:pt x="70" y="206"/>
                      <a:pt x="70" y="206"/>
                    </a:cubicBezTo>
                    <a:cubicBezTo>
                      <a:pt x="98" y="202"/>
                      <a:pt x="98" y="202"/>
                      <a:pt x="98" y="202"/>
                    </a:cubicBezTo>
                    <a:cubicBezTo>
                      <a:pt x="98" y="206"/>
                      <a:pt x="98" y="206"/>
                      <a:pt x="98" y="206"/>
                    </a:cubicBezTo>
                    <a:cubicBezTo>
                      <a:pt x="114" y="210"/>
                      <a:pt x="130" y="214"/>
                      <a:pt x="145" y="218"/>
                    </a:cubicBezTo>
                    <a:cubicBezTo>
                      <a:pt x="145" y="215"/>
                      <a:pt x="145" y="215"/>
                      <a:pt x="145" y="215"/>
                    </a:cubicBez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77" y="227"/>
                      <a:pt x="177" y="227"/>
                      <a:pt x="177" y="227"/>
                    </a:cubicBezTo>
                    <a:cubicBezTo>
                      <a:pt x="178" y="235"/>
                      <a:pt x="178" y="235"/>
                      <a:pt x="178" y="235"/>
                    </a:cubicBezTo>
                    <a:cubicBezTo>
                      <a:pt x="189" y="244"/>
                      <a:pt x="189" y="244"/>
                      <a:pt x="189" y="244"/>
                    </a:cubicBezTo>
                    <a:cubicBezTo>
                      <a:pt x="195" y="235"/>
                      <a:pt x="195" y="235"/>
                      <a:pt x="195" y="235"/>
                    </a:cubicBezTo>
                    <a:cubicBezTo>
                      <a:pt x="203" y="235"/>
                      <a:pt x="203" y="235"/>
                      <a:pt x="203" y="235"/>
                    </a:cubicBezTo>
                    <a:cubicBezTo>
                      <a:pt x="203" y="235"/>
                      <a:pt x="203" y="235"/>
                      <a:pt x="203" y="235"/>
                    </a:cubicBezTo>
                    <a:cubicBezTo>
                      <a:pt x="208" y="240"/>
                      <a:pt x="208" y="240"/>
                      <a:pt x="208" y="240"/>
                    </a:cubicBezTo>
                    <a:cubicBezTo>
                      <a:pt x="220" y="267"/>
                      <a:pt x="220" y="267"/>
                      <a:pt x="220" y="267"/>
                    </a:cubicBezTo>
                    <a:cubicBezTo>
                      <a:pt x="221" y="267"/>
                      <a:pt x="221" y="267"/>
                      <a:pt x="221" y="267"/>
                    </a:cubicBezTo>
                    <a:cubicBezTo>
                      <a:pt x="221" y="268"/>
                      <a:pt x="221" y="268"/>
                      <a:pt x="221" y="268"/>
                    </a:cubicBezTo>
                    <a:cubicBezTo>
                      <a:pt x="224" y="270"/>
                      <a:pt x="226" y="272"/>
                      <a:pt x="228" y="274"/>
                    </a:cubicBezTo>
                    <a:cubicBezTo>
                      <a:pt x="233" y="277"/>
                      <a:pt x="237" y="280"/>
                      <a:pt x="242" y="282"/>
                    </a:cubicBezTo>
                    <a:cubicBezTo>
                      <a:pt x="245" y="284"/>
                      <a:pt x="245" y="284"/>
                      <a:pt x="245" y="284"/>
                    </a:cubicBezTo>
                    <a:cubicBezTo>
                      <a:pt x="246" y="265"/>
                      <a:pt x="246" y="265"/>
                      <a:pt x="246" y="265"/>
                    </a:cubicBezTo>
                    <a:cubicBezTo>
                      <a:pt x="250" y="259"/>
                      <a:pt x="250" y="259"/>
                      <a:pt x="250" y="259"/>
                    </a:cubicBezTo>
                    <a:cubicBezTo>
                      <a:pt x="265" y="246"/>
                      <a:pt x="265" y="246"/>
                      <a:pt x="265" y="246"/>
                    </a:cubicBezTo>
                    <a:cubicBezTo>
                      <a:pt x="271" y="244"/>
                      <a:pt x="271" y="244"/>
                      <a:pt x="271" y="244"/>
                    </a:cubicBezTo>
                    <a:cubicBezTo>
                      <a:pt x="277" y="239"/>
                      <a:pt x="277" y="239"/>
                      <a:pt x="277" y="239"/>
                    </a:cubicBezTo>
                    <a:cubicBezTo>
                      <a:pt x="288" y="235"/>
                      <a:pt x="288" y="235"/>
                      <a:pt x="288" y="235"/>
                    </a:cubicBezTo>
                    <a:cubicBezTo>
                      <a:pt x="298" y="238"/>
                      <a:pt x="298" y="238"/>
                      <a:pt x="298" y="238"/>
                    </a:cubicBezTo>
                    <a:cubicBezTo>
                      <a:pt x="303" y="243"/>
                      <a:pt x="303" y="243"/>
                      <a:pt x="303" y="243"/>
                    </a:cubicBezTo>
                    <a:cubicBezTo>
                      <a:pt x="308" y="243"/>
                      <a:pt x="308" y="243"/>
                      <a:pt x="308" y="243"/>
                    </a:cubicBezTo>
                    <a:cubicBezTo>
                      <a:pt x="309" y="239"/>
                      <a:pt x="309" y="239"/>
                      <a:pt x="309" y="239"/>
                    </a:cubicBezTo>
                    <a:cubicBezTo>
                      <a:pt x="313" y="240"/>
                      <a:pt x="313" y="240"/>
                      <a:pt x="313" y="240"/>
                    </a:cubicBezTo>
                    <a:cubicBezTo>
                      <a:pt x="318" y="243"/>
                      <a:pt x="318" y="243"/>
                      <a:pt x="318" y="243"/>
                    </a:cubicBezTo>
                    <a:cubicBezTo>
                      <a:pt x="319" y="240"/>
                      <a:pt x="319" y="240"/>
                      <a:pt x="319" y="240"/>
                    </a:cubicBezTo>
                    <a:cubicBezTo>
                      <a:pt x="316" y="238"/>
                      <a:pt x="316" y="238"/>
                      <a:pt x="316" y="238"/>
                    </a:cubicBezTo>
                    <a:cubicBezTo>
                      <a:pt x="317" y="235"/>
                      <a:pt x="317" y="235"/>
                      <a:pt x="317" y="235"/>
                    </a:cubicBezTo>
                    <a:cubicBezTo>
                      <a:pt x="310" y="231"/>
                      <a:pt x="310" y="231"/>
                      <a:pt x="310" y="231"/>
                    </a:cubicBezTo>
                    <a:cubicBezTo>
                      <a:pt x="307" y="227"/>
                      <a:pt x="307" y="227"/>
                      <a:pt x="307" y="227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11" y="226"/>
                      <a:pt x="311" y="226"/>
                      <a:pt x="311" y="226"/>
                    </a:cubicBezTo>
                    <a:cubicBezTo>
                      <a:pt x="314" y="229"/>
                      <a:pt x="314" y="229"/>
                      <a:pt x="314" y="229"/>
                    </a:cubicBezTo>
                    <a:cubicBezTo>
                      <a:pt x="321" y="231"/>
                      <a:pt x="321" y="231"/>
                      <a:pt x="321" y="231"/>
                    </a:cubicBezTo>
                    <a:cubicBezTo>
                      <a:pt x="327" y="229"/>
                      <a:pt x="327" y="229"/>
                      <a:pt x="327" y="229"/>
                    </a:cubicBezTo>
                    <a:cubicBezTo>
                      <a:pt x="333" y="229"/>
                      <a:pt x="333" y="229"/>
                      <a:pt x="333" y="229"/>
                    </a:cubicBezTo>
                    <a:cubicBezTo>
                      <a:pt x="337" y="231"/>
                      <a:pt x="337" y="231"/>
                      <a:pt x="337" y="231"/>
                    </a:cubicBezTo>
                    <a:cubicBezTo>
                      <a:pt x="341" y="230"/>
                      <a:pt x="341" y="230"/>
                      <a:pt x="341" y="230"/>
                    </a:cubicBezTo>
                    <a:cubicBezTo>
                      <a:pt x="345" y="228"/>
                      <a:pt x="345" y="228"/>
                      <a:pt x="345" y="228"/>
                    </a:cubicBezTo>
                    <a:cubicBezTo>
                      <a:pt x="351" y="230"/>
                      <a:pt x="351" y="230"/>
                      <a:pt x="351" y="230"/>
                    </a:cubicBezTo>
                    <a:cubicBezTo>
                      <a:pt x="353" y="236"/>
                      <a:pt x="353" y="236"/>
                      <a:pt x="353" y="236"/>
                    </a:cubicBezTo>
                    <a:cubicBezTo>
                      <a:pt x="356" y="238"/>
                      <a:pt x="356" y="238"/>
                      <a:pt x="356" y="238"/>
                    </a:cubicBezTo>
                    <a:cubicBezTo>
                      <a:pt x="364" y="234"/>
                      <a:pt x="364" y="234"/>
                      <a:pt x="364" y="234"/>
                    </a:cubicBezTo>
                    <a:cubicBezTo>
                      <a:pt x="366" y="234"/>
                      <a:pt x="366" y="234"/>
                      <a:pt x="366" y="234"/>
                    </a:cubicBezTo>
                    <a:cubicBezTo>
                      <a:pt x="372" y="243"/>
                      <a:pt x="372" y="243"/>
                      <a:pt x="372" y="243"/>
                    </a:cubicBezTo>
                    <a:cubicBezTo>
                      <a:pt x="373" y="250"/>
                      <a:pt x="373" y="250"/>
                      <a:pt x="373" y="250"/>
                    </a:cubicBezTo>
                    <a:cubicBezTo>
                      <a:pt x="371" y="261"/>
                      <a:pt x="371" y="261"/>
                      <a:pt x="371" y="261"/>
                    </a:cubicBezTo>
                    <a:cubicBezTo>
                      <a:pt x="373" y="268"/>
                      <a:pt x="373" y="268"/>
                      <a:pt x="373" y="268"/>
                    </a:cubicBezTo>
                    <a:cubicBezTo>
                      <a:pt x="378" y="271"/>
                      <a:pt x="378" y="271"/>
                      <a:pt x="378" y="271"/>
                    </a:cubicBezTo>
                    <a:cubicBezTo>
                      <a:pt x="385" y="285"/>
                      <a:pt x="385" y="285"/>
                      <a:pt x="385" y="285"/>
                    </a:cubicBezTo>
                    <a:cubicBezTo>
                      <a:pt x="391" y="288"/>
                      <a:pt x="391" y="288"/>
                      <a:pt x="391" y="288"/>
                    </a:cubicBezTo>
                    <a:cubicBezTo>
                      <a:pt x="392" y="290"/>
                      <a:pt x="392" y="290"/>
                      <a:pt x="392" y="290"/>
                    </a:cubicBezTo>
                    <a:cubicBezTo>
                      <a:pt x="389" y="295"/>
                      <a:pt x="389" y="295"/>
                      <a:pt x="389" y="295"/>
                    </a:cubicBezTo>
                    <a:cubicBezTo>
                      <a:pt x="395" y="289"/>
                      <a:pt x="395" y="289"/>
                      <a:pt x="395" y="289"/>
                    </a:cubicBezTo>
                    <a:cubicBezTo>
                      <a:pt x="398" y="279"/>
                      <a:pt x="398" y="279"/>
                      <a:pt x="398" y="279"/>
                    </a:cubicBezTo>
                    <a:cubicBezTo>
                      <a:pt x="397" y="261"/>
                      <a:pt x="397" y="261"/>
                      <a:pt x="397" y="261"/>
                    </a:cubicBezTo>
                    <a:cubicBezTo>
                      <a:pt x="387" y="232"/>
                      <a:pt x="387" y="232"/>
                      <a:pt x="387" y="232"/>
                    </a:cubicBezTo>
                    <a:cubicBezTo>
                      <a:pt x="387" y="221"/>
                      <a:pt x="387" y="221"/>
                      <a:pt x="387" y="221"/>
                    </a:cubicBezTo>
                    <a:cubicBezTo>
                      <a:pt x="391" y="206"/>
                      <a:pt x="391" y="206"/>
                      <a:pt x="391" y="206"/>
                    </a:cubicBezTo>
                    <a:cubicBezTo>
                      <a:pt x="401" y="201"/>
                      <a:pt x="401" y="201"/>
                      <a:pt x="401" y="201"/>
                    </a:cubicBezTo>
                    <a:cubicBezTo>
                      <a:pt x="415" y="191"/>
                      <a:pt x="415" y="191"/>
                      <a:pt x="415" y="191"/>
                    </a:cubicBezTo>
                    <a:cubicBezTo>
                      <a:pt x="433" y="170"/>
                      <a:pt x="433" y="170"/>
                      <a:pt x="433" y="170"/>
                    </a:cubicBezTo>
                    <a:cubicBezTo>
                      <a:pt x="434" y="156"/>
                      <a:pt x="434" y="156"/>
                      <a:pt x="434" y="156"/>
                    </a:cubicBezTo>
                    <a:cubicBezTo>
                      <a:pt x="428" y="152"/>
                      <a:pt x="428" y="152"/>
                      <a:pt x="428" y="152"/>
                    </a:cubicBezTo>
                    <a:cubicBezTo>
                      <a:pt x="426" y="147"/>
                      <a:pt x="426" y="147"/>
                      <a:pt x="426" y="147"/>
                    </a:cubicBezTo>
                    <a:cubicBezTo>
                      <a:pt x="426" y="133"/>
                      <a:pt x="426" y="133"/>
                      <a:pt x="426" y="133"/>
                    </a:cubicBezTo>
                    <a:cubicBezTo>
                      <a:pt x="431" y="122"/>
                      <a:pt x="431" y="122"/>
                      <a:pt x="431" y="122"/>
                    </a:cubicBezTo>
                    <a:cubicBezTo>
                      <a:pt x="431" y="130"/>
                      <a:pt x="431" y="130"/>
                      <a:pt x="431" y="130"/>
                    </a:cubicBezTo>
                    <a:cubicBezTo>
                      <a:pt x="432" y="133"/>
                      <a:pt x="432" y="133"/>
                      <a:pt x="432" y="133"/>
                    </a:cubicBezTo>
                    <a:cubicBezTo>
                      <a:pt x="431" y="137"/>
                      <a:pt x="431" y="137"/>
                      <a:pt x="431" y="137"/>
                    </a:cubicBezTo>
                    <a:cubicBezTo>
                      <a:pt x="435" y="143"/>
                      <a:pt x="435" y="143"/>
                      <a:pt x="435" y="143"/>
                    </a:cubicBezTo>
                    <a:cubicBezTo>
                      <a:pt x="434" y="150"/>
                      <a:pt x="434" y="150"/>
                      <a:pt x="434" y="150"/>
                    </a:cubicBezTo>
                    <a:cubicBezTo>
                      <a:pt x="442" y="136"/>
                      <a:pt x="442" y="136"/>
                      <a:pt x="442" y="136"/>
                    </a:cubicBezTo>
                    <a:cubicBezTo>
                      <a:pt x="443" y="130"/>
                      <a:pt x="443" y="130"/>
                      <a:pt x="443" y="130"/>
                    </a:cubicBezTo>
                    <a:cubicBezTo>
                      <a:pt x="438" y="125"/>
                      <a:pt x="438" y="125"/>
                      <a:pt x="438" y="125"/>
                    </a:cubicBezTo>
                    <a:cubicBezTo>
                      <a:pt x="439" y="115"/>
                      <a:pt x="439" y="115"/>
                      <a:pt x="439" y="115"/>
                    </a:cubicBezTo>
                    <a:cubicBezTo>
                      <a:pt x="443" y="121"/>
                      <a:pt x="443" y="121"/>
                      <a:pt x="443" y="121"/>
                    </a:cubicBezTo>
                    <a:cubicBezTo>
                      <a:pt x="445" y="127"/>
                      <a:pt x="445" y="127"/>
                      <a:pt x="445" y="127"/>
                    </a:cubicBezTo>
                    <a:cubicBezTo>
                      <a:pt x="455" y="108"/>
                      <a:pt x="455" y="108"/>
                      <a:pt x="455" y="108"/>
                    </a:cubicBezTo>
                    <a:cubicBezTo>
                      <a:pt x="451" y="107"/>
                      <a:pt x="451" y="107"/>
                      <a:pt x="451" y="107"/>
                    </a:cubicBezTo>
                    <a:cubicBezTo>
                      <a:pt x="452" y="104"/>
                      <a:pt x="452" y="104"/>
                      <a:pt x="452" y="104"/>
                    </a:cubicBezTo>
                    <a:cubicBezTo>
                      <a:pt x="458" y="97"/>
                      <a:pt x="458" y="97"/>
                      <a:pt x="458" y="97"/>
                    </a:cubicBezTo>
                    <a:cubicBezTo>
                      <a:pt x="473" y="93"/>
                      <a:pt x="473" y="93"/>
                      <a:pt x="473" y="93"/>
                    </a:cubicBezTo>
                    <a:cubicBezTo>
                      <a:pt x="484" y="91"/>
                      <a:pt x="484" y="91"/>
                      <a:pt x="484" y="91"/>
                    </a:cubicBezTo>
                    <a:cubicBezTo>
                      <a:pt x="485" y="88"/>
                      <a:pt x="485" y="88"/>
                      <a:pt x="485" y="88"/>
                    </a:cubicBezTo>
                    <a:cubicBezTo>
                      <a:pt x="481" y="84"/>
                      <a:pt x="481" y="84"/>
                      <a:pt x="481" y="84"/>
                    </a:cubicBezTo>
                    <a:cubicBezTo>
                      <a:pt x="482" y="77"/>
                      <a:pt x="482" y="77"/>
                      <a:pt x="482" y="77"/>
                    </a:cubicBezTo>
                    <a:cubicBezTo>
                      <a:pt x="494" y="69"/>
                      <a:pt x="494" y="69"/>
                      <a:pt x="494" y="69"/>
                    </a:cubicBezTo>
                    <a:cubicBezTo>
                      <a:pt x="496" y="64"/>
                      <a:pt x="496" y="64"/>
                      <a:pt x="496" y="64"/>
                    </a:cubicBezTo>
                    <a:cubicBezTo>
                      <a:pt x="498" y="66"/>
                      <a:pt x="498" y="66"/>
                      <a:pt x="498" y="66"/>
                    </a:cubicBezTo>
                    <a:cubicBezTo>
                      <a:pt x="498" y="69"/>
                      <a:pt x="498" y="69"/>
                      <a:pt x="498" y="69"/>
                    </a:cubicBezTo>
                    <a:cubicBezTo>
                      <a:pt x="511" y="61"/>
                      <a:pt x="511" y="61"/>
                      <a:pt x="511" y="61"/>
                    </a:cubicBezTo>
                    <a:cubicBezTo>
                      <a:pt x="511" y="54"/>
                      <a:pt x="511" y="54"/>
                      <a:pt x="511" y="54"/>
                    </a:cubicBezTo>
                    <a:cubicBezTo>
                      <a:pt x="515" y="54"/>
                      <a:pt x="515" y="54"/>
                      <a:pt x="515" y="54"/>
                    </a:cubicBezTo>
                    <a:lnTo>
                      <a:pt x="513" y="4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790" name="Google Shape;790;p40"/>
            <p:cNvSpPr/>
            <p:nvPr/>
          </p:nvSpPr>
          <p:spPr>
            <a:xfrm>
              <a:off x="184150" y="1636712"/>
              <a:ext cx="877887" cy="735013"/>
            </a:xfrm>
            <a:custGeom>
              <a:avLst/>
              <a:gdLst/>
              <a:ahLst/>
              <a:cxnLst/>
              <a:rect l="l" t="t" r="r" b="b"/>
              <a:pathLst>
                <a:path w="327" h="274" extrusionOk="0">
                  <a:moveTo>
                    <a:pt x="321" y="240"/>
                  </a:moveTo>
                  <a:cubicBezTo>
                    <a:pt x="314" y="227"/>
                    <a:pt x="314" y="227"/>
                    <a:pt x="314" y="227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273" y="206"/>
                    <a:pt x="273" y="206"/>
                    <a:pt x="273" y="206"/>
                  </a:cubicBezTo>
                  <a:cubicBezTo>
                    <a:pt x="255" y="194"/>
                    <a:pt x="255" y="194"/>
                    <a:pt x="255" y="194"/>
                  </a:cubicBezTo>
                  <a:cubicBezTo>
                    <a:pt x="243" y="194"/>
                    <a:pt x="243" y="194"/>
                    <a:pt x="243" y="194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3" y="35"/>
                    <a:pt x="230" y="35"/>
                    <a:pt x="227" y="34"/>
                  </a:cubicBezTo>
                  <a:cubicBezTo>
                    <a:pt x="218" y="33"/>
                    <a:pt x="209" y="30"/>
                    <a:pt x="200" y="28"/>
                  </a:cubicBezTo>
                  <a:cubicBezTo>
                    <a:pt x="200" y="23"/>
                    <a:pt x="200" y="23"/>
                    <a:pt x="200" y="23"/>
                  </a:cubicBezTo>
                  <a:cubicBezTo>
                    <a:pt x="197" y="21"/>
                    <a:pt x="195" y="21"/>
                    <a:pt x="193" y="20"/>
                  </a:cubicBezTo>
                  <a:cubicBezTo>
                    <a:pt x="188" y="19"/>
                    <a:pt x="184" y="18"/>
                    <a:pt x="180" y="18"/>
                  </a:cubicBezTo>
                  <a:cubicBezTo>
                    <a:pt x="179" y="11"/>
                    <a:pt x="179" y="11"/>
                    <a:pt x="179" y="11"/>
                  </a:cubicBezTo>
                  <a:cubicBezTo>
                    <a:pt x="160" y="10"/>
                    <a:pt x="160" y="10"/>
                    <a:pt x="160" y="10"/>
                  </a:cubicBezTo>
                  <a:cubicBezTo>
                    <a:pt x="165" y="4"/>
                    <a:pt x="165" y="4"/>
                    <a:pt x="165" y="4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37" y="4"/>
                    <a:pt x="137" y="4"/>
                    <a:pt x="137" y="4"/>
                  </a:cubicBezTo>
                  <a:cubicBezTo>
                    <a:pt x="134" y="4"/>
                    <a:pt x="131" y="3"/>
                    <a:pt x="129" y="3"/>
                  </a:cubicBezTo>
                  <a:cubicBezTo>
                    <a:pt x="122" y="3"/>
                    <a:pt x="116" y="3"/>
                    <a:pt x="110" y="4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63"/>
                    <a:pt x="36" y="66"/>
                    <a:pt x="38" y="68"/>
                  </a:cubicBezTo>
                  <a:cubicBezTo>
                    <a:pt x="42" y="76"/>
                    <a:pt x="46" y="82"/>
                    <a:pt x="50" y="89"/>
                  </a:cubicBezTo>
                  <a:cubicBezTo>
                    <a:pt x="63" y="100"/>
                    <a:pt x="63" y="100"/>
                    <a:pt x="63" y="100"/>
                  </a:cubicBezTo>
                  <a:cubicBezTo>
                    <a:pt x="53" y="99"/>
                    <a:pt x="53" y="99"/>
                    <a:pt x="53" y="99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9" y="109"/>
                    <a:pt x="59" y="109"/>
                    <a:pt x="59" y="109"/>
                  </a:cubicBezTo>
                  <a:cubicBezTo>
                    <a:pt x="55" y="109"/>
                    <a:pt x="51" y="110"/>
                    <a:pt x="47" y="109"/>
                  </a:cubicBezTo>
                  <a:cubicBezTo>
                    <a:pt x="44" y="109"/>
                    <a:pt x="40" y="108"/>
                    <a:pt x="37" y="10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2" y="123"/>
                    <a:pt x="2" y="123"/>
                    <a:pt x="2" y="12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62" y="125"/>
                    <a:pt x="62" y="125"/>
                    <a:pt x="62" y="125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59" y="137"/>
                    <a:pt x="59" y="137"/>
                    <a:pt x="59" y="137"/>
                  </a:cubicBezTo>
                  <a:cubicBezTo>
                    <a:pt x="63" y="138"/>
                    <a:pt x="63" y="138"/>
                    <a:pt x="63" y="138"/>
                  </a:cubicBezTo>
                  <a:cubicBezTo>
                    <a:pt x="63" y="150"/>
                    <a:pt x="63" y="150"/>
                    <a:pt x="63" y="150"/>
                  </a:cubicBezTo>
                  <a:cubicBezTo>
                    <a:pt x="45" y="158"/>
                    <a:pt x="45" y="158"/>
                    <a:pt x="45" y="158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37" y="162"/>
                    <a:pt x="33" y="166"/>
                    <a:pt x="31" y="171"/>
                  </a:cubicBezTo>
                  <a:cubicBezTo>
                    <a:pt x="29" y="173"/>
                    <a:pt x="28" y="176"/>
                    <a:pt x="27" y="179"/>
                  </a:cubicBezTo>
                  <a:cubicBezTo>
                    <a:pt x="20" y="182"/>
                    <a:pt x="20" y="182"/>
                    <a:pt x="20" y="182"/>
                  </a:cubicBezTo>
                  <a:cubicBezTo>
                    <a:pt x="20" y="187"/>
                    <a:pt x="20" y="187"/>
                    <a:pt x="20" y="187"/>
                  </a:cubicBezTo>
                  <a:cubicBezTo>
                    <a:pt x="28" y="189"/>
                    <a:pt x="28" y="189"/>
                    <a:pt x="28" y="189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2" y="201"/>
                    <a:pt x="32" y="201"/>
                    <a:pt x="32" y="201"/>
                  </a:cubicBezTo>
                  <a:cubicBezTo>
                    <a:pt x="42" y="211"/>
                    <a:pt x="42" y="211"/>
                    <a:pt x="42" y="211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9" y="213"/>
                    <a:pt x="59" y="213"/>
                    <a:pt x="59" y="213"/>
                  </a:cubicBezTo>
                  <a:cubicBezTo>
                    <a:pt x="54" y="224"/>
                    <a:pt x="54" y="224"/>
                    <a:pt x="54" y="224"/>
                  </a:cubicBezTo>
                  <a:cubicBezTo>
                    <a:pt x="59" y="227"/>
                    <a:pt x="59" y="227"/>
                    <a:pt x="59" y="227"/>
                  </a:cubicBezTo>
                  <a:cubicBezTo>
                    <a:pt x="71" y="218"/>
                    <a:pt x="71" y="218"/>
                    <a:pt x="71" y="218"/>
                  </a:cubicBezTo>
                  <a:cubicBezTo>
                    <a:pt x="83" y="229"/>
                    <a:pt x="83" y="229"/>
                    <a:pt x="83" y="229"/>
                  </a:cubicBezTo>
                  <a:cubicBezTo>
                    <a:pt x="87" y="219"/>
                    <a:pt x="87" y="219"/>
                    <a:pt x="87" y="219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103" y="217"/>
                    <a:pt x="103" y="217"/>
                    <a:pt x="103" y="217"/>
                  </a:cubicBezTo>
                  <a:cubicBezTo>
                    <a:pt x="100" y="220"/>
                    <a:pt x="97" y="223"/>
                    <a:pt x="95" y="227"/>
                  </a:cubicBezTo>
                  <a:cubicBezTo>
                    <a:pt x="91" y="232"/>
                    <a:pt x="88" y="238"/>
                    <a:pt x="85" y="244"/>
                  </a:cubicBezTo>
                  <a:cubicBezTo>
                    <a:pt x="70" y="253"/>
                    <a:pt x="70" y="253"/>
                    <a:pt x="70" y="253"/>
                  </a:cubicBezTo>
                  <a:cubicBezTo>
                    <a:pt x="65" y="261"/>
                    <a:pt x="65" y="261"/>
                    <a:pt x="65" y="261"/>
                  </a:cubicBezTo>
                  <a:cubicBezTo>
                    <a:pt x="61" y="257"/>
                    <a:pt x="61" y="257"/>
                    <a:pt x="61" y="257"/>
                  </a:cubicBezTo>
                  <a:cubicBezTo>
                    <a:pt x="54" y="260"/>
                    <a:pt x="54" y="260"/>
                    <a:pt x="54" y="260"/>
                  </a:cubicBezTo>
                  <a:cubicBezTo>
                    <a:pt x="51" y="266"/>
                    <a:pt x="51" y="266"/>
                    <a:pt x="51" y="266"/>
                  </a:cubicBezTo>
                  <a:cubicBezTo>
                    <a:pt x="44" y="269"/>
                    <a:pt x="44" y="269"/>
                    <a:pt x="44" y="269"/>
                  </a:cubicBezTo>
                  <a:cubicBezTo>
                    <a:pt x="44" y="274"/>
                    <a:pt x="44" y="274"/>
                    <a:pt x="44" y="274"/>
                  </a:cubicBezTo>
                  <a:cubicBezTo>
                    <a:pt x="53" y="271"/>
                    <a:pt x="53" y="271"/>
                    <a:pt x="53" y="271"/>
                  </a:cubicBezTo>
                  <a:cubicBezTo>
                    <a:pt x="57" y="266"/>
                    <a:pt x="57" y="266"/>
                    <a:pt x="57" y="266"/>
                  </a:cubicBezTo>
                  <a:cubicBezTo>
                    <a:pt x="59" y="270"/>
                    <a:pt x="59" y="270"/>
                    <a:pt x="59" y="270"/>
                  </a:cubicBezTo>
                  <a:cubicBezTo>
                    <a:pt x="89" y="257"/>
                    <a:pt x="89" y="257"/>
                    <a:pt x="89" y="257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124" y="218"/>
                    <a:pt x="124" y="218"/>
                    <a:pt x="124" y="218"/>
                  </a:cubicBezTo>
                  <a:cubicBezTo>
                    <a:pt x="135" y="204"/>
                    <a:pt x="135" y="204"/>
                    <a:pt x="135" y="204"/>
                  </a:cubicBezTo>
                  <a:cubicBezTo>
                    <a:pt x="139" y="203"/>
                    <a:pt x="139" y="203"/>
                    <a:pt x="139" y="203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64" y="184"/>
                    <a:pt x="164" y="184"/>
                    <a:pt x="164" y="184"/>
                  </a:cubicBezTo>
                  <a:cubicBezTo>
                    <a:pt x="164" y="192"/>
                    <a:pt x="164" y="192"/>
                    <a:pt x="164" y="192"/>
                  </a:cubicBezTo>
                  <a:cubicBezTo>
                    <a:pt x="157" y="192"/>
                    <a:pt x="157" y="192"/>
                    <a:pt x="157" y="192"/>
                  </a:cubicBezTo>
                  <a:cubicBezTo>
                    <a:pt x="145" y="207"/>
                    <a:pt x="145" y="207"/>
                    <a:pt x="145" y="207"/>
                  </a:cubicBezTo>
                  <a:cubicBezTo>
                    <a:pt x="147" y="212"/>
                    <a:pt x="147" y="212"/>
                    <a:pt x="147" y="212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77" y="207"/>
                    <a:pt x="177" y="207"/>
                    <a:pt x="177" y="207"/>
                  </a:cubicBezTo>
                  <a:cubicBezTo>
                    <a:pt x="175" y="196"/>
                    <a:pt x="175" y="196"/>
                    <a:pt x="175" y="196"/>
                  </a:cubicBezTo>
                  <a:cubicBezTo>
                    <a:pt x="180" y="192"/>
                    <a:pt x="180" y="192"/>
                    <a:pt x="180" y="192"/>
                  </a:cubicBezTo>
                  <a:cubicBezTo>
                    <a:pt x="186" y="193"/>
                    <a:pt x="186" y="193"/>
                    <a:pt x="186" y="193"/>
                  </a:cubicBezTo>
                  <a:cubicBezTo>
                    <a:pt x="193" y="190"/>
                    <a:pt x="193" y="190"/>
                    <a:pt x="193" y="190"/>
                  </a:cubicBezTo>
                  <a:cubicBezTo>
                    <a:pt x="192" y="196"/>
                    <a:pt x="192" y="196"/>
                    <a:pt x="192" y="196"/>
                  </a:cubicBezTo>
                  <a:cubicBezTo>
                    <a:pt x="194" y="198"/>
                    <a:pt x="196" y="199"/>
                    <a:pt x="197" y="200"/>
                  </a:cubicBezTo>
                  <a:cubicBezTo>
                    <a:pt x="199" y="201"/>
                    <a:pt x="201" y="202"/>
                    <a:pt x="203" y="202"/>
                  </a:cubicBezTo>
                  <a:cubicBezTo>
                    <a:pt x="207" y="204"/>
                    <a:pt x="212" y="206"/>
                    <a:pt x="216" y="207"/>
                  </a:cubicBezTo>
                  <a:cubicBezTo>
                    <a:pt x="222" y="204"/>
                    <a:pt x="222" y="204"/>
                    <a:pt x="222" y="204"/>
                  </a:cubicBezTo>
                  <a:cubicBezTo>
                    <a:pt x="224" y="210"/>
                    <a:pt x="224" y="210"/>
                    <a:pt x="224" y="210"/>
                  </a:cubicBezTo>
                  <a:cubicBezTo>
                    <a:pt x="235" y="209"/>
                    <a:pt x="235" y="209"/>
                    <a:pt x="235" y="209"/>
                  </a:cubicBezTo>
                  <a:cubicBezTo>
                    <a:pt x="237" y="209"/>
                    <a:pt x="237" y="209"/>
                    <a:pt x="237" y="209"/>
                  </a:cubicBezTo>
                  <a:cubicBezTo>
                    <a:pt x="248" y="218"/>
                    <a:pt x="248" y="218"/>
                    <a:pt x="248" y="218"/>
                  </a:cubicBezTo>
                  <a:cubicBezTo>
                    <a:pt x="257" y="215"/>
                    <a:pt x="257" y="215"/>
                    <a:pt x="257" y="215"/>
                  </a:cubicBezTo>
                  <a:cubicBezTo>
                    <a:pt x="258" y="223"/>
                    <a:pt x="258" y="223"/>
                    <a:pt x="258" y="223"/>
                  </a:cubicBezTo>
                  <a:cubicBezTo>
                    <a:pt x="276" y="232"/>
                    <a:pt x="276" y="232"/>
                    <a:pt x="276" y="232"/>
                  </a:cubicBezTo>
                  <a:cubicBezTo>
                    <a:pt x="279" y="229"/>
                    <a:pt x="279" y="229"/>
                    <a:pt x="279" y="229"/>
                  </a:cubicBezTo>
                  <a:cubicBezTo>
                    <a:pt x="287" y="228"/>
                    <a:pt x="287" y="228"/>
                    <a:pt x="287" y="228"/>
                  </a:cubicBezTo>
                  <a:cubicBezTo>
                    <a:pt x="290" y="223"/>
                    <a:pt x="290" y="223"/>
                    <a:pt x="290" y="223"/>
                  </a:cubicBezTo>
                  <a:cubicBezTo>
                    <a:pt x="302" y="235"/>
                    <a:pt x="302" y="235"/>
                    <a:pt x="302" y="235"/>
                  </a:cubicBezTo>
                  <a:cubicBezTo>
                    <a:pt x="304" y="242"/>
                    <a:pt x="304" y="242"/>
                    <a:pt x="304" y="242"/>
                  </a:cubicBezTo>
                  <a:cubicBezTo>
                    <a:pt x="309" y="249"/>
                    <a:pt x="309" y="249"/>
                    <a:pt x="309" y="249"/>
                  </a:cubicBezTo>
                  <a:cubicBezTo>
                    <a:pt x="316" y="261"/>
                    <a:pt x="316" y="261"/>
                    <a:pt x="316" y="261"/>
                  </a:cubicBezTo>
                  <a:cubicBezTo>
                    <a:pt x="320" y="267"/>
                    <a:pt x="320" y="267"/>
                    <a:pt x="320" y="267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1" y="252"/>
                    <a:pt x="321" y="252"/>
                    <a:pt x="321" y="252"/>
                  </a:cubicBezTo>
                  <a:lnTo>
                    <a:pt x="321" y="240"/>
                  </a:lnTo>
                  <a:close/>
                </a:path>
              </a:pathLst>
            </a:custGeom>
            <a:solidFill>
              <a:srgbClr val="C8C9C7"/>
            </a:solidFill>
            <a:ln w="12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9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91" name="Google Shape;791;p40"/>
            <p:cNvGrpSpPr/>
            <p:nvPr/>
          </p:nvGrpSpPr>
          <p:grpSpPr>
            <a:xfrm>
              <a:off x="815975" y="1308100"/>
              <a:ext cx="2112962" cy="1517650"/>
              <a:chOff x="815975" y="1308100"/>
              <a:chExt cx="2112962" cy="1517650"/>
            </a:xfrm>
          </p:grpSpPr>
          <p:sp>
            <p:nvSpPr>
              <p:cNvPr id="792" name="Google Shape;792;p40"/>
              <p:cNvSpPr/>
              <p:nvPr/>
            </p:nvSpPr>
            <p:spPr>
              <a:xfrm>
                <a:off x="1123950" y="2522538"/>
                <a:ext cx="115887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43" h="28" extrusionOk="0">
                    <a:moveTo>
                      <a:pt x="37" y="17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9" y="11"/>
                      <a:pt x="19" y="18"/>
                      <a:pt x="29" y="24"/>
                    </a:cubicBezTo>
                    <a:cubicBezTo>
                      <a:pt x="33" y="26"/>
                      <a:pt x="38" y="27"/>
                      <a:pt x="43" y="28"/>
                    </a:cubicBezTo>
                    <a:lnTo>
                      <a:pt x="37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3" name="Google Shape;793;p40"/>
              <p:cNvSpPr/>
              <p:nvPr/>
            </p:nvSpPr>
            <p:spPr>
              <a:xfrm>
                <a:off x="2074862" y="1354138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47" extrusionOk="0">
                    <a:moveTo>
                      <a:pt x="2" y="40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21" y="41"/>
                      <a:pt x="34" y="36"/>
                      <a:pt x="46" y="30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5" y="39"/>
                      <a:pt x="5" y="39"/>
                      <a:pt x="5" y="39"/>
                    </a:cubicBezTo>
                    <a:lnTo>
                      <a:pt x="2" y="4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4" name="Google Shape;794;p40"/>
              <p:cNvSpPr/>
              <p:nvPr/>
            </p:nvSpPr>
            <p:spPr>
              <a:xfrm>
                <a:off x="1997075" y="1408113"/>
                <a:ext cx="31750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20" y="17"/>
                    </a:moveTo>
                    <a:lnTo>
                      <a:pt x="17" y="8"/>
                    </a:lnTo>
                    <a:lnTo>
                      <a:pt x="20" y="2"/>
                    </a:lnTo>
                    <a:lnTo>
                      <a:pt x="7" y="0"/>
                    </a:lnTo>
                    <a:lnTo>
                      <a:pt x="0" y="7"/>
                    </a:lnTo>
                    <a:lnTo>
                      <a:pt x="10" y="19"/>
                    </a:ln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5" name="Google Shape;795;p40"/>
              <p:cNvSpPr/>
              <p:nvPr/>
            </p:nvSpPr>
            <p:spPr>
              <a:xfrm>
                <a:off x="1903412" y="1447800"/>
                <a:ext cx="69850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44" h="33" extrusionOk="0">
                    <a:moveTo>
                      <a:pt x="12" y="22"/>
                    </a:moveTo>
                    <a:lnTo>
                      <a:pt x="19" y="17"/>
                    </a:lnTo>
                    <a:lnTo>
                      <a:pt x="25" y="17"/>
                    </a:lnTo>
                    <a:lnTo>
                      <a:pt x="22" y="26"/>
                    </a:lnTo>
                    <a:lnTo>
                      <a:pt x="24" y="33"/>
                    </a:lnTo>
                    <a:lnTo>
                      <a:pt x="35" y="29"/>
                    </a:lnTo>
                    <a:lnTo>
                      <a:pt x="35" y="17"/>
                    </a:lnTo>
                    <a:lnTo>
                      <a:pt x="44" y="11"/>
                    </a:lnTo>
                    <a:lnTo>
                      <a:pt x="44" y="2"/>
                    </a:lnTo>
                    <a:lnTo>
                      <a:pt x="20" y="9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7" y="14"/>
                    </a:lnTo>
                    <a:lnTo>
                      <a:pt x="12" y="2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6" name="Google Shape;796;p40"/>
              <p:cNvSpPr/>
              <p:nvPr/>
            </p:nvSpPr>
            <p:spPr>
              <a:xfrm>
                <a:off x="1985962" y="1508125"/>
                <a:ext cx="312737" cy="109537"/>
              </a:xfrm>
              <a:custGeom>
                <a:avLst/>
                <a:gdLst/>
                <a:ahLst/>
                <a:cxnLst/>
                <a:rect l="l" t="t" r="r" b="b"/>
                <a:pathLst>
                  <a:path w="116" h="41" extrusionOk="0">
                    <a:moveTo>
                      <a:pt x="6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76" y="41"/>
                      <a:pt x="76" y="41"/>
                      <a:pt x="76" y="41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4" y="36"/>
                      <a:pt x="98" y="35"/>
                      <a:pt x="102" y="35"/>
                    </a:cubicBezTo>
                    <a:cubicBezTo>
                      <a:pt x="105" y="35"/>
                      <a:pt x="109" y="35"/>
                      <a:pt x="112" y="35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03" y="24"/>
                      <a:pt x="91" y="24"/>
                      <a:pt x="78" y="26"/>
                    </a:cubicBezTo>
                    <a:cubicBezTo>
                      <a:pt x="75" y="26"/>
                      <a:pt x="71" y="27"/>
                      <a:pt x="68" y="29"/>
                    </a:cubicBezTo>
                    <a:cubicBezTo>
                      <a:pt x="59" y="28"/>
                      <a:pt x="49" y="26"/>
                      <a:pt x="39" y="25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11" y="4"/>
                      <a:pt x="11" y="4"/>
                      <a:pt x="11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7" name="Google Shape;797;p40"/>
              <p:cNvSpPr/>
              <p:nvPr/>
            </p:nvSpPr>
            <p:spPr>
              <a:xfrm>
                <a:off x="1981200" y="1455738"/>
                <a:ext cx="42862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3" y="17"/>
                    </a:moveTo>
                    <a:cubicBezTo>
                      <a:pt x="16" y="13"/>
                      <a:pt x="16" y="13"/>
                      <a:pt x="16" y="1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5"/>
                      <a:pt x="1" y="9"/>
                      <a:pt x="0" y="13"/>
                    </a:cubicBezTo>
                    <a:cubicBezTo>
                      <a:pt x="5" y="13"/>
                      <a:pt x="5" y="13"/>
                      <a:pt x="5" y="13"/>
                    </a:cubicBezTo>
                    <a:lnTo>
                      <a:pt x="13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8" name="Google Shape;798;p40"/>
              <p:cNvSpPr/>
              <p:nvPr/>
            </p:nvSpPr>
            <p:spPr>
              <a:xfrm>
                <a:off x="1949450" y="1571625"/>
                <a:ext cx="635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0" h="26" extrusionOk="0">
                    <a:moveTo>
                      <a:pt x="0" y="9"/>
                    </a:moveTo>
                    <a:lnTo>
                      <a:pt x="3" y="12"/>
                    </a:lnTo>
                    <a:lnTo>
                      <a:pt x="10" y="10"/>
                    </a:lnTo>
                    <a:lnTo>
                      <a:pt x="5" y="22"/>
                    </a:lnTo>
                    <a:lnTo>
                      <a:pt x="34" y="26"/>
                    </a:lnTo>
                    <a:lnTo>
                      <a:pt x="40" y="19"/>
                    </a:lnTo>
                    <a:lnTo>
                      <a:pt x="37" y="12"/>
                    </a:lnTo>
                    <a:lnTo>
                      <a:pt x="20" y="0"/>
                    </a:lnTo>
                    <a:lnTo>
                      <a:pt x="5" y="2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9" name="Google Shape;799;p40"/>
              <p:cNvSpPr/>
              <p:nvPr/>
            </p:nvSpPr>
            <p:spPr>
              <a:xfrm>
                <a:off x="1943100" y="1630363"/>
                <a:ext cx="1158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73" h="38" extrusionOk="0">
                    <a:moveTo>
                      <a:pt x="10" y="0"/>
                    </a:moveTo>
                    <a:lnTo>
                      <a:pt x="0" y="26"/>
                    </a:lnTo>
                    <a:lnTo>
                      <a:pt x="10" y="36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1" y="26"/>
                    </a:lnTo>
                    <a:lnTo>
                      <a:pt x="34" y="21"/>
                    </a:lnTo>
                    <a:lnTo>
                      <a:pt x="56" y="27"/>
                    </a:lnTo>
                    <a:lnTo>
                      <a:pt x="66" y="24"/>
                    </a:lnTo>
                    <a:lnTo>
                      <a:pt x="66" y="12"/>
                    </a:lnTo>
                    <a:lnTo>
                      <a:pt x="73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2265362" y="1625600"/>
                <a:ext cx="889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4" extrusionOk="0">
                    <a:moveTo>
                      <a:pt x="33" y="8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5" y="1"/>
                      <a:pt x="9" y="2"/>
                      <a:pt x="4" y="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14" y="14"/>
                      <a:pt x="22" y="13"/>
                      <a:pt x="29" y="12"/>
                    </a:cubicBezTo>
                    <a:lnTo>
                      <a:pt x="33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2109787" y="1944688"/>
                <a:ext cx="147637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5" h="41" extrusionOk="0">
                    <a:moveTo>
                      <a:pt x="55" y="30"/>
                    </a:moveTo>
                    <a:cubicBezTo>
                      <a:pt x="50" y="27"/>
                      <a:pt x="45" y="24"/>
                      <a:pt x="41" y="20"/>
                    </a:cubicBezTo>
                    <a:cubicBezTo>
                      <a:pt x="38" y="18"/>
                      <a:pt x="35" y="14"/>
                      <a:pt x="32" y="11"/>
                    </a:cubicBezTo>
                    <a:cubicBezTo>
                      <a:pt x="29" y="11"/>
                      <a:pt x="27" y="11"/>
                      <a:pt x="24" y="10"/>
                    </a:cubicBezTo>
                    <a:cubicBezTo>
                      <a:pt x="22" y="10"/>
                      <a:pt x="20" y="9"/>
                      <a:pt x="18" y="8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5" y="36"/>
                      <a:pt x="28" y="33"/>
                      <a:pt x="30" y="30"/>
                    </a:cubicBezTo>
                    <a:cubicBezTo>
                      <a:pt x="32" y="28"/>
                      <a:pt x="33" y="28"/>
                      <a:pt x="35" y="27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52" y="36"/>
                      <a:pt x="52" y="36"/>
                      <a:pt x="52" y="36"/>
                    </a:cubicBezTo>
                    <a:lnTo>
                      <a:pt x="55" y="3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2" name="Google Shape;802;p40"/>
              <p:cNvSpPr/>
              <p:nvPr/>
            </p:nvSpPr>
            <p:spPr>
              <a:xfrm>
                <a:off x="2190750" y="2055813"/>
                <a:ext cx="539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28" extrusionOk="0">
                    <a:moveTo>
                      <a:pt x="0" y="25"/>
                    </a:moveTo>
                    <a:lnTo>
                      <a:pt x="7" y="28"/>
                    </a:lnTo>
                    <a:lnTo>
                      <a:pt x="25" y="22"/>
                    </a:lnTo>
                    <a:lnTo>
                      <a:pt x="34" y="0"/>
                    </a:lnTo>
                    <a:lnTo>
                      <a:pt x="27" y="1"/>
                    </a:lnTo>
                    <a:lnTo>
                      <a:pt x="12" y="1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3" name="Google Shape;803;p40"/>
              <p:cNvSpPr/>
              <p:nvPr/>
            </p:nvSpPr>
            <p:spPr>
              <a:xfrm>
                <a:off x="2611437" y="2111375"/>
                <a:ext cx="2698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4" extrusionOk="0">
                    <a:moveTo>
                      <a:pt x="0" y="10"/>
                    </a:moveTo>
                    <a:lnTo>
                      <a:pt x="12" y="24"/>
                    </a:lnTo>
                    <a:lnTo>
                      <a:pt x="17" y="4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1465262" y="1454150"/>
                <a:ext cx="188912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70" h="28" extrusionOk="0">
                    <a:moveTo>
                      <a:pt x="8" y="21"/>
                    </a:moveTo>
                    <a:cubicBezTo>
                      <a:pt x="10" y="28"/>
                      <a:pt x="10" y="28"/>
                      <a:pt x="10" y="28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7" y="21"/>
                      <a:pt x="37" y="15"/>
                      <a:pt x="47" y="10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5" y="14"/>
                      <a:pt x="63" y="9"/>
                      <a:pt x="70" y="5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2" y="2"/>
                      <a:pt x="57" y="3"/>
                      <a:pt x="53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2" y="5"/>
                      <a:pt x="31" y="8"/>
                      <a:pt x="21" y="12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23"/>
                      <a:pt x="4" y="23"/>
                      <a:pt x="4" y="23"/>
                    </a:cubicBezTo>
                    <a:lnTo>
                      <a:pt x="8" y="2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1516062" y="1520825"/>
                <a:ext cx="50800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7" extrusionOk="0">
                    <a:moveTo>
                      <a:pt x="14" y="0"/>
                    </a:moveTo>
                    <a:lnTo>
                      <a:pt x="0" y="7"/>
                    </a:lnTo>
                    <a:lnTo>
                      <a:pt x="5" y="17"/>
                    </a:lnTo>
                    <a:lnTo>
                      <a:pt x="32" y="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6" name="Google Shape;806;p40"/>
              <p:cNvSpPr/>
              <p:nvPr/>
            </p:nvSpPr>
            <p:spPr>
              <a:xfrm>
                <a:off x="1290637" y="1577975"/>
                <a:ext cx="225425" cy="147637"/>
              </a:xfrm>
              <a:custGeom>
                <a:avLst/>
                <a:gdLst/>
                <a:ahLst/>
                <a:cxnLst/>
                <a:rect l="l" t="t" r="r" b="b"/>
                <a:pathLst>
                  <a:path w="84" h="55" extrusionOk="0">
                    <a:moveTo>
                      <a:pt x="4" y="53"/>
                    </a:moveTo>
                    <a:cubicBezTo>
                      <a:pt x="8" y="55"/>
                      <a:pt x="8" y="55"/>
                      <a:pt x="8" y="5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8" y="40"/>
                      <a:pt x="45" y="34"/>
                      <a:pt x="51" y="28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78" y="11"/>
                      <a:pt x="73" y="10"/>
                      <a:pt x="68" y="9"/>
                    </a:cubicBezTo>
                    <a:cubicBezTo>
                      <a:pt x="64" y="8"/>
                      <a:pt x="61" y="8"/>
                      <a:pt x="58" y="8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42"/>
                      <a:pt x="8" y="42"/>
                      <a:pt x="8" y="42"/>
                    </a:cubicBezTo>
                    <a:lnTo>
                      <a:pt x="4" y="5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7" name="Google Shape;807;p40"/>
              <p:cNvSpPr/>
              <p:nvPr/>
            </p:nvSpPr>
            <p:spPr>
              <a:xfrm>
                <a:off x="1725612" y="1435100"/>
                <a:ext cx="857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5" extrusionOk="0">
                    <a:moveTo>
                      <a:pt x="29" y="8"/>
                    </a:moveTo>
                    <a:cubicBezTo>
                      <a:pt x="32" y="3"/>
                      <a:pt x="32" y="3"/>
                      <a:pt x="32" y="3"/>
                    </a:cubicBezTo>
                    <a:cubicBezTo>
                      <a:pt x="26" y="2"/>
                      <a:pt x="18" y="1"/>
                      <a:pt x="11" y="0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2" y="6"/>
                      <a:pt x="7" y="7"/>
                      <a:pt x="1" y="8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1" y="15"/>
                      <a:pt x="11" y="15"/>
                      <a:pt x="11" y="15"/>
                    </a:cubicBez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1822450" y="1517650"/>
                <a:ext cx="12065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76" h="51" extrusionOk="0">
                    <a:moveTo>
                      <a:pt x="14" y="22"/>
                    </a:moveTo>
                    <a:lnTo>
                      <a:pt x="10" y="34"/>
                    </a:lnTo>
                    <a:lnTo>
                      <a:pt x="20" y="41"/>
                    </a:lnTo>
                    <a:lnTo>
                      <a:pt x="37" y="39"/>
                    </a:lnTo>
                    <a:lnTo>
                      <a:pt x="39" y="51"/>
                    </a:lnTo>
                    <a:lnTo>
                      <a:pt x="63" y="51"/>
                    </a:lnTo>
                    <a:lnTo>
                      <a:pt x="64" y="38"/>
                    </a:lnTo>
                    <a:lnTo>
                      <a:pt x="76" y="22"/>
                    </a:lnTo>
                    <a:lnTo>
                      <a:pt x="73" y="11"/>
                    </a:lnTo>
                    <a:lnTo>
                      <a:pt x="53" y="9"/>
                    </a:lnTo>
                    <a:lnTo>
                      <a:pt x="59" y="27"/>
                    </a:lnTo>
                    <a:lnTo>
                      <a:pt x="49" y="29"/>
                    </a:lnTo>
                    <a:lnTo>
                      <a:pt x="37" y="12"/>
                    </a:lnTo>
                    <a:lnTo>
                      <a:pt x="29" y="22"/>
                    </a:lnTo>
                    <a:lnTo>
                      <a:pt x="15" y="0"/>
                    </a:lnTo>
                    <a:lnTo>
                      <a:pt x="0" y="9"/>
                    </a:lnTo>
                    <a:lnTo>
                      <a:pt x="7" y="22"/>
                    </a:lnTo>
                    <a:lnTo>
                      <a:pt x="14" y="2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1782762" y="1630363"/>
                <a:ext cx="1333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0" h="41" extrusionOk="0">
                    <a:moveTo>
                      <a:pt x="5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33" y="38"/>
                      <a:pt x="40" y="34"/>
                      <a:pt x="48" y="31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39" y="0"/>
                      <a:pt x="31" y="0"/>
                      <a:pt x="22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0" y="11"/>
                      <a:pt x="10" y="11"/>
                      <a:pt x="10" y="11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0" name="Google Shape;810;p40"/>
              <p:cNvSpPr/>
              <p:nvPr/>
            </p:nvSpPr>
            <p:spPr>
              <a:xfrm>
                <a:off x="1814512" y="1770063"/>
                <a:ext cx="101600" cy="84137"/>
              </a:xfrm>
              <a:custGeom>
                <a:avLst/>
                <a:gdLst/>
                <a:ahLst/>
                <a:cxnLst/>
                <a:rect l="l" t="t" r="r" b="b"/>
                <a:pathLst>
                  <a:path w="64" h="53" extrusionOk="0">
                    <a:moveTo>
                      <a:pt x="32" y="2"/>
                    </a:moveTo>
                    <a:lnTo>
                      <a:pt x="0" y="34"/>
                    </a:lnTo>
                    <a:lnTo>
                      <a:pt x="3" y="39"/>
                    </a:lnTo>
                    <a:lnTo>
                      <a:pt x="17" y="39"/>
                    </a:lnTo>
                    <a:lnTo>
                      <a:pt x="27" y="51"/>
                    </a:lnTo>
                    <a:lnTo>
                      <a:pt x="46" y="53"/>
                    </a:lnTo>
                    <a:lnTo>
                      <a:pt x="64" y="36"/>
                    </a:lnTo>
                    <a:lnTo>
                      <a:pt x="51" y="17"/>
                    </a:lnTo>
                    <a:lnTo>
                      <a:pt x="42" y="19"/>
                    </a:lnTo>
                    <a:lnTo>
                      <a:pt x="37" y="0"/>
                    </a:lnTo>
                    <a:lnTo>
                      <a:pt x="32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1" name="Google Shape;811;p40"/>
              <p:cNvSpPr/>
              <p:nvPr/>
            </p:nvSpPr>
            <p:spPr>
              <a:xfrm>
                <a:off x="2714625" y="2659063"/>
                <a:ext cx="317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2" h="16" extrusionOk="0">
                    <a:moveTo>
                      <a:pt x="10" y="0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4" y="5"/>
                      <a:pt x="2" y="8"/>
                      <a:pt x="0" y="11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2"/>
                      <a:pt x="12" y="2"/>
                      <a:pt x="12" y="2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2738437" y="2681288"/>
                <a:ext cx="127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3" y="5"/>
                    </a:moveTo>
                    <a:lnTo>
                      <a:pt x="0" y="13"/>
                    </a:lnTo>
                    <a:lnTo>
                      <a:pt x="3" y="18"/>
                    </a:lnTo>
                    <a:lnTo>
                      <a:pt x="8" y="7"/>
                    </a:lnTo>
                    <a:lnTo>
                      <a:pt x="7" y="0"/>
                    </a:ln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2655887" y="2657475"/>
                <a:ext cx="476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25" extrusionOk="0">
                    <a:moveTo>
                      <a:pt x="16" y="13"/>
                    </a:moveTo>
                    <a:lnTo>
                      <a:pt x="11" y="11"/>
                    </a:lnTo>
                    <a:lnTo>
                      <a:pt x="8" y="1"/>
                    </a:lnTo>
                    <a:lnTo>
                      <a:pt x="3" y="0"/>
                    </a:lnTo>
                    <a:lnTo>
                      <a:pt x="0" y="8"/>
                    </a:lnTo>
                    <a:lnTo>
                      <a:pt x="5" y="18"/>
                    </a:lnTo>
                    <a:lnTo>
                      <a:pt x="13" y="18"/>
                    </a:lnTo>
                    <a:lnTo>
                      <a:pt x="15" y="25"/>
                    </a:lnTo>
                    <a:lnTo>
                      <a:pt x="20" y="25"/>
                    </a:lnTo>
                    <a:lnTo>
                      <a:pt x="30" y="13"/>
                    </a:lnTo>
                    <a:lnTo>
                      <a:pt x="25" y="10"/>
                    </a:lnTo>
                    <a:lnTo>
                      <a:pt x="16" y="1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4" name="Google Shape;814;p40"/>
              <p:cNvSpPr/>
              <p:nvPr/>
            </p:nvSpPr>
            <p:spPr>
              <a:xfrm>
                <a:off x="2768600" y="2479675"/>
                <a:ext cx="160337" cy="195262"/>
              </a:xfrm>
              <a:custGeom>
                <a:avLst/>
                <a:gdLst/>
                <a:ahLst/>
                <a:cxnLst/>
                <a:rect l="l" t="t" r="r" b="b"/>
                <a:pathLst>
                  <a:path w="60" h="73" extrusionOk="0">
                    <a:moveTo>
                      <a:pt x="56" y="61"/>
                    </a:moveTo>
                    <a:cubicBezTo>
                      <a:pt x="56" y="56"/>
                      <a:pt x="56" y="56"/>
                      <a:pt x="56" y="56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4" y="43"/>
                      <a:pt x="54" y="43"/>
                      <a:pt x="54" y="43"/>
                    </a:cubicBezTo>
                    <a:cubicBezTo>
                      <a:pt x="48" y="46"/>
                      <a:pt x="48" y="46"/>
                      <a:pt x="48" y="46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9" y="37"/>
                      <a:pt x="49" y="37"/>
                      <a:pt x="49" y="37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5" y="29"/>
                      <a:pt x="35" y="29"/>
                      <a:pt x="35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20" y="22"/>
                      <a:pt x="14" y="31"/>
                      <a:pt x="14" y="31"/>
                    </a:cubicBezTo>
                    <a:cubicBezTo>
                      <a:pt x="13" y="32"/>
                      <a:pt x="10" y="37"/>
                      <a:pt x="5" y="45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0" y="59"/>
                      <a:pt x="10" y="59"/>
                      <a:pt x="10" y="59"/>
                    </a:cubicBezTo>
                    <a:cubicBezTo>
                      <a:pt x="19" y="59"/>
                      <a:pt x="19" y="59"/>
                      <a:pt x="19" y="59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5" y="69"/>
                      <a:pt x="45" y="69"/>
                      <a:pt x="45" y="69"/>
                    </a:cubicBezTo>
                    <a:cubicBezTo>
                      <a:pt x="46" y="71"/>
                      <a:pt x="46" y="71"/>
                      <a:pt x="46" y="71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60" y="63"/>
                      <a:pt x="60" y="63"/>
                      <a:pt x="60" y="63"/>
                    </a:cubicBezTo>
                    <a:cubicBezTo>
                      <a:pt x="59" y="61"/>
                      <a:pt x="59" y="61"/>
                      <a:pt x="59" y="61"/>
                    </a:cubicBezTo>
                    <a:lnTo>
                      <a:pt x="56" y="6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5" name="Google Shape;815;p40"/>
              <p:cNvSpPr/>
              <p:nvPr/>
            </p:nvSpPr>
            <p:spPr>
              <a:xfrm>
                <a:off x="2649537" y="2557463"/>
                <a:ext cx="650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2" extrusionOk="0">
                    <a:moveTo>
                      <a:pt x="21" y="8"/>
                    </a:moveTo>
                    <a:cubicBezTo>
                      <a:pt x="20" y="7"/>
                      <a:pt x="18" y="6"/>
                      <a:pt x="18" y="6"/>
                    </a:cubicBezTo>
                    <a:cubicBezTo>
                      <a:pt x="15" y="4"/>
                      <a:pt x="12" y="2"/>
                      <a:pt x="1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4"/>
                      <a:pt x="8" y="8"/>
                      <a:pt x="12" y="10"/>
                    </a:cubicBezTo>
                    <a:cubicBezTo>
                      <a:pt x="13" y="11"/>
                      <a:pt x="15" y="12"/>
                      <a:pt x="18" y="12"/>
                    </a:cubicBezTo>
                    <a:cubicBezTo>
                      <a:pt x="24" y="9"/>
                      <a:pt x="24" y="9"/>
                      <a:pt x="24" y="9"/>
                    </a:cubicBezTo>
                    <a:lnTo>
                      <a:pt x="21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2105025" y="1308100"/>
                <a:ext cx="357187" cy="239712"/>
              </a:xfrm>
              <a:custGeom>
                <a:avLst/>
                <a:gdLst/>
                <a:ahLst/>
                <a:cxnLst/>
                <a:rect l="l" t="t" r="r" b="b"/>
                <a:pathLst>
                  <a:path w="133" h="89" extrusionOk="0">
                    <a:moveTo>
                      <a:pt x="36" y="30"/>
                    </a:moveTo>
                    <a:cubicBezTo>
                      <a:pt x="39" y="30"/>
                      <a:pt x="42" y="30"/>
                      <a:pt x="45" y="29"/>
                    </a:cubicBezTo>
                    <a:cubicBezTo>
                      <a:pt x="53" y="27"/>
                      <a:pt x="60" y="24"/>
                      <a:pt x="67" y="21"/>
                    </a:cubicBezTo>
                    <a:cubicBezTo>
                      <a:pt x="66" y="22"/>
                      <a:pt x="64" y="24"/>
                      <a:pt x="63" y="25"/>
                    </a:cubicBezTo>
                    <a:cubicBezTo>
                      <a:pt x="60" y="28"/>
                      <a:pt x="56" y="31"/>
                      <a:pt x="53" y="33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5" y="38"/>
                      <a:pt x="51" y="37"/>
                      <a:pt x="48" y="37"/>
                    </a:cubicBezTo>
                    <a:cubicBezTo>
                      <a:pt x="45" y="36"/>
                      <a:pt x="42" y="36"/>
                      <a:pt x="38" y="36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39" y="50"/>
                      <a:pt x="39" y="50"/>
                      <a:pt x="39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5" y="62"/>
                      <a:pt x="35" y="62"/>
                      <a:pt x="35" y="62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36" y="71"/>
                      <a:pt x="36" y="71"/>
                      <a:pt x="36" y="71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1" y="74"/>
                      <a:pt x="21" y="74"/>
                      <a:pt x="21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2" y="83"/>
                      <a:pt x="4" y="84"/>
                      <a:pt x="6" y="86"/>
                    </a:cubicBezTo>
                    <a:cubicBezTo>
                      <a:pt x="7" y="87"/>
                      <a:pt x="8" y="88"/>
                      <a:pt x="9" y="89"/>
                    </a:cubicBezTo>
                    <a:cubicBezTo>
                      <a:pt x="13" y="86"/>
                      <a:pt x="13" y="86"/>
                      <a:pt x="13" y="86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51" y="82"/>
                      <a:pt x="51" y="82"/>
                      <a:pt x="51" y="82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64" y="86"/>
                      <a:pt x="64" y="86"/>
                      <a:pt x="64" y="86"/>
                    </a:cubicBezTo>
                    <a:cubicBezTo>
                      <a:pt x="77" y="77"/>
                      <a:pt x="77" y="77"/>
                      <a:pt x="77" y="77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66" y="67"/>
                      <a:pt x="66" y="67"/>
                      <a:pt x="66" y="67"/>
                    </a:cubicBezTo>
                    <a:cubicBezTo>
                      <a:pt x="70" y="66"/>
                      <a:pt x="75" y="66"/>
                      <a:pt x="79" y="65"/>
                    </a:cubicBezTo>
                    <a:cubicBezTo>
                      <a:pt x="82" y="65"/>
                      <a:pt x="84" y="65"/>
                      <a:pt x="86" y="66"/>
                    </a:cubicBezTo>
                    <a:cubicBezTo>
                      <a:pt x="90" y="62"/>
                      <a:pt x="90" y="62"/>
                      <a:pt x="90" y="62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102" y="51"/>
                      <a:pt x="102" y="51"/>
                      <a:pt x="102" y="51"/>
                    </a:cubicBezTo>
                    <a:cubicBezTo>
                      <a:pt x="93" y="49"/>
                      <a:pt x="93" y="49"/>
                      <a:pt x="93" y="49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3" y="44"/>
                      <a:pt x="115" y="42"/>
                      <a:pt x="117" y="40"/>
                    </a:cubicBezTo>
                    <a:cubicBezTo>
                      <a:pt x="122" y="34"/>
                      <a:pt x="128" y="29"/>
                      <a:pt x="133" y="23"/>
                    </a:cubicBezTo>
                    <a:cubicBezTo>
                      <a:pt x="124" y="19"/>
                      <a:pt x="124" y="19"/>
                      <a:pt x="124" y="19"/>
                    </a:cubicBezTo>
                    <a:cubicBezTo>
                      <a:pt x="133" y="15"/>
                      <a:pt x="133" y="15"/>
                      <a:pt x="133" y="15"/>
                    </a:cubicBezTo>
                    <a:cubicBezTo>
                      <a:pt x="132" y="8"/>
                      <a:pt x="132" y="8"/>
                      <a:pt x="132" y="8"/>
                    </a:cubicBezTo>
                    <a:cubicBezTo>
                      <a:pt x="130" y="7"/>
                      <a:pt x="128" y="6"/>
                      <a:pt x="125" y="5"/>
                    </a:cubicBezTo>
                    <a:cubicBezTo>
                      <a:pt x="117" y="3"/>
                      <a:pt x="109" y="1"/>
                      <a:pt x="101" y="0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4" y="8"/>
                      <a:pt x="60" y="10"/>
                      <a:pt x="56" y="11"/>
                    </a:cubicBezTo>
                    <a:cubicBezTo>
                      <a:pt x="53" y="12"/>
                      <a:pt x="51" y="12"/>
                      <a:pt x="48" y="13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39" y="16"/>
                      <a:pt x="35" y="16"/>
                      <a:pt x="29" y="16"/>
                    </a:cubicBezTo>
                    <a:cubicBezTo>
                      <a:pt x="28" y="16"/>
                      <a:pt x="26" y="17"/>
                      <a:pt x="24" y="18"/>
                    </a:cubicBezTo>
                    <a:cubicBezTo>
                      <a:pt x="29" y="26"/>
                      <a:pt x="29" y="26"/>
                      <a:pt x="29" y="26"/>
                    </a:cubicBezTo>
                    <a:lnTo>
                      <a:pt x="36" y="3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2058987" y="1636713"/>
                <a:ext cx="649287" cy="47783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78" extrusionOk="0">
                    <a:moveTo>
                      <a:pt x="133" y="27"/>
                    </a:moveTo>
                    <a:cubicBezTo>
                      <a:pt x="128" y="21"/>
                      <a:pt x="128" y="21"/>
                      <a:pt x="128" y="21"/>
                    </a:cubicBezTo>
                    <a:cubicBezTo>
                      <a:pt x="123" y="22"/>
                      <a:pt x="123" y="22"/>
                      <a:pt x="123" y="22"/>
                    </a:cubicBezTo>
                    <a:cubicBezTo>
                      <a:pt x="123" y="14"/>
                      <a:pt x="123" y="14"/>
                      <a:pt x="123" y="14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0" y="12"/>
                      <a:pt x="101" y="13"/>
                      <a:pt x="93" y="15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77" y="22"/>
                      <a:pt x="77" y="22"/>
                      <a:pt x="77" y="22"/>
                    </a:cubicBezTo>
                    <a:cubicBezTo>
                      <a:pt x="70" y="25"/>
                      <a:pt x="70" y="25"/>
                      <a:pt x="70" y="25"/>
                    </a:cubicBezTo>
                    <a:cubicBezTo>
                      <a:pt x="72" y="21"/>
                      <a:pt x="72" y="15"/>
                      <a:pt x="72" y="10"/>
                    </a:cubicBezTo>
                    <a:cubicBezTo>
                      <a:pt x="72" y="7"/>
                      <a:pt x="71" y="4"/>
                      <a:pt x="70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0" y="27"/>
                      <a:pt x="38" y="23"/>
                      <a:pt x="35" y="19"/>
                    </a:cubicBezTo>
                    <a:cubicBezTo>
                      <a:pt x="34" y="18"/>
                      <a:pt x="33" y="15"/>
                      <a:pt x="32" y="13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8" y="4"/>
                      <a:pt x="20" y="8"/>
                      <a:pt x="12" y="13"/>
                    </a:cubicBezTo>
                    <a:cubicBezTo>
                      <a:pt x="7" y="15"/>
                      <a:pt x="4" y="18"/>
                      <a:pt x="0" y="22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24" y="41"/>
                      <a:pt x="32" y="44"/>
                      <a:pt x="39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9" y="51"/>
                      <a:pt x="56" y="52"/>
                      <a:pt x="63" y="53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87" y="53"/>
                      <a:pt x="87" y="53"/>
                      <a:pt x="87" y="53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2" y="44"/>
                      <a:pt x="92" y="44"/>
                      <a:pt x="92" y="44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100" y="56"/>
                      <a:pt x="100" y="56"/>
                      <a:pt x="100" y="56"/>
                    </a:cubicBezTo>
                    <a:cubicBezTo>
                      <a:pt x="107" y="60"/>
                      <a:pt x="107" y="60"/>
                      <a:pt x="107" y="60"/>
                    </a:cubicBezTo>
                    <a:cubicBezTo>
                      <a:pt x="110" y="67"/>
                      <a:pt x="110" y="67"/>
                      <a:pt x="110" y="67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17" y="68"/>
                      <a:pt x="117" y="68"/>
                      <a:pt x="117" y="68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23" y="70"/>
                      <a:pt x="123" y="70"/>
                      <a:pt x="123" y="70"/>
                    </a:cubicBezTo>
                    <a:cubicBezTo>
                      <a:pt x="130" y="82"/>
                      <a:pt x="136" y="94"/>
                      <a:pt x="143" y="107"/>
                    </a:cubicBezTo>
                    <a:cubicBezTo>
                      <a:pt x="134" y="117"/>
                      <a:pt x="134" y="117"/>
                      <a:pt x="134" y="117"/>
                    </a:cubicBezTo>
                    <a:cubicBezTo>
                      <a:pt x="136" y="123"/>
                      <a:pt x="136" y="123"/>
                      <a:pt x="136" y="123"/>
                    </a:cubicBezTo>
                    <a:cubicBezTo>
                      <a:pt x="113" y="122"/>
                      <a:pt x="113" y="122"/>
                      <a:pt x="113" y="122"/>
                    </a:cubicBezTo>
                    <a:cubicBezTo>
                      <a:pt x="111" y="118"/>
                      <a:pt x="111" y="118"/>
                      <a:pt x="111" y="118"/>
                    </a:cubicBezTo>
                    <a:cubicBezTo>
                      <a:pt x="104" y="116"/>
                      <a:pt x="104" y="116"/>
                      <a:pt x="104" y="116"/>
                    </a:cubicBezTo>
                    <a:cubicBezTo>
                      <a:pt x="102" y="120"/>
                      <a:pt x="102" y="120"/>
                      <a:pt x="102" y="120"/>
                    </a:cubicBezTo>
                    <a:cubicBezTo>
                      <a:pt x="103" y="125"/>
                      <a:pt x="103" y="125"/>
                      <a:pt x="103" y="125"/>
                    </a:cubicBezTo>
                    <a:cubicBezTo>
                      <a:pt x="97" y="131"/>
                      <a:pt x="97" y="131"/>
                      <a:pt x="97" y="131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9" y="139"/>
                      <a:pt x="102" y="140"/>
                      <a:pt x="105" y="141"/>
                    </a:cubicBezTo>
                    <a:cubicBezTo>
                      <a:pt x="107" y="142"/>
                      <a:pt x="110" y="142"/>
                      <a:pt x="112" y="142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9" y="137"/>
                      <a:pt x="122" y="137"/>
                      <a:pt x="124" y="137"/>
                    </a:cubicBezTo>
                    <a:cubicBezTo>
                      <a:pt x="126" y="137"/>
                      <a:pt x="128" y="136"/>
                      <a:pt x="129" y="136"/>
                    </a:cubicBezTo>
                    <a:cubicBezTo>
                      <a:pt x="136" y="144"/>
                      <a:pt x="144" y="152"/>
                      <a:pt x="151" y="160"/>
                    </a:cubicBezTo>
                    <a:cubicBezTo>
                      <a:pt x="153" y="160"/>
                      <a:pt x="154" y="160"/>
                      <a:pt x="156" y="161"/>
                    </a:cubicBezTo>
                    <a:cubicBezTo>
                      <a:pt x="159" y="163"/>
                      <a:pt x="162" y="164"/>
                      <a:pt x="165" y="166"/>
                    </a:cubicBezTo>
                    <a:cubicBezTo>
                      <a:pt x="168" y="164"/>
                      <a:pt x="168" y="164"/>
                      <a:pt x="168" y="164"/>
                    </a:cubicBezTo>
                    <a:cubicBezTo>
                      <a:pt x="175" y="169"/>
                      <a:pt x="181" y="173"/>
                      <a:pt x="187" y="178"/>
                    </a:cubicBezTo>
                    <a:cubicBezTo>
                      <a:pt x="190" y="177"/>
                      <a:pt x="192" y="177"/>
                      <a:pt x="194" y="177"/>
                    </a:cubicBezTo>
                    <a:cubicBezTo>
                      <a:pt x="197" y="177"/>
                      <a:pt x="200" y="178"/>
                      <a:pt x="203" y="178"/>
                    </a:cubicBezTo>
                    <a:cubicBezTo>
                      <a:pt x="203" y="173"/>
                      <a:pt x="203" y="173"/>
                      <a:pt x="203" y="173"/>
                    </a:cubicBezTo>
                    <a:cubicBezTo>
                      <a:pt x="197" y="166"/>
                      <a:pt x="190" y="160"/>
                      <a:pt x="184" y="152"/>
                    </a:cubicBezTo>
                    <a:cubicBezTo>
                      <a:pt x="197" y="157"/>
                      <a:pt x="197" y="157"/>
                      <a:pt x="197" y="157"/>
                    </a:cubicBezTo>
                    <a:cubicBezTo>
                      <a:pt x="199" y="162"/>
                      <a:pt x="199" y="162"/>
                      <a:pt x="199" y="162"/>
                    </a:cubicBezTo>
                    <a:cubicBezTo>
                      <a:pt x="217" y="172"/>
                      <a:pt x="217" y="172"/>
                      <a:pt x="217" y="172"/>
                    </a:cubicBezTo>
                    <a:cubicBezTo>
                      <a:pt x="217" y="171"/>
                      <a:pt x="217" y="170"/>
                      <a:pt x="217" y="169"/>
                    </a:cubicBezTo>
                    <a:cubicBezTo>
                      <a:pt x="217" y="167"/>
                      <a:pt x="217" y="166"/>
                      <a:pt x="217" y="164"/>
                    </a:cubicBezTo>
                    <a:cubicBezTo>
                      <a:pt x="221" y="163"/>
                      <a:pt x="221" y="163"/>
                      <a:pt x="221" y="163"/>
                    </a:cubicBezTo>
                    <a:cubicBezTo>
                      <a:pt x="215" y="155"/>
                      <a:pt x="215" y="155"/>
                      <a:pt x="215" y="155"/>
                    </a:cubicBezTo>
                    <a:cubicBezTo>
                      <a:pt x="215" y="150"/>
                      <a:pt x="215" y="150"/>
                      <a:pt x="215" y="150"/>
                    </a:cubicBezTo>
                    <a:cubicBezTo>
                      <a:pt x="211" y="147"/>
                      <a:pt x="211" y="147"/>
                      <a:pt x="211" y="147"/>
                    </a:cubicBezTo>
                    <a:cubicBezTo>
                      <a:pt x="206" y="147"/>
                      <a:pt x="206" y="147"/>
                      <a:pt x="206" y="147"/>
                    </a:cubicBezTo>
                    <a:cubicBezTo>
                      <a:pt x="206" y="142"/>
                      <a:pt x="206" y="142"/>
                      <a:pt x="206" y="142"/>
                    </a:cubicBezTo>
                    <a:cubicBezTo>
                      <a:pt x="191" y="129"/>
                      <a:pt x="191" y="129"/>
                      <a:pt x="191" y="129"/>
                    </a:cubicBezTo>
                    <a:cubicBezTo>
                      <a:pt x="184" y="108"/>
                      <a:pt x="184" y="108"/>
                      <a:pt x="184" y="108"/>
                    </a:cubicBezTo>
                    <a:cubicBezTo>
                      <a:pt x="189" y="108"/>
                      <a:pt x="189" y="108"/>
                      <a:pt x="189" y="108"/>
                    </a:cubicBezTo>
                    <a:cubicBezTo>
                      <a:pt x="197" y="114"/>
                      <a:pt x="206" y="120"/>
                      <a:pt x="214" y="125"/>
                    </a:cubicBezTo>
                    <a:cubicBezTo>
                      <a:pt x="222" y="129"/>
                      <a:pt x="229" y="131"/>
                      <a:pt x="238" y="134"/>
                    </a:cubicBezTo>
                    <a:cubicBezTo>
                      <a:pt x="240" y="128"/>
                      <a:pt x="240" y="128"/>
                      <a:pt x="240" y="128"/>
                    </a:cubicBezTo>
                    <a:cubicBezTo>
                      <a:pt x="233" y="123"/>
                      <a:pt x="233" y="123"/>
                      <a:pt x="233" y="123"/>
                    </a:cubicBezTo>
                    <a:cubicBezTo>
                      <a:pt x="242" y="113"/>
                      <a:pt x="242" y="113"/>
                      <a:pt x="242" y="113"/>
                    </a:cubicBezTo>
                    <a:cubicBezTo>
                      <a:pt x="241" y="108"/>
                      <a:pt x="241" y="108"/>
                      <a:pt x="241" y="108"/>
                    </a:cubicBezTo>
                    <a:cubicBezTo>
                      <a:pt x="227" y="107"/>
                      <a:pt x="227" y="107"/>
                      <a:pt x="227" y="107"/>
                    </a:cubicBezTo>
                    <a:cubicBezTo>
                      <a:pt x="228" y="101"/>
                      <a:pt x="228" y="101"/>
                      <a:pt x="228" y="101"/>
                    </a:cubicBezTo>
                    <a:cubicBezTo>
                      <a:pt x="233" y="100"/>
                      <a:pt x="233" y="100"/>
                      <a:pt x="233" y="100"/>
                    </a:cubicBezTo>
                    <a:cubicBezTo>
                      <a:pt x="227" y="94"/>
                      <a:pt x="227" y="94"/>
                      <a:pt x="227" y="94"/>
                    </a:cubicBezTo>
                    <a:cubicBezTo>
                      <a:pt x="221" y="97"/>
                      <a:pt x="221" y="97"/>
                      <a:pt x="221" y="97"/>
                    </a:cubicBezTo>
                    <a:cubicBezTo>
                      <a:pt x="214" y="95"/>
                      <a:pt x="208" y="92"/>
                      <a:pt x="202" y="88"/>
                    </a:cubicBezTo>
                    <a:cubicBezTo>
                      <a:pt x="198" y="86"/>
                      <a:pt x="194" y="82"/>
                      <a:pt x="191" y="78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3"/>
                      <a:pt x="198" y="73"/>
                      <a:pt x="198" y="73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5" y="71"/>
                      <a:pt x="185" y="71"/>
                      <a:pt x="185" y="71"/>
                    </a:cubicBezTo>
                    <a:cubicBezTo>
                      <a:pt x="180" y="65"/>
                      <a:pt x="180" y="65"/>
                      <a:pt x="180" y="65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5" y="56"/>
                      <a:pt x="184" y="53"/>
                      <a:pt x="182" y="50"/>
                    </a:cubicBezTo>
                    <a:cubicBezTo>
                      <a:pt x="180" y="48"/>
                      <a:pt x="180" y="46"/>
                      <a:pt x="179" y="43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5" y="39"/>
                      <a:pt x="175" y="39"/>
                      <a:pt x="175" y="39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5" y="30"/>
                      <a:pt x="138" y="31"/>
                      <a:pt x="131" y="32"/>
                    </a:cubicBezTo>
                    <a:lnTo>
                      <a:pt x="133" y="2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8" name="Google Shape;818;p40"/>
              <p:cNvSpPr/>
              <p:nvPr/>
            </p:nvSpPr>
            <p:spPr>
              <a:xfrm>
                <a:off x="1541462" y="1489075"/>
                <a:ext cx="252412" cy="109537"/>
              </a:xfrm>
              <a:custGeom>
                <a:avLst/>
                <a:gdLst/>
                <a:ahLst/>
                <a:cxnLst/>
                <a:rect l="l" t="t" r="r" b="b"/>
                <a:pathLst>
                  <a:path w="94" h="41" extrusionOk="0">
                    <a:moveTo>
                      <a:pt x="36" y="9"/>
                    </a:moveTo>
                    <a:cubicBezTo>
                      <a:pt x="36" y="4"/>
                      <a:pt x="36" y="4"/>
                      <a:pt x="36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7" y="26"/>
                      <a:pt x="14" y="28"/>
                      <a:pt x="22" y="31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0" y="31"/>
                      <a:pt x="32" y="34"/>
                      <a:pt x="25" y="36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34" y="41"/>
                      <a:pt x="41" y="39"/>
                      <a:pt x="48" y="37"/>
                    </a:cubicBezTo>
                    <a:cubicBezTo>
                      <a:pt x="53" y="36"/>
                      <a:pt x="57" y="34"/>
                      <a:pt x="61" y="31"/>
                    </a:cubicBezTo>
                    <a:cubicBezTo>
                      <a:pt x="63" y="36"/>
                      <a:pt x="63" y="36"/>
                      <a:pt x="63" y="36"/>
                    </a:cubicBezTo>
                    <a:cubicBezTo>
                      <a:pt x="80" y="36"/>
                      <a:pt x="80" y="36"/>
                      <a:pt x="80" y="36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9" y="26"/>
                      <a:pt x="89" y="26"/>
                      <a:pt x="89" y="26"/>
                    </a:cubicBezTo>
                    <a:cubicBezTo>
                      <a:pt x="94" y="19"/>
                      <a:pt x="94" y="19"/>
                      <a:pt x="94" y="19"/>
                    </a:cubicBezTo>
                    <a:cubicBezTo>
                      <a:pt x="89" y="13"/>
                      <a:pt x="89" y="13"/>
                      <a:pt x="89" y="13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42" y="10"/>
                      <a:pt x="42" y="10"/>
                      <a:pt x="42" y="10"/>
                    </a:cubicBezTo>
                    <a:lnTo>
                      <a:pt x="36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9" name="Google Shape;819;p40"/>
              <p:cNvSpPr/>
              <p:nvPr/>
            </p:nvSpPr>
            <p:spPr>
              <a:xfrm>
                <a:off x="1414462" y="1622425"/>
                <a:ext cx="3619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8" extrusionOk="0">
                    <a:moveTo>
                      <a:pt x="135" y="55"/>
                    </a:moveTo>
                    <a:cubicBezTo>
                      <a:pt x="129" y="48"/>
                      <a:pt x="124" y="41"/>
                      <a:pt x="121" y="32"/>
                    </a:cubicBezTo>
                    <a:cubicBezTo>
                      <a:pt x="119" y="27"/>
                      <a:pt x="118" y="21"/>
                      <a:pt x="119" y="15"/>
                    </a:cubicBezTo>
                    <a:cubicBezTo>
                      <a:pt x="108" y="3"/>
                      <a:pt x="108" y="3"/>
                      <a:pt x="108" y="3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89" y="21"/>
                      <a:pt x="89" y="21"/>
                      <a:pt x="89" y="21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2" y="13"/>
                      <a:pt x="91" y="12"/>
                      <a:pt x="90" y="10"/>
                    </a:cubicBezTo>
                    <a:cubicBezTo>
                      <a:pt x="89" y="9"/>
                      <a:pt x="87" y="8"/>
                      <a:pt x="86" y="7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5" y="5"/>
                      <a:pt x="25" y="9"/>
                      <a:pt x="14" y="14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7" y="40"/>
                      <a:pt x="12" y="40"/>
                      <a:pt x="17" y="40"/>
                    </a:cubicBezTo>
                    <a:cubicBezTo>
                      <a:pt x="20" y="40"/>
                      <a:pt x="22" y="39"/>
                      <a:pt x="25" y="38"/>
                    </a:cubicBezTo>
                    <a:cubicBezTo>
                      <a:pt x="38" y="40"/>
                      <a:pt x="50" y="42"/>
                      <a:pt x="63" y="43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57" y="49"/>
                      <a:pt x="50" y="50"/>
                      <a:pt x="43" y="50"/>
                    </a:cubicBezTo>
                    <a:cubicBezTo>
                      <a:pt x="37" y="50"/>
                      <a:pt x="32" y="50"/>
                      <a:pt x="26" y="48"/>
                    </a:cubicBezTo>
                    <a:cubicBezTo>
                      <a:pt x="22" y="51"/>
                      <a:pt x="22" y="51"/>
                      <a:pt x="22" y="51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36" y="78"/>
                      <a:pt x="46" y="77"/>
                      <a:pt x="56" y="76"/>
                    </a:cubicBezTo>
                    <a:cubicBezTo>
                      <a:pt x="70" y="74"/>
                      <a:pt x="84" y="72"/>
                      <a:pt x="97" y="68"/>
                    </a:cubicBezTo>
                    <a:cubicBezTo>
                      <a:pt x="104" y="59"/>
                      <a:pt x="104" y="59"/>
                      <a:pt x="104" y="59"/>
                    </a:cubicBezTo>
                    <a:cubicBezTo>
                      <a:pt x="107" y="60"/>
                      <a:pt x="107" y="60"/>
                      <a:pt x="107" y="60"/>
                    </a:cubicBezTo>
                    <a:cubicBezTo>
                      <a:pt x="104" y="67"/>
                      <a:pt x="104" y="67"/>
                      <a:pt x="104" y="67"/>
                    </a:cubicBezTo>
                    <a:cubicBezTo>
                      <a:pt x="110" y="70"/>
                      <a:pt x="116" y="71"/>
                      <a:pt x="121" y="73"/>
                    </a:cubicBezTo>
                    <a:cubicBezTo>
                      <a:pt x="123" y="73"/>
                      <a:pt x="126" y="73"/>
                      <a:pt x="129" y="73"/>
                    </a:cubicBezTo>
                    <a:cubicBezTo>
                      <a:pt x="130" y="66"/>
                      <a:pt x="130" y="66"/>
                      <a:pt x="130" y="66"/>
                    </a:cubicBezTo>
                    <a:cubicBezTo>
                      <a:pt x="123" y="64"/>
                      <a:pt x="123" y="64"/>
                      <a:pt x="123" y="64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5" y="61"/>
                      <a:pt x="135" y="61"/>
                      <a:pt x="135" y="61"/>
                    </a:cubicBezTo>
                    <a:lnTo>
                      <a:pt x="135" y="5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815975" y="1700213"/>
                <a:ext cx="2024062" cy="1125537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19" extrusionOk="0">
                    <a:moveTo>
                      <a:pt x="732" y="299"/>
                    </a:moveTo>
                    <a:cubicBezTo>
                      <a:pt x="749" y="295"/>
                      <a:pt x="749" y="295"/>
                      <a:pt x="749" y="295"/>
                    </a:cubicBezTo>
                    <a:cubicBezTo>
                      <a:pt x="753" y="291"/>
                      <a:pt x="753" y="291"/>
                      <a:pt x="753" y="291"/>
                    </a:cubicBezTo>
                    <a:cubicBezTo>
                      <a:pt x="754" y="276"/>
                      <a:pt x="754" y="276"/>
                      <a:pt x="754" y="276"/>
                    </a:cubicBezTo>
                    <a:cubicBezTo>
                      <a:pt x="752" y="273"/>
                      <a:pt x="752" y="273"/>
                      <a:pt x="752" y="273"/>
                    </a:cubicBezTo>
                    <a:cubicBezTo>
                      <a:pt x="747" y="275"/>
                      <a:pt x="747" y="275"/>
                      <a:pt x="747" y="275"/>
                    </a:cubicBezTo>
                    <a:cubicBezTo>
                      <a:pt x="747" y="270"/>
                      <a:pt x="747" y="270"/>
                      <a:pt x="747" y="270"/>
                    </a:cubicBezTo>
                    <a:cubicBezTo>
                      <a:pt x="741" y="267"/>
                      <a:pt x="741" y="267"/>
                      <a:pt x="741" y="267"/>
                    </a:cubicBezTo>
                    <a:cubicBezTo>
                      <a:pt x="736" y="271"/>
                      <a:pt x="736" y="271"/>
                      <a:pt x="736" y="271"/>
                    </a:cubicBezTo>
                    <a:cubicBezTo>
                      <a:pt x="727" y="277"/>
                      <a:pt x="727" y="277"/>
                      <a:pt x="727" y="277"/>
                    </a:cubicBezTo>
                    <a:cubicBezTo>
                      <a:pt x="720" y="278"/>
                      <a:pt x="720" y="278"/>
                      <a:pt x="720" y="278"/>
                    </a:cubicBezTo>
                    <a:cubicBezTo>
                      <a:pt x="722" y="274"/>
                      <a:pt x="722" y="274"/>
                      <a:pt x="722" y="274"/>
                    </a:cubicBezTo>
                    <a:cubicBezTo>
                      <a:pt x="728" y="271"/>
                      <a:pt x="728" y="271"/>
                      <a:pt x="728" y="271"/>
                    </a:cubicBezTo>
                    <a:cubicBezTo>
                      <a:pt x="730" y="268"/>
                      <a:pt x="730" y="268"/>
                      <a:pt x="730" y="268"/>
                    </a:cubicBezTo>
                    <a:cubicBezTo>
                      <a:pt x="734" y="267"/>
                      <a:pt x="734" y="267"/>
                      <a:pt x="734" y="267"/>
                    </a:cubicBezTo>
                    <a:cubicBezTo>
                      <a:pt x="740" y="264"/>
                      <a:pt x="740" y="264"/>
                      <a:pt x="740" y="264"/>
                    </a:cubicBezTo>
                    <a:cubicBezTo>
                      <a:pt x="740" y="260"/>
                      <a:pt x="740" y="260"/>
                      <a:pt x="740" y="260"/>
                    </a:cubicBezTo>
                    <a:cubicBezTo>
                      <a:pt x="733" y="255"/>
                      <a:pt x="733" y="255"/>
                      <a:pt x="733" y="255"/>
                    </a:cubicBezTo>
                    <a:cubicBezTo>
                      <a:pt x="721" y="251"/>
                      <a:pt x="721" y="251"/>
                      <a:pt x="721" y="251"/>
                    </a:cubicBezTo>
                    <a:cubicBezTo>
                      <a:pt x="715" y="244"/>
                      <a:pt x="715" y="244"/>
                      <a:pt x="715" y="244"/>
                    </a:cubicBezTo>
                    <a:cubicBezTo>
                      <a:pt x="711" y="244"/>
                      <a:pt x="711" y="244"/>
                      <a:pt x="711" y="244"/>
                    </a:cubicBezTo>
                    <a:cubicBezTo>
                      <a:pt x="704" y="238"/>
                      <a:pt x="704" y="238"/>
                      <a:pt x="704" y="238"/>
                    </a:cubicBezTo>
                    <a:cubicBezTo>
                      <a:pt x="706" y="228"/>
                      <a:pt x="706" y="228"/>
                      <a:pt x="706" y="228"/>
                    </a:cubicBezTo>
                    <a:cubicBezTo>
                      <a:pt x="679" y="181"/>
                      <a:pt x="679" y="181"/>
                      <a:pt x="679" y="181"/>
                    </a:cubicBezTo>
                    <a:cubicBezTo>
                      <a:pt x="676" y="174"/>
                      <a:pt x="676" y="174"/>
                      <a:pt x="676" y="174"/>
                    </a:cubicBezTo>
                    <a:cubicBezTo>
                      <a:pt x="674" y="176"/>
                      <a:pt x="674" y="176"/>
                      <a:pt x="674" y="176"/>
                    </a:cubicBezTo>
                    <a:cubicBezTo>
                      <a:pt x="674" y="182"/>
                      <a:pt x="674" y="182"/>
                      <a:pt x="674" y="182"/>
                    </a:cubicBezTo>
                    <a:cubicBezTo>
                      <a:pt x="672" y="185"/>
                      <a:pt x="672" y="185"/>
                      <a:pt x="672" y="185"/>
                    </a:cubicBezTo>
                    <a:cubicBezTo>
                      <a:pt x="671" y="190"/>
                      <a:pt x="671" y="190"/>
                      <a:pt x="671" y="190"/>
                    </a:cubicBezTo>
                    <a:cubicBezTo>
                      <a:pt x="665" y="194"/>
                      <a:pt x="665" y="194"/>
                      <a:pt x="665" y="194"/>
                    </a:cubicBezTo>
                    <a:cubicBezTo>
                      <a:pt x="665" y="198"/>
                      <a:pt x="665" y="198"/>
                      <a:pt x="665" y="198"/>
                    </a:cubicBezTo>
                    <a:cubicBezTo>
                      <a:pt x="656" y="207"/>
                      <a:pt x="656" y="207"/>
                      <a:pt x="656" y="207"/>
                    </a:cubicBezTo>
                    <a:cubicBezTo>
                      <a:pt x="648" y="199"/>
                      <a:pt x="648" y="199"/>
                      <a:pt x="648" y="199"/>
                    </a:cubicBezTo>
                    <a:cubicBezTo>
                      <a:pt x="644" y="197"/>
                      <a:pt x="644" y="197"/>
                      <a:pt x="644" y="197"/>
                    </a:cubicBezTo>
                    <a:cubicBezTo>
                      <a:pt x="639" y="198"/>
                      <a:pt x="639" y="198"/>
                      <a:pt x="639" y="198"/>
                    </a:cubicBezTo>
                    <a:cubicBezTo>
                      <a:pt x="637" y="194"/>
                      <a:pt x="635" y="192"/>
                      <a:pt x="635" y="192"/>
                    </a:cubicBezTo>
                    <a:cubicBezTo>
                      <a:pt x="636" y="167"/>
                      <a:pt x="636" y="167"/>
                      <a:pt x="636" y="167"/>
                    </a:cubicBezTo>
                    <a:cubicBezTo>
                      <a:pt x="632" y="169"/>
                      <a:pt x="632" y="169"/>
                      <a:pt x="632" y="169"/>
                    </a:cubicBezTo>
                    <a:cubicBezTo>
                      <a:pt x="619" y="162"/>
                      <a:pt x="619" y="162"/>
                      <a:pt x="619" y="162"/>
                    </a:cubicBezTo>
                    <a:cubicBezTo>
                      <a:pt x="619" y="155"/>
                      <a:pt x="619" y="155"/>
                      <a:pt x="619" y="155"/>
                    </a:cubicBezTo>
                    <a:cubicBezTo>
                      <a:pt x="599" y="148"/>
                      <a:pt x="599" y="148"/>
                      <a:pt x="599" y="148"/>
                    </a:cubicBezTo>
                    <a:cubicBezTo>
                      <a:pt x="590" y="151"/>
                      <a:pt x="590" y="151"/>
                      <a:pt x="590" y="151"/>
                    </a:cubicBezTo>
                    <a:cubicBezTo>
                      <a:pt x="583" y="153"/>
                      <a:pt x="583" y="153"/>
                      <a:pt x="583" y="153"/>
                    </a:cubicBezTo>
                    <a:cubicBezTo>
                      <a:pt x="567" y="145"/>
                      <a:pt x="567" y="145"/>
                      <a:pt x="567" y="145"/>
                    </a:cubicBezTo>
                    <a:cubicBezTo>
                      <a:pt x="562" y="145"/>
                      <a:pt x="562" y="145"/>
                      <a:pt x="562" y="145"/>
                    </a:cubicBezTo>
                    <a:cubicBezTo>
                      <a:pt x="559" y="147"/>
                      <a:pt x="559" y="147"/>
                      <a:pt x="559" y="147"/>
                    </a:cubicBezTo>
                    <a:cubicBezTo>
                      <a:pt x="557" y="172"/>
                      <a:pt x="557" y="172"/>
                      <a:pt x="557" y="172"/>
                    </a:cubicBezTo>
                    <a:cubicBezTo>
                      <a:pt x="562" y="175"/>
                      <a:pt x="562" y="175"/>
                      <a:pt x="562" y="175"/>
                    </a:cubicBezTo>
                    <a:cubicBezTo>
                      <a:pt x="561" y="187"/>
                      <a:pt x="561" y="187"/>
                      <a:pt x="561" y="187"/>
                    </a:cubicBezTo>
                    <a:cubicBezTo>
                      <a:pt x="553" y="200"/>
                      <a:pt x="553" y="200"/>
                      <a:pt x="553" y="200"/>
                    </a:cubicBezTo>
                    <a:cubicBezTo>
                      <a:pt x="553" y="204"/>
                      <a:pt x="553" y="204"/>
                      <a:pt x="553" y="204"/>
                    </a:cubicBezTo>
                    <a:cubicBezTo>
                      <a:pt x="562" y="218"/>
                      <a:pt x="562" y="218"/>
                      <a:pt x="562" y="218"/>
                    </a:cubicBezTo>
                    <a:cubicBezTo>
                      <a:pt x="564" y="229"/>
                      <a:pt x="564" y="229"/>
                      <a:pt x="564" y="229"/>
                    </a:cubicBezTo>
                    <a:cubicBezTo>
                      <a:pt x="564" y="241"/>
                      <a:pt x="564" y="241"/>
                      <a:pt x="564" y="241"/>
                    </a:cubicBezTo>
                    <a:cubicBezTo>
                      <a:pt x="561" y="250"/>
                      <a:pt x="561" y="250"/>
                      <a:pt x="561" y="250"/>
                    </a:cubicBezTo>
                    <a:cubicBezTo>
                      <a:pt x="556" y="256"/>
                      <a:pt x="556" y="256"/>
                      <a:pt x="556" y="256"/>
                    </a:cubicBezTo>
                    <a:cubicBezTo>
                      <a:pt x="548" y="261"/>
                      <a:pt x="548" y="261"/>
                      <a:pt x="548" y="261"/>
                    </a:cubicBezTo>
                    <a:cubicBezTo>
                      <a:pt x="550" y="267"/>
                      <a:pt x="550" y="267"/>
                      <a:pt x="550" y="267"/>
                    </a:cubicBezTo>
                    <a:cubicBezTo>
                      <a:pt x="551" y="274"/>
                      <a:pt x="551" y="274"/>
                      <a:pt x="551" y="274"/>
                    </a:cubicBezTo>
                    <a:cubicBezTo>
                      <a:pt x="555" y="284"/>
                      <a:pt x="555" y="284"/>
                      <a:pt x="555" y="284"/>
                    </a:cubicBezTo>
                    <a:cubicBezTo>
                      <a:pt x="554" y="296"/>
                      <a:pt x="554" y="296"/>
                      <a:pt x="554" y="296"/>
                    </a:cubicBezTo>
                    <a:cubicBezTo>
                      <a:pt x="542" y="306"/>
                      <a:pt x="542" y="306"/>
                      <a:pt x="542" y="306"/>
                    </a:cubicBezTo>
                    <a:cubicBezTo>
                      <a:pt x="534" y="292"/>
                      <a:pt x="534" y="292"/>
                      <a:pt x="534" y="292"/>
                    </a:cubicBezTo>
                    <a:cubicBezTo>
                      <a:pt x="528" y="287"/>
                      <a:pt x="528" y="287"/>
                      <a:pt x="528" y="287"/>
                    </a:cubicBezTo>
                    <a:cubicBezTo>
                      <a:pt x="521" y="277"/>
                      <a:pt x="521" y="277"/>
                      <a:pt x="521" y="277"/>
                    </a:cubicBezTo>
                    <a:cubicBezTo>
                      <a:pt x="518" y="263"/>
                      <a:pt x="518" y="263"/>
                      <a:pt x="518" y="263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14" y="251"/>
                      <a:pt x="514" y="251"/>
                      <a:pt x="514" y="251"/>
                    </a:cubicBezTo>
                    <a:cubicBezTo>
                      <a:pt x="499" y="252"/>
                      <a:pt x="499" y="252"/>
                      <a:pt x="499" y="252"/>
                    </a:cubicBezTo>
                    <a:cubicBezTo>
                      <a:pt x="483" y="250"/>
                      <a:pt x="483" y="250"/>
                      <a:pt x="483" y="250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66" y="242"/>
                      <a:pt x="466" y="242"/>
                      <a:pt x="466" y="242"/>
                    </a:cubicBezTo>
                    <a:cubicBezTo>
                      <a:pt x="465" y="237"/>
                      <a:pt x="465" y="237"/>
                      <a:pt x="465" y="237"/>
                    </a:cubicBezTo>
                    <a:cubicBezTo>
                      <a:pt x="446" y="220"/>
                      <a:pt x="446" y="220"/>
                      <a:pt x="446" y="220"/>
                    </a:cubicBezTo>
                    <a:cubicBezTo>
                      <a:pt x="431" y="226"/>
                      <a:pt x="431" y="226"/>
                      <a:pt x="431" y="226"/>
                    </a:cubicBezTo>
                    <a:cubicBezTo>
                      <a:pt x="423" y="198"/>
                      <a:pt x="423" y="198"/>
                      <a:pt x="423" y="198"/>
                    </a:cubicBezTo>
                    <a:cubicBezTo>
                      <a:pt x="412" y="196"/>
                      <a:pt x="412" y="196"/>
                      <a:pt x="412" y="196"/>
                    </a:cubicBezTo>
                    <a:cubicBezTo>
                      <a:pt x="411" y="188"/>
                      <a:pt x="411" y="188"/>
                      <a:pt x="411" y="188"/>
                    </a:cubicBezTo>
                    <a:cubicBezTo>
                      <a:pt x="419" y="171"/>
                      <a:pt x="419" y="171"/>
                      <a:pt x="419" y="171"/>
                    </a:cubicBezTo>
                    <a:cubicBezTo>
                      <a:pt x="432" y="154"/>
                      <a:pt x="432" y="154"/>
                      <a:pt x="432" y="154"/>
                    </a:cubicBezTo>
                    <a:cubicBezTo>
                      <a:pt x="446" y="149"/>
                      <a:pt x="446" y="149"/>
                      <a:pt x="446" y="149"/>
                    </a:cubicBezTo>
                    <a:cubicBezTo>
                      <a:pt x="451" y="139"/>
                      <a:pt x="451" y="139"/>
                      <a:pt x="451" y="139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52" y="135"/>
                      <a:pt x="452" y="135"/>
                      <a:pt x="452" y="135"/>
                    </a:cubicBezTo>
                    <a:cubicBezTo>
                      <a:pt x="460" y="119"/>
                      <a:pt x="460" y="119"/>
                      <a:pt x="460" y="119"/>
                    </a:cubicBezTo>
                    <a:cubicBezTo>
                      <a:pt x="471" y="122"/>
                      <a:pt x="471" y="122"/>
                      <a:pt x="471" y="122"/>
                    </a:cubicBezTo>
                    <a:cubicBezTo>
                      <a:pt x="479" y="103"/>
                      <a:pt x="479" y="103"/>
                      <a:pt x="479" y="103"/>
                    </a:cubicBezTo>
                    <a:cubicBezTo>
                      <a:pt x="477" y="96"/>
                      <a:pt x="477" y="96"/>
                      <a:pt x="477" y="96"/>
                    </a:cubicBezTo>
                    <a:cubicBezTo>
                      <a:pt x="486" y="99"/>
                      <a:pt x="486" y="99"/>
                      <a:pt x="486" y="99"/>
                    </a:cubicBezTo>
                    <a:cubicBezTo>
                      <a:pt x="497" y="89"/>
                      <a:pt x="497" y="89"/>
                      <a:pt x="497" y="89"/>
                    </a:cubicBezTo>
                    <a:cubicBezTo>
                      <a:pt x="497" y="84"/>
                      <a:pt x="497" y="84"/>
                      <a:pt x="497" y="84"/>
                    </a:cubicBezTo>
                    <a:cubicBezTo>
                      <a:pt x="503" y="81"/>
                      <a:pt x="503" y="81"/>
                      <a:pt x="503" y="81"/>
                    </a:cubicBezTo>
                    <a:cubicBezTo>
                      <a:pt x="507" y="81"/>
                      <a:pt x="507" y="81"/>
                      <a:pt x="507" y="81"/>
                    </a:cubicBezTo>
                    <a:cubicBezTo>
                      <a:pt x="507" y="87"/>
                      <a:pt x="507" y="87"/>
                      <a:pt x="507" y="87"/>
                    </a:cubicBezTo>
                    <a:cubicBezTo>
                      <a:pt x="514" y="85"/>
                      <a:pt x="514" y="85"/>
                      <a:pt x="514" y="85"/>
                    </a:cubicBezTo>
                    <a:cubicBezTo>
                      <a:pt x="514" y="80"/>
                      <a:pt x="514" y="80"/>
                      <a:pt x="514" y="80"/>
                    </a:cubicBezTo>
                    <a:cubicBezTo>
                      <a:pt x="520" y="83"/>
                      <a:pt x="520" y="83"/>
                      <a:pt x="520" y="83"/>
                    </a:cubicBezTo>
                    <a:cubicBezTo>
                      <a:pt x="530" y="81"/>
                      <a:pt x="530" y="81"/>
                      <a:pt x="530" y="81"/>
                    </a:cubicBezTo>
                    <a:cubicBezTo>
                      <a:pt x="536" y="71"/>
                      <a:pt x="536" y="71"/>
                      <a:pt x="536" y="71"/>
                    </a:cubicBezTo>
                    <a:cubicBezTo>
                      <a:pt x="535" y="62"/>
                      <a:pt x="535" y="62"/>
                      <a:pt x="535" y="62"/>
                    </a:cubicBezTo>
                    <a:cubicBezTo>
                      <a:pt x="533" y="54"/>
                      <a:pt x="533" y="54"/>
                      <a:pt x="533" y="54"/>
                    </a:cubicBezTo>
                    <a:cubicBezTo>
                      <a:pt x="539" y="47"/>
                      <a:pt x="539" y="47"/>
                      <a:pt x="539" y="47"/>
                    </a:cubicBezTo>
                    <a:cubicBezTo>
                      <a:pt x="537" y="43"/>
                      <a:pt x="537" y="43"/>
                      <a:pt x="537" y="43"/>
                    </a:cubicBezTo>
                    <a:cubicBezTo>
                      <a:pt x="528" y="42"/>
                      <a:pt x="528" y="42"/>
                      <a:pt x="528" y="42"/>
                    </a:cubicBezTo>
                    <a:cubicBezTo>
                      <a:pt x="531" y="37"/>
                      <a:pt x="531" y="37"/>
                      <a:pt x="531" y="37"/>
                    </a:cubicBezTo>
                    <a:cubicBezTo>
                      <a:pt x="509" y="31"/>
                      <a:pt x="509" y="31"/>
                      <a:pt x="509" y="31"/>
                    </a:cubicBezTo>
                    <a:cubicBezTo>
                      <a:pt x="506" y="35"/>
                      <a:pt x="506" y="35"/>
                      <a:pt x="506" y="35"/>
                    </a:cubicBezTo>
                    <a:cubicBezTo>
                      <a:pt x="497" y="35"/>
                      <a:pt x="497" y="35"/>
                      <a:pt x="497" y="35"/>
                    </a:cubicBezTo>
                    <a:cubicBezTo>
                      <a:pt x="494" y="37"/>
                      <a:pt x="494" y="37"/>
                      <a:pt x="494" y="37"/>
                    </a:cubicBezTo>
                    <a:cubicBezTo>
                      <a:pt x="503" y="47"/>
                      <a:pt x="503" y="47"/>
                      <a:pt x="503" y="47"/>
                    </a:cubicBezTo>
                    <a:cubicBezTo>
                      <a:pt x="501" y="51"/>
                      <a:pt x="501" y="51"/>
                      <a:pt x="501" y="51"/>
                    </a:cubicBezTo>
                    <a:cubicBezTo>
                      <a:pt x="498" y="51"/>
                      <a:pt x="498" y="51"/>
                      <a:pt x="498" y="51"/>
                    </a:cubicBezTo>
                    <a:cubicBezTo>
                      <a:pt x="492" y="68"/>
                      <a:pt x="492" y="68"/>
                      <a:pt x="492" y="68"/>
                    </a:cubicBezTo>
                    <a:cubicBezTo>
                      <a:pt x="492" y="75"/>
                      <a:pt x="492" y="75"/>
                      <a:pt x="492" y="75"/>
                    </a:cubicBezTo>
                    <a:cubicBezTo>
                      <a:pt x="484" y="81"/>
                      <a:pt x="484" y="81"/>
                      <a:pt x="484" y="81"/>
                    </a:cubicBezTo>
                    <a:cubicBezTo>
                      <a:pt x="472" y="67"/>
                      <a:pt x="472" y="67"/>
                      <a:pt x="472" y="67"/>
                    </a:cubicBezTo>
                    <a:cubicBezTo>
                      <a:pt x="480" y="57"/>
                      <a:pt x="480" y="57"/>
                      <a:pt x="480" y="57"/>
                    </a:cubicBezTo>
                    <a:cubicBezTo>
                      <a:pt x="469" y="46"/>
                      <a:pt x="469" y="46"/>
                      <a:pt x="469" y="46"/>
                    </a:cubicBezTo>
                    <a:cubicBezTo>
                      <a:pt x="463" y="48"/>
                      <a:pt x="463" y="48"/>
                      <a:pt x="463" y="48"/>
                    </a:cubicBezTo>
                    <a:cubicBezTo>
                      <a:pt x="462" y="58"/>
                      <a:pt x="462" y="58"/>
                      <a:pt x="462" y="58"/>
                    </a:cubicBezTo>
                    <a:cubicBezTo>
                      <a:pt x="456" y="61"/>
                      <a:pt x="456" y="61"/>
                      <a:pt x="456" y="61"/>
                    </a:cubicBezTo>
                    <a:cubicBezTo>
                      <a:pt x="452" y="54"/>
                      <a:pt x="452" y="54"/>
                      <a:pt x="452" y="54"/>
                    </a:cubicBezTo>
                    <a:cubicBezTo>
                      <a:pt x="455" y="44"/>
                      <a:pt x="455" y="44"/>
                      <a:pt x="455" y="44"/>
                    </a:cubicBezTo>
                    <a:cubicBezTo>
                      <a:pt x="452" y="41"/>
                      <a:pt x="452" y="41"/>
                      <a:pt x="452" y="41"/>
                    </a:cubicBezTo>
                    <a:cubicBezTo>
                      <a:pt x="447" y="44"/>
                      <a:pt x="447" y="44"/>
                      <a:pt x="447" y="44"/>
                    </a:cubicBezTo>
                    <a:cubicBezTo>
                      <a:pt x="440" y="38"/>
                      <a:pt x="440" y="38"/>
                      <a:pt x="440" y="38"/>
                    </a:cubicBezTo>
                    <a:cubicBezTo>
                      <a:pt x="455" y="26"/>
                      <a:pt x="455" y="26"/>
                      <a:pt x="455" y="26"/>
                    </a:cubicBezTo>
                    <a:cubicBezTo>
                      <a:pt x="447" y="18"/>
                      <a:pt x="447" y="18"/>
                      <a:pt x="447" y="18"/>
                    </a:cubicBezTo>
                    <a:cubicBezTo>
                      <a:pt x="443" y="13"/>
                      <a:pt x="443" y="13"/>
                      <a:pt x="443" y="13"/>
                    </a:cubicBezTo>
                    <a:cubicBezTo>
                      <a:pt x="430" y="6"/>
                      <a:pt x="430" y="6"/>
                      <a:pt x="430" y="6"/>
                    </a:cubicBezTo>
                    <a:cubicBezTo>
                      <a:pt x="426" y="0"/>
                      <a:pt x="426" y="0"/>
                      <a:pt x="426" y="0"/>
                    </a:cubicBezTo>
                    <a:cubicBezTo>
                      <a:pt x="416" y="9"/>
                      <a:pt x="416" y="9"/>
                      <a:pt x="416" y="9"/>
                    </a:cubicBezTo>
                    <a:cubicBezTo>
                      <a:pt x="406" y="26"/>
                      <a:pt x="406" y="26"/>
                      <a:pt x="406" y="26"/>
                    </a:cubicBezTo>
                    <a:cubicBezTo>
                      <a:pt x="423" y="35"/>
                      <a:pt x="423" y="35"/>
                      <a:pt x="423" y="35"/>
                    </a:cubicBezTo>
                    <a:cubicBezTo>
                      <a:pt x="426" y="34"/>
                      <a:pt x="426" y="34"/>
                      <a:pt x="426" y="34"/>
                    </a:cubicBezTo>
                    <a:cubicBezTo>
                      <a:pt x="415" y="46"/>
                      <a:pt x="415" y="46"/>
                      <a:pt x="415" y="46"/>
                    </a:cubicBezTo>
                    <a:cubicBezTo>
                      <a:pt x="418" y="50"/>
                      <a:pt x="418" y="50"/>
                      <a:pt x="418" y="50"/>
                    </a:cubicBezTo>
                    <a:cubicBezTo>
                      <a:pt x="431" y="45"/>
                      <a:pt x="431" y="45"/>
                      <a:pt x="431" y="45"/>
                    </a:cubicBezTo>
                    <a:cubicBezTo>
                      <a:pt x="422" y="54"/>
                      <a:pt x="422" y="54"/>
                      <a:pt x="422" y="54"/>
                    </a:cubicBezTo>
                    <a:cubicBezTo>
                      <a:pt x="409" y="62"/>
                      <a:pt x="409" y="62"/>
                      <a:pt x="409" y="62"/>
                    </a:cubicBezTo>
                    <a:cubicBezTo>
                      <a:pt x="411" y="71"/>
                      <a:pt x="411" y="71"/>
                      <a:pt x="411" y="71"/>
                    </a:cubicBezTo>
                    <a:cubicBezTo>
                      <a:pt x="411" y="75"/>
                      <a:pt x="411" y="75"/>
                      <a:pt x="411" y="75"/>
                    </a:cubicBezTo>
                    <a:cubicBezTo>
                      <a:pt x="400" y="70"/>
                      <a:pt x="400" y="70"/>
                      <a:pt x="400" y="70"/>
                    </a:cubicBezTo>
                    <a:cubicBezTo>
                      <a:pt x="402" y="65"/>
                      <a:pt x="402" y="65"/>
                      <a:pt x="402" y="65"/>
                    </a:cubicBezTo>
                    <a:cubicBezTo>
                      <a:pt x="388" y="60"/>
                      <a:pt x="388" y="60"/>
                      <a:pt x="388" y="60"/>
                    </a:cubicBezTo>
                    <a:cubicBezTo>
                      <a:pt x="384" y="67"/>
                      <a:pt x="384" y="67"/>
                      <a:pt x="384" y="67"/>
                    </a:cubicBezTo>
                    <a:cubicBezTo>
                      <a:pt x="372" y="70"/>
                      <a:pt x="372" y="70"/>
                      <a:pt x="372" y="70"/>
                    </a:cubicBezTo>
                    <a:cubicBezTo>
                      <a:pt x="363" y="64"/>
                      <a:pt x="363" y="64"/>
                      <a:pt x="363" y="64"/>
                    </a:cubicBezTo>
                    <a:cubicBezTo>
                      <a:pt x="346" y="60"/>
                      <a:pt x="346" y="60"/>
                      <a:pt x="346" y="60"/>
                    </a:cubicBezTo>
                    <a:cubicBezTo>
                      <a:pt x="344" y="53"/>
                      <a:pt x="344" y="53"/>
                      <a:pt x="344" y="53"/>
                    </a:cubicBezTo>
                    <a:cubicBezTo>
                      <a:pt x="335" y="53"/>
                      <a:pt x="335" y="53"/>
                      <a:pt x="335" y="53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15" y="61"/>
                      <a:pt x="315" y="61"/>
                      <a:pt x="315" y="61"/>
                    </a:cubicBezTo>
                    <a:cubicBezTo>
                      <a:pt x="316" y="72"/>
                      <a:pt x="316" y="72"/>
                      <a:pt x="316" y="72"/>
                    </a:cubicBezTo>
                    <a:cubicBezTo>
                      <a:pt x="309" y="76"/>
                      <a:pt x="309" y="76"/>
                      <a:pt x="309" y="76"/>
                    </a:cubicBezTo>
                    <a:cubicBezTo>
                      <a:pt x="305" y="67"/>
                      <a:pt x="305" y="67"/>
                      <a:pt x="305" y="67"/>
                    </a:cubicBezTo>
                    <a:cubicBezTo>
                      <a:pt x="294" y="66"/>
                      <a:pt x="294" y="66"/>
                      <a:pt x="294" y="66"/>
                    </a:cubicBezTo>
                    <a:cubicBezTo>
                      <a:pt x="285" y="58"/>
                      <a:pt x="285" y="58"/>
                      <a:pt x="285" y="58"/>
                    </a:cubicBezTo>
                    <a:cubicBezTo>
                      <a:pt x="250" y="64"/>
                      <a:pt x="250" y="64"/>
                      <a:pt x="250" y="64"/>
                    </a:cubicBezTo>
                    <a:cubicBezTo>
                      <a:pt x="233" y="60"/>
                      <a:pt x="233" y="60"/>
                      <a:pt x="233" y="60"/>
                    </a:cubicBezTo>
                    <a:cubicBezTo>
                      <a:pt x="228" y="55"/>
                      <a:pt x="228" y="55"/>
                      <a:pt x="228" y="55"/>
                    </a:cubicBezTo>
                    <a:cubicBezTo>
                      <a:pt x="240" y="51"/>
                      <a:pt x="240" y="51"/>
                      <a:pt x="240" y="51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33" y="42"/>
                      <a:pt x="233" y="42"/>
                      <a:pt x="233" y="42"/>
                    </a:cubicBezTo>
                    <a:cubicBezTo>
                      <a:pt x="225" y="43"/>
                      <a:pt x="225" y="43"/>
                      <a:pt x="225" y="43"/>
                    </a:cubicBezTo>
                    <a:cubicBezTo>
                      <a:pt x="195" y="25"/>
                      <a:pt x="195" y="25"/>
                      <a:pt x="195" y="25"/>
                    </a:cubicBezTo>
                    <a:cubicBezTo>
                      <a:pt x="182" y="24"/>
                      <a:pt x="182" y="24"/>
                      <a:pt x="182" y="24"/>
                    </a:cubicBezTo>
                    <a:cubicBezTo>
                      <a:pt x="167" y="30"/>
                      <a:pt x="167" y="30"/>
                      <a:pt x="167" y="30"/>
                    </a:cubicBezTo>
                    <a:cubicBezTo>
                      <a:pt x="167" y="22"/>
                      <a:pt x="167" y="22"/>
                      <a:pt x="167" y="22"/>
                    </a:cubicBezTo>
                    <a:cubicBezTo>
                      <a:pt x="162" y="17"/>
                      <a:pt x="162" y="17"/>
                      <a:pt x="162" y="17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35" y="10"/>
                      <a:pt x="135" y="10"/>
                      <a:pt x="135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85" y="33"/>
                      <a:pt x="85" y="33"/>
                      <a:pt x="85" y="33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8" y="170"/>
                      <a:pt x="8" y="170"/>
                      <a:pt x="8" y="170"/>
                    </a:cubicBezTo>
                    <a:cubicBezTo>
                      <a:pt x="20" y="170"/>
                      <a:pt x="20" y="170"/>
                      <a:pt x="20" y="170"/>
                    </a:cubicBezTo>
                    <a:cubicBezTo>
                      <a:pt x="38" y="182"/>
                      <a:pt x="38" y="182"/>
                      <a:pt x="38" y="182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79" y="203"/>
                      <a:pt x="79" y="203"/>
                      <a:pt x="79" y="203"/>
                    </a:cubicBezTo>
                    <a:cubicBezTo>
                      <a:pt x="86" y="216"/>
                      <a:pt x="86" y="216"/>
                      <a:pt x="86" y="216"/>
                    </a:cubicBezTo>
                    <a:cubicBezTo>
                      <a:pt x="86" y="228"/>
                      <a:pt x="86" y="228"/>
                      <a:pt x="86" y="228"/>
                    </a:cubicBezTo>
                    <a:cubicBezTo>
                      <a:pt x="92" y="239"/>
                      <a:pt x="92" y="239"/>
                      <a:pt x="92" y="239"/>
                    </a:cubicBezTo>
                    <a:cubicBezTo>
                      <a:pt x="91" y="250"/>
                      <a:pt x="91" y="250"/>
                      <a:pt x="91" y="250"/>
                    </a:cubicBezTo>
                    <a:cubicBezTo>
                      <a:pt x="93" y="253"/>
                      <a:pt x="93" y="253"/>
                      <a:pt x="93" y="253"/>
                    </a:cubicBezTo>
                    <a:cubicBezTo>
                      <a:pt x="97" y="249"/>
                      <a:pt x="97" y="249"/>
                      <a:pt x="97" y="249"/>
                    </a:cubicBezTo>
                    <a:cubicBezTo>
                      <a:pt x="102" y="250"/>
                      <a:pt x="102" y="250"/>
                      <a:pt x="102" y="250"/>
                    </a:cubicBezTo>
                    <a:cubicBezTo>
                      <a:pt x="97" y="257"/>
                      <a:pt x="97" y="257"/>
                      <a:pt x="97" y="257"/>
                    </a:cubicBezTo>
                    <a:cubicBezTo>
                      <a:pt x="103" y="265"/>
                      <a:pt x="103" y="265"/>
                      <a:pt x="103" y="265"/>
                    </a:cubicBezTo>
                    <a:cubicBezTo>
                      <a:pt x="110" y="265"/>
                      <a:pt x="110" y="265"/>
                      <a:pt x="110" y="265"/>
                    </a:cubicBezTo>
                    <a:cubicBezTo>
                      <a:pt x="111" y="279"/>
                      <a:pt x="111" y="279"/>
                      <a:pt x="111" y="279"/>
                    </a:cubicBezTo>
                    <a:cubicBezTo>
                      <a:pt x="122" y="300"/>
                      <a:pt x="122" y="300"/>
                      <a:pt x="122" y="300"/>
                    </a:cubicBezTo>
                    <a:cubicBezTo>
                      <a:pt x="131" y="304"/>
                      <a:pt x="131" y="304"/>
                      <a:pt x="131" y="304"/>
                    </a:cubicBezTo>
                    <a:cubicBezTo>
                      <a:pt x="136" y="303"/>
                      <a:pt x="136" y="303"/>
                      <a:pt x="136" y="303"/>
                    </a:cubicBezTo>
                    <a:cubicBezTo>
                      <a:pt x="139" y="314"/>
                      <a:pt x="139" y="314"/>
                      <a:pt x="139" y="314"/>
                    </a:cubicBezTo>
                    <a:cubicBezTo>
                      <a:pt x="158" y="320"/>
                      <a:pt x="158" y="320"/>
                      <a:pt x="158" y="320"/>
                    </a:cubicBezTo>
                    <a:cubicBezTo>
                      <a:pt x="162" y="327"/>
                      <a:pt x="162" y="327"/>
                      <a:pt x="162" y="327"/>
                    </a:cubicBezTo>
                    <a:cubicBezTo>
                      <a:pt x="409" y="327"/>
                      <a:pt x="409" y="327"/>
                      <a:pt x="409" y="327"/>
                    </a:cubicBezTo>
                    <a:cubicBezTo>
                      <a:pt x="411" y="324"/>
                      <a:pt x="411" y="324"/>
                      <a:pt x="411" y="324"/>
                    </a:cubicBezTo>
                    <a:cubicBezTo>
                      <a:pt x="417" y="325"/>
                      <a:pt x="417" y="325"/>
                      <a:pt x="417" y="325"/>
                    </a:cubicBezTo>
                    <a:cubicBezTo>
                      <a:pt x="421" y="333"/>
                      <a:pt x="421" y="333"/>
                      <a:pt x="421" y="333"/>
                    </a:cubicBezTo>
                    <a:cubicBezTo>
                      <a:pt x="431" y="339"/>
                      <a:pt x="431" y="339"/>
                      <a:pt x="431" y="339"/>
                    </a:cubicBezTo>
                    <a:cubicBezTo>
                      <a:pt x="438" y="339"/>
                      <a:pt x="438" y="339"/>
                      <a:pt x="438" y="339"/>
                    </a:cubicBezTo>
                    <a:cubicBezTo>
                      <a:pt x="453" y="346"/>
                      <a:pt x="453" y="346"/>
                      <a:pt x="453" y="346"/>
                    </a:cubicBezTo>
                    <a:cubicBezTo>
                      <a:pt x="466" y="338"/>
                      <a:pt x="466" y="338"/>
                      <a:pt x="466" y="338"/>
                    </a:cubicBezTo>
                    <a:cubicBezTo>
                      <a:pt x="469" y="333"/>
                      <a:pt x="472" y="331"/>
                      <a:pt x="472" y="331"/>
                    </a:cubicBezTo>
                    <a:cubicBezTo>
                      <a:pt x="473" y="331"/>
                      <a:pt x="476" y="330"/>
                      <a:pt x="481" y="329"/>
                    </a:cubicBezTo>
                    <a:cubicBezTo>
                      <a:pt x="491" y="335"/>
                      <a:pt x="491" y="335"/>
                      <a:pt x="491" y="335"/>
                    </a:cubicBezTo>
                    <a:cubicBezTo>
                      <a:pt x="494" y="343"/>
                      <a:pt x="494" y="343"/>
                      <a:pt x="494" y="343"/>
                    </a:cubicBezTo>
                    <a:cubicBezTo>
                      <a:pt x="500" y="345"/>
                      <a:pt x="500" y="345"/>
                      <a:pt x="500" y="345"/>
                    </a:cubicBezTo>
                    <a:cubicBezTo>
                      <a:pt x="500" y="353"/>
                      <a:pt x="500" y="353"/>
                      <a:pt x="500" y="353"/>
                    </a:cubicBezTo>
                    <a:cubicBezTo>
                      <a:pt x="507" y="364"/>
                      <a:pt x="507" y="364"/>
                      <a:pt x="507" y="364"/>
                    </a:cubicBezTo>
                    <a:cubicBezTo>
                      <a:pt x="528" y="365"/>
                      <a:pt x="528" y="365"/>
                      <a:pt x="528" y="365"/>
                    </a:cubicBezTo>
                    <a:cubicBezTo>
                      <a:pt x="531" y="369"/>
                      <a:pt x="531" y="369"/>
                      <a:pt x="531" y="369"/>
                    </a:cubicBezTo>
                    <a:cubicBezTo>
                      <a:pt x="537" y="369"/>
                      <a:pt x="537" y="369"/>
                      <a:pt x="537" y="369"/>
                    </a:cubicBezTo>
                    <a:cubicBezTo>
                      <a:pt x="541" y="377"/>
                      <a:pt x="541" y="377"/>
                      <a:pt x="541" y="377"/>
                    </a:cubicBezTo>
                    <a:cubicBezTo>
                      <a:pt x="541" y="382"/>
                      <a:pt x="541" y="382"/>
                      <a:pt x="541" y="382"/>
                    </a:cubicBezTo>
                    <a:cubicBezTo>
                      <a:pt x="536" y="384"/>
                      <a:pt x="536" y="384"/>
                      <a:pt x="536" y="384"/>
                    </a:cubicBezTo>
                    <a:cubicBezTo>
                      <a:pt x="535" y="381"/>
                      <a:pt x="535" y="381"/>
                      <a:pt x="535" y="381"/>
                    </a:cubicBezTo>
                    <a:cubicBezTo>
                      <a:pt x="531" y="379"/>
                      <a:pt x="531" y="379"/>
                      <a:pt x="531" y="379"/>
                    </a:cubicBezTo>
                    <a:cubicBezTo>
                      <a:pt x="533" y="383"/>
                      <a:pt x="533" y="383"/>
                      <a:pt x="533" y="383"/>
                    </a:cubicBezTo>
                    <a:cubicBezTo>
                      <a:pt x="531" y="388"/>
                      <a:pt x="531" y="388"/>
                      <a:pt x="531" y="388"/>
                    </a:cubicBezTo>
                    <a:cubicBezTo>
                      <a:pt x="530" y="396"/>
                      <a:pt x="530" y="396"/>
                      <a:pt x="530" y="396"/>
                    </a:cubicBezTo>
                    <a:cubicBezTo>
                      <a:pt x="521" y="403"/>
                      <a:pt x="521" y="403"/>
                      <a:pt x="521" y="403"/>
                    </a:cubicBezTo>
                    <a:cubicBezTo>
                      <a:pt x="521" y="395"/>
                      <a:pt x="521" y="395"/>
                      <a:pt x="521" y="395"/>
                    </a:cubicBezTo>
                    <a:cubicBezTo>
                      <a:pt x="519" y="393"/>
                      <a:pt x="519" y="393"/>
                      <a:pt x="519" y="393"/>
                    </a:cubicBezTo>
                    <a:cubicBezTo>
                      <a:pt x="518" y="393"/>
                      <a:pt x="518" y="393"/>
                      <a:pt x="518" y="393"/>
                    </a:cubicBezTo>
                    <a:cubicBezTo>
                      <a:pt x="518" y="406"/>
                      <a:pt x="518" y="406"/>
                      <a:pt x="518" y="406"/>
                    </a:cubicBezTo>
                    <a:cubicBezTo>
                      <a:pt x="513" y="412"/>
                      <a:pt x="513" y="412"/>
                      <a:pt x="513" y="412"/>
                    </a:cubicBezTo>
                    <a:cubicBezTo>
                      <a:pt x="515" y="417"/>
                      <a:pt x="515" y="417"/>
                      <a:pt x="515" y="417"/>
                    </a:cubicBezTo>
                    <a:cubicBezTo>
                      <a:pt x="517" y="419"/>
                      <a:pt x="517" y="419"/>
                      <a:pt x="517" y="419"/>
                    </a:cubicBezTo>
                    <a:cubicBezTo>
                      <a:pt x="518" y="416"/>
                      <a:pt x="518" y="416"/>
                      <a:pt x="518" y="416"/>
                    </a:cubicBezTo>
                    <a:cubicBezTo>
                      <a:pt x="524" y="418"/>
                      <a:pt x="524" y="418"/>
                      <a:pt x="524" y="418"/>
                    </a:cubicBezTo>
                    <a:cubicBezTo>
                      <a:pt x="529" y="415"/>
                      <a:pt x="529" y="415"/>
                      <a:pt x="529" y="415"/>
                    </a:cubicBezTo>
                    <a:cubicBezTo>
                      <a:pt x="531" y="410"/>
                      <a:pt x="531" y="410"/>
                      <a:pt x="531" y="410"/>
                    </a:cubicBezTo>
                    <a:cubicBezTo>
                      <a:pt x="535" y="412"/>
                      <a:pt x="535" y="412"/>
                      <a:pt x="535" y="412"/>
                    </a:cubicBezTo>
                    <a:cubicBezTo>
                      <a:pt x="545" y="408"/>
                      <a:pt x="545" y="408"/>
                      <a:pt x="545" y="408"/>
                    </a:cubicBezTo>
                    <a:cubicBezTo>
                      <a:pt x="547" y="408"/>
                      <a:pt x="547" y="408"/>
                      <a:pt x="547" y="408"/>
                    </a:cubicBezTo>
                    <a:cubicBezTo>
                      <a:pt x="551" y="404"/>
                      <a:pt x="551" y="404"/>
                      <a:pt x="551" y="404"/>
                    </a:cubicBezTo>
                    <a:cubicBezTo>
                      <a:pt x="550" y="405"/>
                      <a:pt x="550" y="405"/>
                      <a:pt x="550" y="405"/>
                    </a:cubicBezTo>
                    <a:cubicBezTo>
                      <a:pt x="547" y="402"/>
                      <a:pt x="547" y="402"/>
                      <a:pt x="547" y="402"/>
                    </a:cubicBezTo>
                    <a:cubicBezTo>
                      <a:pt x="547" y="399"/>
                      <a:pt x="547" y="399"/>
                      <a:pt x="547" y="399"/>
                    </a:cubicBezTo>
                    <a:cubicBezTo>
                      <a:pt x="549" y="396"/>
                      <a:pt x="549" y="396"/>
                      <a:pt x="549" y="396"/>
                    </a:cubicBezTo>
                    <a:cubicBezTo>
                      <a:pt x="567" y="396"/>
                      <a:pt x="567" y="396"/>
                      <a:pt x="567" y="396"/>
                    </a:cubicBezTo>
                    <a:cubicBezTo>
                      <a:pt x="574" y="391"/>
                      <a:pt x="574" y="391"/>
                      <a:pt x="574" y="391"/>
                    </a:cubicBezTo>
                    <a:cubicBezTo>
                      <a:pt x="584" y="376"/>
                      <a:pt x="584" y="376"/>
                      <a:pt x="584" y="376"/>
                    </a:cubicBezTo>
                    <a:cubicBezTo>
                      <a:pt x="619" y="375"/>
                      <a:pt x="619" y="375"/>
                      <a:pt x="619" y="375"/>
                    </a:cubicBezTo>
                    <a:cubicBezTo>
                      <a:pt x="633" y="361"/>
                      <a:pt x="633" y="361"/>
                      <a:pt x="633" y="361"/>
                    </a:cubicBezTo>
                    <a:cubicBezTo>
                      <a:pt x="648" y="353"/>
                      <a:pt x="648" y="353"/>
                      <a:pt x="648" y="353"/>
                    </a:cubicBezTo>
                    <a:cubicBezTo>
                      <a:pt x="653" y="362"/>
                      <a:pt x="653" y="362"/>
                      <a:pt x="653" y="362"/>
                    </a:cubicBezTo>
                    <a:cubicBezTo>
                      <a:pt x="658" y="368"/>
                      <a:pt x="658" y="368"/>
                      <a:pt x="658" y="368"/>
                    </a:cubicBezTo>
                    <a:cubicBezTo>
                      <a:pt x="660" y="378"/>
                      <a:pt x="660" y="378"/>
                      <a:pt x="660" y="378"/>
                    </a:cubicBezTo>
                    <a:cubicBezTo>
                      <a:pt x="663" y="382"/>
                      <a:pt x="663" y="382"/>
                      <a:pt x="663" y="382"/>
                    </a:cubicBezTo>
                    <a:cubicBezTo>
                      <a:pt x="673" y="377"/>
                      <a:pt x="673" y="377"/>
                      <a:pt x="673" y="377"/>
                    </a:cubicBezTo>
                    <a:cubicBezTo>
                      <a:pt x="678" y="373"/>
                      <a:pt x="678" y="373"/>
                      <a:pt x="678" y="373"/>
                    </a:cubicBezTo>
                    <a:cubicBezTo>
                      <a:pt x="677" y="379"/>
                      <a:pt x="677" y="379"/>
                      <a:pt x="677" y="379"/>
                    </a:cubicBezTo>
                    <a:cubicBezTo>
                      <a:pt x="687" y="379"/>
                      <a:pt x="687" y="379"/>
                      <a:pt x="687" y="379"/>
                    </a:cubicBezTo>
                    <a:cubicBezTo>
                      <a:pt x="683" y="381"/>
                      <a:pt x="683" y="381"/>
                      <a:pt x="683" y="381"/>
                    </a:cubicBezTo>
                    <a:cubicBezTo>
                      <a:pt x="679" y="381"/>
                      <a:pt x="679" y="381"/>
                      <a:pt x="679" y="381"/>
                    </a:cubicBezTo>
                    <a:cubicBezTo>
                      <a:pt x="668" y="389"/>
                      <a:pt x="668" y="389"/>
                      <a:pt x="668" y="389"/>
                    </a:cubicBezTo>
                    <a:cubicBezTo>
                      <a:pt x="667" y="394"/>
                      <a:pt x="667" y="394"/>
                      <a:pt x="667" y="394"/>
                    </a:cubicBezTo>
                    <a:cubicBezTo>
                      <a:pt x="669" y="396"/>
                      <a:pt x="669" y="396"/>
                      <a:pt x="669" y="396"/>
                    </a:cubicBezTo>
                    <a:cubicBezTo>
                      <a:pt x="669" y="399"/>
                      <a:pt x="669" y="399"/>
                      <a:pt x="669" y="399"/>
                    </a:cubicBezTo>
                    <a:cubicBezTo>
                      <a:pt x="674" y="399"/>
                      <a:pt x="674" y="399"/>
                      <a:pt x="674" y="399"/>
                    </a:cubicBezTo>
                    <a:cubicBezTo>
                      <a:pt x="686" y="388"/>
                      <a:pt x="686" y="388"/>
                      <a:pt x="686" y="388"/>
                    </a:cubicBezTo>
                    <a:cubicBezTo>
                      <a:pt x="691" y="385"/>
                      <a:pt x="691" y="385"/>
                      <a:pt x="691" y="385"/>
                    </a:cubicBezTo>
                    <a:cubicBezTo>
                      <a:pt x="701" y="383"/>
                      <a:pt x="701" y="383"/>
                      <a:pt x="701" y="383"/>
                    </a:cubicBezTo>
                    <a:cubicBezTo>
                      <a:pt x="709" y="379"/>
                      <a:pt x="709" y="379"/>
                      <a:pt x="709" y="379"/>
                    </a:cubicBezTo>
                    <a:cubicBezTo>
                      <a:pt x="704" y="374"/>
                      <a:pt x="704" y="374"/>
                      <a:pt x="704" y="374"/>
                    </a:cubicBezTo>
                    <a:cubicBezTo>
                      <a:pt x="697" y="376"/>
                      <a:pt x="697" y="376"/>
                      <a:pt x="697" y="376"/>
                    </a:cubicBezTo>
                    <a:cubicBezTo>
                      <a:pt x="692" y="376"/>
                      <a:pt x="692" y="376"/>
                      <a:pt x="692" y="376"/>
                    </a:cubicBezTo>
                    <a:cubicBezTo>
                      <a:pt x="687" y="372"/>
                      <a:pt x="687" y="372"/>
                      <a:pt x="687" y="372"/>
                    </a:cubicBezTo>
                    <a:cubicBezTo>
                      <a:pt x="685" y="372"/>
                      <a:pt x="685" y="372"/>
                      <a:pt x="685" y="372"/>
                    </a:cubicBezTo>
                    <a:cubicBezTo>
                      <a:pt x="681" y="367"/>
                      <a:pt x="681" y="367"/>
                      <a:pt x="681" y="367"/>
                    </a:cubicBezTo>
                    <a:cubicBezTo>
                      <a:pt x="678" y="360"/>
                      <a:pt x="678" y="360"/>
                      <a:pt x="678" y="360"/>
                    </a:cubicBezTo>
                    <a:cubicBezTo>
                      <a:pt x="678" y="355"/>
                      <a:pt x="678" y="355"/>
                      <a:pt x="678" y="355"/>
                    </a:cubicBezTo>
                    <a:cubicBezTo>
                      <a:pt x="677" y="352"/>
                      <a:pt x="677" y="352"/>
                      <a:pt x="677" y="352"/>
                    </a:cubicBezTo>
                    <a:cubicBezTo>
                      <a:pt x="678" y="346"/>
                      <a:pt x="678" y="346"/>
                      <a:pt x="678" y="346"/>
                    </a:cubicBezTo>
                    <a:cubicBezTo>
                      <a:pt x="674" y="348"/>
                      <a:pt x="674" y="348"/>
                      <a:pt x="674" y="348"/>
                    </a:cubicBezTo>
                    <a:cubicBezTo>
                      <a:pt x="671" y="345"/>
                      <a:pt x="671" y="345"/>
                      <a:pt x="671" y="345"/>
                    </a:cubicBezTo>
                    <a:cubicBezTo>
                      <a:pt x="666" y="344"/>
                      <a:pt x="666" y="344"/>
                      <a:pt x="666" y="344"/>
                    </a:cubicBezTo>
                    <a:cubicBezTo>
                      <a:pt x="670" y="342"/>
                      <a:pt x="670" y="342"/>
                      <a:pt x="670" y="342"/>
                    </a:cubicBezTo>
                    <a:cubicBezTo>
                      <a:pt x="675" y="344"/>
                      <a:pt x="675" y="344"/>
                      <a:pt x="675" y="344"/>
                    </a:cubicBezTo>
                    <a:cubicBezTo>
                      <a:pt x="679" y="342"/>
                      <a:pt x="679" y="342"/>
                      <a:pt x="679" y="342"/>
                    </a:cubicBezTo>
                    <a:cubicBezTo>
                      <a:pt x="684" y="336"/>
                      <a:pt x="684" y="336"/>
                      <a:pt x="684" y="336"/>
                    </a:cubicBezTo>
                    <a:cubicBezTo>
                      <a:pt x="685" y="330"/>
                      <a:pt x="685" y="330"/>
                      <a:pt x="685" y="330"/>
                    </a:cubicBezTo>
                    <a:cubicBezTo>
                      <a:pt x="682" y="327"/>
                      <a:pt x="682" y="327"/>
                      <a:pt x="682" y="327"/>
                    </a:cubicBezTo>
                    <a:cubicBezTo>
                      <a:pt x="671" y="327"/>
                      <a:pt x="671" y="327"/>
                      <a:pt x="671" y="327"/>
                    </a:cubicBezTo>
                    <a:cubicBezTo>
                      <a:pt x="649" y="337"/>
                      <a:pt x="649" y="337"/>
                      <a:pt x="649" y="337"/>
                    </a:cubicBezTo>
                    <a:cubicBezTo>
                      <a:pt x="633" y="350"/>
                      <a:pt x="633" y="350"/>
                      <a:pt x="633" y="350"/>
                    </a:cubicBezTo>
                    <a:cubicBezTo>
                      <a:pt x="643" y="334"/>
                      <a:pt x="643" y="334"/>
                      <a:pt x="643" y="334"/>
                    </a:cubicBezTo>
                    <a:cubicBezTo>
                      <a:pt x="657" y="326"/>
                      <a:pt x="657" y="326"/>
                      <a:pt x="657" y="326"/>
                    </a:cubicBezTo>
                    <a:cubicBezTo>
                      <a:pt x="662" y="316"/>
                      <a:pt x="662" y="316"/>
                      <a:pt x="662" y="316"/>
                    </a:cubicBezTo>
                    <a:cubicBezTo>
                      <a:pt x="669" y="312"/>
                      <a:pt x="669" y="312"/>
                      <a:pt x="669" y="312"/>
                    </a:cubicBezTo>
                    <a:cubicBezTo>
                      <a:pt x="681" y="313"/>
                      <a:pt x="681" y="313"/>
                      <a:pt x="681" y="313"/>
                    </a:cubicBezTo>
                    <a:cubicBezTo>
                      <a:pt x="686" y="312"/>
                      <a:pt x="686" y="312"/>
                      <a:pt x="686" y="312"/>
                    </a:cubicBezTo>
                    <a:cubicBezTo>
                      <a:pt x="693" y="314"/>
                      <a:pt x="693" y="314"/>
                      <a:pt x="693" y="314"/>
                    </a:cubicBezTo>
                    <a:cubicBezTo>
                      <a:pt x="703" y="313"/>
                      <a:pt x="703" y="313"/>
                      <a:pt x="703" y="313"/>
                    </a:cubicBezTo>
                    <a:cubicBezTo>
                      <a:pt x="711" y="317"/>
                      <a:pt x="711" y="317"/>
                      <a:pt x="711" y="317"/>
                    </a:cubicBezTo>
                    <a:cubicBezTo>
                      <a:pt x="717" y="316"/>
                      <a:pt x="717" y="316"/>
                      <a:pt x="717" y="316"/>
                    </a:cubicBezTo>
                    <a:cubicBezTo>
                      <a:pt x="723" y="313"/>
                      <a:pt x="723" y="313"/>
                      <a:pt x="723" y="313"/>
                    </a:cubicBezTo>
                    <a:cubicBezTo>
                      <a:pt x="731" y="304"/>
                      <a:pt x="731" y="304"/>
                      <a:pt x="731" y="304"/>
                    </a:cubicBezTo>
                    <a:lnTo>
                      <a:pt x="732" y="299"/>
                    </a:lnTo>
                    <a:close/>
                    <a:moveTo>
                      <a:pt x="202" y="103"/>
                    </a:moveTo>
                    <a:cubicBezTo>
                      <a:pt x="198" y="100"/>
                      <a:pt x="198" y="100"/>
                      <a:pt x="198" y="100"/>
                    </a:cubicBezTo>
                    <a:cubicBezTo>
                      <a:pt x="183" y="112"/>
                      <a:pt x="183" y="112"/>
                      <a:pt x="183" y="112"/>
                    </a:cubicBezTo>
                    <a:cubicBezTo>
                      <a:pt x="177" y="112"/>
                      <a:pt x="177" y="112"/>
                      <a:pt x="177" y="112"/>
                    </a:cubicBezTo>
                    <a:cubicBezTo>
                      <a:pt x="177" y="110"/>
                      <a:pt x="177" y="110"/>
                      <a:pt x="177" y="110"/>
                    </a:cubicBezTo>
                    <a:cubicBezTo>
                      <a:pt x="188" y="102"/>
                      <a:pt x="188" y="102"/>
                      <a:pt x="188" y="102"/>
                    </a:cubicBezTo>
                    <a:cubicBezTo>
                      <a:pt x="188" y="99"/>
                      <a:pt x="188" y="99"/>
                      <a:pt x="188" y="99"/>
                    </a:cubicBezTo>
                    <a:cubicBezTo>
                      <a:pt x="182" y="99"/>
                      <a:pt x="182" y="99"/>
                      <a:pt x="182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2" y="107"/>
                      <a:pt x="172" y="107"/>
                      <a:pt x="172" y="107"/>
                    </a:cubicBezTo>
                    <a:cubicBezTo>
                      <a:pt x="170" y="107"/>
                      <a:pt x="170" y="107"/>
                      <a:pt x="170" y="107"/>
                    </a:cubicBezTo>
                    <a:cubicBezTo>
                      <a:pt x="166" y="102"/>
                      <a:pt x="166" y="102"/>
                      <a:pt x="166" y="102"/>
                    </a:cubicBezTo>
                    <a:cubicBezTo>
                      <a:pt x="159" y="102"/>
                      <a:pt x="159" y="102"/>
                      <a:pt x="159" y="102"/>
                    </a:cubicBezTo>
                    <a:cubicBezTo>
                      <a:pt x="156" y="99"/>
                      <a:pt x="156" y="99"/>
                      <a:pt x="156" y="99"/>
                    </a:cubicBezTo>
                    <a:cubicBezTo>
                      <a:pt x="161" y="96"/>
                      <a:pt x="161" y="96"/>
                      <a:pt x="161" y="96"/>
                    </a:cubicBezTo>
                    <a:cubicBezTo>
                      <a:pt x="165" y="93"/>
                      <a:pt x="168" y="91"/>
                      <a:pt x="168" y="91"/>
                    </a:cubicBezTo>
                    <a:cubicBezTo>
                      <a:pt x="169" y="91"/>
                      <a:pt x="173" y="92"/>
                      <a:pt x="179" y="93"/>
                    </a:cubicBezTo>
                    <a:cubicBezTo>
                      <a:pt x="181" y="90"/>
                      <a:pt x="181" y="90"/>
                      <a:pt x="181" y="90"/>
                    </a:cubicBezTo>
                    <a:cubicBezTo>
                      <a:pt x="180" y="88"/>
                      <a:pt x="180" y="88"/>
                      <a:pt x="180" y="88"/>
                    </a:cubicBezTo>
                    <a:cubicBezTo>
                      <a:pt x="171" y="86"/>
                      <a:pt x="171" y="86"/>
                      <a:pt x="171" y="86"/>
                    </a:cubicBezTo>
                    <a:cubicBezTo>
                      <a:pt x="167" y="87"/>
                      <a:pt x="167" y="87"/>
                      <a:pt x="167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3" y="87"/>
                      <a:pt x="153" y="87"/>
                      <a:pt x="153" y="87"/>
                    </a:cubicBezTo>
                    <a:cubicBezTo>
                      <a:pt x="169" y="78"/>
                      <a:pt x="169" y="78"/>
                      <a:pt x="169" y="78"/>
                    </a:cubicBezTo>
                    <a:cubicBezTo>
                      <a:pt x="180" y="77"/>
                      <a:pt x="180" y="77"/>
                      <a:pt x="180" y="77"/>
                    </a:cubicBezTo>
                    <a:cubicBezTo>
                      <a:pt x="196" y="67"/>
                      <a:pt x="196" y="67"/>
                      <a:pt x="196" y="67"/>
                    </a:cubicBezTo>
                    <a:cubicBezTo>
                      <a:pt x="203" y="67"/>
                      <a:pt x="203" y="67"/>
                      <a:pt x="203" y="67"/>
                    </a:cubicBezTo>
                    <a:cubicBezTo>
                      <a:pt x="203" y="70"/>
                      <a:pt x="203" y="70"/>
                      <a:pt x="203" y="70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91" y="84"/>
                      <a:pt x="191" y="84"/>
                      <a:pt x="191" y="84"/>
                    </a:cubicBezTo>
                    <a:cubicBezTo>
                      <a:pt x="197" y="87"/>
                      <a:pt x="197" y="87"/>
                      <a:pt x="197" y="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11" y="81"/>
                      <a:pt x="213" y="79"/>
                      <a:pt x="214" y="79"/>
                    </a:cubicBezTo>
                    <a:cubicBezTo>
                      <a:pt x="220" y="79"/>
                      <a:pt x="220" y="79"/>
                      <a:pt x="220" y="79"/>
                    </a:cubicBezTo>
                    <a:cubicBezTo>
                      <a:pt x="205" y="103"/>
                      <a:pt x="205" y="103"/>
                      <a:pt x="205" y="103"/>
                    </a:cubicBezTo>
                    <a:lnTo>
                      <a:pt x="202" y="103"/>
                    </a:lnTo>
                    <a:close/>
                    <a:moveTo>
                      <a:pt x="273" y="158"/>
                    </a:moveTo>
                    <a:cubicBezTo>
                      <a:pt x="259" y="159"/>
                      <a:pt x="259" y="159"/>
                      <a:pt x="259" y="159"/>
                    </a:cubicBezTo>
                    <a:cubicBezTo>
                      <a:pt x="253" y="168"/>
                      <a:pt x="253" y="168"/>
                      <a:pt x="253" y="168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39" y="167"/>
                      <a:pt x="239" y="167"/>
                      <a:pt x="239" y="167"/>
                    </a:cubicBezTo>
                    <a:cubicBezTo>
                      <a:pt x="235" y="171"/>
                      <a:pt x="235" y="171"/>
                      <a:pt x="235" y="171"/>
                    </a:cubicBezTo>
                    <a:cubicBezTo>
                      <a:pt x="221" y="171"/>
                      <a:pt x="221" y="171"/>
                      <a:pt x="221" y="171"/>
                    </a:cubicBezTo>
                    <a:cubicBezTo>
                      <a:pt x="213" y="164"/>
                      <a:pt x="213" y="164"/>
                      <a:pt x="213" y="164"/>
                    </a:cubicBezTo>
                    <a:cubicBezTo>
                      <a:pt x="208" y="161"/>
                      <a:pt x="208" y="161"/>
                      <a:pt x="208" y="161"/>
                    </a:cubicBezTo>
                    <a:cubicBezTo>
                      <a:pt x="208" y="160"/>
                      <a:pt x="208" y="160"/>
                      <a:pt x="208" y="160"/>
                    </a:cubicBezTo>
                    <a:cubicBezTo>
                      <a:pt x="221" y="161"/>
                      <a:pt x="221" y="161"/>
                      <a:pt x="221" y="161"/>
                    </a:cubicBezTo>
                    <a:cubicBezTo>
                      <a:pt x="224" y="157"/>
                      <a:pt x="224" y="157"/>
                      <a:pt x="224" y="157"/>
                    </a:cubicBezTo>
                    <a:cubicBezTo>
                      <a:pt x="232" y="156"/>
                      <a:pt x="232" y="156"/>
                      <a:pt x="232" y="156"/>
                    </a:cubicBezTo>
                    <a:cubicBezTo>
                      <a:pt x="233" y="154"/>
                      <a:pt x="233" y="154"/>
                      <a:pt x="233" y="154"/>
                    </a:cubicBezTo>
                    <a:cubicBezTo>
                      <a:pt x="223" y="138"/>
                      <a:pt x="223" y="138"/>
                      <a:pt x="223" y="138"/>
                    </a:cubicBezTo>
                    <a:cubicBezTo>
                      <a:pt x="224" y="135"/>
                      <a:pt x="224" y="135"/>
                      <a:pt x="224" y="135"/>
                    </a:cubicBezTo>
                    <a:cubicBezTo>
                      <a:pt x="231" y="140"/>
                      <a:pt x="231" y="140"/>
                      <a:pt x="231" y="140"/>
                    </a:cubicBezTo>
                    <a:cubicBezTo>
                      <a:pt x="234" y="141"/>
                      <a:pt x="234" y="141"/>
                      <a:pt x="234" y="141"/>
                    </a:cubicBezTo>
                    <a:cubicBezTo>
                      <a:pt x="236" y="146"/>
                      <a:pt x="236" y="146"/>
                      <a:pt x="236" y="146"/>
                    </a:cubicBezTo>
                    <a:cubicBezTo>
                      <a:pt x="249" y="154"/>
                      <a:pt x="249" y="154"/>
                      <a:pt x="249" y="154"/>
                    </a:cubicBezTo>
                    <a:cubicBezTo>
                      <a:pt x="253" y="154"/>
                      <a:pt x="255" y="154"/>
                      <a:pt x="255" y="154"/>
                    </a:cubicBezTo>
                    <a:cubicBezTo>
                      <a:pt x="256" y="153"/>
                      <a:pt x="258" y="152"/>
                      <a:pt x="260" y="150"/>
                    </a:cubicBezTo>
                    <a:cubicBezTo>
                      <a:pt x="261" y="150"/>
                      <a:pt x="265" y="150"/>
                      <a:pt x="272" y="150"/>
                    </a:cubicBezTo>
                    <a:cubicBezTo>
                      <a:pt x="285" y="153"/>
                      <a:pt x="285" y="153"/>
                      <a:pt x="285" y="153"/>
                    </a:cubicBezTo>
                    <a:lnTo>
                      <a:pt x="273" y="158"/>
                    </a:lnTo>
                    <a:close/>
                    <a:moveTo>
                      <a:pt x="403" y="308"/>
                    </a:moveTo>
                    <a:cubicBezTo>
                      <a:pt x="395" y="313"/>
                      <a:pt x="395" y="313"/>
                      <a:pt x="395" y="313"/>
                    </a:cubicBezTo>
                    <a:cubicBezTo>
                      <a:pt x="394" y="309"/>
                      <a:pt x="394" y="309"/>
                      <a:pt x="394" y="309"/>
                    </a:cubicBezTo>
                    <a:cubicBezTo>
                      <a:pt x="396" y="302"/>
                      <a:pt x="396" y="302"/>
                      <a:pt x="396" y="302"/>
                    </a:cubicBezTo>
                    <a:cubicBezTo>
                      <a:pt x="391" y="294"/>
                      <a:pt x="391" y="294"/>
                      <a:pt x="391" y="294"/>
                    </a:cubicBezTo>
                    <a:cubicBezTo>
                      <a:pt x="387" y="297"/>
                      <a:pt x="387" y="297"/>
                      <a:pt x="387" y="297"/>
                    </a:cubicBezTo>
                    <a:cubicBezTo>
                      <a:pt x="380" y="286"/>
                      <a:pt x="380" y="286"/>
                      <a:pt x="380" y="286"/>
                    </a:cubicBezTo>
                    <a:cubicBezTo>
                      <a:pt x="381" y="281"/>
                      <a:pt x="381" y="281"/>
                      <a:pt x="381" y="281"/>
                    </a:cubicBezTo>
                    <a:cubicBezTo>
                      <a:pt x="375" y="273"/>
                      <a:pt x="375" y="273"/>
                      <a:pt x="375" y="273"/>
                    </a:cubicBezTo>
                    <a:cubicBezTo>
                      <a:pt x="375" y="270"/>
                      <a:pt x="375" y="270"/>
                      <a:pt x="375" y="270"/>
                    </a:cubicBezTo>
                    <a:cubicBezTo>
                      <a:pt x="385" y="258"/>
                      <a:pt x="385" y="258"/>
                      <a:pt x="385" y="258"/>
                    </a:cubicBezTo>
                    <a:cubicBezTo>
                      <a:pt x="386" y="274"/>
                      <a:pt x="386" y="274"/>
                      <a:pt x="386" y="274"/>
                    </a:cubicBezTo>
                    <a:cubicBezTo>
                      <a:pt x="397" y="287"/>
                      <a:pt x="397" y="287"/>
                      <a:pt x="397" y="287"/>
                    </a:cubicBezTo>
                    <a:cubicBezTo>
                      <a:pt x="398" y="293"/>
                      <a:pt x="398" y="293"/>
                      <a:pt x="398" y="293"/>
                    </a:cubicBezTo>
                    <a:cubicBezTo>
                      <a:pt x="404" y="300"/>
                      <a:pt x="404" y="300"/>
                      <a:pt x="404" y="300"/>
                    </a:cubicBezTo>
                    <a:lnTo>
                      <a:pt x="403" y="30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sp>
        <p:nvSpPr>
          <p:cNvPr id="821" name="Google Shape;821;p40"/>
          <p:cNvSpPr txBox="1">
            <a:spLocks noGrp="1"/>
          </p:cNvSpPr>
          <p:nvPr>
            <p:ph type="body" idx="1"/>
          </p:nvPr>
        </p:nvSpPr>
        <p:spPr>
          <a:xfrm>
            <a:off x="317500" y="5757005"/>
            <a:ext cx="33640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0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bis_mapww_asia_white">
  <p:cSld name="31bis_mapww_asia_whit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1"/>
          <p:cNvSpPr txBox="1">
            <a:spLocks noGrp="1"/>
          </p:cNvSpPr>
          <p:nvPr>
            <p:ph type="title"/>
          </p:nvPr>
        </p:nvSpPr>
        <p:spPr>
          <a:xfrm>
            <a:off x="318000" y="278415"/>
            <a:ext cx="11556400" cy="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41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5" name="Google Shape;825;p41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600" cy="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826" name="Google Shape;826;p41"/>
          <p:cNvSpPr txBox="1">
            <a:spLocks noGrp="1"/>
          </p:cNvSpPr>
          <p:nvPr>
            <p:ph type="body" idx="1"/>
          </p:nvPr>
        </p:nvSpPr>
        <p:spPr>
          <a:xfrm>
            <a:off x="317500" y="5757005"/>
            <a:ext cx="33640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4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 b="0"/>
            </a:lvl1pPr>
            <a:lvl2pPr marL="1219170" lvl="1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2pPr>
            <a:lvl3pPr marL="1828754" lvl="2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3pPr>
            <a:lvl4pPr marL="2438339" lvl="3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4pPr>
            <a:lvl5pPr marL="3047924" lvl="4" indent="-30479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827" name="Google Shape;827;p41"/>
          <p:cNvGrpSpPr/>
          <p:nvPr/>
        </p:nvGrpSpPr>
        <p:grpSpPr>
          <a:xfrm>
            <a:off x="2056918" y="1443966"/>
            <a:ext cx="8079313" cy="4273877"/>
            <a:chOff x="2530700" y="1752002"/>
            <a:chExt cx="6340363" cy="3353990"/>
          </a:xfrm>
        </p:grpSpPr>
        <p:grpSp>
          <p:nvGrpSpPr>
            <p:cNvPr id="828" name="Google Shape;828;p41"/>
            <p:cNvGrpSpPr/>
            <p:nvPr/>
          </p:nvGrpSpPr>
          <p:grpSpPr>
            <a:xfrm>
              <a:off x="2530700" y="1811872"/>
              <a:ext cx="3798920" cy="3080463"/>
              <a:chOff x="5456780" y="1811872"/>
              <a:chExt cx="3798920" cy="3080463"/>
            </a:xfrm>
          </p:grpSpPr>
          <p:sp>
            <p:nvSpPr>
              <p:cNvPr id="829" name="Google Shape;829;p41"/>
              <p:cNvSpPr/>
              <p:nvPr/>
            </p:nvSpPr>
            <p:spPr>
              <a:xfrm>
                <a:off x="6318466" y="4172703"/>
                <a:ext cx="126787" cy="146745"/>
              </a:xfrm>
              <a:custGeom>
                <a:avLst/>
                <a:gdLst/>
                <a:ahLst/>
                <a:cxnLst/>
                <a:rect l="l" t="t" r="r" b="b"/>
                <a:pathLst>
                  <a:path w="64" h="74" extrusionOk="0">
                    <a:moveTo>
                      <a:pt x="63" y="12"/>
                    </a:moveTo>
                    <a:cubicBezTo>
                      <a:pt x="45" y="6"/>
                      <a:pt x="45" y="6"/>
                      <a:pt x="45" y="6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" y="28"/>
                      <a:pt x="7" y="32"/>
                      <a:pt x="11" y="36"/>
                    </a:cubicBezTo>
                    <a:cubicBezTo>
                      <a:pt x="16" y="40"/>
                      <a:pt x="21" y="44"/>
                      <a:pt x="26" y="48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7" y="64"/>
                      <a:pt x="60" y="55"/>
                      <a:pt x="64" y="45"/>
                    </a:cubicBezTo>
                    <a:lnTo>
                      <a:pt x="63" y="1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0" name="Google Shape;830;p41"/>
              <p:cNvSpPr/>
              <p:nvPr/>
            </p:nvSpPr>
            <p:spPr>
              <a:xfrm>
                <a:off x="6266812" y="4006001"/>
                <a:ext cx="189007" cy="206617"/>
              </a:xfrm>
              <a:custGeom>
                <a:avLst/>
                <a:gdLst/>
                <a:ahLst/>
                <a:cxnLst/>
                <a:rect l="l" t="t" r="r" b="b"/>
                <a:pathLst>
                  <a:path w="95" h="104" extrusionOk="0">
                    <a:moveTo>
                      <a:pt x="87" y="56"/>
                    </a:moveTo>
                    <a:cubicBezTo>
                      <a:pt x="95" y="18"/>
                      <a:pt x="95" y="18"/>
                      <a:pt x="95" y="18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6" y="12"/>
                      <a:pt x="86" y="12"/>
                      <a:pt x="86" y="12"/>
                    </a:cubicBezTo>
                    <a:cubicBezTo>
                      <a:pt x="85" y="11"/>
                      <a:pt x="84" y="11"/>
                      <a:pt x="83" y="10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8" y="11"/>
                      <a:pt x="78" y="9"/>
                      <a:pt x="78" y="8"/>
                    </a:cubicBezTo>
                    <a:cubicBezTo>
                      <a:pt x="77" y="6"/>
                      <a:pt x="77" y="5"/>
                      <a:pt x="76" y="3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8" y="59"/>
                      <a:pt x="68" y="59"/>
                      <a:pt x="68" y="59"/>
                    </a:cubicBezTo>
                    <a:cubicBezTo>
                      <a:pt x="61" y="59"/>
                      <a:pt x="61" y="59"/>
                      <a:pt x="61" y="59"/>
                    </a:cubicBezTo>
                    <a:cubicBezTo>
                      <a:pt x="56" y="55"/>
                      <a:pt x="51" y="52"/>
                      <a:pt x="45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4" y="44"/>
                      <a:pt x="28" y="40"/>
                      <a:pt x="23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6" y="104"/>
                      <a:pt x="6" y="104"/>
                      <a:pt x="6" y="104"/>
                    </a:cubicBezTo>
                    <a:cubicBezTo>
                      <a:pt x="6" y="104"/>
                      <a:pt x="6" y="104"/>
                      <a:pt x="6" y="104"/>
                    </a:cubicBezTo>
                    <a:cubicBezTo>
                      <a:pt x="12" y="104"/>
                      <a:pt x="18" y="104"/>
                      <a:pt x="23" y="104"/>
                    </a:cubicBezTo>
                    <a:cubicBezTo>
                      <a:pt x="26" y="104"/>
                      <a:pt x="26" y="104"/>
                      <a:pt x="26" y="104"/>
                    </a:cubicBezTo>
                    <a:cubicBezTo>
                      <a:pt x="27" y="103"/>
                      <a:pt x="29" y="103"/>
                      <a:pt x="31" y="103"/>
                    </a:cubicBezTo>
                    <a:cubicBezTo>
                      <a:pt x="35" y="102"/>
                      <a:pt x="35" y="102"/>
                      <a:pt x="35" y="102"/>
                    </a:cubicBezTo>
                    <a:cubicBezTo>
                      <a:pt x="47" y="88"/>
                      <a:pt x="47" y="88"/>
                      <a:pt x="47" y="88"/>
                    </a:cubicBezTo>
                    <a:cubicBezTo>
                      <a:pt x="70" y="84"/>
                      <a:pt x="70" y="84"/>
                      <a:pt x="70" y="84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89" y="66"/>
                      <a:pt x="89" y="66"/>
                      <a:pt x="89" y="66"/>
                    </a:cubicBezTo>
                    <a:lnTo>
                      <a:pt x="87" y="56"/>
                    </a:lnTo>
                    <a:close/>
                    <a:moveTo>
                      <a:pt x="62" y="10"/>
                    </a:moveTo>
                    <a:cubicBezTo>
                      <a:pt x="59" y="15"/>
                      <a:pt x="59" y="15"/>
                      <a:pt x="59" y="15"/>
                    </a:cubicBezTo>
                    <a:cubicBezTo>
                      <a:pt x="54" y="14"/>
                      <a:pt x="54" y="14"/>
                      <a:pt x="54" y="14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3" y="6"/>
                      <a:pt x="63" y="6"/>
                      <a:pt x="63" y="6"/>
                    </a:cubicBezTo>
                    <a:lnTo>
                      <a:pt x="62" y="1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6012063" y="3009310"/>
                <a:ext cx="77481" cy="152615"/>
              </a:xfrm>
              <a:custGeom>
                <a:avLst/>
                <a:gdLst/>
                <a:ahLst/>
                <a:cxnLst/>
                <a:rect l="l" t="t" r="r" b="b"/>
                <a:pathLst>
                  <a:path w="39" h="77" extrusionOk="0">
                    <a:moveTo>
                      <a:pt x="11" y="5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22" y="76"/>
                      <a:pt x="22" y="76"/>
                      <a:pt x="22" y="76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26" y="39"/>
                      <a:pt x="26" y="36"/>
                      <a:pt x="27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2" name="Google Shape;832;p41"/>
              <p:cNvSpPr/>
              <p:nvPr/>
            </p:nvSpPr>
            <p:spPr>
              <a:xfrm>
                <a:off x="5885275" y="3606855"/>
                <a:ext cx="24653" cy="105656"/>
              </a:xfrm>
              <a:custGeom>
                <a:avLst/>
                <a:gdLst/>
                <a:ahLst/>
                <a:cxnLst/>
                <a:rect l="l" t="t" r="r" b="b"/>
                <a:pathLst>
                  <a:path w="12" h="53" extrusionOk="0">
                    <a:moveTo>
                      <a:pt x="1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6"/>
                      <a:pt x="1" y="8"/>
                    </a:cubicBezTo>
                    <a:cubicBezTo>
                      <a:pt x="1" y="11"/>
                      <a:pt x="2" y="14"/>
                      <a:pt x="3" y="17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10" y="53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9" y="6"/>
                      <a:pt x="9" y="6"/>
                      <a:pt x="9" y="6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3" name="Google Shape;833;p41"/>
              <p:cNvSpPr/>
              <p:nvPr/>
            </p:nvSpPr>
            <p:spPr>
              <a:xfrm>
                <a:off x="6117719" y="3325105"/>
                <a:ext cx="177267" cy="345144"/>
              </a:xfrm>
              <a:custGeom>
                <a:avLst/>
                <a:gdLst/>
                <a:ahLst/>
                <a:cxnLst/>
                <a:rect l="l" t="t" r="r" b="b"/>
                <a:pathLst>
                  <a:path w="89" h="174" extrusionOk="0">
                    <a:moveTo>
                      <a:pt x="8" y="25"/>
                    </a:moveTo>
                    <a:cubicBezTo>
                      <a:pt x="9" y="29"/>
                      <a:pt x="10" y="32"/>
                      <a:pt x="11" y="3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7" y="91"/>
                      <a:pt x="5" y="94"/>
                      <a:pt x="5" y="97"/>
                    </a:cubicBezTo>
                    <a:cubicBezTo>
                      <a:pt x="3" y="103"/>
                      <a:pt x="1" y="108"/>
                      <a:pt x="0" y="114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13" y="128"/>
                      <a:pt x="13" y="128"/>
                      <a:pt x="13" y="128"/>
                    </a:cubicBezTo>
                    <a:cubicBezTo>
                      <a:pt x="13" y="138"/>
                      <a:pt x="13" y="138"/>
                      <a:pt x="13" y="138"/>
                    </a:cubicBezTo>
                    <a:cubicBezTo>
                      <a:pt x="18" y="147"/>
                      <a:pt x="18" y="147"/>
                      <a:pt x="18" y="147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4" y="153"/>
                      <a:pt x="4" y="153"/>
                      <a:pt x="4" y="153"/>
                    </a:cubicBezTo>
                    <a:cubicBezTo>
                      <a:pt x="7" y="156"/>
                      <a:pt x="9" y="159"/>
                      <a:pt x="11" y="163"/>
                    </a:cubicBezTo>
                    <a:cubicBezTo>
                      <a:pt x="13" y="166"/>
                      <a:pt x="14" y="169"/>
                      <a:pt x="15" y="172"/>
                    </a:cubicBezTo>
                    <a:cubicBezTo>
                      <a:pt x="21" y="174"/>
                      <a:pt x="21" y="174"/>
                      <a:pt x="21" y="174"/>
                    </a:cubicBezTo>
                    <a:cubicBezTo>
                      <a:pt x="34" y="172"/>
                      <a:pt x="34" y="172"/>
                      <a:pt x="34" y="172"/>
                    </a:cubicBezTo>
                    <a:cubicBezTo>
                      <a:pt x="36" y="171"/>
                      <a:pt x="38" y="169"/>
                      <a:pt x="40" y="169"/>
                    </a:cubicBezTo>
                    <a:cubicBezTo>
                      <a:pt x="47" y="166"/>
                      <a:pt x="54" y="164"/>
                      <a:pt x="61" y="16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75" y="149"/>
                      <a:pt x="75" y="149"/>
                      <a:pt x="75" y="149"/>
                    </a:cubicBezTo>
                    <a:cubicBezTo>
                      <a:pt x="73" y="144"/>
                      <a:pt x="70" y="140"/>
                      <a:pt x="67" y="136"/>
                    </a:cubicBezTo>
                    <a:cubicBezTo>
                      <a:pt x="66" y="134"/>
                      <a:pt x="66" y="134"/>
                      <a:pt x="66" y="134"/>
                    </a:cubicBezTo>
                    <a:cubicBezTo>
                      <a:pt x="67" y="129"/>
                      <a:pt x="69" y="126"/>
                      <a:pt x="71" y="122"/>
                    </a:cubicBezTo>
                    <a:cubicBezTo>
                      <a:pt x="72" y="119"/>
                      <a:pt x="72" y="116"/>
                      <a:pt x="72" y="114"/>
                    </a:cubicBezTo>
                    <a:cubicBezTo>
                      <a:pt x="71" y="101"/>
                      <a:pt x="71" y="101"/>
                      <a:pt x="71" y="101"/>
                    </a:cubicBezTo>
                    <a:cubicBezTo>
                      <a:pt x="73" y="95"/>
                      <a:pt x="76" y="88"/>
                      <a:pt x="78" y="82"/>
                    </a:cubicBezTo>
                    <a:cubicBezTo>
                      <a:pt x="81" y="79"/>
                      <a:pt x="81" y="79"/>
                      <a:pt x="81" y="79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89" y="56"/>
                      <a:pt x="89" y="56"/>
                      <a:pt x="89" y="5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13"/>
                      <a:pt x="7" y="19"/>
                      <a:pt x="8" y="2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4" name="Google Shape;834;p41"/>
              <p:cNvSpPr/>
              <p:nvPr/>
            </p:nvSpPr>
            <p:spPr>
              <a:xfrm>
                <a:off x="6117719" y="3325105"/>
                <a:ext cx="177267" cy="345144"/>
              </a:xfrm>
              <a:custGeom>
                <a:avLst/>
                <a:gdLst/>
                <a:ahLst/>
                <a:cxnLst/>
                <a:rect l="l" t="t" r="r" b="b"/>
                <a:pathLst>
                  <a:path w="89" h="174" extrusionOk="0">
                    <a:moveTo>
                      <a:pt x="8" y="25"/>
                    </a:moveTo>
                    <a:cubicBezTo>
                      <a:pt x="9" y="29"/>
                      <a:pt x="10" y="32"/>
                      <a:pt x="11" y="3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7" y="91"/>
                      <a:pt x="5" y="94"/>
                      <a:pt x="5" y="97"/>
                    </a:cubicBezTo>
                    <a:cubicBezTo>
                      <a:pt x="3" y="103"/>
                      <a:pt x="1" y="108"/>
                      <a:pt x="0" y="114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13" y="128"/>
                      <a:pt x="13" y="128"/>
                      <a:pt x="13" y="128"/>
                    </a:cubicBezTo>
                    <a:cubicBezTo>
                      <a:pt x="13" y="138"/>
                      <a:pt x="13" y="138"/>
                      <a:pt x="13" y="138"/>
                    </a:cubicBezTo>
                    <a:cubicBezTo>
                      <a:pt x="18" y="147"/>
                      <a:pt x="18" y="147"/>
                      <a:pt x="18" y="147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4" y="153"/>
                      <a:pt x="4" y="153"/>
                      <a:pt x="4" y="153"/>
                    </a:cubicBezTo>
                    <a:cubicBezTo>
                      <a:pt x="7" y="156"/>
                      <a:pt x="9" y="159"/>
                      <a:pt x="11" y="163"/>
                    </a:cubicBezTo>
                    <a:cubicBezTo>
                      <a:pt x="13" y="166"/>
                      <a:pt x="14" y="169"/>
                      <a:pt x="15" y="172"/>
                    </a:cubicBezTo>
                    <a:cubicBezTo>
                      <a:pt x="21" y="174"/>
                      <a:pt x="21" y="174"/>
                      <a:pt x="21" y="174"/>
                    </a:cubicBezTo>
                    <a:cubicBezTo>
                      <a:pt x="34" y="172"/>
                      <a:pt x="34" y="172"/>
                      <a:pt x="34" y="172"/>
                    </a:cubicBezTo>
                    <a:cubicBezTo>
                      <a:pt x="36" y="171"/>
                      <a:pt x="38" y="169"/>
                      <a:pt x="40" y="169"/>
                    </a:cubicBezTo>
                    <a:cubicBezTo>
                      <a:pt x="47" y="166"/>
                      <a:pt x="54" y="164"/>
                      <a:pt x="61" y="16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75" y="149"/>
                      <a:pt x="75" y="149"/>
                      <a:pt x="75" y="149"/>
                    </a:cubicBezTo>
                    <a:cubicBezTo>
                      <a:pt x="73" y="144"/>
                      <a:pt x="70" y="140"/>
                      <a:pt x="67" y="136"/>
                    </a:cubicBezTo>
                    <a:cubicBezTo>
                      <a:pt x="66" y="134"/>
                      <a:pt x="66" y="134"/>
                      <a:pt x="66" y="134"/>
                    </a:cubicBezTo>
                    <a:cubicBezTo>
                      <a:pt x="67" y="129"/>
                      <a:pt x="69" y="126"/>
                      <a:pt x="71" y="122"/>
                    </a:cubicBezTo>
                    <a:cubicBezTo>
                      <a:pt x="72" y="119"/>
                      <a:pt x="72" y="116"/>
                      <a:pt x="72" y="114"/>
                    </a:cubicBezTo>
                    <a:cubicBezTo>
                      <a:pt x="71" y="101"/>
                      <a:pt x="71" y="101"/>
                      <a:pt x="71" y="101"/>
                    </a:cubicBezTo>
                    <a:cubicBezTo>
                      <a:pt x="73" y="95"/>
                      <a:pt x="76" y="88"/>
                      <a:pt x="78" y="82"/>
                    </a:cubicBezTo>
                    <a:cubicBezTo>
                      <a:pt x="81" y="79"/>
                      <a:pt x="81" y="79"/>
                      <a:pt x="81" y="79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89" y="56"/>
                      <a:pt x="89" y="56"/>
                      <a:pt x="89" y="5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13"/>
                      <a:pt x="7" y="19"/>
                      <a:pt x="8" y="2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5" name="Google Shape;835;p41"/>
              <p:cNvSpPr/>
              <p:nvPr/>
            </p:nvSpPr>
            <p:spPr>
              <a:xfrm>
                <a:off x="6404165" y="3861604"/>
                <a:ext cx="190181" cy="224226"/>
              </a:xfrm>
              <a:custGeom>
                <a:avLst/>
                <a:gdLst/>
                <a:ahLst/>
                <a:cxnLst/>
                <a:rect l="l" t="t" r="r" b="b"/>
                <a:pathLst>
                  <a:path w="96" h="113" extrusionOk="0">
                    <a:moveTo>
                      <a:pt x="41" y="1"/>
                    </a:moveTo>
                    <a:cubicBezTo>
                      <a:pt x="40" y="6"/>
                      <a:pt x="40" y="6"/>
                      <a:pt x="40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6" y="15"/>
                      <a:pt x="33" y="15"/>
                      <a:pt x="3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4"/>
                      <a:pt x="20" y="12"/>
                      <a:pt x="20" y="11"/>
                    </a:cubicBezTo>
                    <a:cubicBezTo>
                      <a:pt x="20" y="8"/>
                      <a:pt x="20" y="5"/>
                      <a:pt x="20" y="2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8"/>
                      <a:pt x="6" y="12"/>
                      <a:pt x="7" y="17"/>
                    </a:cubicBezTo>
                    <a:cubicBezTo>
                      <a:pt x="8" y="22"/>
                      <a:pt x="9" y="26"/>
                      <a:pt x="11" y="31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4"/>
                      <a:pt x="3" y="56"/>
                      <a:pt x="5" y="60"/>
                    </a:cubicBezTo>
                    <a:cubicBezTo>
                      <a:pt x="8" y="67"/>
                      <a:pt x="11" y="74"/>
                      <a:pt x="14" y="81"/>
                    </a:cubicBezTo>
                    <a:cubicBezTo>
                      <a:pt x="14" y="81"/>
                      <a:pt x="14" y="82"/>
                      <a:pt x="14" y="83"/>
                    </a:cubicBezTo>
                    <a:cubicBezTo>
                      <a:pt x="15" y="84"/>
                      <a:pt x="16" y="84"/>
                      <a:pt x="17" y="85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21" y="88"/>
                      <a:pt x="24" y="89"/>
                      <a:pt x="26" y="90"/>
                    </a:cubicBezTo>
                    <a:cubicBezTo>
                      <a:pt x="28" y="91"/>
                      <a:pt x="29" y="92"/>
                      <a:pt x="32" y="93"/>
                    </a:cubicBezTo>
                    <a:cubicBezTo>
                      <a:pt x="32" y="93"/>
                      <a:pt x="32" y="93"/>
                      <a:pt x="32" y="93"/>
                    </a:cubicBezTo>
                    <a:cubicBezTo>
                      <a:pt x="32" y="93"/>
                      <a:pt x="33" y="93"/>
                      <a:pt x="33" y="94"/>
                    </a:cubicBezTo>
                    <a:cubicBezTo>
                      <a:pt x="34" y="89"/>
                      <a:pt x="34" y="89"/>
                      <a:pt x="34" y="89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38" y="91"/>
                      <a:pt x="39" y="94"/>
                      <a:pt x="39" y="97"/>
                    </a:cubicBezTo>
                    <a:cubicBezTo>
                      <a:pt x="40" y="100"/>
                      <a:pt x="41" y="103"/>
                      <a:pt x="41" y="106"/>
                    </a:cubicBezTo>
                    <a:cubicBezTo>
                      <a:pt x="48" y="111"/>
                      <a:pt x="48" y="111"/>
                      <a:pt x="48" y="111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96" y="97"/>
                      <a:pt x="96" y="97"/>
                      <a:pt x="96" y="97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6" y="80"/>
                      <a:pt x="86" y="74"/>
                      <a:pt x="86" y="69"/>
                    </a:cubicBezTo>
                    <a:cubicBezTo>
                      <a:pt x="86" y="66"/>
                      <a:pt x="86" y="64"/>
                      <a:pt x="85" y="62"/>
                    </a:cubicBezTo>
                    <a:cubicBezTo>
                      <a:pt x="88" y="56"/>
                      <a:pt x="88" y="56"/>
                      <a:pt x="88" y="56"/>
                    </a:cubicBezTo>
                    <a:cubicBezTo>
                      <a:pt x="88" y="54"/>
                      <a:pt x="87" y="53"/>
                      <a:pt x="86" y="52"/>
                    </a:cubicBezTo>
                    <a:cubicBezTo>
                      <a:pt x="85" y="50"/>
                      <a:pt x="84" y="48"/>
                      <a:pt x="82" y="47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69" y="28"/>
                      <a:pt x="69" y="28"/>
                      <a:pt x="69" y="28"/>
                    </a:cubicBezTo>
                    <a:lnTo>
                      <a:pt x="41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6" name="Google Shape;836;p41"/>
              <p:cNvSpPr/>
              <p:nvPr/>
            </p:nvSpPr>
            <p:spPr>
              <a:xfrm>
                <a:off x="6411209" y="4385189"/>
                <a:ext cx="32871" cy="4461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8" extrusionOk="0">
                    <a:moveTo>
                      <a:pt x="22" y="38"/>
                    </a:moveTo>
                    <a:lnTo>
                      <a:pt x="9" y="36"/>
                    </a:lnTo>
                    <a:lnTo>
                      <a:pt x="0" y="14"/>
                    </a:lnTo>
                    <a:lnTo>
                      <a:pt x="9" y="0"/>
                    </a:lnTo>
                    <a:lnTo>
                      <a:pt x="22" y="4"/>
                    </a:lnTo>
                    <a:lnTo>
                      <a:pt x="28" y="26"/>
                    </a:lnTo>
                    <a:lnTo>
                      <a:pt x="22" y="3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7" name="Google Shape;837;p41"/>
              <p:cNvSpPr/>
              <p:nvPr/>
            </p:nvSpPr>
            <p:spPr>
              <a:xfrm>
                <a:off x="6280898" y="3579854"/>
                <a:ext cx="212486" cy="17844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52" extrusionOk="0">
                    <a:moveTo>
                      <a:pt x="0" y="57"/>
                    </a:moveTo>
                    <a:lnTo>
                      <a:pt x="30" y="45"/>
                    </a:lnTo>
                    <a:lnTo>
                      <a:pt x="35" y="35"/>
                    </a:lnTo>
                    <a:lnTo>
                      <a:pt x="47" y="35"/>
                    </a:lnTo>
                    <a:lnTo>
                      <a:pt x="57" y="50"/>
                    </a:lnTo>
                    <a:lnTo>
                      <a:pt x="78" y="50"/>
                    </a:lnTo>
                    <a:lnTo>
                      <a:pt x="93" y="54"/>
                    </a:lnTo>
                    <a:lnTo>
                      <a:pt x="105" y="40"/>
                    </a:lnTo>
                    <a:lnTo>
                      <a:pt x="113" y="35"/>
                    </a:lnTo>
                    <a:lnTo>
                      <a:pt x="125" y="45"/>
                    </a:lnTo>
                    <a:lnTo>
                      <a:pt x="132" y="45"/>
                    </a:lnTo>
                    <a:lnTo>
                      <a:pt x="144" y="23"/>
                    </a:lnTo>
                    <a:lnTo>
                      <a:pt x="144" y="5"/>
                    </a:lnTo>
                    <a:lnTo>
                      <a:pt x="159" y="0"/>
                    </a:lnTo>
                    <a:lnTo>
                      <a:pt x="159" y="27"/>
                    </a:lnTo>
                    <a:lnTo>
                      <a:pt x="174" y="40"/>
                    </a:lnTo>
                    <a:lnTo>
                      <a:pt x="169" y="62"/>
                    </a:lnTo>
                    <a:lnTo>
                      <a:pt x="159" y="77"/>
                    </a:lnTo>
                    <a:lnTo>
                      <a:pt x="167" y="82"/>
                    </a:lnTo>
                    <a:lnTo>
                      <a:pt x="176" y="116"/>
                    </a:lnTo>
                    <a:lnTo>
                      <a:pt x="181" y="123"/>
                    </a:lnTo>
                    <a:lnTo>
                      <a:pt x="181" y="135"/>
                    </a:lnTo>
                    <a:lnTo>
                      <a:pt x="164" y="137"/>
                    </a:lnTo>
                    <a:lnTo>
                      <a:pt x="159" y="143"/>
                    </a:lnTo>
                    <a:lnTo>
                      <a:pt x="133" y="150"/>
                    </a:lnTo>
                    <a:lnTo>
                      <a:pt x="123" y="143"/>
                    </a:lnTo>
                    <a:lnTo>
                      <a:pt x="113" y="152"/>
                    </a:lnTo>
                    <a:lnTo>
                      <a:pt x="93" y="140"/>
                    </a:lnTo>
                    <a:lnTo>
                      <a:pt x="81" y="143"/>
                    </a:lnTo>
                    <a:lnTo>
                      <a:pt x="51" y="123"/>
                    </a:lnTo>
                    <a:lnTo>
                      <a:pt x="17" y="76"/>
                    </a:lnTo>
                    <a:lnTo>
                      <a:pt x="7" y="71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8" name="Google Shape;838;p41"/>
              <p:cNvSpPr/>
              <p:nvPr/>
            </p:nvSpPr>
            <p:spPr>
              <a:xfrm>
                <a:off x="6249203" y="3341541"/>
                <a:ext cx="305229" cy="30522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4" extrusionOk="0">
                    <a:moveTo>
                      <a:pt x="123" y="5"/>
                    </a:moveTo>
                    <a:cubicBezTo>
                      <a:pt x="120" y="7"/>
                      <a:pt x="120" y="7"/>
                      <a:pt x="120" y="7"/>
                    </a:cubicBezTo>
                    <a:cubicBezTo>
                      <a:pt x="119" y="9"/>
                      <a:pt x="119" y="9"/>
                      <a:pt x="119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3" y="44"/>
                      <a:pt x="23" y="45"/>
                      <a:pt x="23" y="48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10" y="80"/>
                      <a:pt x="7" y="87"/>
                      <a:pt x="5" y="93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4" y="112"/>
                      <a:pt x="2" y="119"/>
                      <a:pt x="0" y="126"/>
                    </a:cubicBezTo>
                    <a:cubicBezTo>
                      <a:pt x="1" y="128"/>
                      <a:pt x="1" y="128"/>
                      <a:pt x="1" y="128"/>
                    </a:cubicBezTo>
                    <a:cubicBezTo>
                      <a:pt x="2" y="129"/>
                      <a:pt x="9" y="141"/>
                      <a:pt x="9" y="141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34" y="147"/>
                      <a:pt x="34" y="147"/>
                      <a:pt x="34" y="147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44" y="141"/>
                      <a:pt x="44" y="141"/>
                      <a:pt x="44" y="141"/>
                    </a:cubicBezTo>
                    <a:cubicBezTo>
                      <a:pt x="50" y="150"/>
                      <a:pt x="50" y="150"/>
                      <a:pt x="50" y="150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71" y="152"/>
                      <a:pt x="71" y="152"/>
                      <a:pt x="71" y="152"/>
                    </a:cubicBezTo>
                    <a:cubicBezTo>
                      <a:pt x="78" y="144"/>
                      <a:pt x="78" y="144"/>
                      <a:pt x="78" y="144"/>
                    </a:cubicBezTo>
                    <a:cubicBezTo>
                      <a:pt x="83" y="141"/>
                      <a:pt x="83" y="141"/>
                      <a:pt x="83" y="141"/>
                    </a:cubicBezTo>
                    <a:cubicBezTo>
                      <a:pt x="90" y="147"/>
                      <a:pt x="90" y="147"/>
                      <a:pt x="90" y="147"/>
                    </a:cubicBezTo>
                    <a:cubicBezTo>
                      <a:pt x="94" y="147"/>
                      <a:pt x="94" y="147"/>
                      <a:pt x="94" y="147"/>
                    </a:cubicBezTo>
                    <a:cubicBezTo>
                      <a:pt x="101" y="134"/>
                      <a:pt x="101" y="134"/>
                      <a:pt x="101" y="134"/>
                    </a:cubicBezTo>
                    <a:cubicBezTo>
                      <a:pt x="101" y="123"/>
                      <a:pt x="101" y="123"/>
                      <a:pt x="101" y="123"/>
                    </a:cubicBezTo>
                    <a:cubicBezTo>
                      <a:pt x="110" y="120"/>
                      <a:pt x="110" y="120"/>
                      <a:pt x="110" y="120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9" y="144"/>
                      <a:pt x="119" y="144"/>
                      <a:pt x="119" y="144"/>
                    </a:cubicBezTo>
                    <a:cubicBezTo>
                      <a:pt x="120" y="140"/>
                      <a:pt x="120" y="140"/>
                      <a:pt x="120" y="140"/>
                    </a:cubicBezTo>
                    <a:cubicBezTo>
                      <a:pt x="122" y="131"/>
                      <a:pt x="124" y="122"/>
                      <a:pt x="126" y="113"/>
                    </a:cubicBezTo>
                    <a:cubicBezTo>
                      <a:pt x="128" y="105"/>
                      <a:pt x="130" y="97"/>
                      <a:pt x="133" y="89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8" y="66"/>
                      <a:pt x="148" y="66"/>
                      <a:pt x="148" y="66"/>
                    </a:cubicBezTo>
                    <a:cubicBezTo>
                      <a:pt x="154" y="55"/>
                      <a:pt x="154" y="55"/>
                      <a:pt x="154" y="55"/>
                    </a:cubicBezTo>
                    <a:cubicBezTo>
                      <a:pt x="150" y="51"/>
                      <a:pt x="147" y="48"/>
                      <a:pt x="143" y="45"/>
                    </a:cubicBezTo>
                    <a:cubicBezTo>
                      <a:pt x="142" y="37"/>
                      <a:pt x="141" y="30"/>
                      <a:pt x="140" y="23"/>
                    </a:cubicBezTo>
                    <a:cubicBezTo>
                      <a:pt x="140" y="20"/>
                      <a:pt x="139" y="18"/>
                      <a:pt x="138" y="16"/>
                    </a:cubicBezTo>
                    <a:cubicBezTo>
                      <a:pt x="135" y="11"/>
                      <a:pt x="131" y="5"/>
                      <a:pt x="127" y="0"/>
                    </a:cubicBezTo>
                    <a:cubicBezTo>
                      <a:pt x="126" y="2"/>
                      <a:pt x="124" y="4"/>
                      <a:pt x="123" y="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9" name="Google Shape;839;p41"/>
              <p:cNvSpPr/>
              <p:nvPr/>
            </p:nvSpPr>
            <p:spPr>
              <a:xfrm>
                <a:off x="6249203" y="3341541"/>
                <a:ext cx="305229" cy="30522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4" extrusionOk="0">
                    <a:moveTo>
                      <a:pt x="123" y="5"/>
                    </a:moveTo>
                    <a:cubicBezTo>
                      <a:pt x="120" y="7"/>
                      <a:pt x="120" y="7"/>
                      <a:pt x="120" y="7"/>
                    </a:cubicBezTo>
                    <a:cubicBezTo>
                      <a:pt x="119" y="9"/>
                      <a:pt x="119" y="9"/>
                      <a:pt x="119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3" y="44"/>
                      <a:pt x="23" y="45"/>
                      <a:pt x="23" y="48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10" y="80"/>
                      <a:pt x="7" y="87"/>
                      <a:pt x="5" y="93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4" y="112"/>
                      <a:pt x="2" y="119"/>
                      <a:pt x="0" y="126"/>
                    </a:cubicBezTo>
                    <a:cubicBezTo>
                      <a:pt x="1" y="128"/>
                      <a:pt x="1" y="128"/>
                      <a:pt x="1" y="128"/>
                    </a:cubicBezTo>
                    <a:cubicBezTo>
                      <a:pt x="2" y="129"/>
                      <a:pt x="9" y="141"/>
                      <a:pt x="9" y="141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34" y="147"/>
                      <a:pt x="34" y="147"/>
                      <a:pt x="34" y="147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44" y="141"/>
                      <a:pt x="44" y="141"/>
                      <a:pt x="44" y="141"/>
                    </a:cubicBezTo>
                    <a:cubicBezTo>
                      <a:pt x="50" y="150"/>
                      <a:pt x="50" y="150"/>
                      <a:pt x="50" y="150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71" y="152"/>
                      <a:pt x="71" y="152"/>
                      <a:pt x="71" y="152"/>
                    </a:cubicBezTo>
                    <a:cubicBezTo>
                      <a:pt x="78" y="144"/>
                      <a:pt x="78" y="144"/>
                      <a:pt x="78" y="144"/>
                    </a:cubicBezTo>
                    <a:cubicBezTo>
                      <a:pt x="83" y="141"/>
                      <a:pt x="83" y="141"/>
                      <a:pt x="83" y="141"/>
                    </a:cubicBezTo>
                    <a:cubicBezTo>
                      <a:pt x="90" y="147"/>
                      <a:pt x="90" y="147"/>
                      <a:pt x="90" y="147"/>
                    </a:cubicBezTo>
                    <a:cubicBezTo>
                      <a:pt x="94" y="147"/>
                      <a:pt x="94" y="147"/>
                      <a:pt x="94" y="147"/>
                    </a:cubicBezTo>
                    <a:cubicBezTo>
                      <a:pt x="101" y="134"/>
                      <a:pt x="101" y="134"/>
                      <a:pt x="101" y="134"/>
                    </a:cubicBezTo>
                    <a:cubicBezTo>
                      <a:pt x="101" y="123"/>
                      <a:pt x="101" y="123"/>
                      <a:pt x="101" y="123"/>
                    </a:cubicBezTo>
                    <a:cubicBezTo>
                      <a:pt x="110" y="120"/>
                      <a:pt x="110" y="120"/>
                      <a:pt x="110" y="120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9" y="144"/>
                      <a:pt x="119" y="144"/>
                      <a:pt x="119" y="144"/>
                    </a:cubicBezTo>
                    <a:cubicBezTo>
                      <a:pt x="120" y="140"/>
                      <a:pt x="120" y="140"/>
                      <a:pt x="120" y="140"/>
                    </a:cubicBezTo>
                    <a:cubicBezTo>
                      <a:pt x="122" y="131"/>
                      <a:pt x="124" y="122"/>
                      <a:pt x="126" y="113"/>
                    </a:cubicBezTo>
                    <a:cubicBezTo>
                      <a:pt x="128" y="105"/>
                      <a:pt x="130" y="97"/>
                      <a:pt x="133" y="89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8" y="66"/>
                      <a:pt x="148" y="66"/>
                      <a:pt x="148" y="66"/>
                    </a:cubicBezTo>
                    <a:cubicBezTo>
                      <a:pt x="154" y="55"/>
                      <a:pt x="154" y="55"/>
                      <a:pt x="154" y="55"/>
                    </a:cubicBezTo>
                    <a:cubicBezTo>
                      <a:pt x="150" y="51"/>
                      <a:pt x="147" y="48"/>
                      <a:pt x="143" y="45"/>
                    </a:cubicBezTo>
                    <a:cubicBezTo>
                      <a:pt x="142" y="37"/>
                      <a:pt x="141" y="30"/>
                      <a:pt x="140" y="23"/>
                    </a:cubicBezTo>
                    <a:cubicBezTo>
                      <a:pt x="140" y="20"/>
                      <a:pt x="139" y="18"/>
                      <a:pt x="138" y="16"/>
                    </a:cubicBezTo>
                    <a:cubicBezTo>
                      <a:pt x="135" y="11"/>
                      <a:pt x="131" y="5"/>
                      <a:pt x="127" y="0"/>
                    </a:cubicBezTo>
                    <a:cubicBezTo>
                      <a:pt x="126" y="2"/>
                      <a:pt x="124" y="4"/>
                      <a:pt x="123" y="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0" name="Google Shape;840;p41"/>
              <p:cNvSpPr/>
              <p:nvPr/>
            </p:nvSpPr>
            <p:spPr>
              <a:xfrm>
                <a:off x="6600215" y="3581028"/>
                <a:ext cx="189007" cy="284098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87" y="0"/>
                    </a:moveTo>
                    <a:cubicBezTo>
                      <a:pt x="86" y="2"/>
                      <a:pt x="83" y="2"/>
                      <a:pt x="81" y="2"/>
                    </a:cubicBezTo>
                    <a:cubicBezTo>
                      <a:pt x="74" y="4"/>
                      <a:pt x="66" y="5"/>
                      <a:pt x="59" y="5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6" y="21"/>
                      <a:pt x="18" y="23"/>
                      <a:pt x="20" y="26"/>
                    </a:cubicBezTo>
                    <a:cubicBezTo>
                      <a:pt x="28" y="32"/>
                      <a:pt x="36" y="38"/>
                      <a:pt x="44" y="44"/>
                    </a:cubicBezTo>
                    <a:cubicBezTo>
                      <a:pt x="47" y="46"/>
                      <a:pt x="50" y="47"/>
                      <a:pt x="53" y="48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8"/>
                      <a:pt x="14" y="79"/>
                      <a:pt x="13" y="80"/>
                    </a:cubicBezTo>
                    <a:cubicBezTo>
                      <a:pt x="11" y="82"/>
                      <a:pt x="10" y="84"/>
                      <a:pt x="8" y="86"/>
                    </a:cubicBezTo>
                    <a:cubicBezTo>
                      <a:pt x="7" y="88"/>
                      <a:pt x="5" y="91"/>
                      <a:pt x="2" y="94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7" y="143"/>
                      <a:pt x="7" y="143"/>
                      <a:pt x="7" y="143"/>
                    </a:cubicBezTo>
                    <a:cubicBezTo>
                      <a:pt x="17" y="132"/>
                      <a:pt x="27" y="121"/>
                      <a:pt x="37" y="109"/>
                    </a:cubicBezTo>
                    <a:cubicBezTo>
                      <a:pt x="46" y="96"/>
                      <a:pt x="55" y="83"/>
                      <a:pt x="64" y="69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2" y="36"/>
                      <a:pt x="83" y="32"/>
                      <a:pt x="85" y="28"/>
                    </a:cubicBezTo>
                    <a:cubicBezTo>
                      <a:pt x="86" y="26"/>
                      <a:pt x="86" y="24"/>
                      <a:pt x="86" y="23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5" y="18"/>
                      <a:pt x="95" y="18"/>
                      <a:pt x="95" y="18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3" y="3"/>
                      <a:pt x="93" y="3"/>
                      <a:pt x="93" y="3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1" name="Google Shape;841;p41"/>
              <p:cNvSpPr/>
              <p:nvPr/>
            </p:nvSpPr>
            <p:spPr>
              <a:xfrm>
                <a:off x="5631700" y="3624464"/>
                <a:ext cx="65742" cy="6222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1" extrusionOk="0">
                    <a:moveTo>
                      <a:pt x="33" y="15"/>
                    </a:moveTo>
                    <a:cubicBezTo>
                      <a:pt x="29" y="2"/>
                      <a:pt x="29" y="2"/>
                      <a:pt x="29" y="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5" y="17"/>
                      <a:pt x="6" y="19"/>
                      <a:pt x="7" y="21"/>
                    </a:cubicBezTo>
                    <a:cubicBezTo>
                      <a:pt x="8" y="23"/>
                      <a:pt x="9" y="24"/>
                      <a:pt x="10" y="26"/>
                    </a:cubicBezTo>
                    <a:cubicBezTo>
                      <a:pt x="22" y="31"/>
                      <a:pt x="22" y="31"/>
                      <a:pt x="22" y="31"/>
                    </a:cubicBezTo>
                    <a:lnTo>
                      <a:pt x="33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2" name="Google Shape;842;p41"/>
              <p:cNvSpPr/>
              <p:nvPr/>
            </p:nvSpPr>
            <p:spPr>
              <a:xfrm>
                <a:off x="5565958" y="3480068"/>
                <a:ext cx="120917" cy="103308"/>
              </a:xfrm>
              <a:custGeom>
                <a:avLst/>
                <a:gdLst/>
                <a:ahLst/>
                <a:cxnLst/>
                <a:rect l="l" t="t" r="r" b="b"/>
                <a:pathLst>
                  <a:path w="61" h="52" extrusionOk="0">
                    <a:moveTo>
                      <a:pt x="35" y="2"/>
                    </a:moveTo>
                    <a:cubicBezTo>
                      <a:pt x="33" y="2"/>
                      <a:pt x="33" y="2"/>
                      <a:pt x="33" y="2"/>
                    </a:cubicBezTo>
                    <a:cubicBezTo>
                      <a:pt x="28" y="1"/>
                      <a:pt x="18" y="0"/>
                      <a:pt x="18" y="0"/>
                    </a:cubicBezTo>
                    <a:cubicBezTo>
                      <a:pt x="18" y="0"/>
                      <a:pt x="12" y="1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7"/>
                      <a:pt x="5" y="13"/>
                      <a:pt x="3" y="17"/>
                    </a:cubicBezTo>
                    <a:cubicBezTo>
                      <a:pt x="2" y="19"/>
                      <a:pt x="1" y="20"/>
                      <a:pt x="0" y="2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11" y="32"/>
                      <a:pt x="16" y="31"/>
                      <a:pt x="20" y="31"/>
                    </a:cubicBezTo>
                    <a:cubicBezTo>
                      <a:pt x="26" y="30"/>
                      <a:pt x="31" y="30"/>
                      <a:pt x="37" y="30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28" y="39"/>
                      <a:pt x="18" y="41"/>
                      <a:pt x="8" y="43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6" y="51"/>
                      <a:pt x="21" y="49"/>
                      <a:pt x="26" y="47"/>
                    </a:cubicBezTo>
                    <a:cubicBezTo>
                      <a:pt x="30" y="46"/>
                      <a:pt x="35" y="45"/>
                      <a:pt x="40" y="44"/>
                    </a:cubicBezTo>
                    <a:cubicBezTo>
                      <a:pt x="61" y="45"/>
                      <a:pt x="61" y="45"/>
                      <a:pt x="61" y="45"/>
                    </a:cubicBezTo>
                    <a:cubicBezTo>
                      <a:pt x="60" y="35"/>
                      <a:pt x="60" y="35"/>
                      <a:pt x="60" y="35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4"/>
                      <a:pt x="56" y="24"/>
                      <a:pt x="56" y="24"/>
                    </a:cubicBezTo>
                    <a:lnTo>
                      <a:pt x="35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3" name="Google Shape;843;p41"/>
              <p:cNvSpPr/>
              <p:nvPr/>
            </p:nvSpPr>
            <p:spPr>
              <a:xfrm>
                <a:off x="6393598" y="3861604"/>
                <a:ext cx="22305" cy="45785"/>
              </a:xfrm>
              <a:custGeom>
                <a:avLst/>
                <a:gdLst/>
                <a:ahLst/>
                <a:cxnLst/>
                <a:rect l="l" t="t" r="r" b="b"/>
                <a:pathLst>
                  <a:path w="19" h="39" extrusionOk="0">
                    <a:moveTo>
                      <a:pt x="19" y="1"/>
                    </a:moveTo>
                    <a:lnTo>
                      <a:pt x="5" y="0"/>
                    </a:lnTo>
                    <a:lnTo>
                      <a:pt x="0" y="0"/>
                    </a:lnTo>
                    <a:lnTo>
                      <a:pt x="0" y="37"/>
                    </a:lnTo>
                    <a:lnTo>
                      <a:pt x="4" y="37"/>
                    </a:lnTo>
                    <a:lnTo>
                      <a:pt x="4" y="39"/>
                    </a:lnTo>
                    <a:lnTo>
                      <a:pt x="17" y="29"/>
                    </a:lnTo>
                    <a:lnTo>
                      <a:pt x="19" y="5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4" name="Google Shape;844;p41"/>
              <p:cNvSpPr/>
              <p:nvPr/>
            </p:nvSpPr>
            <p:spPr>
              <a:xfrm>
                <a:off x="6097762" y="3724251"/>
                <a:ext cx="329882" cy="399146"/>
              </a:xfrm>
              <a:custGeom>
                <a:avLst/>
                <a:gdLst/>
                <a:ahLst/>
                <a:cxnLst/>
                <a:rect l="l" t="t" r="r" b="b"/>
                <a:pathLst>
                  <a:path w="166" h="201" extrusionOk="0">
                    <a:moveTo>
                      <a:pt x="38" y="77"/>
                    </a:moveTo>
                    <a:cubicBezTo>
                      <a:pt x="36" y="83"/>
                      <a:pt x="27" y="100"/>
                      <a:pt x="27" y="100"/>
                    </a:cubicBezTo>
                    <a:cubicBezTo>
                      <a:pt x="25" y="101"/>
                      <a:pt x="25" y="101"/>
                      <a:pt x="25" y="101"/>
                    </a:cubicBezTo>
                    <a:cubicBezTo>
                      <a:pt x="21" y="103"/>
                      <a:pt x="17" y="105"/>
                      <a:pt x="14" y="107"/>
                    </a:cubicBezTo>
                    <a:cubicBezTo>
                      <a:pt x="5" y="113"/>
                      <a:pt x="5" y="113"/>
                      <a:pt x="5" y="113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3" y="120"/>
                      <a:pt x="3" y="120"/>
                      <a:pt x="3" y="120"/>
                    </a:cubicBezTo>
                    <a:cubicBezTo>
                      <a:pt x="1" y="124"/>
                      <a:pt x="1" y="124"/>
                      <a:pt x="1" y="124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13" y="125"/>
                      <a:pt x="26" y="123"/>
                      <a:pt x="39" y="121"/>
                    </a:cubicBezTo>
                    <a:cubicBezTo>
                      <a:pt x="46" y="137"/>
                      <a:pt x="46" y="137"/>
                      <a:pt x="46" y="137"/>
                    </a:cubicBezTo>
                    <a:cubicBezTo>
                      <a:pt x="58" y="136"/>
                      <a:pt x="58" y="136"/>
                      <a:pt x="58" y="136"/>
                    </a:cubicBezTo>
                    <a:cubicBezTo>
                      <a:pt x="64" y="124"/>
                      <a:pt x="64" y="124"/>
                      <a:pt x="64" y="124"/>
                    </a:cubicBezTo>
                    <a:cubicBezTo>
                      <a:pt x="81" y="125"/>
                      <a:pt x="81" y="125"/>
                      <a:pt x="81" y="125"/>
                    </a:cubicBezTo>
                    <a:cubicBezTo>
                      <a:pt x="84" y="136"/>
                      <a:pt x="87" y="147"/>
                      <a:pt x="90" y="158"/>
                    </a:cubicBezTo>
                    <a:cubicBezTo>
                      <a:pt x="92" y="162"/>
                      <a:pt x="92" y="162"/>
                      <a:pt x="92" y="162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6" y="177"/>
                      <a:pt x="99" y="177"/>
                      <a:pt x="101" y="177"/>
                    </a:cubicBezTo>
                    <a:cubicBezTo>
                      <a:pt x="101" y="177"/>
                      <a:pt x="101" y="177"/>
                      <a:pt x="101" y="177"/>
                    </a:cubicBezTo>
                    <a:cubicBezTo>
                      <a:pt x="106" y="177"/>
                      <a:pt x="106" y="177"/>
                      <a:pt x="106" y="177"/>
                    </a:cubicBezTo>
                    <a:cubicBezTo>
                      <a:pt x="108" y="177"/>
                      <a:pt x="108" y="177"/>
                      <a:pt x="108" y="177"/>
                    </a:cubicBezTo>
                    <a:cubicBezTo>
                      <a:pt x="113" y="182"/>
                      <a:pt x="119" y="186"/>
                      <a:pt x="124" y="191"/>
                    </a:cubicBezTo>
                    <a:cubicBezTo>
                      <a:pt x="130" y="190"/>
                      <a:pt x="130" y="190"/>
                      <a:pt x="130" y="190"/>
                    </a:cubicBezTo>
                    <a:cubicBezTo>
                      <a:pt x="134" y="192"/>
                      <a:pt x="138" y="194"/>
                      <a:pt x="142" y="197"/>
                    </a:cubicBezTo>
                    <a:cubicBezTo>
                      <a:pt x="143" y="198"/>
                      <a:pt x="145" y="200"/>
                      <a:pt x="146" y="201"/>
                    </a:cubicBezTo>
                    <a:cubicBezTo>
                      <a:pt x="153" y="201"/>
                      <a:pt x="153" y="201"/>
                      <a:pt x="153" y="201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42" y="188"/>
                      <a:pt x="142" y="188"/>
                      <a:pt x="142" y="188"/>
                    </a:cubicBezTo>
                    <a:cubicBezTo>
                      <a:pt x="136" y="182"/>
                      <a:pt x="136" y="182"/>
                      <a:pt x="136" y="182"/>
                    </a:cubicBezTo>
                    <a:cubicBezTo>
                      <a:pt x="137" y="148"/>
                      <a:pt x="137" y="148"/>
                      <a:pt x="137" y="148"/>
                    </a:cubicBezTo>
                    <a:cubicBezTo>
                      <a:pt x="149" y="142"/>
                      <a:pt x="149" y="142"/>
                      <a:pt x="149" y="142"/>
                    </a:cubicBezTo>
                    <a:cubicBezTo>
                      <a:pt x="161" y="145"/>
                      <a:pt x="161" y="145"/>
                      <a:pt x="161" y="145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5" y="139"/>
                      <a:pt x="155" y="139"/>
                      <a:pt x="155" y="139"/>
                    </a:cubicBezTo>
                    <a:cubicBezTo>
                      <a:pt x="154" y="136"/>
                      <a:pt x="153" y="134"/>
                      <a:pt x="152" y="131"/>
                    </a:cubicBezTo>
                    <a:cubicBezTo>
                      <a:pt x="150" y="128"/>
                      <a:pt x="149" y="124"/>
                      <a:pt x="148" y="121"/>
                    </a:cubicBezTo>
                    <a:cubicBezTo>
                      <a:pt x="148" y="116"/>
                      <a:pt x="148" y="111"/>
                      <a:pt x="148" y="106"/>
                    </a:cubicBezTo>
                    <a:cubicBezTo>
                      <a:pt x="148" y="101"/>
                      <a:pt x="148" y="96"/>
                      <a:pt x="148" y="91"/>
                    </a:cubicBezTo>
                    <a:cubicBezTo>
                      <a:pt x="149" y="91"/>
                      <a:pt x="149" y="91"/>
                      <a:pt x="149" y="91"/>
                    </a:cubicBezTo>
                    <a:cubicBezTo>
                      <a:pt x="149" y="69"/>
                      <a:pt x="149" y="69"/>
                      <a:pt x="149" y="69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53" y="64"/>
                      <a:pt x="154" y="58"/>
                      <a:pt x="155" y="53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7" y="48"/>
                      <a:pt x="158" y="43"/>
                      <a:pt x="161" y="38"/>
                    </a:cubicBezTo>
                    <a:cubicBezTo>
                      <a:pt x="161" y="38"/>
                      <a:pt x="161" y="38"/>
                      <a:pt x="161" y="38"/>
                    </a:cubicBezTo>
                    <a:cubicBezTo>
                      <a:pt x="162" y="38"/>
                      <a:pt x="162" y="38"/>
                      <a:pt x="162" y="38"/>
                    </a:cubicBezTo>
                    <a:cubicBezTo>
                      <a:pt x="166" y="31"/>
                      <a:pt x="166" y="31"/>
                      <a:pt x="166" y="31"/>
                    </a:cubicBezTo>
                    <a:cubicBezTo>
                      <a:pt x="160" y="27"/>
                      <a:pt x="160" y="27"/>
                      <a:pt x="160" y="27"/>
                    </a:cubicBezTo>
                    <a:cubicBezTo>
                      <a:pt x="159" y="17"/>
                      <a:pt x="159" y="17"/>
                      <a:pt x="159" y="17"/>
                    </a:cubicBezTo>
                    <a:cubicBezTo>
                      <a:pt x="147" y="10"/>
                      <a:pt x="147" y="10"/>
                      <a:pt x="147" y="10"/>
                    </a:cubicBezTo>
                    <a:cubicBezTo>
                      <a:pt x="140" y="12"/>
                      <a:pt x="140" y="12"/>
                      <a:pt x="140" y="1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00" y="5"/>
                      <a:pt x="100" y="5"/>
                      <a:pt x="100" y="5"/>
                    </a:cubicBezTo>
                    <a:cubicBezTo>
                      <a:pt x="95" y="10"/>
                      <a:pt x="95" y="10"/>
                      <a:pt x="95" y="10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47" y="60"/>
                      <a:pt x="47" y="60"/>
                      <a:pt x="47" y="60"/>
                    </a:cubicBezTo>
                    <a:cubicBezTo>
                      <a:pt x="47" y="60"/>
                      <a:pt x="41" y="72"/>
                      <a:pt x="38" y="77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5" name="Google Shape;845;p41"/>
              <p:cNvSpPr/>
              <p:nvPr/>
            </p:nvSpPr>
            <p:spPr>
              <a:xfrm>
                <a:off x="6137675" y="3620943"/>
                <a:ext cx="203094" cy="137353"/>
              </a:xfrm>
              <a:custGeom>
                <a:avLst/>
                <a:gdLst/>
                <a:ahLst/>
                <a:cxnLst/>
                <a:rect l="l" t="t" r="r" b="b"/>
                <a:pathLst>
                  <a:path w="102" h="69" extrusionOk="0">
                    <a:moveTo>
                      <a:pt x="11" y="25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3" y="40"/>
                      <a:pt x="5" y="45"/>
                      <a:pt x="8" y="50"/>
                    </a:cubicBezTo>
                    <a:cubicBezTo>
                      <a:pt x="10" y="54"/>
                      <a:pt x="12" y="58"/>
                      <a:pt x="14" y="61"/>
                    </a:cubicBezTo>
                    <a:cubicBezTo>
                      <a:pt x="16" y="64"/>
                      <a:pt x="18" y="67"/>
                      <a:pt x="21" y="69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4" y="57"/>
                      <a:pt x="44" y="57"/>
                      <a:pt x="44" y="57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75" y="62"/>
                      <a:pt x="75" y="62"/>
                      <a:pt x="75" y="62"/>
                    </a:cubicBezTo>
                    <a:cubicBezTo>
                      <a:pt x="80" y="57"/>
                      <a:pt x="80" y="57"/>
                      <a:pt x="80" y="57"/>
                    </a:cubicBezTo>
                    <a:cubicBezTo>
                      <a:pt x="102" y="52"/>
                      <a:pt x="102" y="52"/>
                      <a:pt x="102" y="52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4" y="16"/>
                      <a:pt x="73" y="14"/>
                      <a:pt x="72" y="12"/>
                    </a:cubicBezTo>
                    <a:cubicBezTo>
                      <a:pt x="70" y="8"/>
                      <a:pt x="68" y="4"/>
                      <a:pt x="65" y="0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1" y="13"/>
                      <a:pt x="51" y="13"/>
                      <a:pt x="51" y="13"/>
                    </a:cubicBezTo>
                    <a:cubicBezTo>
                      <a:pt x="44" y="15"/>
                      <a:pt x="37" y="17"/>
                      <a:pt x="30" y="20"/>
                    </a:cubicBezTo>
                    <a:cubicBezTo>
                      <a:pt x="28" y="20"/>
                      <a:pt x="26" y="22"/>
                      <a:pt x="24" y="23"/>
                    </a:cubicBezTo>
                    <a:lnTo>
                      <a:pt x="11" y="2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6" name="Google Shape;846;p41"/>
              <p:cNvSpPr/>
              <p:nvPr/>
            </p:nvSpPr>
            <p:spPr>
              <a:xfrm>
                <a:off x="6399468" y="3747730"/>
                <a:ext cx="89221" cy="115048"/>
              </a:xfrm>
              <a:custGeom>
                <a:avLst/>
                <a:gdLst/>
                <a:ahLst/>
                <a:cxnLst/>
                <a:rect l="l" t="t" r="r" b="b"/>
                <a:pathLst>
                  <a:path w="45" h="58" extrusionOk="0">
                    <a:moveTo>
                      <a:pt x="0" y="57"/>
                    </a:moveTo>
                    <a:cubicBezTo>
                      <a:pt x="1" y="56"/>
                      <a:pt x="1" y="56"/>
                      <a:pt x="1" y="56"/>
                    </a:cubicBezTo>
                    <a:cubicBezTo>
                      <a:pt x="3" y="43"/>
                      <a:pt x="4" y="37"/>
                      <a:pt x="5" y="35"/>
                    </a:cubicBezTo>
                    <a:cubicBezTo>
                      <a:pt x="6" y="32"/>
                      <a:pt x="13" y="21"/>
                      <a:pt x="14" y="1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8" y="58"/>
                      <a:pt x="8" y="58"/>
                      <a:pt x="8" y="58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7" name="Google Shape;847;p41"/>
              <p:cNvSpPr/>
              <p:nvPr/>
            </p:nvSpPr>
            <p:spPr>
              <a:xfrm>
                <a:off x="5933407" y="3541114"/>
                <a:ext cx="190181" cy="20309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02" extrusionOk="0">
                    <a:moveTo>
                      <a:pt x="93" y="5"/>
                    </a:moveTo>
                    <a:cubicBezTo>
                      <a:pt x="81" y="7"/>
                      <a:pt x="81" y="7"/>
                      <a:pt x="81" y="7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55" y="10"/>
                      <a:pt x="52" y="10"/>
                      <a:pt x="49" y="11"/>
                    </a:cubicBezTo>
                    <a:cubicBezTo>
                      <a:pt x="46" y="11"/>
                      <a:pt x="43" y="12"/>
                      <a:pt x="40" y="13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" y="80"/>
                      <a:pt x="7" y="80"/>
                      <a:pt x="10" y="82"/>
                    </a:cubicBezTo>
                    <a:cubicBezTo>
                      <a:pt x="15" y="84"/>
                      <a:pt x="17" y="89"/>
                      <a:pt x="15" y="96"/>
                    </a:cubicBezTo>
                    <a:cubicBezTo>
                      <a:pt x="18" y="101"/>
                      <a:pt x="18" y="101"/>
                      <a:pt x="18" y="101"/>
                    </a:cubicBezTo>
                    <a:cubicBezTo>
                      <a:pt x="23" y="102"/>
                      <a:pt x="23" y="102"/>
                      <a:pt x="23" y="102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39" y="94"/>
                      <a:pt x="39" y="94"/>
                      <a:pt x="39" y="94"/>
                    </a:cubicBezTo>
                    <a:cubicBezTo>
                      <a:pt x="40" y="92"/>
                      <a:pt x="40" y="92"/>
                      <a:pt x="40" y="92"/>
                    </a:cubicBezTo>
                    <a:cubicBezTo>
                      <a:pt x="46" y="98"/>
                      <a:pt x="46" y="98"/>
                      <a:pt x="46" y="98"/>
                    </a:cubicBezTo>
                    <a:cubicBezTo>
                      <a:pt x="48" y="98"/>
                      <a:pt x="48" y="98"/>
                      <a:pt x="48" y="98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53" y="87"/>
                      <a:pt x="53" y="87"/>
                      <a:pt x="53" y="87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8" y="76"/>
                      <a:pt x="68" y="76"/>
                      <a:pt x="68" y="76"/>
                    </a:cubicBezTo>
                    <a:cubicBezTo>
                      <a:pt x="72" y="78"/>
                      <a:pt x="72" y="78"/>
                      <a:pt x="72" y="78"/>
                    </a:cubicBezTo>
                    <a:cubicBezTo>
                      <a:pt x="84" y="58"/>
                      <a:pt x="84" y="58"/>
                      <a:pt x="84" y="58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14"/>
                      <a:pt x="96" y="14"/>
                      <a:pt x="96" y="14"/>
                    </a:cubicBezTo>
                    <a:lnTo>
                      <a:pt x="93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8" name="Google Shape;848;p41"/>
              <p:cNvSpPr/>
              <p:nvPr/>
            </p:nvSpPr>
            <p:spPr>
              <a:xfrm>
                <a:off x="5885275" y="3322758"/>
                <a:ext cx="254748" cy="25827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30" extrusionOk="0">
                    <a:moveTo>
                      <a:pt x="128" y="37"/>
                    </a:moveTo>
                    <a:cubicBezTo>
                      <a:pt x="127" y="33"/>
                      <a:pt x="126" y="30"/>
                      <a:pt x="125" y="26"/>
                    </a:cubicBezTo>
                    <a:cubicBezTo>
                      <a:pt x="124" y="20"/>
                      <a:pt x="124" y="14"/>
                      <a:pt x="124" y="7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56" y="35"/>
                      <a:pt x="56" y="35"/>
                      <a:pt x="56" y="35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2" y="39"/>
                      <a:pt x="50" y="40"/>
                      <a:pt x="48" y="42"/>
                    </a:cubicBezTo>
                    <a:cubicBezTo>
                      <a:pt x="45" y="44"/>
                      <a:pt x="41" y="46"/>
                      <a:pt x="37" y="49"/>
                    </a:cubicBezTo>
                    <a:cubicBezTo>
                      <a:pt x="38" y="77"/>
                      <a:pt x="38" y="77"/>
                      <a:pt x="38" y="77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27" y="89"/>
                      <a:pt x="24" y="90"/>
                      <a:pt x="21" y="91"/>
                    </a:cubicBezTo>
                    <a:cubicBezTo>
                      <a:pt x="16" y="92"/>
                      <a:pt x="10" y="92"/>
                      <a:pt x="5" y="94"/>
                    </a:cubicBezTo>
                    <a:cubicBezTo>
                      <a:pt x="4" y="94"/>
                      <a:pt x="3" y="94"/>
                      <a:pt x="2" y="94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9" y="121"/>
                      <a:pt x="9" y="121"/>
                      <a:pt x="9" y="121"/>
                    </a:cubicBezTo>
                    <a:cubicBezTo>
                      <a:pt x="15" y="123"/>
                      <a:pt x="15" y="123"/>
                      <a:pt x="15" y="123"/>
                    </a:cubicBezTo>
                    <a:cubicBezTo>
                      <a:pt x="16" y="129"/>
                      <a:pt x="16" y="129"/>
                      <a:pt x="16" y="129"/>
                    </a:cubicBezTo>
                    <a:cubicBezTo>
                      <a:pt x="23" y="125"/>
                      <a:pt x="23" y="125"/>
                      <a:pt x="23" y="125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35" y="115"/>
                      <a:pt x="35" y="115"/>
                      <a:pt x="35" y="115"/>
                    </a:cubicBezTo>
                    <a:cubicBezTo>
                      <a:pt x="47" y="110"/>
                      <a:pt x="47" y="110"/>
                      <a:pt x="47" y="110"/>
                    </a:cubicBezTo>
                    <a:cubicBezTo>
                      <a:pt x="58" y="112"/>
                      <a:pt x="58" y="112"/>
                      <a:pt x="58" y="112"/>
                    </a:cubicBezTo>
                    <a:cubicBezTo>
                      <a:pt x="64" y="123"/>
                      <a:pt x="64" y="123"/>
                      <a:pt x="64" y="123"/>
                    </a:cubicBezTo>
                    <a:cubicBezTo>
                      <a:pt x="64" y="123"/>
                      <a:pt x="64" y="123"/>
                      <a:pt x="64" y="123"/>
                    </a:cubicBezTo>
                    <a:cubicBezTo>
                      <a:pt x="67" y="122"/>
                      <a:pt x="70" y="121"/>
                      <a:pt x="73" y="121"/>
                    </a:cubicBezTo>
                    <a:cubicBezTo>
                      <a:pt x="76" y="120"/>
                      <a:pt x="79" y="120"/>
                      <a:pt x="82" y="120"/>
                    </a:cubicBezTo>
                    <a:cubicBezTo>
                      <a:pt x="82" y="120"/>
                      <a:pt x="82" y="120"/>
                      <a:pt x="82" y="120"/>
                    </a:cubicBezTo>
                    <a:cubicBezTo>
                      <a:pt x="89" y="115"/>
                      <a:pt x="89" y="115"/>
                      <a:pt x="89" y="115"/>
                    </a:cubicBezTo>
                    <a:cubicBezTo>
                      <a:pt x="100" y="114"/>
                      <a:pt x="100" y="114"/>
                      <a:pt x="100" y="114"/>
                    </a:cubicBezTo>
                    <a:cubicBezTo>
                      <a:pt x="105" y="117"/>
                      <a:pt x="105" y="117"/>
                      <a:pt x="105" y="117"/>
                    </a:cubicBezTo>
                    <a:cubicBezTo>
                      <a:pt x="117" y="115"/>
                      <a:pt x="117" y="115"/>
                      <a:pt x="117" y="115"/>
                    </a:cubicBezTo>
                    <a:cubicBezTo>
                      <a:pt x="118" y="109"/>
                      <a:pt x="120" y="104"/>
                      <a:pt x="122" y="98"/>
                    </a:cubicBezTo>
                    <a:cubicBezTo>
                      <a:pt x="122" y="95"/>
                      <a:pt x="124" y="92"/>
                      <a:pt x="125" y="89"/>
                    </a:cubicBezTo>
                    <a:cubicBezTo>
                      <a:pt x="127" y="47"/>
                      <a:pt x="127" y="47"/>
                      <a:pt x="127" y="47"/>
                    </a:cubicBezTo>
                    <a:lnTo>
                      <a:pt x="128" y="3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9" name="Google Shape;849;p41"/>
              <p:cNvSpPr/>
              <p:nvPr/>
            </p:nvSpPr>
            <p:spPr>
              <a:xfrm>
                <a:off x="6080153" y="4197356"/>
                <a:ext cx="238313" cy="277054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40" extrusionOk="0">
                    <a:moveTo>
                      <a:pt x="120" y="8"/>
                    </a:moveTo>
                    <a:cubicBezTo>
                      <a:pt x="119" y="8"/>
                      <a:pt x="118" y="8"/>
                      <a:pt x="117" y="8"/>
                    </a:cubicBezTo>
                    <a:cubicBezTo>
                      <a:pt x="112" y="8"/>
                      <a:pt x="106" y="8"/>
                      <a:pt x="100" y="8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97" y="9"/>
                      <a:pt x="95" y="10"/>
                      <a:pt x="93" y="11"/>
                    </a:cubicBezTo>
                    <a:cubicBezTo>
                      <a:pt x="91" y="11"/>
                      <a:pt x="91" y="11"/>
                      <a:pt x="91" y="11"/>
                    </a:cubicBezTo>
                    <a:cubicBezTo>
                      <a:pt x="87" y="12"/>
                      <a:pt x="84" y="14"/>
                      <a:pt x="81" y="14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55" y="3"/>
                      <a:pt x="55" y="3"/>
                      <a:pt x="55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1" y="3"/>
                      <a:pt x="34" y="2"/>
                      <a:pt x="27" y="2"/>
                    </a:cubicBezTo>
                    <a:cubicBezTo>
                      <a:pt x="24" y="2"/>
                      <a:pt x="21" y="1"/>
                      <a:pt x="19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8"/>
                      <a:pt x="1" y="11"/>
                      <a:pt x="2" y="13"/>
                    </a:cubicBezTo>
                    <a:cubicBezTo>
                      <a:pt x="3" y="14"/>
                      <a:pt x="3" y="15"/>
                      <a:pt x="4" y="16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8"/>
                      <a:pt x="21" y="68"/>
                      <a:pt x="21" y="68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34" y="119"/>
                      <a:pt x="34" y="119"/>
                      <a:pt x="34" y="119"/>
                    </a:cubicBezTo>
                    <a:cubicBezTo>
                      <a:pt x="39" y="126"/>
                      <a:pt x="39" y="126"/>
                      <a:pt x="39" y="126"/>
                    </a:cubicBezTo>
                    <a:cubicBezTo>
                      <a:pt x="45" y="129"/>
                      <a:pt x="45" y="129"/>
                      <a:pt x="45" y="129"/>
                    </a:cubicBezTo>
                    <a:cubicBezTo>
                      <a:pt x="47" y="133"/>
                      <a:pt x="47" y="133"/>
                      <a:pt x="47" y="133"/>
                    </a:cubicBezTo>
                    <a:cubicBezTo>
                      <a:pt x="51" y="130"/>
                      <a:pt x="51" y="130"/>
                      <a:pt x="51" y="130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71" y="137"/>
                      <a:pt x="71" y="137"/>
                      <a:pt x="71" y="137"/>
                    </a:cubicBezTo>
                    <a:cubicBezTo>
                      <a:pt x="71" y="90"/>
                      <a:pt x="71" y="90"/>
                      <a:pt x="71" y="90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83" y="57"/>
                      <a:pt x="83" y="57"/>
                      <a:pt x="83" y="57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100" y="15"/>
                      <a:pt x="100" y="15"/>
                      <a:pt x="100" y="15"/>
                    </a:cubicBezTo>
                    <a:cubicBezTo>
                      <a:pt x="102" y="20"/>
                      <a:pt x="102" y="20"/>
                      <a:pt x="102" y="20"/>
                    </a:cubicBezTo>
                    <a:cubicBezTo>
                      <a:pt x="120" y="11"/>
                      <a:pt x="120" y="11"/>
                      <a:pt x="120" y="11"/>
                    </a:cubicBezTo>
                    <a:lnTo>
                      <a:pt x="120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0" name="Google Shape;850;p41"/>
              <p:cNvSpPr/>
              <p:nvPr/>
            </p:nvSpPr>
            <p:spPr>
              <a:xfrm>
                <a:off x="6404165" y="4054133"/>
                <a:ext cx="204269" cy="36510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4" extrusionOk="0">
                    <a:moveTo>
                      <a:pt x="49" y="16"/>
                    </a:moveTo>
                    <a:cubicBezTo>
                      <a:pt x="45" y="22"/>
                      <a:pt x="45" y="22"/>
                      <a:pt x="45" y="22"/>
                    </a:cubicBezTo>
                    <a:cubicBezTo>
                      <a:pt x="47" y="29"/>
                      <a:pt x="50" y="37"/>
                      <a:pt x="52" y="43"/>
                    </a:cubicBezTo>
                    <a:cubicBezTo>
                      <a:pt x="52" y="47"/>
                      <a:pt x="52" y="47"/>
                      <a:pt x="52" y="47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34" y="67"/>
                      <a:pt x="34" y="67"/>
                      <a:pt x="34" y="67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29" y="54"/>
                      <a:pt x="29" y="54"/>
                      <a:pt x="29" y="54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5"/>
                      <a:pt x="1" y="60"/>
                      <a:pt x="2" y="66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105"/>
                      <a:pt x="21" y="105"/>
                      <a:pt x="21" y="105"/>
                    </a:cubicBezTo>
                    <a:cubicBezTo>
                      <a:pt x="17" y="115"/>
                      <a:pt x="14" y="124"/>
                      <a:pt x="11" y="134"/>
                    </a:cubicBezTo>
                    <a:cubicBezTo>
                      <a:pt x="14" y="151"/>
                      <a:pt x="14" y="151"/>
                      <a:pt x="14" y="151"/>
                    </a:cubicBezTo>
                    <a:cubicBezTo>
                      <a:pt x="15" y="157"/>
                      <a:pt x="16" y="163"/>
                      <a:pt x="17" y="169"/>
                    </a:cubicBezTo>
                    <a:cubicBezTo>
                      <a:pt x="17" y="172"/>
                      <a:pt x="18" y="176"/>
                      <a:pt x="19" y="178"/>
                    </a:cubicBezTo>
                    <a:cubicBezTo>
                      <a:pt x="20" y="182"/>
                      <a:pt x="20" y="182"/>
                      <a:pt x="20" y="182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2" y="179"/>
                      <a:pt x="34" y="173"/>
                      <a:pt x="35" y="167"/>
                    </a:cubicBezTo>
                    <a:cubicBezTo>
                      <a:pt x="32" y="167"/>
                      <a:pt x="32" y="167"/>
                      <a:pt x="32" y="167"/>
                    </a:cubicBezTo>
                    <a:cubicBezTo>
                      <a:pt x="32" y="163"/>
                      <a:pt x="32" y="163"/>
                      <a:pt x="32" y="163"/>
                    </a:cubicBezTo>
                    <a:cubicBezTo>
                      <a:pt x="39" y="156"/>
                      <a:pt x="45" y="149"/>
                      <a:pt x="50" y="140"/>
                    </a:cubicBezTo>
                    <a:cubicBezTo>
                      <a:pt x="52" y="136"/>
                      <a:pt x="54" y="132"/>
                      <a:pt x="54" y="127"/>
                    </a:cubicBezTo>
                    <a:cubicBezTo>
                      <a:pt x="52" y="125"/>
                      <a:pt x="52" y="125"/>
                      <a:pt x="52" y="125"/>
                    </a:cubicBezTo>
                    <a:cubicBezTo>
                      <a:pt x="50" y="127"/>
                      <a:pt x="50" y="127"/>
                      <a:pt x="50" y="127"/>
                    </a:cubicBezTo>
                    <a:cubicBezTo>
                      <a:pt x="50" y="123"/>
                      <a:pt x="50" y="119"/>
                      <a:pt x="49" y="115"/>
                    </a:cubicBezTo>
                    <a:cubicBezTo>
                      <a:pt x="47" y="113"/>
                      <a:pt x="45" y="110"/>
                      <a:pt x="44" y="108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63" y="95"/>
                      <a:pt x="63" y="95"/>
                      <a:pt x="63" y="95"/>
                    </a:cubicBezTo>
                    <a:cubicBezTo>
                      <a:pt x="69" y="89"/>
                      <a:pt x="75" y="83"/>
                      <a:pt x="81" y="76"/>
                    </a:cubicBezTo>
                    <a:cubicBezTo>
                      <a:pt x="87" y="70"/>
                      <a:pt x="93" y="63"/>
                      <a:pt x="96" y="55"/>
                    </a:cubicBezTo>
                    <a:cubicBezTo>
                      <a:pt x="99" y="50"/>
                      <a:pt x="101" y="45"/>
                      <a:pt x="103" y="39"/>
                    </a:cubicBezTo>
                    <a:cubicBezTo>
                      <a:pt x="99" y="35"/>
                      <a:pt x="99" y="35"/>
                      <a:pt x="99" y="35"/>
                    </a:cubicBezTo>
                    <a:cubicBezTo>
                      <a:pt x="99" y="26"/>
                      <a:pt x="98" y="16"/>
                      <a:pt x="97" y="8"/>
                    </a:cubicBezTo>
                    <a:cubicBezTo>
                      <a:pt x="97" y="5"/>
                      <a:pt x="96" y="3"/>
                      <a:pt x="96" y="0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48" y="16"/>
                      <a:pt x="48" y="16"/>
                      <a:pt x="48" y="16"/>
                    </a:cubicBezTo>
                    <a:lnTo>
                      <a:pt x="49" y="1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1" name="Google Shape;851;p41"/>
              <p:cNvSpPr/>
              <p:nvPr/>
            </p:nvSpPr>
            <p:spPr>
              <a:xfrm>
                <a:off x="5568307" y="3239406"/>
                <a:ext cx="231269" cy="288794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45" extrusionOk="0">
                    <a:moveTo>
                      <a:pt x="82" y="0"/>
                    </a:moveTo>
                    <a:cubicBezTo>
                      <a:pt x="82" y="12"/>
                      <a:pt x="82" y="12"/>
                      <a:pt x="82" y="1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43" y="52"/>
                      <a:pt x="43" y="52"/>
                      <a:pt x="43" y="52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2" y="68"/>
                      <a:pt x="2" y="68"/>
                      <a:pt x="2" y="6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4" y="73"/>
                      <a:pt x="4" y="73"/>
                      <a:pt x="4" y="7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10" y="79"/>
                      <a:pt x="10" y="79"/>
                      <a:pt x="10" y="79"/>
                    </a:cubicBezTo>
                    <a:cubicBezTo>
                      <a:pt x="10" y="83"/>
                      <a:pt x="10" y="83"/>
                      <a:pt x="10" y="83"/>
                    </a:cubicBezTo>
                    <a:cubicBezTo>
                      <a:pt x="11" y="88"/>
                      <a:pt x="11" y="88"/>
                      <a:pt x="11" y="88"/>
                    </a:cubicBezTo>
                    <a:cubicBezTo>
                      <a:pt x="8" y="93"/>
                      <a:pt x="8" y="93"/>
                      <a:pt x="8" y="93"/>
                    </a:cubicBezTo>
                    <a:cubicBezTo>
                      <a:pt x="15" y="98"/>
                      <a:pt x="16" y="106"/>
                      <a:pt x="9" y="119"/>
                    </a:cubicBezTo>
                    <a:cubicBezTo>
                      <a:pt x="7" y="123"/>
                      <a:pt x="7" y="123"/>
                      <a:pt x="7" y="123"/>
                    </a:cubicBezTo>
                    <a:cubicBezTo>
                      <a:pt x="8" y="123"/>
                      <a:pt x="8" y="123"/>
                      <a:pt x="8" y="123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32" y="123"/>
                      <a:pt x="32" y="123"/>
                      <a:pt x="32" y="123"/>
                    </a:cubicBezTo>
                    <a:cubicBezTo>
                      <a:pt x="34" y="123"/>
                      <a:pt x="34" y="123"/>
                      <a:pt x="34" y="123"/>
                    </a:cubicBezTo>
                    <a:cubicBezTo>
                      <a:pt x="55" y="145"/>
                      <a:pt x="55" y="145"/>
                      <a:pt x="55" y="145"/>
                    </a:cubicBezTo>
                    <a:cubicBezTo>
                      <a:pt x="60" y="141"/>
                      <a:pt x="60" y="141"/>
                      <a:pt x="60" y="141"/>
                    </a:cubicBezTo>
                    <a:cubicBezTo>
                      <a:pt x="60" y="140"/>
                      <a:pt x="60" y="140"/>
                      <a:pt x="60" y="140"/>
                    </a:cubicBezTo>
                    <a:cubicBezTo>
                      <a:pt x="61" y="128"/>
                      <a:pt x="61" y="128"/>
                      <a:pt x="61" y="128"/>
                    </a:cubicBezTo>
                    <a:cubicBezTo>
                      <a:pt x="64" y="124"/>
                      <a:pt x="64" y="124"/>
                      <a:pt x="64" y="124"/>
                    </a:cubicBezTo>
                    <a:cubicBezTo>
                      <a:pt x="68" y="132"/>
                      <a:pt x="68" y="132"/>
                      <a:pt x="68" y="132"/>
                    </a:cubicBezTo>
                    <a:cubicBezTo>
                      <a:pt x="73" y="128"/>
                      <a:pt x="73" y="128"/>
                      <a:pt x="73" y="128"/>
                    </a:cubicBezTo>
                    <a:cubicBezTo>
                      <a:pt x="102" y="128"/>
                      <a:pt x="102" y="128"/>
                      <a:pt x="102" y="128"/>
                    </a:cubicBezTo>
                    <a:cubicBezTo>
                      <a:pt x="105" y="118"/>
                      <a:pt x="105" y="118"/>
                      <a:pt x="105" y="118"/>
                    </a:cubicBezTo>
                    <a:cubicBezTo>
                      <a:pt x="103" y="115"/>
                      <a:pt x="103" y="115"/>
                      <a:pt x="103" y="115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117" y="30"/>
                      <a:pt x="117" y="30"/>
                      <a:pt x="117" y="30"/>
                    </a:cubicBezTo>
                    <a:cubicBezTo>
                      <a:pt x="114" y="27"/>
                      <a:pt x="114" y="27"/>
                      <a:pt x="114" y="27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2" name="Google Shape;852;p41"/>
              <p:cNvSpPr/>
              <p:nvPr/>
            </p:nvSpPr>
            <p:spPr>
              <a:xfrm>
                <a:off x="5677485" y="3299278"/>
                <a:ext cx="284098" cy="306403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54" extrusionOk="0">
                    <a:moveTo>
                      <a:pt x="62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8" y="85"/>
                      <a:pt x="48" y="85"/>
                      <a:pt x="48" y="8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7" y="98"/>
                      <a:pt x="47" y="98"/>
                      <a:pt x="47" y="98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3" y="102"/>
                      <a:pt x="13" y="102"/>
                      <a:pt x="13" y="102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8" y="96"/>
                      <a:pt x="7" y="97"/>
                      <a:pt x="7" y="99"/>
                    </a:cubicBezTo>
                    <a:cubicBezTo>
                      <a:pt x="6" y="102"/>
                      <a:pt x="5" y="106"/>
                      <a:pt x="5" y="110"/>
                    </a:cubicBezTo>
                    <a:cubicBezTo>
                      <a:pt x="5" y="111"/>
                      <a:pt x="5" y="111"/>
                      <a:pt x="5" y="111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5" y="136"/>
                      <a:pt x="5" y="136"/>
                      <a:pt x="5" y="136"/>
                    </a:cubicBezTo>
                    <a:cubicBezTo>
                      <a:pt x="5" y="139"/>
                      <a:pt x="5" y="139"/>
                      <a:pt x="5" y="139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25" y="142"/>
                      <a:pt x="25" y="142"/>
                      <a:pt x="25" y="142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30" y="154"/>
                      <a:pt x="30" y="154"/>
                      <a:pt x="30" y="154"/>
                    </a:cubicBezTo>
                    <a:cubicBezTo>
                      <a:pt x="48" y="152"/>
                      <a:pt x="48" y="152"/>
                      <a:pt x="48" y="152"/>
                    </a:cubicBezTo>
                    <a:cubicBezTo>
                      <a:pt x="48" y="149"/>
                      <a:pt x="49" y="146"/>
                      <a:pt x="51" y="144"/>
                    </a:cubicBezTo>
                    <a:cubicBezTo>
                      <a:pt x="55" y="136"/>
                      <a:pt x="59" y="129"/>
                      <a:pt x="65" y="122"/>
                    </a:cubicBezTo>
                    <a:cubicBezTo>
                      <a:pt x="69" y="126"/>
                      <a:pt x="69" y="126"/>
                      <a:pt x="69" y="126"/>
                    </a:cubicBezTo>
                    <a:cubicBezTo>
                      <a:pt x="97" y="104"/>
                      <a:pt x="97" y="104"/>
                      <a:pt x="97" y="104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02" y="105"/>
                      <a:pt x="105" y="105"/>
                      <a:pt x="107" y="106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115" y="104"/>
                      <a:pt x="121" y="104"/>
                      <a:pt x="126" y="103"/>
                    </a:cubicBezTo>
                    <a:cubicBezTo>
                      <a:pt x="129" y="102"/>
                      <a:pt x="132" y="101"/>
                      <a:pt x="135" y="101"/>
                    </a:cubicBezTo>
                    <a:cubicBezTo>
                      <a:pt x="136" y="101"/>
                      <a:pt x="136" y="101"/>
                      <a:pt x="136" y="101"/>
                    </a:cubicBezTo>
                    <a:cubicBezTo>
                      <a:pt x="143" y="89"/>
                      <a:pt x="143" y="89"/>
                      <a:pt x="143" y="89"/>
                    </a:cubicBezTo>
                    <a:cubicBezTo>
                      <a:pt x="142" y="61"/>
                      <a:pt x="142" y="61"/>
                      <a:pt x="142" y="61"/>
                    </a:cubicBezTo>
                    <a:cubicBezTo>
                      <a:pt x="135" y="62"/>
                      <a:pt x="135" y="62"/>
                      <a:pt x="135" y="62"/>
                    </a:cubicBezTo>
                    <a:cubicBezTo>
                      <a:pt x="134" y="59"/>
                      <a:pt x="134" y="59"/>
                      <a:pt x="134" y="59"/>
                    </a:cubicBezTo>
                    <a:cubicBezTo>
                      <a:pt x="135" y="52"/>
                      <a:pt x="135" y="52"/>
                      <a:pt x="135" y="52"/>
                    </a:cubicBezTo>
                    <a:cubicBezTo>
                      <a:pt x="129" y="52"/>
                      <a:pt x="129" y="52"/>
                      <a:pt x="129" y="52"/>
                    </a:cubicBezTo>
                    <a:cubicBezTo>
                      <a:pt x="66" y="2"/>
                      <a:pt x="66" y="2"/>
                      <a:pt x="66" y="2"/>
                    </a:cubicBez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3" name="Google Shape;853;p41"/>
              <p:cNvSpPr/>
              <p:nvPr/>
            </p:nvSpPr>
            <p:spPr>
              <a:xfrm>
                <a:off x="6439384" y="4042393"/>
                <a:ext cx="51654" cy="154962"/>
              </a:xfrm>
              <a:custGeom>
                <a:avLst/>
                <a:gdLst/>
                <a:ahLst/>
                <a:cxnLst/>
                <a:rect l="l" t="t" r="r" b="b"/>
                <a:pathLst>
                  <a:path w="26" h="78" extrusionOk="0">
                    <a:moveTo>
                      <a:pt x="14" y="8"/>
                    </a:moveTo>
                    <a:cubicBezTo>
                      <a:pt x="15" y="3"/>
                      <a:pt x="15" y="3"/>
                      <a:pt x="15" y="3"/>
                    </a:cubicBezTo>
                    <a:cubicBezTo>
                      <a:pt x="15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5" y="59"/>
                      <a:pt x="15" y="59"/>
                      <a:pt x="15" y="59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19" y="22"/>
                      <a:pt x="17" y="15"/>
                      <a:pt x="14" y="8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4" name="Google Shape;854;p41"/>
              <p:cNvSpPr/>
              <p:nvPr/>
            </p:nvSpPr>
            <p:spPr>
              <a:xfrm>
                <a:off x="6439384" y="4042393"/>
                <a:ext cx="51654" cy="154962"/>
              </a:xfrm>
              <a:custGeom>
                <a:avLst/>
                <a:gdLst/>
                <a:ahLst/>
                <a:cxnLst/>
                <a:rect l="l" t="t" r="r" b="b"/>
                <a:pathLst>
                  <a:path w="26" h="78" extrusionOk="0">
                    <a:moveTo>
                      <a:pt x="14" y="8"/>
                    </a:moveTo>
                    <a:cubicBezTo>
                      <a:pt x="15" y="3"/>
                      <a:pt x="15" y="3"/>
                      <a:pt x="15" y="3"/>
                    </a:cubicBezTo>
                    <a:cubicBezTo>
                      <a:pt x="15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5" y="59"/>
                      <a:pt x="15" y="59"/>
                      <a:pt x="15" y="59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19" y="22"/>
                      <a:pt x="17" y="15"/>
                      <a:pt x="14" y="8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6637782" y="4091699"/>
                <a:ext cx="137353" cy="293489"/>
              </a:xfrm>
              <a:custGeom>
                <a:avLst/>
                <a:gdLst/>
                <a:ahLst/>
                <a:cxnLst/>
                <a:rect l="l" t="t" r="r" b="b"/>
                <a:pathLst>
                  <a:path w="69" h="148" extrusionOk="0">
                    <a:moveTo>
                      <a:pt x="64" y="47"/>
                    </a:moveTo>
                    <a:cubicBezTo>
                      <a:pt x="69" y="41"/>
                      <a:pt x="69" y="41"/>
                      <a:pt x="69" y="41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6" y="6"/>
                      <a:pt x="56" y="6"/>
                      <a:pt x="56" y="6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5" y="20"/>
                      <a:pt x="45" y="20"/>
                      <a:pt x="45" y="20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9" y="35"/>
                      <a:pt x="32" y="44"/>
                      <a:pt x="19" y="49"/>
                    </a:cubicBezTo>
                    <a:cubicBezTo>
                      <a:pt x="10" y="51"/>
                      <a:pt x="10" y="51"/>
                      <a:pt x="10" y="51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7" y="99"/>
                      <a:pt x="7" y="99"/>
                      <a:pt x="7" y="99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3" y="125"/>
                      <a:pt x="3" y="125"/>
                      <a:pt x="3" y="125"/>
                    </a:cubicBezTo>
                    <a:cubicBezTo>
                      <a:pt x="4" y="133"/>
                      <a:pt x="4" y="133"/>
                      <a:pt x="4" y="133"/>
                    </a:cubicBezTo>
                    <a:cubicBezTo>
                      <a:pt x="12" y="147"/>
                      <a:pt x="12" y="147"/>
                      <a:pt x="12" y="147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24" y="144"/>
                      <a:pt x="24" y="144"/>
                      <a:pt x="24" y="144"/>
                    </a:cubicBezTo>
                    <a:cubicBezTo>
                      <a:pt x="33" y="143"/>
                      <a:pt x="33" y="143"/>
                      <a:pt x="33" y="143"/>
                    </a:cubicBezTo>
                    <a:cubicBezTo>
                      <a:pt x="38" y="136"/>
                      <a:pt x="38" y="136"/>
                      <a:pt x="38" y="136"/>
                    </a:cubicBezTo>
                    <a:cubicBezTo>
                      <a:pt x="44" y="119"/>
                      <a:pt x="44" y="119"/>
                      <a:pt x="44" y="119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59" y="64"/>
                      <a:pt x="59" y="64"/>
                      <a:pt x="59" y="64"/>
                    </a:cubicBezTo>
                    <a:cubicBezTo>
                      <a:pt x="59" y="58"/>
                      <a:pt x="59" y="58"/>
                      <a:pt x="59" y="58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61" y="40"/>
                      <a:pt x="61" y="40"/>
                      <a:pt x="61" y="40"/>
                    </a:cubicBezTo>
                    <a:lnTo>
                      <a:pt x="64" y="4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6042586" y="3098531"/>
                <a:ext cx="279401" cy="33810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70" extrusionOk="0">
                    <a:moveTo>
                      <a:pt x="3" y="83"/>
                    </a:moveTo>
                    <a:cubicBezTo>
                      <a:pt x="11" y="103"/>
                      <a:pt x="11" y="103"/>
                      <a:pt x="11" y="103"/>
                    </a:cubicBezTo>
                    <a:cubicBezTo>
                      <a:pt x="21" y="113"/>
                      <a:pt x="21" y="113"/>
                      <a:pt x="21" y="113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127" y="170"/>
                      <a:pt x="127" y="170"/>
                      <a:pt x="127" y="170"/>
                    </a:cubicBezTo>
                    <a:cubicBezTo>
                      <a:pt x="127" y="167"/>
                      <a:pt x="127" y="166"/>
                      <a:pt x="128" y="164"/>
                    </a:cubicBezTo>
                    <a:cubicBezTo>
                      <a:pt x="128" y="158"/>
                      <a:pt x="128" y="158"/>
                      <a:pt x="128" y="158"/>
                    </a:cubicBezTo>
                    <a:cubicBezTo>
                      <a:pt x="136" y="158"/>
                      <a:pt x="136" y="158"/>
                      <a:pt x="136" y="158"/>
                    </a:cubicBezTo>
                    <a:cubicBezTo>
                      <a:pt x="136" y="131"/>
                      <a:pt x="136" y="131"/>
                      <a:pt x="136" y="131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5" y="43"/>
                      <a:pt x="135" y="43"/>
                      <a:pt x="135" y="43"/>
                    </a:cubicBezTo>
                    <a:cubicBezTo>
                      <a:pt x="139" y="36"/>
                      <a:pt x="139" y="36"/>
                      <a:pt x="139" y="36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41" y="18"/>
                      <a:pt x="141" y="18"/>
                      <a:pt x="141" y="18"/>
                    </a:cubicBezTo>
                    <a:cubicBezTo>
                      <a:pt x="131" y="19"/>
                      <a:pt x="131" y="19"/>
                      <a:pt x="131" y="19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16" y="9"/>
                      <a:pt x="116" y="9"/>
                      <a:pt x="116" y="9"/>
                    </a:cubicBezTo>
                    <a:cubicBezTo>
                      <a:pt x="105" y="12"/>
                      <a:pt x="100" y="14"/>
                      <a:pt x="99" y="14"/>
                    </a:cubicBezTo>
                    <a:cubicBezTo>
                      <a:pt x="99" y="14"/>
                      <a:pt x="98" y="16"/>
                      <a:pt x="96" y="20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28" y="6"/>
                      <a:pt x="23" y="4"/>
                      <a:pt x="18" y="0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37"/>
                      <a:pt x="1" y="38"/>
                      <a:pt x="1" y="39"/>
                    </a:cubicBezTo>
                    <a:cubicBezTo>
                      <a:pt x="2" y="43"/>
                      <a:pt x="2" y="43"/>
                      <a:pt x="2" y="43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7" name="Google Shape;857;p41"/>
              <p:cNvSpPr/>
              <p:nvPr/>
            </p:nvSpPr>
            <p:spPr>
              <a:xfrm>
                <a:off x="6042586" y="3098531"/>
                <a:ext cx="279401" cy="33810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70" extrusionOk="0">
                    <a:moveTo>
                      <a:pt x="3" y="83"/>
                    </a:moveTo>
                    <a:cubicBezTo>
                      <a:pt x="11" y="103"/>
                      <a:pt x="11" y="103"/>
                      <a:pt x="11" y="103"/>
                    </a:cubicBezTo>
                    <a:cubicBezTo>
                      <a:pt x="21" y="113"/>
                      <a:pt x="21" y="113"/>
                      <a:pt x="21" y="113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127" y="170"/>
                      <a:pt x="127" y="170"/>
                      <a:pt x="127" y="170"/>
                    </a:cubicBezTo>
                    <a:cubicBezTo>
                      <a:pt x="127" y="167"/>
                      <a:pt x="127" y="166"/>
                      <a:pt x="128" y="164"/>
                    </a:cubicBezTo>
                    <a:cubicBezTo>
                      <a:pt x="128" y="158"/>
                      <a:pt x="128" y="158"/>
                      <a:pt x="128" y="158"/>
                    </a:cubicBezTo>
                    <a:cubicBezTo>
                      <a:pt x="136" y="158"/>
                      <a:pt x="136" y="158"/>
                      <a:pt x="136" y="158"/>
                    </a:cubicBezTo>
                    <a:cubicBezTo>
                      <a:pt x="136" y="131"/>
                      <a:pt x="136" y="131"/>
                      <a:pt x="136" y="131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5" y="43"/>
                      <a:pt x="135" y="43"/>
                      <a:pt x="135" y="43"/>
                    </a:cubicBezTo>
                    <a:cubicBezTo>
                      <a:pt x="139" y="36"/>
                      <a:pt x="139" y="36"/>
                      <a:pt x="139" y="36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41" y="18"/>
                      <a:pt x="141" y="18"/>
                      <a:pt x="141" y="18"/>
                    </a:cubicBezTo>
                    <a:cubicBezTo>
                      <a:pt x="131" y="19"/>
                      <a:pt x="131" y="19"/>
                      <a:pt x="131" y="19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16" y="9"/>
                      <a:pt x="116" y="9"/>
                      <a:pt x="116" y="9"/>
                    </a:cubicBezTo>
                    <a:cubicBezTo>
                      <a:pt x="105" y="12"/>
                      <a:pt x="100" y="14"/>
                      <a:pt x="99" y="14"/>
                    </a:cubicBezTo>
                    <a:cubicBezTo>
                      <a:pt x="99" y="14"/>
                      <a:pt x="98" y="16"/>
                      <a:pt x="96" y="20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28" y="6"/>
                      <a:pt x="23" y="4"/>
                      <a:pt x="18" y="0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37"/>
                      <a:pt x="1" y="38"/>
                      <a:pt x="1" y="39"/>
                    </a:cubicBezTo>
                    <a:cubicBezTo>
                      <a:pt x="2" y="43"/>
                      <a:pt x="2" y="43"/>
                      <a:pt x="2" y="43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8" name="Google Shape;858;p41"/>
              <p:cNvSpPr/>
              <p:nvPr/>
            </p:nvSpPr>
            <p:spPr>
              <a:xfrm>
                <a:off x="5675137" y="3654987"/>
                <a:ext cx="66915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34" h="39" extrusionOk="0">
                    <a:moveTo>
                      <a:pt x="11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5" y="19"/>
                      <a:pt x="11" y="23"/>
                      <a:pt x="16" y="26"/>
                    </a:cubicBezTo>
                    <a:cubicBezTo>
                      <a:pt x="21" y="30"/>
                      <a:pt x="26" y="35"/>
                      <a:pt x="31" y="39"/>
                    </a:cubicBezTo>
                    <a:cubicBezTo>
                      <a:pt x="34" y="24"/>
                      <a:pt x="34" y="24"/>
                      <a:pt x="34" y="24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6350163" y="4455626"/>
                <a:ext cx="43436" cy="49306"/>
              </a:xfrm>
              <a:custGeom>
                <a:avLst/>
                <a:gdLst/>
                <a:ahLst/>
                <a:cxnLst/>
                <a:rect l="l" t="t" r="r" b="b"/>
                <a:pathLst>
                  <a:path w="37" h="42" extrusionOk="0">
                    <a:moveTo>
                      <a:pt x="0" y="20"/>
                    </a:moveTo>
                    <a:lnTo>
                      <a:pt x="10" y="42"/>
                    </a:lnTo>
                    <a:lnTo>
                      <a:pt x="22" y="40"/>
                    </a:lnTo>
                    <a:lnTo>
                      <a:pt x="24" y="32"/>
                    </a:lnTo>
                    <a:lnTo>
                      <a:pt x="36" y="30"/>
                    </a:lnTo>
                    <a:lnTo>
                      <a:pt x="37" y="13"/>
                    </a:lnTo>
                    <a:lnTo>
                      <a:pt x="22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6467558" y="3740686"/>
                <a:ext cx="149092" cy="207791"/>
              </a:xfrm>
              <a:custGeom>
                <a:avLst/>
                <a:gdLst/>
                <a:ahLst/>
                <a:cxnLst/>
                <a:rect l="l" t="t" r="r" b="b"/>
                <a:pathLst>
                  <a:path w="75" h="105" extrusionOk="0">
                    <a:moveTo>
                      <a:pt x="69" y="14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0"/>
                      <a:pt x="14" y="0"/>
                      <a:pt x="13" y="0"/>
                    </a:cubicBezTo>
                    <a:cubicBezTo>
                      <a:pt x="10" y="0"/>
                      <a:pt x="6" y="0"/>
                      <a:pt x="3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9" y="27"/>
                      <a:pt x="8" y="37"/>
                      <a:pt x="7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8" y="56"/>
                      <a:pt x="18" y="56"/>
                      <a:pt x="18" y="56"/>
                    </a:cubicBezTo>
                    <a:cubicBezTo>
                      <a:pt x="12" y="57"/>
                      <a:pt x="12" y="57"/>
                      <a:pt x="12" y="57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9" y="96"/>
                      <a:pt x="39" y="96"/>
                      <a:pt x="39" y="96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52" y="99"/>
                      <a:pt x="54" y="94"/>
                      <a:pt x="57" y="89"/>
                    </a:cubicBezTo>
                    <a:cubicBezTo>
                      <a:pt x="62" y="80"/>
                      <a:pt x="68" y="71"/>
                      <a:pt x="74" y="63"/>
                    </a:cubicBezTo>
                    <a:cubicBezTo>
                      <a:pt x="67" y="53"/>
                      <a:pt x="67" y="53"/>
                      <a:pt x="67" y="53"/>
                    </a:cubicBezTo>
                    <a:cubicBezTo>
                      <a:pt x="68" y="17"/>
                      <a:pt x="68" y="17"/>
                      <a:pt x="68" y="17"/>
                    </a:cubicBezTo>
                    <a:lnTo>
                      <a:pt x="69" y="1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1" name="Google Shape;861;p41"/>
              <p:cNvSpPr/>
              <p:nvPr/>
            </p:nvSpPr>
            <p:spPr>
              <a:xfrm>
                <a:off x="6040237" y="3798210"/>
                <a:ext cx="36392" cy="2347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0" extrusionOk="0">
                    <a:moveTo>
                      <a:pt x="31" y="20"/>
                    </a:moveTo>
                    <a:lnTo>
                      <a:pt x="31" y="0"/>
                    </a:lnTo>
                    <a:lnTo>
                      <a:pt x="4" y="0"/>
                    </a:lnTo>
                    <a:lnTo>
                      <a:pt x="0" y="11"/>
                    </a:lnTo>
                    <a:lnTo>
                      <a:pt x="7" y="18"/>
                    </a:lnTo>
                    <a:lnTo>
                      <a:pt x="4" y="20"/>
                    </a:lnTo>
                    <a:lnTo>
                      <a:pt x="31" y="2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2" name="Google Shape;862;p41"/>
              <p:cNvSpPr/>
              <p:nvPr/>
            </p:nvSpPr>
            <p:spPr>
              <a:xfrm>
                <a:off x="5588264" y="3566941"/>
                <a:ext cx="57524" cy="48133"/>
              </a:xfrm>
              <a:custGeom>
                <a:avLst/>
                <a:gdLst/>
                <a:ahLst/>
                <a:cxnLst/>
                <a:rect l="l" t="t" r="r" b="b"/>
                <a:pathLst>
                  <a:path w="29" h="24" extrusionOk="0">
                    <a:moveTo>
                      <a:pt x="28" y="15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4" y="1"/>
                      <a:pt x="19" y="2"/>
                      <a:pt x="15" y="3"/>
                    </a:cubicBezTo>
                    <a:cubicBezTo>
                      <a:pt x="10" y="5"/>
                      <a:pt x="5" y="7"/>
                      <a:pt x="0" y="8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28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5619960" y="3566941"/>
                <a:ext cx="116221" cy="102135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" extrusionOk="0">
                    <a:moveTo>
                      <a:pt x="54" y="7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2" y="27"/>
                      <a:pt x="3" y="28"/>
                    </a:cubicBezTo>
                    <a:cubicBezTo>
                      <a:pt x="4" y="30"/>
                      <a:pt x="5" y="33"/>
                      <a:pt x="6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7" y="51"/>
                      <a:pt x="47" y="51"/>
                      <a:pt x="47" y="51"/>
                    </a:cubicBezTo>
                    <a:cubicBezTo>
                      <a:pt x="54" y="48"/>
                      <a:pt x="54" y="48"/>
                      <a:pt x="54" y="48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52" y="15"/>
                      <a:pt x="52" y="15"/>
                      <a:pt x="52" y="15"/>
                    </a:cubicBezTo>
                    <a:lnTo>
                      <a:pt x="54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5832447" y="3611551"/>
                <a:ext cx="58698" cy="1244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6" extrusionOk="0">
                    <a:moveTo>
                      <a:pt x="49" y="86"/>
                    </a:moveTo>
                    <a:lnTo>
                      <a:pt x="11" y="106"/>
                    </a:lnTo>
                    <a:lnTo>
                      <a:pt x="0" y="103"/>
                    </a:lnTo>
                    <a:lnTo>
                      <a:pt x="3" y="44"/>
                    </a:lnTo>
                    <a:lnTo>
                      <a:pt x="3" y="20"/>
                    </a:lnTo>
                    <a:lnTo>
                      <a:pt x="6" y="6"/>
                    </a:lnTo>
                    <a:lnTo>
                      <a:pt x="44" y="0"/>
                    </a:lnTo>
                    <a:lnTo>
                      <a:pt x="50" y="25"/>
                    </a:lnTo>
                    <a:lnTo>
                      <a:pt x="49" y="8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5" name="Google Shape;865;p41"/>
              <p:cNvSpPr/>
              <p:nvPr/>
            </p:nvSpPr>
            <p:spPr>
              <a:xfrm>
                <a:off x="5577698" y="3539939"/>
                <a:ext cx="63394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" extrusionOk="0">
                    <a:moveTo>
                      <a:pt x="32" y="8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26" y="0"/>
                      <a:pt x="21" y="0"/>
                      <a:pt x="16" y="1"/>
                    </a:cubicBezTo>
                    <a:cubicBezTo>
                      <a:pt x="11" y="1"/>
                      <a:pt x="5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2" y="11"/>
                      <a:pt x="22" y="9"/>
                      <a:pt x="32" y="8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6" name="Google Shape;866;p41"/>
              <p:cNvSpPr/>
              <p:nvPr/>
            </p:nvSpPr>
            <p:spPr>
              <a:xfrm>
                <a:off x="5577698" y="3539939"/>
                <a:ext cx="63394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" extrusionOk="0">
                    <a:moveTo>
                      <a:pt x="32" y="8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26" y="0"/>
                      <a:pt x="21" y="0"/>
                      <a:pt x="16" y="1"/>
                    </a:cubicBezTo>
                    <a:cubicBezTo>
                      <a:pt x="11" y="1"/>
                      <a:pt x="5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2" y="11"/>
                      <a:pt x="22" y="9"/>
                      <a:pt x="32" y="8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6024976" y="3789993"/>
                <a:ext cx="112700" cy="129135"/>
              </a:xfrm>
              <a:custGeom>
                <a:avLst/>
                <a:gdLst/>
                <a:ahLst/>
                <a:cxnLst/>
                <a:rect l="l" t="t" r="r" b="b"/>
                <a:pathLst>
                  <a:path w="57" h="65" extrusionOk="0">
                    <a:moveTo>
                      <a:pt x="56" y="19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" y="39"/>
                      <a:pt x="12" y="48"/>
                      <a:pt x="17" y="57"/>
                    </a:cubicBezTo>
                    <a:cubicBezTo>
                      <a:pt x="20" y="60"/>
                      <a:pt x="21" y="62"/>
                      <a:pt x="23" y="65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1" y="54"/>
                      <a:pt x="31" y="54"/>
                      <a:pt x="31" y="54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48" y="34"/>
                      <a:pt x="48" y="34"/>
                      <a:pt x="48" y="34"/>
                    </a:cubicBezTo>
                    <a:cubicBezTo>
                      <a:pt x="49" y="25"/>
                      <a:pt x="49" y="25"/>
                      <a:pt x="49" y="25"/>
                    </a:cubicBezTo>
                    <a:lnTo>
                      <a:pt x="56" y="1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6467558" y="3517634"/>
                <a:ext cx="238313" cy="24183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22" extrusionOk="0">
                    <a:moveTo>
                      <a:pt x="111" y="76"/>
                    </a:moveTo>
                    <a:cubicBezTo>
                      <a:pt x="106" y="73"/>
                      <a:pt x="102" y="69"/>
                      <a:pt x="97" y="66"/>
                    </a:cubicBezTo>
                    <a:cubicBezTo>
                      <a:pt x="94" y="63"/>
                      <a:pt x="90" y="61"/>
                      <a:pt x="87" y="58"/>
                    </a:cubicBezTo>
                    <a:cubicBezTo>
                      <a:pt x="85" y="55"/>
                      <a:pt x="83" y="53"/>
                      <a:pt x="81" y="51"/>
                    </a:cubicBezTo>
                    <a:cubicBezTo>
                      <a:pt x="81" y="50"/>
                      <a:pt x="81" y="50"/>
                      <a:pt x="81" y="49"/>
                    </a:cubicBezTo>
                    <a:cubicBezTo>
                      <a:pt x="80" y="49"/>
                      <a:pt x="80" y="48"/>
                      <a:pt x="79" y="47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0" y="8"/>
                      <a:pt x="18" y="16"/>
                      <a:pt x="16" y="24"/>
                    </a:cubicBezTo>
                    <a:cubicBezTo>
                      <a:pt x="14" y="33"/>
                      <a:pt x="12" y="42"/>
                      <a:pt x="10" y="51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4" y="71"/>
                      <a:pt x="2" y="74"/>
                      <a:pt x="0" y="77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3" y="111"/>
                      <a:pt x="13" y="111"/>
                      <a:pt x="13" y="111"/>
                    </a:cubicBezTo>
                    <a:cubicBezTo>
                      <a:pt x="17" y="113"/>
                      <a:pt x="17" y="113"/>
                      <a:pt x="17" y="113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3"/>
                      <a:pt x="20" y="113"/>
                      <a:pt x="20" y="113"/>
                    </a:cubicBezTo>
                    <a:cubicBezTo>
                      <a:pt x="25" y="112"/>
                      <a:pt x="25" y="112"/>
                      <a:pt x="25" y="112"/>
                    </a:cubicBezTo>
                    <a:cubicBezTo>
                      <a:pt x="48" y="122"/>
                      <a:pt x="48" y="122"/>
                      <a:pt x="48" y="122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75" y="117"/>
                      <a:pt x="75" y="117"/>
                      <a:pt x="75" y="117"/>
                    </a:cubicBezTo>
                    <a:cubicBezTo>
                      <a:pt x="78" y="114"/>
                      <a:pt x="81" y="111"/>
                      <a:pt x="83" y="108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100" y="105"/>
                      <a:pt x="100" y="105"/>
                      <a:pt x="100" y="105"/>
                    </a:cubicBezTo>
                    <a:cubicBezTo>
                      <a:pt x="120" y="80"/>
                      <a:pt x="120" y="80"/>
                      <a:pt x="120" y="80"/>
                    </a:cubicBezTo>
                    <a:cubicBezTo>
                      <a:pt x="117" y="79"/>
                      <a:pt x="114" y="78"/>
                      <a:pt x="111" y="76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9" name="Google Shape;869;p41"/>
              <p:cNvSpPr/>
              <p:nvPr/>
            </p:nvSpPr>
            <p:spPr>
              <a:xfrm>
                <a:off x="6467558" y="3517634"/>
                <a:ext cx="238313" cy="24183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22" extrusionOk="0">
                    <a:moveTo>
                      <a:pt x="111" y="76"/>
                    </a:moveTo>
                    <a:cubicBezTo>
                      <a:pt x="106" y="73"/>
                      <a:pt x="102" y="69"/>
                      <a:pt x="97" y="66"/>
                    </a:cubicBezTo>
                    <a:cubicBezTo>
                      <a:pt x="94" y="63"/>
                      <a:pt x="90" y="61"/>
                      <a:pt x="87" y="58"/>
                    </a:cubicBezTo>
                    <a:cubicBezTo>
                      <a:pt x="85" y="55"/>
                      <a:pt x="83" y="53"/>
                      <a:pt x="81" y="51"/>
                    </a:cubicBezTo>
                    <a:cubicBezTo>
                      <a:pt x="81" y="50"/>
                      <a:pt x="81" y="50"/>
                      <a:pt x="81" y="49"/>
                    </a:cubicBezTo>
                    <a:cubicBezTo>
                      <a:pt x="80" y="49"/>
                      <a:pt x="80" y="48"/>
                      <a:pt x="79" y="47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0" y="8"/>
                      <a:pt x="18" y="16"/>
                      <a:pt x="16" y="24"/>
                    </a:cubicBezTo>
                    <a:cubicBezTo>
                      <a:pt x="14" y="33"/>
                      <a:pt x="12" y="42"/>
                      <a:pt x="10" y="51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4" y="71"/>
                      <a:pt x="2" y="74"/>
                      <a:pt x="0" y="77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3" y="111"/>
                      <a:pt x="13" y="111"/>
                      <a:pt x="13" y="111"/>
                    </a:cubicBezTo>
                    <a:cubicBezTo>
                      <a:pt x="17" y="113"/>
                      <a:pt x="17" y="113"/>
                      <a:pt x="17" y="113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3"/>
                      <a:pt x="20" y="113"/>
                      <a:pt x="20" y="113"/>
                    </a:cubicBezTo>
                    <a:cubicBezTo>
                      <a:pt x="25" y="112"/>
                      <a:pt x="25" y="112"/>
                      <a:pt x="25" y="112"/>
                    </a:cubicBezTo>
                    <a:cubicBezTo>
                      <a:pt x="48" y="122"/>
                      <a:pt x="48" y="122"/>
                      <a:pt x="48" y="122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75" y="117"/>
                      <a:pt x="75" y="117"/>
                      <a:pt x="75" y="117"/>
                    </a:cubicBezTo>
                    <a:cubicBezTo>
                      <a:pt x="78" y="114"/>
                      <a:pt x="81" y="111"/>
                      <a:pt x="83" y="108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100" y="105"/>
                      <a:pt x="100" y="105"/>
                      <a:pt x="100" y="105"/>
                    </a:cubicBezTo>
                    <a:cubicBezTo>
                      <a:pt x="120" y="80"/>
                      <a:pt x="120" y="80"/>
                      <a:pt x="120" y="80"/>
                    </a:cubicBezTo>
                    <a:cubicBezTo>
                      <a:pt x="117" y="79"/>
                      <a:pt x="114" y="78"/>
                      <a:pt x="111" y="76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0" name="Google Shape;870;p41"/>
              <p:cNvSpPr/>
              <p:nvPr/>
            </p:nvSpPr>
            <p:spPr>
              <a:xfrm>
                <a:off x="6513343" y="3450719"/>
                <a:ext cx="115048" cy="1244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06" extrusionOk="0">
                    <a:moveTo>
                      <a:pt x="35" y="0"/>
                    </a:moveTo>
                    <a:lnTo>
                      <a:pt x="25" y="18"/>
                    </a:lnTo>
                    <a:lnTo>
                      <a:pt x="15" y="23"/>
                    </a:lnTo>
                    <a:lnTo>
                      <a:pt x="0" y="57"/>
                    </a:lnTo>
                    <a:lnTo>
                      <a:pt x="35" y="62"/>
                    </a:lnTo>
                    <a:lnTo>
                      <a:pt x="74" y="106"/>
                    </a:lnTo>
                    <a:lnTo>
                      <a:pt x="98" y="89"/>
                    </a:lnTo>
                    <a:lnTo>
                      <a:pt x="54" y="57"/>
                    </a:lnTo>
                    <a:lnTo>
                      <a:pt x="49" y="4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6310248" y="3134924"/>
                <a:ext cx="191355" cy="224226"/>
              </a:xfrm>
              <a:custGeom>
                <a:avLst/>
                <a:gdLst/>
                <a:ahLst/>
                <a:cxnLst/>
                <a:rect l="l" t="t" r="r" b="b"/>
                <a:pathLst>
                  <a:path w="96" h="113" extrusionOk="0">
                    <a:moveTo>
                      <a:pt x="83" y="9"/>
                    </a:moveTo>
                    <a:cubicBezTo>
                      <a:pt x="78" y="13"/>
                      <a:pt x="74" y="13"/>
                      <a:pt x="70" y="10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113"/>
                      <a:pt x="1" y="113"/>
                      <a:pt x="1" y="113"/>
                    </a:cubicBezTo>
                    <a:cubicBezTo>
                      <a:pt x="88" y="113"/>
                      <a:pt x="88" y="113"/>
                      <a:pt x="88" y="113"/>
                    </a:cubicBezTo>
                    <a:cubicBezTo>
                      <a:pt x="89" y="111"/>
                      <a:pt x="89" y="111"/>
                      <a:pt x="89" y="111"/>
                    </a:cubicBezTo>
                    <a:cubicBezTo>
                      <a:pt x="92" y="109"/>
                      <a:pt x="92" y="109"/>
                      <a:pt x="92" y="109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96" y="104"/>
                      <a:pt x="96" y="104"/>
                      <a:pt x="96" y="104"/>
                    </a:cubicBezTo>
                    <a:cubicBezTo>
                      <a:pt x="94" y="98"/>
                      <a:pt x="94" y="98"/>
                      <a:pt x="94" y="98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5" y="91"/>
                      <a:pt x="95" y="91"/>
                      <a:pt x="95" y="91"/>
                    </a:cubicBezTo>
                    <a:cubicBezTo>
                      <a:pt x="96" y="89"/>
                      <a:pt x="96" y="89"/>
                      <a:pt x="96" y="89"/>
                    </a:cubicBezTo>
                    <a:cubicBezTo>
                      <a:pt x="92" y="86"/>
                      <a:pt x="92" y="86"/>
                      <a:pt x="92" y="86"/>
                    </a:cubicBezTo>
                    <a:cubicBezTo>
                      <a:pt x="82" y="69"/>
                      <a:pt x="82" y="69"/>
                      <a:pt x="82" y="69"/>
                    </a:cubicBezTo>
                    <a:cubicBezTo>
                      <a:pt x="79" y="62"/>
                      <a:pt x="79" y="62"/>
                      <a:pt x="79" y="62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75" y="44"/>
                      <a:pt x="75" y="44"/>
                      <a:pt x="75" y="4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79" y="42"/>
                      <a:pt x="79" y="42"/>
                      <a:pt x="79" y="42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93" y="36"/>
                      <a:pt x="93" y="36"/>
                      <a:pt x="93" y="36"/>
                    </a:cubicBezTo>
                    <a:lnTo>
                      <a:pt x="83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6596694" y="3555201"/>
                <a:ext cx="45784" cy="62220"/>
              </a:xfrm>
              <a:custGeom>
                <a:avLst/>
                <a:gdLst/>
                <a:ahLst/>
                <a:cxnLst/>
                <a:rect l="l" t="t" r="r" b="b"/>
                <a:pathLst>
                  <a:path w="39" h="53" extrusionOk="0">
                    <a:moveTo>
                      <a:pt x="3" y="17"/>
                    </a:moveTo>
                    <a:lnTo>
                      <a:pt x="0" y="43"/>
                    </a:lnTo>
                    <a:lnTo>
                      <a:pt x="7" y="53"/>
                    </a:lnTo>
                    <a:lnTo>
                      <a:pt x="23" y="48"/>
                    </a:lnTo>
                    <a:lnTo>
                      <a:pt x="27" y="51"/>
                    </a:lnTo>
                    <a:lnTo>
                      <a:pt x="39" y="34"/>
                    </a:lnTo>
                    <a:lnTo>
                      <a:pt x="37" y="31"/>
                    </a:lnTo>
                    <a:lnTo>
                      <a:pt x="25" y="31"/>
                    </a:lnTo>
                    <a:lnTo>
                      <a:pt x="22" y="27"/>
                    </a:lnTo>
                    <a:lnTo>
                      <a:pt x="34" y="21"/>
                    </a:lnTo>
                    <a:lnTo>
                      <a:pt x="34" y="10"/>
                    </a:lnTo>
                    <a:lnTo>
                      <a:pt x="27" y="0"/>
                    </a:ln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5726790" y="3600985"/>
                <a:ext cx="109178" cy="146745"/>
              </a:xfrm>
              <a:custGeom>
                <a:avLst/>
                <a:gdLst/>
                <a:ahLst/>
                <a:cxnLst/>
                <a:rect l="l" t="t" r="r" b="b"/>
                <a:pathLst>
                  <a:path w="55" h="74" extrusionOk="0">
                    <a:moveTo>
                      <a:pt x="23" y="0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5" y="66"/>
                      <a:pt x="5" y="66"/>
                      <a:pt x="5" y="66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25" y="71"/>
                      <a:pt x="36" y="68"/>
                      <a:pt x="47" y="65"/>
                    </a:cubicBezTo>
                    <a:cubicBezTo>
                      <a:pt x="49" y="65"/>
                      <a:pt x="51" y="65"/>
                      <a:pt x="53" y="65"/>
                    </a:cubicBezTo>
                    <a:cubicBezTo>
                      <a:pt x="54" y="54"/>
                      <a:pt x="54" y="43"/>
                      <a:pt x="55" y="32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34" y="19"/>
                      <a:pt x="34" y="19"/>
                      <a:pt x="34" y="1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4" name="Google Shape;874;p41"/>
              <p:cNvSpPr/>
              <p:nvPr/>
            </p:nvSpPr>
            <p:spPr>
              <a:xfrm>
                <a:off x="6070760" y="3747730"/>
                <a:ext cx="147919" cy="191355"/>
              </a:xfrm>
              <a:custGeom>
                <a:avLst/>
                <a:gdLst/>
                <a:ahLst/>
                <a:cxnLst/>
                <a:rect l="l" t="t" r="r" b="b"/>
                <a:pathLst>
                  <a:path w="75" h="96" extrusionOk="0">
                    <a:moveTo>
                      <a:pt x="55" y="14"/>
                    </a:moveTo>
                    <a:cubicBezTo>
                      <a:pt x="55" y="17"/>
                      <a:pt x="55" y="20"/>
                      <a:pt x="56" y="22"/>
                    </a:cubicBezTo>
                    <a:cubicBezTo>
                      <a:pt x="46" y="22"/>
                      <a:pt x="35" y="22"/>
                      <a:pt x="25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5" y="80"/>
                      <a:pt x="48" y="74"/>
                      <a:pt x="53" y="65"/>
                    </a:cubicBezTo>
                    <a:cubicBezTo>
                      <a:pt x="55" y="60"/>
                      <a:pt x="58" y="53"/>
                      <a:pt x="61" y="48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8"/>
                      <a:pt x="55" y="11"/>
                      <a:pt x="55" y="14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6070760" y="3747730"/>
                <a:ext cx="147919" cy="191355"/>
              </a:xfrm>
              <a:custGeom>
                <a:avLst/>
                <a:gdLst/>
                <a:ahLst/>
                <a:cxnLst/>
                <a:rect l="l" t="t" r="r" b="b"/>
                <a:pathLst>
                  <a:path w="75" h="96" extrusionOk="0">
                    <a:moveTo>
                      <a:pt x="55" y="14"/>
                    </a:moveTo>
                    <a:cubicBezTo>
                      <a:pt x="55" y="17"/>
                      <a:pt x="55" y="20"/>
                      <a:pt x="56" y="22"/>
                    </a:cubicBezTo>
                    <a:cubicBezTo>
                      <a:pt x="46" y="22"/>
                      <a:pt x="35" y="22"/>
                      <a:pt x="25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5" y="80"/>
                      <a:pt x="48" y="74"/>
                      <a:pt x="53" y="65"/>
                    </a:cubicBezTo>
                    <a:cubicBezTo>
                      <a:pt x="55" y="60"/>
                      <a:pt x="58" y="53"/>
                      <a:pt x="61" y="48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8"/>
                      <a:pt x="55" y="11"/>
                      <a:pt x="55" y="14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6028498" y="3566941"/>
                <a:ext cx="152614" cy="23127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16" extrusionOk="0">
                    <a:moveTo>
                      <a:pt x="48" y="1"/>
                    </a:moveTo>
                    <a:cubicBezTo>
                      <a:pt x="48" y="9"/>
                      <a:pt x="48" y="9"/>
                      <a:pt x="48" y="9"/>
                    </a:cubicBezTo>
                    <a:cubicBezTo>
                      <a:pt x="43" y="15"/>
                      <a:pt x="43" y="15"/>
                      <a:pt x="43" y="1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24" y="65"/>
                      <a:pt x="24" y="65"/>
                      <a:pt x="24" y="65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7" y="64"/>
                      <a:pt x="15" y="65"/>
                      <a:pt x="13" y="67"/>
                    </a:cubicBezTo>
                    <a:cubicBezTo>
                      <a:pt x="10" y="69"/>
                      <a:pt x="8" y="71"/>
                      <a:pt x="6" y="74"/>
                    </a:cubicBezTo>
                    <a:cubicBezTo>
                      <a:pt x="4" y="77"/>
                      <a:pt x="2" y="80"/>
                      <a:pt x="1" y="83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8"/>
                      <a:pt x="2" y="88"/>
                      <a:pt x="2" y="88"/>
                    </a:cubicBezTo>
                    <a:cubicBezTo>
                      <a:pt x="2" y="90"/>
                      <a:pt x="2" y="91"/>
                      <a:pt x="2" y="93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11" y="92"/>
                      <a:pt x="11" y="92"/>
                      <a:pt x="11" y="92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8" y="101"/>
                      <a:pt x="8" y="101"/>
                      <a:pt x="8" y="101"/>
                    </a:cubicBezTo>
                    <a:cubicBezTo>
                      <a:pt x="11" y="108"/>
                      <a:pt x="11" y="108"/>
                      <a:pt x="11" y="108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24" y="116"/>
                      <a:pt x="24" y="116"/>
                      <a:pt x="24" y="116"/>
                    </a:cubicBezTo>
                    <a:cubicBezTo>
                      <a:pt x="24" y="112"/>
                      <a:pt x="24" y="112"/>
                      <a:pt x="24" y="112"/>
                    </a:cubicBezTo>
                    <a:cubicBezTo>
                      <a:pt x="41" y="112"/>
                      <a:pt x="41" y="112"/>
                      <a:pt x="41" y="112"/>
                    </a:cubicBezTo>
                    <a:cubicBezTo>
                      <a:pt x="46" y="112"/>
                      <a:pt x="46" y="112"/>
                      <a:pt x="46" y="112"/>
                    </a:cubicBezTo>
                    <a:cubicBezTo>
                      <a:pt x="51" y="112"/>
                      <a:pt x="57" y="112"/>
                      <a:pt x="62" y="113"/>
                    </a:cubicBezTo>
                    <a:cubicBezTo>
                      <a:pt x="68" y="113"/>
                      <a:pt x="73" y="113"/>
                      <a:pt x="77" y="113"/>
                    </a:cubicBezTo>
                    <a:cubicBezTo>
                      <a:pt x="76" y="111"/>
                      <a:pt x="76" y="108"/>
                      <a:pt x="76" y="105"/>
                    </a:cubicBezTo>
                    <a:cubicBezTo>
                      <a:pt x="76" y="102"/>
                      <a:pt x="76" y="99"/>
                      <a:pt x="76" y="96"/>
                    </a:cubicBezTo>
                    <a:cubicBezTo>
                      <a:pt x="73" y="94"/>
                      <a:pt x="71" y="91"/>
                      <a:pt x="69" y="88"/>
                    </a:cubicBezTo>
                    <a:cubicBezTo>
                      <a:pt x="67" y="85"/>
                      <a:pt x="65" y="81"/>
                      <a:pt x="63" y="77"/>
                    </a:cubicBezTo>
                    <a:cubicBezTo>
                      <a:pt x="62" y="76"/>
                      <a:pt x="61" y="74"/>
                      <a:pt x="60" y="73"/>
                    </a:cubicBezTo>
                    <a:cubicBezTo>
                      <a:pt x="58" y="69"/>
                      <a:pt x="56" y="65"/>
                      <a:pt x="55" y="62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59" y="47"/>
                      <a:pt x="58" y="44"/>
                      <a:pt x="56" y="41"/>
                    </a:cubicBezTo>
                    <a:cubicBezTo>
                      <a:pt x="54" y="37"/>
                      <a:pt x="52" y="34"/>
                      <a:pt x="49" y="31"/>
                    </a:cubicBezTo>
                    <a:cubicBezTo>
                      <a:pt x="51" y="26"/>
                      <a:pt x="51" y="26"/>
                      <a:pt x="51" y="26"/>
                    </a:cubicBezTo>
                    <a:cubicBezTo>
                      <a:pt x="63" y="25"/>
                      <a:pt x="63" y="25"/>
                      <a:pt x="63" y="25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53" y="0"/>
                      <a:pt x="53" y="0"/>
                      <a:pt x="53" y="0"/>
                    </a:cubicBez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7" name="Google Shape;877;p41"/>
              <p:cNvSpPr/>
              <p:nvPr/>
            </p:nvSpPr>
            <p:spPr>
              <a:xfrm>
                <a:off x="6398295" y="3870995"/>
                <a:ext cx="29349" cy="68090"/>
              </a:xfrm>
              <a:custGeom>
                <a:avLst/>
                <a:gdLst/>
                <a:ahLst/>
                <a:cxnLst/>
                <a:rect l="l" t="t" r="r" b="b"/>
                <a:pathLst>
                  <a:path w="15" h="34" extrusionOk="0">
                    <a:moveTo>
                      <a:pt x="3" y="34"/>
                    </a:moveTo>
                    <a:cubicBezTo>
                      <a:pt x="1" y="27"/>
                      <a:pt x="1" y="27"/>
                      <a:pt x="1" y="2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1"/>
                      <a:pt x="11" y="19"/>
                      <a:pt x="15" y="27"/>
                    </a:cubicBezTo>
                    <a:lnTo>
                      <a:pt x="3" y="3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8" name="Google Shape;878;p41"/>
              <p:cNvSpPr/>
              <p:nvPr/>
            </p:nvSpPr>
            <p:spPr>
              <a:xfrm>
                <a:off x="5772576" y="3505895"/>
                <a:ext cx="144396" cy="132658"/>
              </a:xfrm>
              <a:custGeom>
                <a:avLst/>
                <a:gdLst/>
                <a:ahLst/>
                <a:cxnLst/>
                <a:rect l="l" t="t" r="r" b="b"/>
                <a:pathLst>
                  <a:path w="73" h="67" extrusionOk="0">
                    <a:moveTo>
                      <a:pt x="52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2" y="25"/>
                      <a:pt x="9" y="30"/>
                      <a:pt x="5" y="36"/>
                    </a:cubicBezTo>
                    <a:cubicBezTo>
                      <a:pt x="3" y="40"/>
                      <a:pt x="0" y="43"/>
                      <a:pt x="0" y="48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46" y="55"/>
                      <a:pt x="56" y="53"/>
                      <a:pt x="67" y="51"/>
                    </a:cubicBezTo>
                    <a:cubicBezTo>
                      <a:pt x="73" y="37"/>
                      <a:pt x="73" y="37"/>
                      <a:pt x="73" y="37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66" y="29"/>
                      <a:pt x="66" y="29"/>
                      <a:pt x="66" y="29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9" y="2"/>
                      <a:pt x="59" y="2"/>
                      <a:pt x="59" y="2"/>
                    </a:cubicBez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6221027" y="4218487"/>
                <a:ext cx="178442" cy="211312"/>
              </a:xfrm>
              <a:custGeom>
                <a:avLst/>
                <a:gdLst/>
                <a:ahLst/>
                <a:cxnLst/>
                <a:rect l="l" t="t" r="r" b="b"/>
                <a:pathLst>
                  <a:path w="90" h="106" extrusionOk="0">
                    <a:moveTo>
                      <a:pt x="31" y="9"/>
                    </a:moveTo>
                    <a:cubicBezTo>
                      <a:pt x="29" y="4"/>
                      <a:pt x="29" y="4"/>
                      <a:pt x="29" y="4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1" y="106"/>
                      <a:pt x="11" y="106"/>
                      <a:pt x="11" y="106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40" y="81"/>
                      <a:pt x="43" y="81"/>
                      <a:pt x="44" y="81"/>
                    </a:cubicBezTo>
                    <a:cubicBezTo>
                      <a:pt x="49" y="82"/>
                      <a:pt x="53" y="82"/>
                      <a:pt x="58" y="82"/>
                    </a:cubicBezTo>
                    <a:cubicBezTo>
                      <a:pt x="63" y="76"/>
                      <a:pt x="68" y="70"/>
                      <a:pt x="72" y="64"/>
                    </a:cubicBezTo>
                    <a:cubicBezTo>
                      <a:pt x="75" y="61"/>
                      <a:pt x="76" y="57"/>
                      <a:pt x="78" y="53"/>
                    </a:cubicBezTo>
                    <a:cubicBezTo>
                      <a:pt x="90" y="49"/>
                      <a:pt x="90" y="49"/>
                      <a:pt x="90" y="49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0" y="21"/>
                      <a:pt x="65" y="17"/>
                      <a:pt x="60" y="13"/>
                    </a:cubicBezTo>
                    <a:cubicBezTo>
                      <a:pt x="56" y="9"/>
                      <a:pt x="52" y="5"/>
                      <a:pt x="49" y="0"/>
                    </a:cubicBezTo>
                    <a:lnTo>
                      <a:pt x="31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5902884" y="3571637"/>
                <a:ext cx="44610" cy="1408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71" extrusionOk="0">
                    <a:moveTo>
                      <a:pt x="7" y="4"/>
                    </a:moveTo>
                    <a:cubicBezTo>
                      <a:pt x="1" y="18"/>
                      <a:pt x="1" y="18"/>
                      <a:pt x="1" y="1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1" y="71"/>
                      <a:pt x="1" y="71"/>
                      <a:pt x="1" y="71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10" y="65"/>
                      <a:pt x="15" y="6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1" name="Google Shape;881;p41"/>
              <p:cNvSpPr/>
              <p:nvPr/>
            </p:nvSpPr>
            <p:spPr>
              <a:xfrm>
                <a:off x="6083673" y="3930868"/>
                <a:ext cx="39915" cy="31697"/>
              </a:xfrm>
              <a:custGeom>
                <a:avLst/>
                <a:gdLst/>
                <a:ahLst/>
                <a:cxnLst/>
                <a:rect l="l" t="t" r="r" b="b"/>
                <a:pathLst>
                  <a:path w="20" h="16" extrusionOk="0">
                    <a:moveTo>
                      <a:pt x="9" y="16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6"/>
                      <a:pt x="3" y="8"/>
                      <a:pt x="4" y="10"/>
                    </a:cubicBezTo>
                    <a:cubicBezTo>
                      <a:pt x="5" y="11"/>
                      <a:pt x="5" y="12"/>
                      <a:pt x="6" y="14"/>
                    </a:cubicBezTo>
                    <a:lnTo>
                      <a:pt x="9" y="1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2" name="Google Shape;882;p41"/>
              <p:cNvSpPr/>
              <p:nvPr/>
            </p:nvSpPr>
            <p:spPr>
              <a:xfrm>
                <a:off x="6076630" y="3964912"/>
                <a:ext cx="221878" cy="25944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1" extrusionOk="0">
                    <a:moveTo>
                      <a:pt x="16" y="23"/>
                    </a:moveTo>
                    <a:cubicBezTo>
                      <a:pt x="12" y="29"/>
                      <a:pt x="12" y="29"/>
                      <a:pt x="12" y="2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20" y="51"/>
                      <a:pt x="20" y="61"/>
                      <a:pt x="12" y="70"/>
                    </a:cubicBezTo>
                    <a:cubicBezTo>
                      <a:pt x="4" y="93"/>
                      <a:pt x="4" y="93"/>
                      <a:pt x="4" y="93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2" y="122"/>
                      <a:pt x="2" y="122"/>
                      <a:pt x="2" y="122"/>
                    </a:cubicBezTo>
                    <a:cubicBezTo>
                      <a:pt x="20" y="117"/>
                      <a:pt x="20" y="117"/>
                      <a:pt x="20" y="117"/>
                    </a:cubicBezTo>
                    <a:cubicBezTo>
                      <a:pt x="21" y="117"/>
                      <a:pt x="21" y="117"/>
                      <a:pt x="21" y="117"/>
                    </a:cubicBezTo>
                    <a:cubicBezTo>
                      <a:pt x="23" y="118"/>
                      <a:pt x="26" y="119"/>
                      <a:pt x="29" y="119"/>
                    </a:cubicBezTo>
                    <a:cubicBezTo>
                      <a:pt x="36" y="119"/>
                      <a:pt x="43" y="120"/>
                      <a:pt x="50" y="120"/>
                    </a:cubicBezTo>
                    <a:cubicBezTo>
                      <a:pt x="57" y="120"/>
                      <a:pt x="57" y="120"/>
                      <a:pt x="57" y="120"/>
                    </a:cubicBezTo>
                    <a:cubicBezTo>
                      <a:pt x="63" y="127"/>
                      <a:pt x="63" y="127"/>
                      <a:pt x="63" y="127"/>
                    </a:cubicBezTo>
                    <a:cubicBezTo>
                      <a:pt x="83" y="131"/>
                      <a:pt x="83" y="131"/>
                      <a:pt x="83" y="131"/>
                    </a:cubicBezTo>
                    <a:cubicBezTo>
                      <a:pt x="86" y="131"/>
                      <a:pt x="89" y="129"/>
                      <a:pt x="93" y="128"/>
                    </a:cubicBezTo>
                    <a:cubicBezTo>
                      <a:pt x="95" y="128"/>
                      <a:pt x="95" y="128"/>
                      <a:pt x="95" y="128"/>
                    </a:cubicBezTo>
                    <a:cubicBezTo>
                      <a:pt x="102" y="125"/>
                      <a:pt x="102" y="125"/>
                      <a:pt x="102" y="125"/>
                    </a:cubicBezTo>
                    <a:cubicBezTo>
                      <a:pt x="96" y="119"/>
                      <a:pt x="96" y="119"/>
                      <a:pt x="96" y="119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112" y="76"/>
                      <a:pt x="112" y="76"/>
                      <a:pt x="112" y="76"/>
                    </a:cubicBezTo>
                    <a:cubicBezTo>
                      <a:pt x="112" y="56"/>
                      <a:pt x="112" y="56"/>
                      <a:pt x="112" y="56"/>
                    </a:cubicBezTo>
                    <a:cubicBezTo>
                      <a:pt x="110" y="56"/>
                      <a:pt x="107" y="56"/>
                      <a:pt x="104" y="56"/>
                    </a:cubicBezTo>
                    <a:cubicBezTo>
                      <a:pt x="103" y="41"/>
                      <a:pt x="103" y="41"/>
                      <a:pt x="103" y="41"/>
                    </a:cubicBezTo>
                    <a:cubicBezTo>
                      <a:pt x="101" y="37"/>
                      <a:pt x="101" y="37"/>
                      <a:pt x="101" y="37"/>
                    </a:cubicBezTo>
                    <a:cubicBezTo>
                      <a:pt x="98" y="26"/>
                      <a:pt x="95" y="15"/>
                      <a:pt x="92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7" y="2"/>
                      <a:pt x="24" y="4"/>
                      <a:pt x="11" y="6"/>
                    </a:cubicBezTo>
                    <a:cubicBezTo>
                      <a:pt x="11" y="13"/>
                      <a:pt x="11" y="13"/>
                      <a:pt x="11" y="13"/>
                    </a:cubicBezTo>
                    <a:lnTo>
                      <a:pt x="16" y="2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5730313" y="3017528"/>
                <a:ext cx="353361" cy="40501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04" extrusionOk="0">
                    <a:moveTo>
                      <a:pt x="101" y="7"/>
                    </a:moveTo>
                    <a:cubicBezTo>
                      <a:pt x="92" y="4"/>
                      <a:pt x="92" y="4"/>
                      <a:pt x="92" y="4"/>
                    </a:cubicBezTo>
                    <a:cubicBezTo>
                      <a:pt x="79" y="10"/>
                      <a:pt x="67" y="15"/>
                      <a:pt x="54" y="21"/>
                    </a:cubicBezTo>
                    <a:cubicBezTo>
                      <a:pt x="58" y="28"/>
                      <a:pt x="62" y="35"/>
                      <a:pt x="67" y="41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12" y="83"/>
                      <a:pt x="12" y="83"/>
                      <a:pt x="12" y="83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9" y="144"/>
                      <a:pt x="39" y="144"/>
                      <a:pt x="39" y="144"/>
                    </a:cubicBezTo>
                    <a:cubicBezTo>
                      <a:pt x="102" y="194"/>
                      <a:pt x="102" y="194"/>
                      <a:pt x="102" y="194"/>
                    </a:cubicBezTo>
                    <a:cubicBezTo>
                      <a:pt x="108" y="194"/>
                      <a:pt x="108" y="194"/>
                      <a:pt x="108" y="194"/>
                    </a:cubicBezTo>
                    <a:cubicBezTo>
                      <a:pt x="107" y="201"/>
                      <a:pt x="107" y="201"/>
                      <a:pt x="107" y="201"/>
                    </a:cubicBezTo>
                    <a:cubicBezTo>
                      <a:pt x="108" y="204"/>
                      <a:pt x="108" y="204"/>
                      <a:pt x="108" y="204"/>
                    </a:cubicBezTo>
                    <a:cubicBezTo>
                      <a:pt x="115" y="202"/>
                      <a:pt x="121" y="199"/>
                      <a:pt x="126" y="195"/>
                    </a:cubicBezTo>
                    <a:cubicBezTo>
                      <a:pt x="128" y="194"/>
                      <a:pt x="130" y="193"/>
                      <a:pt x="132" y="191"/>
                    </a:cubicBezTo>
                    <a:cubicBezTo>
                      <a:pt x="134" y="189"/>
                      <a:pt x="134" y="189"/>
                      <a:pt x="134" y="189"/>
                    </a:cubicBezTo>
                    <a:cubicBezTo>
                      <a:pt x="178" y="154"/>
                      <a:pt x="178" y="154"/>
                      <a:pt x="178" y="154"/>
                    </a:cubicBezTo>
                    <a:cubicBezTo>
                      <a:pt x="168" y="144"/>
                      <a:pt x="168" y="144"/>
                      <a:pt x="168" y="144"/>
                    </a:cubicBezTo>
                    <a:cubicBezTo>
                      <a:pt x="160" y="124"/>
                      <a:pt x="160" y="124"/>
                      <a:pt x="160" y="124"/>
                    </a:cubicBezTo>
                    <a:cubicBezTo>
                      <a:pt x="161" y="119"/>
                      <a:pt x="161" y="113"/>
                      <a:pt x="161" y="107"/>
                    </a:cubicBezTo>
                    <a:cubicBezTo>
                      <a:pt x="160" y="99"/>
                      <a:pt x="160" y="91"/>
                      <a:pt x="159" y="84"/>
                    </a:cubicBezTo>
                    <a:cubicBezTo>
                      <a:pt x="158" y="80"/>
                      <a:pt x="158" y="80"/>
                      <a:pt x="158" y="80"/>
                    </a:cubicBezTo>
                    <a:cubicBezTo>
                      <a:pt x="158" y="79"/>
                      <a:pt x="158" y="78"/>
                      <a:pt x="157" y="78"/>
                    </a:cubicBezTo>
                    <a:cubicBezTo>
                      <a:pt x="160" y="73"/>
                      <a:pt x="160" y="73"/>
                      <a:pt x="160" y="73"/>
                    </a:cubicBezTo>
                    <a:cubicBezTo>
                      <a:pt x="152" y="50"/>
                      <a:pt x="152" y="50"/>
                      <a:pt x="152" y="50"/>
                    </a:cubicBezTo>
                    <a:cubicBezTo>
                      <a:pt x="144" y="45"/>
                      <a:pt x="144" y="45"/>
                      <a:pt x="144" y="45"/>
                    </a:cubicBezTo>
                    <a:cubicBezTo>
                      <a:pt x="142" y="36"/>
                      <a:pt x="142" y="36"/>
                      <a:pt x="142" y="36"/>
                    </a:cubicBezTo>
                    <a:cubicBezTo>
                      <a:pt x="149" y="27"/>
                      <a:pt x="149" y="27"/>
                      <a:pt x="149" y="27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9" y="2"/>
                      <a:pt x="132" y="3"/>
                      <a:pt x="125" y="4"/>
                    </a:cubicBezTo>
                    <a:cubicBezTo>
                      <a:pt x="119" y="3"/>
                      <a:pt x="119" y="3"/>
                      <a:pt x="119" y="3"/>
                    </a:cubicBezTo>
                    <a:cubicBezTo>
                      <a:pt x="116" y="5"/>
                      <a:pt x="116" y="5"/>
                      <a:pt x="116" y="5"/>
                    </a:cubicBezTo>
                    <a:cubicBezTo>
                      <a:pt x="106" y="4"/>
                      <a:pt x="106" y="4"/>
                      <a:pt x="106" y="4"/>
                    </a:cubicBezTo>
                    <a:lnTo>
                      <a:pt x="101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6172894" y="4315926"/>
                <a:ext cx="292315" cy="275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39" extrusionOk="0">
                    <a:moveTo>
                      <a:pt x="136" y="50"/>
                    </a:moveTo>
                    <a:cubicBezTo>
                      <a:pt x="133" y="57"/>
                      <a:pt x="133" y="57"/>
                      <a:pt x="133" y="57"/>
                    </a:cubicBezTo>
                    <a:cubicBezTo>
                      <a:pt x="125" y="56"/>
                      <a:pt x="125" y="56"/>
                      <a:pt x="125" y="56"/>
                    </a:cubicBezTo>
                    <a:cubicBezTo>
                      <a:pt x="120" y="43"/>
                      <a:pt x="120" y="43"/>
                      <a:pt x="120" y="43"/>
                    </a:cubicBezTo>
                    <a:cubicBezTo>
                      <a:pt x="125" y="35"/>
                      <a:pt x="125" y="35"/>
                      <a:pt x="125" y="35"/>
                    </a:cubicBezTo>
                    <a:cubicBezTo>
                      <a:pt x="133" y="37"/>
                      <a:pt x="133" y="37"/>
                      <a:pt x="133" y="37"/>
                    </a:cubicBezTo>
                    <a:cubicBezTo>
                      <a:pt x="131" y="31"/>
                      <a:pt x="131" y="25"/>
                      <a:pt x="130" y="19"/>
                    </a:cubicBezTo>
                    <a:cubicBezTo>
                      <a:pt x="127" y="2"/>
                      <a:pt x="127" y="2"/>
                      <a:pt x="127" y="2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02" y="4"/>
                      <a:pt x="102" y="4"/>
                      <a:pt x="102" y="4"/>
                    </a:cubicBezTo>
                    <a:cubicBezTo>
                      <a:pt x="100" y="8"/>
                      <a:pt x="99" y="12"/>
                      <a:pt x="96" y="15"/>
                    </a:cubicBezTo>
                    <a:cubicBezTo>
                      <a:pt x="92" y="21"/>
                      <a:pt x="87" y="27"/>
                      <a:pt x="82" y="33"/>
                    </a:cubicBezTo>
                    <a:cubicBezTo>
                      <a:pt x="77" y="33"/>
                      <a:pt x="73" y="33"/>
                      <a:pt x="68" y="32"/>
                    </a:cubicBezTo>
                    <a:cubicBezTo>
                      <a:pt x="67" y="32"/>
                      <a:pt x="64" y="32"/>
                      <a:pt x="62" y="31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35" y="57"/>
                      <a:pt x="35" y="57"/>
                      <a:pt x="35" y="57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16"/>
                      <a:pt x="12" y="116"/>
                      <a:pt x="12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8"/>
                      <a:pt x="7" y="119"/>
                      <a:pt x="8" y="121"/>
                    </a:cubicBezTo>
                    <a:cubicBezTo>
                      <a:pt x="9" y="125"/>
                      <a:pt x="9" y="128"/>
                      <a:pt x="10" y="131"/>
                    </a:cubicBezTo>
                    <a:cubicBezTo>
                      <a:pt x="11" y="133"/>
                      <a:pt x="11" y="135"/>
                      <a:pt x="11" y="136"/>
                    </a:cubicBezTo>
                    <a:cubicBezTo>
                      <a:pt x="13" y="138"/>
                      <a:pt x="13" y="138"/>
                      <a:pt x="13" y="138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8" y="133"/>
                      <a:pt x="18" y="133"/>
                      <a:pt x="18" y="133"/>
                    </a:cubicBezTo>
                    <a:cubicBezTo>
                      <a:pt x="21" y="138"/>
                      <a:pt x="21" y="138"/>
                      <a:pt x="21" y="138"/>
                    </a:cubicBezTo>
                    <a:cubicBezTo>
                      <a:pt x="23" y="137"/>
                      <a:pt x="23" y="137"/>
                      <a:pt x="23" y="137"/>
                    </a:cubicBezTo>
                    <a:cubicBezTo>
                      <a:pt x="28" y="139"/>
                      <a:pt x="28" y="139"/>
                      <a:pt x="28" y="139"/>
                    </a:cubicBezTo>
                    <a:cubicBezTo>
                      <a:pt x="44" y="135"/>
                      <a:pt x="44" y="135"/>
                      <a:pt x="44" y="135"/>
                    </a:cubicBezTo>
                    <a:cubicBezTo>
                      <a:pt x="47" y="131"/>
                      <a:pt x="47" y="131"/>
                      <a:pt x="47" y="131"/>
                    </a:cubicBezTo>
                    <a:cubicBezTo>
                      <a:pt x="56" y="131"/>
                      <a:pt x="64" y="130"/>
                      <a:pt x="73" y="130"/>
                    </a:cubicBezTo>
                    <a:cubicBezTo>
                      <a:pt x="79" y="132"/>
                      <a:pt x="79" y="132"/>
                      <a:pt x="79" y="132"/>
                    </a:cubicBezTo>
                    <a:cubicBezTo>
                      <a:pt x="79" y="128"/>
                      <a:pt x="79" y="128"/>
                      <a:pt x="79" y="128"/>
                    </a:cubicBezTo>
                    <a:cubicBezTo>
                      <a:pt x="83" y="126"/>
                      <a:pt x="83" y="126"/>
                      <a:pt x="83" y="126"/>
                    </a:cubicBezTo>
                    <a:cubicBezTo>
                      <a:pt x="89" y="128"/>
                      <a:pt x="89" y="128"/>
                      <a:pt x="89" y="128"/>
                    </a:cubicBezTo>
                    <a:cubicBezTo>
                      <a:pt x="90" y="125"/>
                      <a:pt x="90" y="125"/>
                      <a:pt x="90" y="125"/>
                    </a:cubicBezTo>
                    <a:cubicBezTo>
                      <a:pt x="99" y="118"/>
                      <a:pt x="107" y="110"/>
                      <a:pt x="114" y="102"/>
                    </a:cubicBezTo>
                    <a:cubicBezTo>
                      <a:pt x="120" y="96"/>
                      <a:pt x="125" y="90"/>
                      <a:pt x="130" y="82"/>
                    </a:cubicBezTo>
                    <a:cubicBezTo>
                      <a:pt x="133" y="77"/>
                      <a:pt x="137" y="71"/>
                      <a:pt x="141" y="65"/>
                    </a:cubicBezTo>
                    <a:cubicBezTo>
                      <a:pt x="143" y="61"/>
                      <a:pt x="145" y="57"/>
                      <a:pt x="147" y="52"/>
                    </a:cubicBezTo>
                    <a:lnTo>
                      <a:pt x="136" y="50"/>
                    </a:lnTo>
                    <a:close/>
                    <a:moveTo>
                      <a:pt x="103" y="89"/>
                    </a:moveTo>
                    <a:cubicBezTo>
                      <a:pt x="102" y="94"/>
                      <a:pt x="102" y="94"/>
                      <a:pt x="102" y="94"/>
                    </a:cubicBezTo>
                    <a:cubicBezTo>
                      <a:pt x="95" y="95"/>
                      <a:pt x="95" y="95"/>
                      <a:pt x="95" y="95"/>
                    </a:cubicBezTo>
                    <a:cubicBezTo>
                      <a:pt x="89" y="82"/>
                      <a:pt x="89" y="82"/>
                      <a:pt x="89" y="82"/>
                    </a:cubicBezTo>
                    <a:cubicBezTo>
                      <a:pt x="102" y="70"/>
                      <a:pt x="102" y="70"/>
                      <a:pt x="102" y="70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0" y="88"/>
                      <a:pt x="110" y="88"/>
                      <a:pt x="110" y="88"/>
                    </a:cubicBezTo>
                    <a:lnTo>
                      <a:pt x="103" y="8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5" name="Google Shape;885;p41"/>
              <p:cNvSpPr/>
              <p:nvPr/>
            </p:nvSpPr>
            <p:spPr>
              <a:xfrm>
                <a:off x="5657528" y="3045703"/>
                <a:ext cx="206617" cy="18666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94" extrusionOk="0">
                    <a:moveTo>
                      <a:pt x="91" y="7"/>
                    </a:moveTo>
                    <a:cubicBezTo>
                      <a:pt x="90" y="7"/>
                      <a:pt x="90" y="7"/>
                      <a:pt x="90" y="7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79" y="3"/>
                      <a:pt x="79" y="3"/>
                      <a:pt x="79" y="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1" y="2"/>
                      <a:pt x="61" y="2"/>
                      <a:pt x="61" y="2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9" y="65"/>
                      <a:pt x="25" y="72"/>
                      <a:pt x="16" y="82"/>
                    </a:cubicBezTo>
                    <a:cubicBezTo>
                      <a:pt x="15" y="84"/>
                      <a:pt x="14" y="84"/>
                      <a:pt x="14" y="85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37" y="94"/>
                      <a:pt x="37" y="94"/>
                      <a:pt x="37" y="94"/>
                    </a:cubicBezTo>
                    <a:cubicBezTo>
                      <a:pt x="37" y="82"/>
                      <a:pt x="37" y="82"/>
                      <a:pt x="37" y="82"/>
                    </a:cubicBezTo>
                    <a:cubicBezTo>
                      <a:pt x="49" y="69"/>
                      <a:pt x="49" y="69"/>
                      <a:pt x="49" y="69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2" y="47"/>
                      <a:pt x="92" y="47"/>
                      <a:pt x="92" y="47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4" y="27"/>
                      <a:pt x="104" y="27"/>
                      <a:pt x="104" y="27"/>
                    </a:cubicBezTo>
                    <a:lnTo>
                      <a:pt x="91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6" name="Google Shape;886;p41"/>
              <p:cNvSpPr/>
              <p:nvPr/>
            </p:nvSpPr>
            <p:spPr>
              <a:xfrm>
                <a:off x="5571828" y="3232362"/>
                <a:ext cx="158484" cy="142049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21" extrusionOk="0">
                    <a:moveTo>
                      <a:pt x="68" y="16"/>
                    </a:moveTo>
                    <a:lnTo>
                      <a:pt x="57" y="18"/>
                    </a:lnTo>
                    <a:lnTo>
                      <a:pt x="49" y="27"/>
                    </a:lnTo>
                    <a:lnTo>
                      <a:pt x="37" y="57"/>
                    </a:lnTo>
                    <a:lnTo>
                      <a:pt x="24" y="66"/>
                    </a:lnTo>
                    <a:lnTo>
                      <a:pt x="24" y="69"/>
                    </a:lnTo>
                    <a:lnTo>
                      <a:pt x="29" y="71"/>
                    </a:lnTo>
                    <a:lnTo>
                      <a:pt x="27" y="77"/>
                    </a:lnTo>
                    <a:lnTo>
                      <a:pt x="3" y="109"/>
                    </a:lnTo>
                    <a:lnTo>
                      <a:pt x="0" y="121"/>
                    </a:lnTo>
                    <a:lnTo>
                      <a:pt x="73" y="121"/>
                    </a:lnTo>
                    <a:lnTo>
                      <a:pt x="69" y="94"/>
                    </a:lnTo>
                    <a:lnTo>
                      <a:pt x="79" y="84"/>
                    </a:lnTo>
                    <a:lnTo>
                      <a:pt x="98" y="79"/>
                    </a:lnTo>
                    <a:lnTo>
                      <a:pt x="98" y="27"/>
                    </a:lnTo>
                    <a:lnTo>
                      <a:pt x="135" y="27"/>
                    </a:lnTo>
                    <a:lnTo>
                      <a:pt x="135" y="6"/>
                    </a:lnTo>
                    <a:lnTo>
                      <a:pt x="135" y="0"/>
                    </a:lnTo>
                    <a:lnTo>
                      <a:pt x="73" y="0"/>
                    </a:lnTo>
                    <a:lnTo>
                      <a:pt x="68" y="1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6628390" y="3451893"/>
                <a:ext cx="186659" cy="11387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7" extrusionOk="0">
                    <a:moveTo>
                      <a:pt x="18" y="17"/>
                    </a:moveTo>
                    <a:cubicBezTo>
                      <a:pt x="10" y="15"/>
                      <a:pt x="10" y="15"/>
                      <a:pt x="10" y="15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4" y="27"/>
                      <a:pt x="4" y="29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1" y="45"/>
                      <a:pt x="51" y="45"/>
                      <a:pt x="51" y="45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94" y="14"/>
                      <a:pt x="94" y="14"/>
                      <a:pt x="94" y="14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7670864" y="3339193"/>
                <a:ext cx="124440" cy="307577"/>
              </a:xfrm>
              <a:custGeom>
                <a:avLst/>
                <a:gdLst/>
                <a:ahLst/>
                <a:cxnLst/>
                <a:rect l="l" t="t" r="r" b="b"/>
                <a:pathLst>
                  <a:path w="63" h="155" extrusionOk="0">
                    <a:moveTo>
                      <a:pt x="14" y="6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50" y="95"/>
                      <a:pt x="50" y="95"/>
                      <a:pt x="50" y="95"/>
                    </a:cubicBezTo>
                    <a:cubicBezTo>
                      <a:pt x="45" y="105"/>
                      <a:pt x="45" y="105"/>
                      <a:pt x="45" y="105"/>
                    </a:cubicBezTo>
                    <a:cubicBezTo>
                      <a:pt x="45" y="115"/>
                      <a:pt x="45" y="115"/>
                      <a:pt x="45" y="115"/>
                    </a:cubicBezTo>
                    <a:cubicBezTo>
                      <a:pt x="34" y="123"/>
                      <a:pt x="34" y="123"/>
                      <a:pt x="34" y="123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21" y="136"/>
                      <a:pt x="21" y="136"/>
                      <a:pt x="21" y="136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2" y="142"/>
                      <a:pt x="22" y="142"/>
                      <a:pt x="22" y="142"/>
                    </a:cubicBezTo>
                    <a:cubicBezTo>
                      <a:pt x="22" y="149"/>
                      <a:pt x="22" y="149"/>
                      <a:pt x="22" y="149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23" y="155"/>
                      <a:pt x="23" y="155"/>
                      <a:pt x="23" y="155"/>
                    </a:cubicBezTo>
                    <a:cubicBezTo>
                      <a:pt x="25" y="151"/>
                      <a:pt x="25" y="151"/>
                      <a:pt x="25" y="151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2" y="144"/>
                      <a:pt x="32" y="144"/>
                      <a:pt x="32" y="144"/>
                    </a:cubicBezTo>
                    <a:cubicBezTo>
                      <a:pt x="36" y="144"/>
                      <a:pt x="36" y="144"/>
                      <a:pt x="36" y="144"/>
                    </a:cubicBezTo>
                    <a:cubicBezTo>
                      <a:pt x="38" y="143"/>
                      <a:pt x="38" y="143"/>
                      <a:pt x="38" y="143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40" y="138"/>
                      <a:pt x="40" y="138"/>
                      <a:pt x="40" y="138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4" y="135"/>
                      <a:pt x="44" y="135"/>
                      <a:pt x="44" y="135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1" y="119"/>
                      <a:pt x="61" y="119"/>
                      <a:pt x="61" y="119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57" y="81"/>
                      <a:pt x="57" y="81"/>
                      <a:pt x="57" y="81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41" y="60"/>
                      <a:pt x="41" y="60"/>
                      <a:pt x="41" y="60"/>
                    </a:cubicBezTo>
                    <a:cubicBezTo>
                      <a:pt x="36" y="48"/>
                      <a:pt x="35" y="38"/>
                      <a:pt x="40" y="32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2" y="2"/>
                      <a:pt x="18" y="4"/>
                      <a:pt x="14" y="6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9" name="Google Shape;889;p41"/>
              <p:cNvSpPr/>
              <p:nvPr/>
            </p:nvSpPr>
            <p:spPr>
              <a:xfrm>
                <a:off x="7670864" y="3339193"/>
                <a:ext cx="124440" cy="307577"/>
              </a:xfrm>
              <a:custGeom>
                <a:avLst/>
                <a:gdLst/>
                <a:ahLst/>
                <a:cxnLst/>
                <a:rect l="l" t="t" r="r" b="b"/>
                <a:pathLst>
                  <a:path w="63" h="155" extrusionOk="0">
                    <a:moveTo>
                      <a:pt x="14" y="6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50" y="95"/>
                      <a:pt x="50" y="95"/>
                      <a:pt x="50" y="95"/>
                    </a:cubicBezTo>
                    <a:cubicBezTo>
                      <a:pt x="45" y="105"/>
                      <a:pt x="45" y="105"/>
                      <a:pt x="45" y="105"/>
                    </a:cubicBezTo>
                    <a:cubicBezTo>
                      <a:pt x="45" y="115"/>
                      <a:pt x="45" y="115"/>
                      <a:pt x="45" y="115"/>
                    </a:cubicBezTo>
                    <a:cubicBezTo>
                      <a:pt x="34" y="123"/>
                      <a:pt x="34" y="123"/>
                      <a:pt x="34" y="123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21" y="136"/>
                      <a:pt x="21" y="136"/>
                      <a:pt x="21" y="136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2" y="142"/>
                      <a:pt x="22" y="142"/>
                      <a:pt x="22" y="142"/>
                    </a:cubicBezTo>
                    <a:cubicBezTo>
                      <a:pt x="22" y="149"/>
                      <a:pt x="22" y="149"/>
                      <a:pt x="22" y="149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23" y="155"/>
                      <a:pt x="23" y="155"/>
                      <a:pt x="23" y="155"/>
                    </a:cubicBezTo>
                    <a:cubicBezTo>
                      <a:pt x="25" y="151"/>
                      <a:pt x="25" y="151"/>
                      <a:pt x="25" y="151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2" y="144"/>
                      <a:pt x="32" y="144"/>
                      <a:pt x="32" y="144"/>
                    </a:cubicBezTo>
                    <a:cubicBezTo>
                      <a:pt x="36" y="144"/>
                      <a:pt x="36" y="144"/>
                      <a:pt x="36" y="144"/>
                    </a:cubicBezTo>
                    <a:cubicBezTo>
                      <a:pt x="38" y="143"/>
                      <a:pt x="38" y="143"/>
                      <a:pt x="38" y="143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40" y="138"/>
                      <a:pt x="40" y="138"/>
                      <a:pt x="40" y="138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4" y="135"/>
                      <a:pt x="44" y="135"/>
                      <a:pt x="44" y="135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1" y="119"/>
                      <a:pt x="61" y="119"/>
                      <a:pt x="61" y="119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57" y="81"/>
                      <a:pt x="57" y="81"/>
                      <a:pt x="57" y="81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41" y="60"/>
                      <a:pt x="41" y="60"/>
                      <a:pt x="41" y="60"/>
                    </a:cubicBezTo>
                    <a:cubicBezTo>
                      <a:pt x="36" y="48"/>
                      <a:pt x="35" y="38"/>
                      <a:pt x="40" y="32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2" y="2"/>
                      <a:pt x="18" y="4"/>
                      <a:pt x="14" y="6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0" name="Google Shape;890;p41"/>
              <p:cNvSpPr/>
              <p:nvPr/>
            </p:nvSpPr>
            <p:spPr>
              <a:xfrm>
                <a:off x="7593384" y="3394369"/>
                <a:ext cx="135005" cy="318143"/>
              </a:xfrm>
              <a:custGeom>
                <a:avLst/>
                <a:gdLst/>
                <a:ahLst/>
                <a:cxnLst/>
                <a:rect l="l" t="t" r="r" b="b"/>
                <a:pathLst>
                  <a:path w="68" h="160" extrusionOk="0">
                    <a:moveTo>
                      <a:pt x="66" y="61"/>
                    </a:move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37"/>
                      <a:pt x="58" y="37"/>
                      <a:pt x="58" y="37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7"/>
                      <a:pt x="9" y="52"/>
                      <a:pt x="10" y="56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6" y="111"/>
                      <a:pt x="6" y="111"/>
                      <a:pt x="6" y="111"/>
                    </a:cubicBezTo>
                    <a:cubicBezTo>
                      <a:pt x="6" y="112"/>
                      <a:pt x="6" y="112"/>
                      <a:pt x="6" y="112"/>
                    </a:cubicBezTo>
                    <a:cubicBezTo>
                      <a:pt x="1" y="125"/>
                      <a:pt x="1" y="125"/>
                      <a:pt x="1" y="125"/>
                    </a:cubicBezTo>
                    <a:cubicBezTo>
                      <a:pt x="1" y="129"/>
                      <a:pt x="1" y="129"/>
                      <a:pt x="1" y="129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4" y="138"/>
                      <a:pt x="4" y="138"/>
                      <a:pt x="4" y="138"/>
                    </a:cubicBezTo>
                    <a:cubicBezTo>
                      <a:pt x="7" y="135"/>
                      <a:pt x="7" y="135"/>
                      <a:pt x="7" y="135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6" y="153"/>
                      <a:pt x="16" y="153"/>
                      <a:pt x="16" y="153"/>
                    </a:cubicBezTo>
                    <a:cubicBezTo>
                      <a:pt x="21" y="156"/>
                      <a:pt x="21" y="156"/>
                      <a:pt x="21" y="156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5" y="157"/>
                      <a:pt x="25" y="157"/>
                      <a:pt x="25" y="157"/>
                    </a:cubicBezTo>
                    <a:cubicBezTo>
                      <a:pt x="32" y="160"/>
                      <a:pt x="32" y="160"/>
                      <a:pt x="32" y="160"/>
                    </a:cubicBezTo>
                    <a:cubicBezTo>
                      <a:pt x="37" y="157"/>
                      <a:pt x="37" y="157"/>
                      <a:pt x="37" y="157"/>
                    </a:cubicBezTo>
                    <a:cubicBezTo>
                      <a:pt x="32" y="154"/>
                      <a:pt x="32" y="154"/>
                      <a:pt x="32" y="154"/>
                    </a:cubicBezTo>
                    <a:cubicBezTo>
                      <a:pt x="32" y="152"/>
                      <a:pt x="32" y="152"/>
                      <a:pt x="32" y="152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5" y="150"/>
                      <a:pt x="25" y="150"/>
                      <a:pt x="25" y="150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23" y="135"/>
                      <a:pt x="23" y="135"/>
                      <a:pt x="23" y="135"/>
                    </a:cubicBezTo>
                    <a:cubicBezTo>
                      <a:pt x="20" y="137"/>
                      <a:pt x="20" y="137"/>
                      <a:pt x="20" y="137"/>
                    </a:cubicBezTo>
                    <a:cubicBezTo>
                      <a:pt x="18" y="133"/>
                      <a:pt x="18" y="133"/>
                      <a:pt x="18" y="133"/>
                    </a:cubicBezTo>
                    <a:cubicBezTo>
                      <a:pt x="21" y="128"/>
                      <a:pt x="21" y="128"/>
                      <a:pt x="21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3" y="129"/>
                      <a:pt x="13" y="129"/>
                      <a:pt x="13" y="129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13" y="117"/>
                      <a:pt x="13" y="117"/>
                      <a:pt x="13" y="117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20" y="93"/>
                      <a:pt x="20" y="93"/>
                      <a:pt x="20" y="93"/>
                    </a:cubicBezTo>
                    <a:cubicBezTo>
                      <a:pt x="20" y="83"/>
                      <a:pt x="20" y="83"/>
                      <a:pt x="20" y="83"/>
                    </a:cubicBezTo>
                    <a:cubicBezTo>
                      <a:pt x="16" y="79"/>
                      <a:pt x="16" y="79"/>
                      <a:pt x="16" y="79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28" y="75"/>
                      <a:pt x="28" y="75"/>
                      <a:pt x="28" y="7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32" y="83"/>
                      <a:pt x="36" y="85"/>
                      <a:pt x="39" y="90"/>
                    </a:cubicBezTo>
                    <a:cubicBezTo>
                      <a:pt x="39" y="90"/>
                      <a:pt x="39" y="90"/>
                      <a:pt x="39" y="89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60" y="72"/>
                      <a:pt x="60" y="72"/>
                      <a:pt x="60" y="72"/>
                    </a:cubicBezTo>
                    <a:cubicBezTo>
                      <a:pt x="66" y="73"/>
                      <a:pt x="66" y="73"/>
                      <a:pt x="66" y="73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6" y="6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6346640" y="2903654"/>
                <a:ext cx="313446" cy="137353"/>
              </a:xfrm>
              <a:custGeom>
                <a:avLst/>
                <a:gdLst/>
                <a:ahLst/>
                <a:cxnLst/>
                <a:rect l="l" t="t" r="r" b="b"/>
                <a:pathLst>
                  <a:path w="158" h="69" extrusionOk="0">
                    <a:moveTo>
                      <a:pt x="127" y="8"/>
                    </a:moveTo>
                    <a:cubicBezTo>
                      <a:pt x="125" y="11"/>
                      <a:pt x="125" y="11"/>
                      <a:pt x="125" y="11"/>
                    </a:cubicBezTo>
                    <a:cubicBezTo>
                      <a:pt x="118" y="11"/>
                      <a:pt x="111" y="12"/>
                      <a:pt x="105" y="12"/>
                    </a:cubicBezTo>
                    <a:cubicBezTo>
                      <a:pt x="100" y="11"/>
                      <a:pt x="96" y="11"/>
                      <a:pt x="92" y="10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89" y="7"/>
                      <a:pt x="87" y="7"/>
                      <a:pt x="85" y="7"/>
                    </a:cubicBezTo>
                    <a:cubicBezTo>
                      <a:pt x="82" y="6"/>
                      <a:pt x="78" y="5"/>
                      <a:pt x="74" y="4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1" y="1"/>
                      <a:pt x="70" y="2"/>
                      <a:pt x="68" y="2"/>
                    </a:cubicBezTo>
                    <a:cubicBezTo>
                      <a:pt x="58" y="5"/>
                      <a:pt x="47" y="8"/>
                      <a:pt x="37" y="9"/>
                    </a:cubicBezTo>
                    <a:cubicBezTo>
                      <a:pt x="33" y="10"/>
                      <a:pt x="30" y="10"/>
                      <a:pt x="26" y="10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7" y="68"/>
                      <a:pt x="59" y="68"/>
                      <a:pt x="61" y="66"/>
                    </a:cubicBezTo>
                    <a:cubicBezTo>
                      <a:pt x="64" y="65"/>
                      <a:pt x="67" y="63"/>
                      <a:pt x="70" y="60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2" y="66"/>
                      <a:pt x="83" y="65"/>
                      <a:pt x="84" y="65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9" y="64"/>
                      <a:pt x="91" y="63"/>
                      <a:pt x="94" y="63"/>
                    </a:cubicBezTo>
                    <a:cubicBezTo>
                      <a:pt x="97" y="63"/>
                      <a:pt x="101" y="63"/>
                      <a:pt x="104" y="63"/>
                    </a:cubicBezTo>
                    <a:cubicBezTo>
                      <a:pt x="113" y="61"/>
                      <a:pt x="122" y="59"/>
                      <a:pt x="132" y="58"/>
                    </a:cubicBezTo>
                    <a:cubicBezTo>
                      <a:pt x="132" y="57"/>
                      <a:pt x="132" y="57"/>
                      <a:pt x="133" y="56"/>
                    </a:cubicBezTo>
                    <a:cubicBezTo>
                      <a:pt x="156" y="58"/>
                      <a:pt x="156" y="58"/>
                      <a:pt x="156" y="58"/>
                    </a:cubicBezTo>
                    <a:cubicBezTo>
                      <a:pt x="156" y="46"/>
                      <a:pt x="156" y="46"/>
                      <a:pt x="156" y="46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1" y="28"/>
                      <a:pt x="151" y="28"/>
                      <a:pt x="151" y="28"/>
                    </a:cubicBezTo>
                    <a:cubicBezTo>
                      <a:pt x="149" y="28"/>
                      <a:pt x="149" y="28"/>
                      <a:pt x="149" y="28"/>
                    </a:cubicBezTo>
                    <a:cubicBezTo>
                      <a:pt x="148" y="27"/>
                      <a:pt x="148" y="27"/>
                      <a:pt x="148" y="27"/>
                    </a:cubicBezTo>
                    <a:cubicBezTo>
                      <a:pt x="146" y="24"/>
                      <a:pt x="144" y="22"/>
                      <a:pt x="142" y="20"/>
                    </a:cubicBezTo>
                    <a:cubicBezTo>
                      <a:pt x="137" y="16"/>
                      <a:pt x="133" y="13"/>
                      <a:pt x="129" y="9"/>
                    </a:cubicBezTo>
                    <a:lnTo>
                      <a:pt x="127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6346640" y="2908350"/>
                <a:ext cx="45784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23" h="14" extrusionOk="0">
                    <a:moveTo>
                      <a:pt x="11" y="1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10" y="13"/>
                      <a:pt x="16" y="12"/>
                      <a:pt x="21" y="1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8" y="3"/>
                      <a:pt x="17" y="2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0"/>
                      <a:pt x="12" y="1"/>
                    </a:cubicBez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3" name="Google Shape;893;p41"/>
              <p:cNvSpPr/>
              <p:nvPr/>
            </p:nvSpPr>
            <p:spPr>
              <a:xfrm>
                <a:off x="6804483" y="2888393"/>
                <a:ext cx="223052" cy="18313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92" extrusionOk="0">
                    <a:moveTo>
                      <a:pt x="64" y="19"/>
                    </a:moveTo>
                    <a:cubicBezTo>
                      <a:pt x="50" y="2"/>
                      <a:pt x="50" y="2"/>
                      <a:pt x="50" y="2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4" y="47"/>
                      <a:pt x="14" y="47"/>
                      <a:pt x="14" y="47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60"/>
                      <a:pt x="16" y="62"/>
                      <a:pt x="15" y="64"/>
                    </a:cubicBezTo>
                    <a:cubicBezTo>
                      <a:pt x="45" y="62"/>
                      <a:pt x="45" y="62"/>
                      <a:pt x="45" y="62"/>
                    </a:cubicBezTo>
                    <a:cubicBezTo>
                      <a:pt x="73" y="75"/>
                      <a:pt x="73" y="75"/>
                      <a:pt x="73" y="75"/>
                    </a:cubicBezTo>
                    <a:cubicBezTo>
                      <a:pt x="76" y="91"/>
                      <a:pt x="76" y="91"/>
                      <a:pt x="76" y="91"/>
                    </a:cubicBezTo>
                    <a:cubicBezTo>
                      <a:pt x="88" y="92"/>
                      <a:pt x="88" y="92"/>
                      <a:pt x="88" y="92"/>
                    </a:cubicBezTo>
                    <a:cubicBezTo>
                      <a:pt x="112" y="60"/>
                      <a:pt x="112" y="60"/>
                      <a:pt x="112" y="60"/>
                    </a:cubicBezTo>
                    <a:cubicBezTo>
                      <a:pt x="77" y="24"/>
                      <a:pt x="77" y="24"/>
                      <a:pt x="77" y="24"/>
                    </a:cubicBezTo>
                    <a:lnTo>
                      <a:pt x="64" y="1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4" name="Google Shape;894;p41"/>
              <p:cNvSpPr/>
              <p:nvPr/>
            </p:nvSpPr>
            <p:spPr>
              <a:xfrm>
                <a:off x="7986659" y="3291060"/>
                <a:ext cx="39915" cy="65742"/>
              </a:xfrm>
              <a:custGeom>
                <a:avLst/>
                <a:gdLst/>
                <a:ahLst/>
                <a:cxnLst/>
                <a:rect l="l" t="t" r="r" b="b"/>
                <a:pathLst>
                  <a:path w="20" h="33" extrusionOk="0">
                    <a:moveTo>
                      <a:pt x="20" y="3"/>
                    </a:moveTo>
                    <a:cubicBezTo>
                      <a:pt x="19" y="5"/>
                      <a:pt x="19" y="7"/>
                      <a:pt x="18" y="9"/>
                    </a:cubicBezTo>
                    <a:cubicBezTo>
                      <a:pt x="18" y="11"/>
                      <a:pt x="18" y="12"/>
                      <a:pt x="18" y="14"/>
                    </a:cubicBezTo>
                    <a:cubicBezTo>
                      <a:pt x="15" y="21"/>
                      <a:pt x="11" y="27"/>
                      <a:pt x="8" y="33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1"/>
                      <a:pt x="2" y="18"/>
                      <a:pt x="3" y="15"/>
                    </a:cubicBezTo>
                    <a:cubicBezTo>
                      <a:pt x="4" y="12"/>
                      <a:pt x="6" y="8"/>
                      <a:pt x="8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3"/>
                      <a:pt x="20" y="3"/>
                      <a:pt x="20" y="3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7986659" y="3291060"/>
                <a:ext cx="39915" cy="65742"/>
              </a:xfrm>
              <a:custGeom>
                <a:avLst/>
                <a:gdLst/>
                <a:ahLst/>
                <a:cxnLst/>
                <a:rect l="l" t="t" r="r" b="b"/>
                <a:pathLst>
                  <a:path w="20" h="33" extrusionOk="0">
                    <a:moveTo>
                      <a:pt x="20" y="3"/>
                    </a:moveTo>
                    <a:cubicBezTo>
                      <a:pt x="19" y="5"/>
                      <a:pt x="19" y="7"/>
                      <a:pt x="18" y="9"/>
                    </a:cubicBezTo>
                    <a:cubicBezTo>
                      <a:pt x="18" y="11"/>
                      <a:pt x="18" y="12"/>
                      <a:pt x="18" y="14"/>
                    </a:cubicBezTo>
                    <a:cubicBezTo>
                      <a:pt x="15" y="21"/>
                      <a:pt x="11" y="27"/>
                      <a:pt x="8" y="33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1"/>
                      <a:pt x="2" y="18"/>
                      <a:pt x="3" y="15"/>
                    </a:cubicBezTo>
                    <a:cubicBezTo>
                      <a:pt x="4" y="12"/>
                      <a:pt x="6" y="8"/>
                      <a:pt x="8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3"/>
                      <a:pt x="20" y="3"/>
                      <a:pt x="20" y="3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7065103" y="2937699"/>
                <a:ext cx="135005" cy="93917"/>
              </a:xfrm>
              <a:custGeom>
                <a:avLst/>
                <a:gdLst/>
                <a:ahLst/>
                <a:cxnLst/>
                <a:rect l="l" t="t" r="r" b="b"/>
                <a:pathLst>
                  <a:path w="68" h="47" extrusionOk="0">
                    <a:moveTo>
                      <a:pt x="55" y="15"/>
                    </a:moveTo>
                    <a:cubicBezTo>
                      <a:pt x="55" y="14"/>
                      <a:pt x="55" y="14"/>
                      <a:pt x="55" y="14"/>
                    </a:cubicBezTo>
                    <a:cubicBezTo>
                      <a:pt x="55" y="10"/>
                      <a:pt x="55" y="10"/>
                      <a:pt x="55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9" y="38"/>
                      <a:pt x="13" y="39"/>
                      <a:pt x="17" y="39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8" y="47"/>
                      <a:pt x="38" y="47"/>
                      <a:pt x="38" y="47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2" y="43"/>
                      <a:pt x="55" y="43"/>
                      <a:pt x="58" y="42"/>
                    </a:cubicBezTo>
                    <a:cubicBezTo>
                      <a:pt x="60" y="41"/>
                      <a:pt x="62" y="40"/>
                      <a:pt x="64" y="40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8" y="28"/>
                      <a:pt x="68" y="28"/>
                      <a:pt x="68" y="28"/>
                    </a:cubicBezTo>
                    <a:lnTo>
                      <a:pt x="55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7" name="Google Shape;897;p41"/>
              <p:cNvSpPr/>
              <p:nvPr/>
            </p:nvSpPr>
            <p:spPr>
              <a:xfrm>
                <a:off x="6502777" y="3019876"/>
                <a:ext cx="105656" cy="116222"/>
              </a:xfrm>
              <a:custGeom>
                <a:avLst/>
                <a:gdLst/>
                <a:ahLst/>
                <a:cxnLst/>
                <a:rect l="l" t="t" r="r" b="b"/>
                <a:pathLst>
                  <a:path w="53" h="59" extrusionOk="0">
                    <a:moveTo>
                      <a:pt x="25" y="5"/>
                    </a:moveTo>
                    <a:cubicBezTo>
                      <a:pt x="22" y="5"/>
                      <a:pt x="18" y="5"/>
                      <a:pt x="15" y="5"/>
                    </a:cubicBezTo>
                    <a:cubicBezTo>
                      <a:pt x="12" y="5"/>
                      <a:pt x="10" y="6"/>
                      <a:pt x="7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16"/>
                      <a:pt x="3" y="23"/>
                      <a:pt x="3" y="31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20" y="47"/>
                      <a:pt x="22" y="45"/>
                      <a:pt x="25" y="4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9" y="10"/>
                      <a:pt x="51" y="5"/>
                      <a:pt x="53" y="0"/>
                    </a:cubicBezTo>
                    <a:cubicBezTo>
                      <a:pt x="43" y="1"/>
                      <a:pt x="34" y="3"/>
                      <a:pt x="25" y="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8" name="Google Shape;898;p41"/>
              <p:cNvSpPr/>
              <p:nvPr/>
            </p:nvSpPr>
            <p:spPr>
              <a:xfrm>
                <a:off x="6502777" y="3019876"/>
                <a:ext cx="105656" cy="116222"/>
              </a:xfrm>
              <a:custGeom>
                <a:avLst/>
                <a:gdLst/>
                <a:ahLst/>
                <a:cxnLst/>
                <a:rect l="l" t="t" r="r" b="b"/>
                <a:pathLst>
                  <a:path w="53" h="59" extrusionOk="0">
                    <a:moveTo>
                      <a:pt x="25" y="5"/>
                    </a:moveTo>
                    <a:cubicBezTo>
                      <a:pt x="22" y="5"/>
                      <a:pt x="18" y="5"/>
                      <a:pt x="15" y="5"/>
                    </a:cubicBezTo>
                    <a:cubicBezTo>
                      <a:pt x="12" y="5"/>
                      <a:pt x="10" y="6"/>
                      <a:pt x="7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16"/>
                      <a:pt x="3" y="23"/>
                      <a:pt x="3" y="31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20" y="47"/>
                      <a:pt x="22" y="45"/>
                      <a:pt x="25" y="4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9" y="10"/>
                      <a:pt x="51" y="5"/>
                      <a:pt x="53" y="0"/>
                    </a:cubicBezTo>
                    <a:cubicBezTo>
                      <a:pt x="43" y="1"/>
                      <a:pt x="34" y="3"/>
                      <a:pt x="25" y="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9" name="Google Shape;899;p41"/>
              <p:cNvSpPr/>
              <p:nvPr/>
            </p:nvSpPr>
            <p:spPr>
              <a:xfrm>
                <a:off x="7279937" y="3631508"/>
                <a:ext cx="37567" cy="64568"/>
              </a:xfrm>
              <a:custGeom>
                <a:avLst/>
                <a:gdLst/>
                <a:ahLst/>
                <a:cxnLst/>
                <a:rect l="l" t="t" r="r" b="b"/>
                <a:pathLst>
                  <a:path w="19" h="33" extrusionOk="0">
                    <a:moveTo>
                      <a:pt x="4" y="0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4" y="10"/>
                      <a:pt x="16" y="16"/>
                      <a:pt x="19" y="23"/>
                    </a:cubicBezTo>
                    <a:cubicBezTo>
                      <a:pt x="19" y="24"/>
                      <a:pt x="18" y="26"/>
                      <a:pt x="17" y="27"/>
                    </a:cubicBezTo>
                    <a:cubicBezTo>
                      <a:pt x="15" y="29"/>
                      <a:pt x="14" y="31"/>
                      <a:pt x="12" y="32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3"/>
                      <a:pt x="1" y="18"/>
                      <a:pt x="1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0" name="Google Shape;900;p41"/>
              <p:cNvSpPr/>
              <p:nvPr/>
            </p:nvSpPr>
            <p:spPr>
              <a:xfrm>
                <a:off x="7279937" y="3631508"/>
                <a:ext cx="37567" cy="64568"/>
              </a:xfrm>
              <a:custGeom>
                <a:avLst/>
                <a:gdLst/>
                <a:ahLst/>
                <a:cxnLst/>
                <a:rect l="l" t="t" r="r" b="b"/>
                <a:pathLst>
                  <a:path w="19" h="33" extrusionOk="0">
                    <a:moveTo>
                      <a:pt x="4" y="0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4" y="10"/>
                      <a:pt x="16" y="16"/>
                      <a:pt x="19" y="23"/>
                    </a:cubicBezTo>
                    <a:cubicBezTo>
                      <a:pt x="19" y="24"/>
                      <a:pt x="18" y="26"/>
                      <a:pt x="17" y="27"/>
                    </a:cubicBezTo>
                    <a:cubicBezTo>
                      <a:pt x="15" y="29"/>
                      <a:pt x="14" y="31"/>
                      <a:pt x="12" y="32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3"/>
                      <a:pt x="1" y="18"/>
                      <a:pt x="1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1" name="Google Shape;901;p41"/>
              <p:cNvSpPr/>
              <p:nvPr/>
            </p:nvSpPr>
            <p:spPr>
              <a:xfrm>
                <a:off x="7699039" y="3789993"/>
                <a:ext cx="7044" cy="8218"/>
              </a:xfrm>
              <a:custGeom>
                <a:avLst/>
                <a:gdLst/>
                <a:ahLst/>
                <a:cxnLst/>
                <a:rect l="l" t="t" r="r" b="b"/>
                <a:pathLst>
                  <a:path w="6" h="7" extrusionOk="0">
                    <a:moveTo>
                      <a:pt x="6" y="3"/>
                    </a:moveTo>
                    <a:lnTo>
                      <a:pt x="5" y="0"/>
                    </a:lnTo>
                    <a:lnTo>
                      <a:pt x="0" y="7"/>
                    </a:ln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2" name="Google Shape;902;p41"/>
              <p:cNvSpPr/>
              <p:nvPr/>
            </p:nvSpPr>
            <p:spPr>
              <a:xfrm>
                <a:off x="6772787" y="3264060"/>
                <a:ext cx="18783" cy="43437"/>
              </a:xfrm>
              <a:custGeom>
                <a:avLst/>
                <a:gdLst/>
                <a:ahLst/>
                <a:cxnLst/>
                <a:rect l="l" t="t" r="r" b="b"/>
                <a:pathLst>
                  <a:path w="9" h="22" extrusionOk="0">
                    <a:moveTo>
                      <a:pt x="0" y="18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5"/>
                      <a:pt x="8" y="8"/>
                      <a:pt x="8" y="10"/>
                    </a:cubicBezTo>
                    <a:cubicBezTo>
                      <a:pt x="8" y="12"/>
                      <a:pt x="8" y="13"/>
                      <a:pt x="8" y="15"/>
                    </a:cubicBezTo>
                    <a:cubicBezTo>
                      <a:pt x="5" y="22"/>
                      <a:pt x="5" y="22"/>
                      <a:pt x="5" y="22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03" name="Google Shape;903;p41"/>
              <p:cNvGrpSpPr/>
              <p:nvPr/>
            </p:nvGrpSpPr>
            <p:grpSpPr>
              <a:xfrm>
                <a:off x="7926792" y="3454240"/>
                <a:ext cx="183137" cy="261792"/>
                <a:chOff x="6932612" y="3567113"/>
                <a:chExt cx="247650" cy="354012"/>
              </a:xfrm>
            </p:grpSpPr>
            <p:sp>
              <p:nvSpPr>
                <p:cNvPr id="904" name="Google Shape;904;p41"/>
                <p:cNvSpPr/>
                <p:nvPr/>
              </p:nvSpPr>
              <p:spPr>
                <a:xfrm>
                  <a:off x="6997700" y="3567113"/>
                  <a:ext cx="106362" cy="163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61" extrusionOk="0">
                      <a:moveTo>
                        <a:pt x="11" y="37"/>
                      </a:moveTo>
                      <a:cubicBezTo>
                        <a:pt x="14" y="42"/>
                        <a:pt x="14" y="42"/>
                        <a:pt x="14" y="42"/>
                      </a:cubicBezTo>
                      <a:cubicBezTo>
                        <a:pt x="10" y="46"/>
                        <a:pt x="10" y="46"/>
                        <a:pt x="10" y="46"/>
                      </a:cubicBezTo>
                      <a:cubicBezTo>
                        <a:pt x="13" y="51"/>
                        <a:pt x="13" y="51"/>
                        <a:pt x="13" y="51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cubicBezTo>
                        <a:pt x="23" y="51"/>
                        <a:pt x="24" y="52"/>
                        <a:pt x="25" y="54"/>
                      </a:cubicBezTo>
                      <a:cubicBezTo>
                        <a:pt x="25" y="55"/>
                        <a:pt x="26" y="55"/>
                        <a:pt x="26" y="55"/>
                      </a:cubicBezTo>
                      <a:cubicBezTo>
                        <a:pt x="27" y="51"/>
                        <a:pt x="27" y="51"/>
                        <a:pt x="27" y="51"/>
                      </a:cubicBezTo>
                      <a:cubicBezTo>
                        <a:pt x="37" y="61"/>
                        <a:pt x="37" y="61"/>
                        <a:pt x="37" y="61"/>
                      </a:cubicBezTo>
                      <a:cubicBezTo>
                        <a:pt x="40" y="60"/>
                        <a:pt x="40" y="60"/>
                        <a:pt x="40" y="60"/>
                      </a:cubicBezTo>
                      <a:cubicBezTo>
                        <a:pt x="37" y="54"/>
                        <a:pt x="37" y="54"/>
                        <a:pt x="37" y="54"/>
                      </a:cubicBezTo>
                      <a:cubicBezTo>
                        <a:pt x="39" y="51"/>
                        <a:pt x="39" y="51"/>
                        <a:pt x="39" y="51"/>
                      </a:cubicBezTo>
                      <a:cubicBezTo>
                        <a:pt x="38" y="49"/>
                        <a:pt x="38" y="49"/>
                        <a:pt x="38" y="49"/>
                      </a:cubicBezTo>
                      <a:cubicBezTo>
                        <a:pt x="33" y="48"/>
                        <a:pt x="33" y="48"/>
                        <a:pt x="33" y="48"/>
                      </a:cubicBezTo>
                      <a:cubicBezTo>
                        <a:pt x="32" y="43"/>
                        <a:pt x="32" y="43"/>
                        <a:pt x="32" y="43"/>
                      </a:cubicBezTo>
                      <a:cubicBezTo>
                        <a:pt x="29" y="42"/>
                        <a:pt x="29" y="42"/>
                        <a:pt x="29" y="42"/>
                      </a:cubicBezTo>
                      <a:cubicBezTo>
                        <a:pt x="24" y="46"/>
                        <a:pt x="24" y="46"/>
                        <a:pt x="24" y="46"/>
                      </a:cubicBezTo>
                      <a:cubicBezTo>
                        <a:pt x="19" y="40"/>
                        <a:pt x="19" y="40"/>
                        <a:pt x="19" y="40"/>
                      </a:cubicBezTo>
                      <a:cubicBezTo>
                        <a:pt x="20" y="34"/>
                        <a:pt x="20" y="34"/>
                        <a:pt x="20" y="34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20" y="23"/>
                        <a:pt x="20" y="23"/>
                        <a:pt x="20" y="23"/>
                      </a:cubicBezTo>
                      <a:cubicBezTo>
                        <a:pt x="24" y="23"/>
                        <a:pt x="24" y="23"/>
                        <a:pt x="24" y="23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5" y="11"/>
                        <a:pt x="25" y="11"/>
                        <a:pt x="25" y="11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23"/>
                        <a:pt x="9" y="23"/>
                        <a:pt x="9" y="23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2" y="29"/>
                        <a:pt x="3" y="32"/>
                        <a:pt x="5" y="35"/>
                      </a:cubicBezTo>
                      <a:cubicBezTo>
                        <a:pt x="5" y="37"/>
                        <a:pt x="6" y="39"/>
                        <a:pt x="6" y="41"/>
                      </a:cubicBezTo>
                      <a:cubicBezTo>
                        <a:pt x="8" y="42"/>
                        <a:pt x="8" y="42"/>
                        <a:pt x="8" y="42"/>
                      </a:cubicBezTo>
                      <a:lnTo>
                        <a:pt x="11" y="3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05" name="Google Shape;905;p41"/>
                <p:cNvSpPr/>
                <p:nvPr/>
              </p:nvSpPr>
              <p:spPr>
                <a:xfrm>
                  <a:off x="7112000" y="3727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6" y="13"/>
                      </a:move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2" y="9"/>
                        <a:pt x="11" y="5"/>
                        <a:pt x="1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6" y="8"/>
                        <a:pt x="6" y="8"/>
                        <a:pt x="6" y="8"/>
                      </a:cubicBezTo>
                      <a:lnTo>
                        <a:pt x="6" y="1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06" name="Google Shape;906;p41"/>
                <p:cNvSpPr/>
                <p:nvPr/>
              </p:nvSpPr>
              <p:spPr>
                <a:xfrm>
                  <a:off x="7050087" y="3744913"/>
                  <a:ext cx="26987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12" extrusionOk="0">
                      <a:moveTo>
                        <a:pt x="10" y="5"/>
                      </a:move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7"/>
                        <a:pt x="1" y="11"/>
                      </a:cubicBezTo>
                      <a:cubicBezTo>
                        <a:pt x="2" y="12"/>
                        <a:pt x="2" y="12"/>
                        <a:pt x="2" y="12"/>
                      </a:cubicBezTo>
                      <a:lnTo>
                        <a:pt x="10" y="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07" name="Google Shape;907;p41"/>
                <p:cNvSpPr/>
                <p:nvPr/>
              </p:nvSpPr>
              <p:spPr>
                <a:xfrm>
                  <a:off x="7056437" y="3768725"/>
                  <a:ext cx="317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8" extrusionOk="0">
                      <a:moveTo>
                        <a:pt x="7" y="17"/>
                      </a:moveTo>
                      <a:cubicBezTo>
                        <a:pt x="7" y="15"/>
                        <a:pt x="8" y="14"/>
                        <a:pt x="8" y="12"/>
                      </a:cubicBezTo>
                      <a:cubicBezTo>
                        <a:pt x="9" y="9"/>
                        <a:pt x="10" y="6"/>
                        <a:pt x="12" y="3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5" y="18"/>
                        <a:pt x="5" y="18"/>
                        <a:pt x="5" y="18"/>
                      </a:cubicBez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08" name="Google Shape;908;p41"/>
                <p:cNvSpPr/>
                <p:nvPr/>
              </p:nvSpPr>
              <p:spPr>
                <a:xfrm>
                  <a:off x="7107237" y="3760788"/>
                  <a:ext cx="19050" cy="3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" h="14" extrusionOk="0">
                      <a:moveTo>
                        <a:pt x="4" y="14"/>
                      </a:move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5" y="3"/>
                        <a:pt x="4" y="2"/>
                      </a:cubicBezTo>
                      <a:cubicBezTo>
                        <a:pt x="4" y="1"/>
                        <a:pt x="3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9"/>
                        <a:pt x="3" y="9"/>
                        <a:pt x="3" y="9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09" name="Google Shape;909;p41"/>
                <p:cNvSpPr/>
                <p:nvPr/>
              </p:nvSpPr>
              <p:spPr>
                <a:xfrm>
                  <a:off x="7059612" y="3797300"/>
                  <a:ext cx="1206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6" extrusionOk="0">
                      <a:moveTo>
                        <a:pt x="42" y="18"/>
                      </a:moveTo>
                      <a:cubicBezTo>
                        <a:pt x="40" y="16"/>
                        <a:pt x="39" y="14"/>
                        <a:pt x="37" y="12"/>
                      </a:cubicBezTo>
                      <a:cubicBezTo>
                        <a:pt x="38" y="6"/>
                        <a:pt x="38" y="6"/>
                        <a:pt x="38" y="6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29" y="1"/>
                        <a:pt x="29" y="1"/>
                        <a:pt x="29" y="1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18" y="15"/>
                        <a:pt x="18" y="15"/>
                        <a:pt x="18" y="15"/>
                      </a:cubicBezTo>
                      <a:cubicBezTo>
                        <a:pt x="17" y="12"/>
                        <a:pt x="17" y="12"/>
                        <a:pt x="17" y="1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2" y="21"/>
                        <a:pt x="2" y="21"/>
                        <a:pt x="2" y="21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3" y="31"/>
                        <a:pt x="3" y="31"/>
                        <a:pt x="3" y="31"/>
                      </a:cubicBezTo>
                      <a:cubicBezTo>
                        <a:pt x="7" y="22"/>
                        <a:pt x="7" y="22"/>
                        <a:pt x="7" y="22"/>
                      </a:cubicBezTo>
                      <a:cubicBezTo>
                        <a:pt x="9" y="22"/>
                        <a:pt x="9" y="22"/>
                        <a:pt x="9" y="22"/>
                      </a:cubicBezTo>
                      <a:cubicBezTo>
                        <a:pt x="10" y="25"/>
                        <a:pt x="10" y="25"/>
                        <a:pt x="10" y="25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8" y="22"/>
                        <a:pt x="18" y="22"/>
                        <a:pt x="18" y="22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18" y="34"/>
                        <a:pt x="18" y="34"/>
                        <a:pt x="18" y="34"/>
                      </a:cubicBezTo>
                      <a:cubicBezTo>
                        <a:pt x="20" y="43"/>
                        <a:pt x="20" y="43"/>
                        <a:pt x="20" y="43"/>
                      </a:cubicBezTo>
                      <a:cubicBezTo>
                        <a:pt x="22" y="44"/>
                        <a:pt x="24" y="44"/>
                        <a:pt x="26" y="45"/>
                      </a:cubicBezTo>
                      <a:cubicBezTo>
                        <a:pt x="27" y="45"/>
                        <a:pt x="28" y="46"/>
                        <a:pt x="29" y="46"/>
                      </a:cubicBezTo>
                      <a:cubicBezTo>
                        <a:pt x="33" y="43"/>
                        <a:pt x="33" y="43"/>
                        <a:pt x="33" y="43"/>
                      </a:cubicBezTo>
                      <a:cubicBezTo>
                        <a:pt x="33" y="38"/>
                        <a:pt x="33" y="38"/>
                        <a:pt x="33" y="38"/>
                      </a:cubicBezTo>
                      <a:cubicBezTo>
                        <a:pt x="31" y="35"/>
                        <a:pt x="31" y="35"/>
                        <a:pt x="31" y="35"/>
                      </a:cubicBezTo>
                      <a:cubicBezTo>
                        <a:pt x="35" y="26"/>
                        <a:pt x="35" y="26"/>
                        <a:pt x="35" y="26"/>
                      </a:cubicBezTo>
                      <a:cubicBezTo>
                        <a:pt x="37" y="27"/>
                        <a:pt x="37" y="27"/>
                        <a:pt x="37" y="27"/>
                      </a:cubicBezTo>
                      <a:cubicBezTo>
                        <a:pt x="37" y="30"/>
                        <a:pt x="38" y="33"/>
                        <a:pt x="39" y="35"/>
                      </a:cubicBezTo>
                      <a:cubicBezTo>
                        <a:pt x="39" y="36"/>
                        <a:pt x="39" y="37"/>
                        <a:pt x="40" y="38"/>
                      </a:cubicBezTo>
                      <a:cubicBezTo>
                        <a:pt x="41" y="38"/>
                        <a:pt x="41" y="38"/>
                        <a:pt x="41" y="38"/>
                      </a:cubicBezTo>
                      <a:cubicBezTo>
                        <a:pt x="41" y="33"/>
                        <a:pt x="41" y="33"/>
                        <a:pt x="41" y="33"/>
                      </a:cubicBezTo>
                      <a:cubicBezTo>
                        <a:pt x="45" y="27"/>
                        <a:pt x="45" y="27"/>
                        <a:pt x="45" y="27"/>
                      </a:cubicBezTo>
                      <a:cubicBezTo>
                        <a:pt x="44" y="24"/>
                        <a:pt x="43" y="21"/>
                        <a:pt x="42" y="18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10" name="Google Shape;910;p41"/>
                <p:cNvSpPr/>
                <p:nvPr/>
              </p:nvSpPr>
              <p:spPr>
                <a:xfrm>
                  <a:off x="6932612" y="3752850"/>
                  <a:ext cx="61912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31" extrusionOk="0">
                      <a:moveTo>
                        <a:pt x="19" y="2"/>
                      </a:move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2" y="15"/>
                        <a:pt x="6" y="22"/>
                        <a:pt x="0" y="29"/>
                      </a:cubicBezTo>
                      <a:cubicBezTo>
                        <a:pt x="2" y="31"/>
                        <a:pt x="2" y="31"/>
                        <a:pt x="2" y="31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3" y="2"/>
                        <a:pt x="23" y="2"/>
                        <a:pt x="23" y="2"/>
                      </a:cubicBezTo>
                      <a:cubicBezTo>
                        <a:pt x="22" y="0"/>
                        <a:pt x="22" y="0"/>
                        <a:pt x="22" y="0"/>
                      </a:cubicBezTo>
                      <a:lnTo>
                        <a:pt x="19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11" name="Google Shape;911;p41"/>
                <p:cNvSpPr/>
                <p:nvPr/>
              </p:nvSpPr>
              <p:spPr>
                <a:xfrm>
                  <a:off x="7018337" y="3711575"/>
                  <a:ext cx="26987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9" extrusionOk="0">
                      <a:moveTo>
                        <a:pt x="0" y="2"/>
                      </a:moveTo>
                      <a:lnTo>
                        <a:pt x="7" y="17"/>
                      </a:lnTo>
                      <a:lnTo>
                        <a:pt x="12" y="19"/>
                      </a:lnTo>
                      <a:lnTo>
                        <a:pt x="17" y="2"/>
                      </a:lnTo>
                      <a:lnTo>
                        <a:pt x="9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12" name="Google Shape;912;p41"/>
              <p:cNvSpPr/>
              <p:nvPr/>
            </p:nvSpPr>
            <p:spPr>
              <a:xfrm>
                <a:off x="6952402" y="3029268"/>
                <a:ext cx="279401" cy="29936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51" extrusionOk="0">
                    <a:moveTo>
                      <a:pt x="125" y="1"/>
                    </a:moveTo>
                    <a:cubicBezTo>
                      <a:pt x="124" y="1"/>
                      <a:pt x="122" y="0"/>
                      <a:pt x="121" y="0"/>
                    </a:cubicBezTo>
                    <a:cubicBezTo>
                      <a:pt x="115" y="4"/>
                      <a:pt x="115" y="4"/>
                      <a:pt x="115" y="4"/>
                    </a:cubicBezTo>
                    <a:cubicBezTo>
                      <a:pt x="111" y="7"/>
                      <a:pt x="111" y="7"/>
                      <a:pt x="111" y="7"/>
                    </a:cubicBezTo>
                    <a:cubicBezTo>
                      <a:pt x="109" y="6"/>
                      <a:pt x="107" y="6"/>
                      <a:pt x="104" y="7"/>
                    </a:cubicBezTo>
                    <a:cubicBezTo>
                      <a:pt x="102" y="7"/>
                      <a:pt x="99" y="8"/>
                      <a:pt x="97" y="8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1" y="64"/>
                      <a:pt x="40" y="72"/>
                      <a:pt x="28" y="8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16" y="109"/>
                      <a:pt x="16" y="109"/>
                      <a:pt x="16" y="109"/>
                    </a:cubicBezTo>
                    <a:cubicBezTo>
                      <a:pt x="13" y="118"/>
                      <a:pt x="13" y="118"/>
                      <a:pt x="13" y="118"/>
                    </a:cubicBezTo>
                    <a:cubicBezTo>
                      <a:pt x="4" y="124"/>
                      <a:pt x="4" y="124"/>
                      <a:pt x="4" y="124"/>
                    </a:cubicBezTo>
                    <a:cubicBezTo>
                      <a:pt x="3" y="133"/>
                      <a:pt x="3" y="133"/>
                      <a:pt x="3" y="133"/>
                    </a:cubicBezTo>
                    <a:cubicBezTo>
                      <a:pt x="6" y="131"/>
                      <a:pt x="6" y="131"/>
                      <a:pt x="6" y="131"/>
                    </a:cubicBezTo>
                    <a:cubicBezTo>
                      <a:pt x="9" y="133"/>
                      <a:pt x="9" y="133"/>
                      <a:pt x="9" y="133"/>
                    </a:cubicBezTo>
                    <a:cubicBezTo>
                      <a:pt x="14" y="130"/>
                      <a:pt x="14" y="130"/>
                      <a:pt x="14" y="130"/>
                    </a:cubicBezTo>
                    <a:cubicBezTo>
                      <a:pt x="16" y="133"/>
                      <a:pt x="16" y="133"/>
                      <a:pt x="16" y="133"/>
                    </a:cubicBezTo>
                    <a:cubicBezTo>
                      <a:pt x="20" y="133"/>
                      <a:pt x="25" y="132"/>
                      <a:pt x="29" y="131"/>
                    </a:cubicBezTo>
                    <a:cubicBezTo>
                      <a:pt x="31" y="131"/>
                      <a:pt x="32" y="130"/>
                      <a:pt x="34" y="130"/>
                    </a:cubicBezTo>
                    <a:cubicBezTo>
                      <a:pt x="43" y="131"/>
                      <a:pt x="43" y="131"/>
                      <a:pt x="43" y="131"/>
                    </a:cubicBezTo>
                    <a:cubicBezTo>
                      <a:pt x="49" y="127"/>
                      <a:pt x="49" y="127"/>
                      <a:pt x="49" y="127"/>
                    </a:cubicBezTo>
                    <a:cubicBezTo>
                      <a:pt x="51" y="131"/>
                      <a:pt x="51" y="131"/>
                      <a:pt x="51" y="131"/>
                    </a:cubicBezTo>
                    <a:cubicBezTo>
                      <a:pt x="49" y="139"/>
                      <a:pt x="49" y="139"/>
                      <a:pt x="49" y="139"/>
                    </a:cubicBezTo>
                    <a:cubicBezTo>
                      <a:pt x="53" y="140"/>
                      <a:pt x="53" y="140"/>
                      <a:pt x="53" y="140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77" y="150"/>
                      <a:pt x="77" y="150"/>
                      <a:pt x="77" y="150"/>
                    </a:cubicBezTo>
                    <a:cubicBezTo>
                      <a:pt x="81" y="141"/>
                      <a:pt x="81" y="141"/>
                      <a:pt x="81" y="141"/>
                    </a:cubicBezTo>
                    <a:cubicBezTo>
                      <a:pt x="75" y="122"/>
                      <a:pt x="75" y="122"/>
                      <a:pt x="75" y="122"/>
                    </a:cubicBezTo>
                    <a:cubicBezTo>
                      <a:pt x="79" y="109"/>
                      <a:pt x="79" y="109"/>
                      <a:pt x="79" y="109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98" y="94"/>
                      <a:pt x="109" y="79"/>
                      <a:pt x="121" y="64"/>
                    </a:cubicBezTo>
                    <a:cubicBezTo>
                      <a:pt x="122" y="61"/>
                      <a:pt x="122" y="58"/>
                      <a:pt x="123" y="55"/>
                    </a:cubicBezTo>
                    <a:cubicBezTo>
                      <a:pt x="124" y="52"/>
                      <a:pt x="124" y="49"/>
                      <a:pt x="126" y="46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26"/>
                      <a:pt x="117" y="26"/>
                      <a:pt x="117" y="26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41" y="17"/>
                      <a:pt x="141" y="17"/>
                      <a:pt x="141" y="17"/>
                    </a:cubicBezTo>
                    <a:cubicBezTo>
                      <a:pt x="137" y="5"/>
                      <a:pt x="137" y="5"/>
                      <a:pt x="137" y="5"/>
                    </a:cubicBezTo>
                    <a:cubicBezTo>
                      <a:pt x="128" y="2"/>
                      <a:pt x="128" y="2"/>
                      <a:pt x="128" y="2"/>
                    </a:cubicBezTo>
                    <a:lnTo>
                      <a:pt x="125" y="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3" name="Google Shape;913;p41"/>
              <p:cNvSpPr/>
              <p:nvPr/>
            </p:nvSpPr>
            <p:spPr>
              <a:xfrm>
                <a:off x="6858485" y="2814433"/>
                <a:ext cx="301707" cy="198399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00" extrusionOk="0">
                    <a:moveTo>
                      <a:pt x="81" y="31"/>
                    </a:moveTo>
                    <a:cubicBezTo>
                      <a:pt x="74" y="31"/>
                      <a:pt x="74" y="31"/>
                      <a:pt x="74" y="31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5" y="21"/>
                      <a:pt x="45" y="21"/>
                      <a:pt x="45" y="22"/>
                    </a:cubicBezTo>
                    <a:cubicBezTo>
                      <a:pt x="43" y="24"/>
                      <a:pt x="41" y="27"/>
                      <a:pt x="40" y="30"/>
                    </a:cubicBezTo>
                    <a:cubicBezTo>
                      <a:pt x="37" y="29"/>
                      <a:pt x="35" y="29"/>
                      <a:pt x="32" y="29"/>
                    </a:cubicBezTo>
                    <a:cubicBezTo>
                      <a:pt x="31" y="29"/>
                      <a:pt x="29" y="29"/>
                      <a:pt x="28" y="2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37" y="56"/>
                      <a:pt x="37" y="56"/>
                      <a:pt x="37" y="56"/>
                    </a:cubicBezTo>
                    <a:cubicBezTo>
                      <a:pt x="50" y="61"/>
                      <a:pt x="50" y="61"/>
                      <a:pt x="50" y="61"/>
                    </a:cubicBezTo>
                    <a:cubicBezTo>
                      <a:pt x="85" y="97"/>
                      <a:pt x="85" y="97"/>
                      <a:pt x="85" y="97"/>
                    </a:cubicBezTo>
                    <a:cubicBezTo>
                      <a:pt x="92" y="98"/>
                      <a:pt x="100" y="99"/>
                      <a:pt x="108" y="100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24" y="62"/>
                      <a:pt x="124" y="62"/>
                      <a:pt x="124" y="62"/>
                    </a:cubicBezTo>
                    <a:cubicBezTo>
                      <a:pt x="129" y="67"/>
                      <a:pt x="129" y="67"/>
                      <a:pt x="129" y="67"/>
                    </a:cubicBezTo>
                    <a:cubicBezTo>
                      <a:pt x="150" y="64"/>
                      <a:pt x="150" y="64"/>
                      <a:pt x="150" y="64"/>
                    </a:cubicBezTo>
                    <a:cubicBezTo>
                      <a:pt x="152" y="53"/>
                      <a:pt x="152" y="53"/>
                      <a:pt x="152" y="53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5" y="47"/>
                      <a:pt x="118" y="51"/>
                      <a:pt x="112" y="55"/>
                    </a:cubicBezTo>
                    <a:cubicBezTo>
                      <a:pt x="111" y="56"/>
                      <a:pt x="110" y="56"/>
                      <a:pt x="108" y="57"/>
                    </a:cubicBezTo>
                    <a:cubicBezTo>
                      <a:pt x="104" y="59"/>
                      <a:pt x="101" y="62"/>
                      <a:pt x="97" y="64"/>
                    </a:cubicBezTo>
                    <a:cubicBezTo>
                      <a:pt x="90" y="63"/>
                      <a:pt x="90" y="63"/>
                      <a:pt x="90" y="63"/>
                    </a:cubicBezTo>
                    <a:lnTo>
                      <a:pt x="81" y="3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4" name="Google Shape;914;p41"/>
              <p:cNvSpPr/>
              <p:nvPr/>
            </p:nvSpPr>
            <p:spPr>
              <a:xfrm>
                <a:off x="6803310" y="3309844"/>
                <a:ext cx="130309" cy="172572"/>
              </a:xfrm>
              <a:custGeom>
                <a:avLst/>
                <a:gdLst/>
                <a:ahLst/>
                <a:cxnLst/>
                <a:rect l="l" t="t" r="r" b="b"/>
                <a:pathLst>
                  <a:path w="66" h="87" extrusionOk="0">
                    <a:moveTo>
                      <a:pt x="66" y="24"/>
                    </a:moveTo>
                    <a:cubicBezTo>
                      <a:pt x="64" y="25"/>
                      <a:pt x="64" y="25"/>
                      <a:pt x="64" y="25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36" y="8"/>
                      <a:pt x="34" y="4"/>
                      <a:pt x="34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6" y="86"/>
                      <a:pt x="6" y="86"/>
                      <a:pt x="6" y="86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6" y="87"/>
                      <a:pt x="16" y="87"/>
                      <a:pt x="16" y="87"/>
                    </a:cubicBezTo>
                    <a:cubicBezTo>
                      <a:pt x="19" y="85"/>
                      <a:pt x="19" y="85"/>
                      <a:pt x="19" y="85"/>
                    </a:cubicBezTo>
                    <a:cubicBezTo>
                      <a:pt x="21" y="85"/>
                      <a:pt x="21" y="85"/>
                      <a:pt x="21" y="85"/>
                    </a:cubicBezTo>
                    <a:cubicBezTo>
                      <a:pt x="24" y="81"/>
                      <a:pt x="24" y="81"/>
                      <a:pt x="24" y="81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5" y="50"/>
                      <a:pt x="47" y="44"/>
                      <a:pt x="50" y="44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5" y="45"/>
                      <a:pt x="55" y="45"/>
                      <a:pt x="55" y="45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6" y="2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5" name="Google Shape;915;p41"/>
              <p:cNvSpPr/>
              <p:nvPr/>
            </p:nvSpPr>
            <p:spPr>
              <a:xfrm>
                <a:off x="7495945" y="3225319"/>
                <a:ext cx="149092" cy="389754"/>
              </a:xfrm>
              <a:custGeom>
                <a:avLst/>
                <a:gdLst/>
                <a:ahLst/>
                <a:cxnLst/>
                <a:rect l="l" t="t" r="r" b="b"/>
                <a:pathLst>
                  <a:path w="75" h="196" extrusionOk="0">
                    <a:moveTo>
                      <a:pt x="46" y="0"/>
                    </a:moveTo>
                    <a:cubicBezTo>
                      <a:pt x="41" y="6"/>
                      <a:pt x="37" y="12"/>
                      <a:pt x="32" y="17"/>
                    </a:cubicBezTo>
                    <a:cubicBezTo>
                      <a:pt x="28" y="22"/>
                      <a:pt x="23" y="26"/>
                      <a:pt x="18" y="30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5" y="66"/>
                      <a:pt x="5" y="68"/>
                      <a:pt x="4" y="70"/>
                    </a:cubicBezTo>
                    <a:cubicBezTo>
                      <a:pt x="3" y="75"/>
                      <a:pt x="1" y="80"/>
                      <a:pt x="0" y="85"/>
                    </a:cubicBezTo>
                    <a:cubicBezTo>
                      <a:pt x="3" y="90"/>
                      <a:pt x="3" y="90"/>
                      <a:pt x="3" y="90"/>
                    </a:cubicBezTo>
                    <a:cubicBezTo>
                      <a:pt x="6" y="90"/>
                      <a:pt x="6" y="90"/>
                      <a:pt x="6" y="90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0" y="90"/>
                      <a:pt x="10" y="90"/>
                      <a:pt x="10" y="90"/>
                    </a:cubicBezTo>
                    <a:cubicBezTo>
                      <a:pt x="12" y="95"/>
                      <a:pt x="13" y="100"/>
                      <a:pt x="15" y="104"/>
                    </a:cubicBezTo>
                    <a:cubicBezTo>
                      <a:pt x="17" y="109"/>
                      <a:pt x="18" y="112"/>
                      <a:pt x="20" y="116"/>
                    </a:cubicBezTo>
                    <a:cubicBezTo>
                      <a:pt x="19" y="119"/>
                      <a:pt x="19" y="122"/>
                      <a:pt x="17" y="125"/>
                    </a:cubicBezTo>
                    <a:cubicBezTo>
                      <a:pt x="17" y="128"/>
                      <a:pt x="15" y="131"/>
                      <a:pt x="14" y="135"/>
                    </a:cubicBezTo>
                    <a:cubicBezTo>
                      <a:pt x="16" y="136"/>
                      <a:pt x="17" y="137"/>
                      <a:pt x="20" y="138"/>
                    </a:cubicBezTo>
                    <a:cubicBezTo>
                      <a:pt x="21" y="139"/>
                      <a:pt x="23" y="140"/>
                      <a:pt x="26" y="141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8" y="131"/>
                      <a:pt x="38" y="129"/>
                      <a:pt x="38" y="128"/>
                    </a:cubicBezTo>
                    <a:cubicBezTo>
                      <a:pt x="39" y="127"/>
                      <a:pt x="39" y="126"/>
                      <a:pt x="40" y="125"/>
                    </a:cubicBezTo>
                    <a:cubicBezTo>
                      <a:pt x="41" y="125"/>
                      <a:pt x="41" y="125"/>
                      <a:pt x="41" y="125"/>
                    </a:cubicBezTo>
                    <a:cubicBezTo>
                      <a:pt x="43" y="133"/>
                      <a:pt x="46" y="141"/>
                      <a:pt x="48" y="148"/>
                    </a:cubicBezTo>
                    <a:cubicBezTo>
                      <a:pt x="49" y="153"/>
                      <a:pt x="51" y="157"/>
                      <a:pt x="52" y="161"/>
                    </a:cubicBezTo>
                    <a:cubicBezTo>
                      <a:pt x="55" y="161"/>
                      <a:pt x="55" y="161"/>
                      <a:pt x="55" y="161"/>
                    </a:cubicBezTo>
                    <a:cubicBezTo>
                      <a:pt x="55" y="163"/>
                      <a:pt x="56" y="165"/>
                      <a:pt x="56" y="167"/>
                    </a:cubicBezTo>
                    <a:cubicBezTo>
                      <a:pt x="55" y="173"/>
                      <a:pt x="55" y="179"/>
                      <a:pt x="55" y="184"/>
                    </a:cubicBezTo>
                    <a:cubicBezTo>
                      <a:pt x="55" y="188"/>
                      <a:pt x="55" y="192"/>
                      <a:pt x="55" y="196"/>
                    </a:cubicBezTo>
                    <a:cubicBezTo>
                      <a:pt x="56" y="196"/>
                      <a:pt x="56" y="196"/>
                      <a:pt x="56" y="196"/>
                    </a:cubicBezTo>
                    <a:cubicBezTo>
                      <a:pt x="60" y="182"/>
                      <a:pt x="60" y="182"/>
                      <a:pt x="60" y="182"/>
                    </a:cubicBezTo>
                    <a:cubicBezTo>
                      <a:pt x="59" y="170"/>
                      <a:pt x="59" y="158"/>
                      <a:pt x="59" y="146"/>
                    </a:cubicBezTo>
                    <a:cubicBezTo>
                      <a:pt x="59" y="141"/>
                      <a:pt x="59" y="141"/>
                      <a:pt x="59" y="141"/>
                    </a:cubicBezTo>
                    <a:cubicBezTo>
                      <a:pt x="58" y="137"/>
                      <a:pt x="59" y="132"/>
                      <a:pt x="59" y="127"/>
                    </a:cubicBezTo>
                    <a:cubicBezTo>
                      <a:pt x="59" y="125"/>
                      <a:pt x="59" y="125"/>
                      <a:pt x="59" y="125"/>
                    </a:cubicBezTo>
                    <a:cubicBezTo>
                      <a:pt x="49" y="112"/>
                      <a:pt x="49" y="112"/>
                      <a:pt x="49" y="112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2" y="88"/>
                      <a:pt x="62" y="88"/>
                      <a:pt x="62" y="88"/>
                    </a:cubicBezTo>
                    <a:cubicBezTo>
                      <a:pt x="64" y="87"/>
                      <a:pt x="65" y="86"/>
                      <a:pt x="67" y="85"/>
                    </a:cubicBezTo>
                    <a:cubicBezTo>
                      <a:pt x="70" y="82"/>
                      <a:pt x="72" y="79"/>
                      <a:pt x="75" y="76"/>
                    </a:cubicBezTo>
                    <a:cubicBezTo>
                      <a:pt x="62" y="72"/>
                      <a:pt x="62" y="72"/>
                      <a:pt x="62" y="7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1"/>
                      <a:pt x="48" y="37"/>
                      <a:pt x="49" y="32"/>
                    </a:cubicBezTo>
                    <a:cubicBezTo>
                      <a:pt x="52" y="27"/>
                      <a:pt x="54" y="22"/>
                      <a:pt x="58" y="17"/>
                    </a:cubicBezTo>
                    <a:cubicBezTo>
                      <a:pt x="51" y="1"/>
                      <a:pt x="51" y="1"/>
                      <a:pt x="51" y="1"/>
                    </a:cubicBez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6" name="Google Shape;916;p41"/>
              <p:cNvSpPr/>
              <p:nvPr/>
            </p:nvSpPr>
            <p:spPr>
              <a:xfrm>
                <a:off x="7277589" y="3173664"/>
                <a:ext cx="138527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70" h="39" extrusionOk="0">
                    <a:moveTo>
                      <a:pt x="6" y="0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2" y="25"/>
                      <a:pt x="24" y="30"/>
                      <a:pt x="37" y="34"/>
                    </a:cubicBezTo>
                    <a:cubicBezTo>
                      <a:pt x="38" y="34"/>
                      <a:pt x="38" y="34"/>
                      <a:pt x="39" y="34"/>
                    </a:cubicBezTo>
                    <a:cubicBezTo>
                      <a:pt x="47" y="37"/>
                      <a:pt x="57" y="39"/>
                      <a:pt x="67" y="39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57" y="21"/>
                      <a:pt x="44" y="16"/>
                      <a:pt x="29" y="10"/>
                    </a:cubicBezTo>
                    <a:cubicBezTo>
                      <a:pt x="22" y="7"/>
                      <a:pt x="14" y="4"/>
                      <a:pt x="6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7" name="Google Shape;917;p41"/>
              <p:cNvSpPr/>
              <p:nvPr/>
            </p:nvSpPr>
            <p:spPr>
              <a:xfrm>
                <a:off x="7277589" y="3173664"/>
                <a:ext cx="138527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70" h="39" extrusionOk="0">
                    <a:moveTo>
                      <a:pt x="6" y="0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2" y="25"/>
                      <a:pt x="24" y="30"/>
                      <a:pt x="37" y="34"/>
                    </a:cubicBezTo>
                    <a:cubicBezTo>
                      <a:pt x="38" y="34"/>
                      <a:pt x="38" y="34"/>
                      <a:pt x="39" y="34"/>
                    </a:cubicBezTo>
                    <a:cubicBezTo>
                      <a:pt x="47" y="37"/>
                      <a:pt x="57" y="39"/>
                      <a:pt x="67" y="39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57" y="21"/>
                      <a:pt x="44" y="16"/>
                      <a:pt x="29" y="10"/>
                    </a:cubicBezTo>
                    <a:cubicBezTo>
                      <a:pt x="22" y="7"/>
                      <a:pt x="14" y="4"/>
                      <a:pt x="6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8" name="Google Shape;918;p41"/>
              <p:cNvSpPr/>
              <p:nvPr/>
            </p:nvSpPr>
            <p:spPr>
              <a:xfrm>
                <a:off x="7429029" y="2667689"/>
                <a:ext cx="541194" cy="240662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21" extrusionOk="0">
                    <a:moveTo>
                      <a:pt x="14" y="15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6" y="54"/>
                      <a:pt x="25" y="58"/>
                      <a:pt x="24" y="63"/>
                    </a:cubicBezTo>
                    <a:cubicBezTo>
                      <a:pt x="23" y="66"/>
                      <a:pt x="22" y="69"/>
                      <a:pt x="21" y="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66" y="107"/>
                      <a:pt x="66" y="107"/>
                      <a:pt x="66" y="107"/>
                    </a:cubicBezTo>
                    <a:cubicBezTo>
                      <a:pt x="91" y="105"/>
                      <a:pt x="91" y="105"/>
                      <a:pt x="91" y="105"/>
                    </a:cubicBezTo>
                    <a:cubicBezTo>
                      <a:pt x="102" y="117"/>
                      <a:pt x="102" y="117"/>
                      <a:pt x="102" y="117"/>
                    </a:cubicBezTo>
                    <a:cubicBezTo>
                      <a:pt x="115" y="118"/>
                      <a:pt x="128" y="120"/>
                      <a:pt x="141" y="121"/>
                    </a:cubicBezTo>
                    <a:cubicBezTo>
                      <a:pt x="159" y="110"/>
                      <a:pt x="159" y="110"/>
                      <a:pt x="159" y="110"/>
                    </a:cubicBezTo>
                    <a:cubicBezTo>
                      <a:pt x="178" y="113"/>
                      <a:pt x="178" y="113"/>
                      <a:pt x="178" y="113"/>
                    </a:cubicBezTo>
                    <a:cubicBezTo>
                      <a:pt x="188" y="103"/>
                      <a:pt x="188" y="103"/>
                      <a:pt x="188" y="103"/>
                    </a:cubicBezTo>
                    <a:cubicBezTo>
                      <a:pt x="182" y="90"/>
                      <a:pt x="182" y="90"/>
                      <a:pt x="182" y="90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207" y="83"/>
                      <a:pt x="207" y="83"/>
                      <a:pt x="207" y="83"/>
                    </a:cubicBezTo>
                    <a:cubicBezTo>
                      <a:pt x="218" y="77"/>
                      <a:pt x="230" y="70"/>
                      <a:pt x="241" y="64"/>
                    </a:cubicBezTo>
                    <a:cubicBezTo>
                      <a:pt x="247" y="60"/>
                      <a:pt x="252" y="57"/>
                      <a:pt x="258" y="54"/>
                    </a:cubicBezTo>
                    <a:cubicBezTo>
                      <a:pt x="267" y="54"/>
                      <a:pt x="267" y="54"/>
                      <a:pt x="267" y="54"/>
                    </a:cubicBezTo>
                    <a:cubicBezTo>
                      <a:pt x="273" y="51"/>
                      <a:pt x="273" y="51"/>
                      <a:pt x="273" y="51"/>
                    </a:cubicBezTo>
                    <a:cubicBezTo>
                      <a:pt x="258" y="45"/>
                      <a:pt x="258" y="45"/>
                      <a:pt x="258" y="45"/>
                    </a:cubicBezTo>
                    <a:cubicBezTo>
                      <a:pt x="248" y="50"/>
                      <a:pt x="248" y="50"/>
                      <a:pt x="248" y="50"/>
                    </a:cubicBezTo>
                    <a:cubicBezTo>
                      <a:pt x="242" y="42"/>
                      <a:pt x="242" y="42"/>
                      <a:pt x="242" y="42"/>
                    </a:cubicBezTo>
                    <a:cubicBezTo>
                      <a:pt x="243" y="24"/>
                      <a:pt x="243" y="24"/>
                      <a:pt x="243" y="24"/>
                    </a:cubicBezTo>
                    <a:cubicBezTo>
                      <a:pt x="239" y="24"/>
                      <a:pt x="235" y="24"/>
                      <a:pt x="231" y="24"/>
                    </a:cubicBezTo>
                    <a:cubicBezTo>
                      <a:pt x="222" y="20"/>
                      <a:pt x="222" y="20"/>
                      <a:pt x="222" y="20"/>
                    </a:cubicBezTo>
                    <a:cubicBezTo>
                      <a:pt x="216" y="28"/>
                      <a:pt x="216" y="28"/>
                      <a:pt x="216" y="28"/>
                    </a:cubicBezTo>
                    <a:cubicBezTo>
                      <a:pt x="201" y="24"/>
                      <a:pt x="201" y="24"/>
                      <a:pt x="201" y="24"/>
                    </a:cubicBezTo>
                    <a:cubicBezTo>
                      <a:pt x="190" y="29"/>
                      <a:pt x="190" y="29"/>
                      <a:pt x="190" y="29"/>
                    </a:cubicBezTo>
                    <a:cubicBezTo>
                      <a:pt x="156" y="17"/>
                      <a:pt x="156" y="17"/>
                      <a:pt x="156" y="17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19" y="4"/>
                      <a:pt x="119" y="4"/>
                      <a:pt x="119" y="4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11"/>
                      <a:pt x="95" y="11"/>
                      <a:pt x="95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45" y="12"/>
                      <a:pt x="40" y="12"/>
                      <a:pt x="34" y="13"/>
                    </a:cubicBezTo>
                    <a:cubicBezTo>
                      <a:pt x="29" y="13"/>
                      <a:pt x="24" y="14"/>
                      <a:pt x="19" y="14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5" y="15"/>
                      <a:pt x="14" y="1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9" name="Google Shape;919;p41"/>
              <p:cNvSpPr/>
              <p:nvPr/>
            </p:nvSpPr>
            <p:spPr>
              <a:xfrm>
                <a:off x="7429029" y="2667689"/>
                <a:ext cx="541194" cy="240662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21" extrusionOk="0">
                    <a:moveTo>
                      <a:pt x="14" y="15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6" y="54"/>
                      <a:pt x="25" y="58"/>
                      <a:pt x="24" y="63"/>
                    </a:cubicBezTo>
                    <a:cubicBezTo>
                      <a:pt x="23" y="66"/>
                      <a:pt x="22" y="69"/>
                      <a:pt x="21" y="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66" y="107"/>
                      <a:pt x="66" y="107"/>
                      <a:pt x="66" y="107"/>
                    </a:cubicBezTo>
                    <a:cubicBezTo>
                      <a:pt x="91" y="105"/>
                      <a:pt x="91" y="105"/>
                      <a:pt x="91" y="105"/>
                    </a:cubicBezTo>
                    <a:cubicBezTo>
                      <a:pt x="102" y="117"/>
                      <a:pt x="102" y="117"/>
                      <a:pt x="102" y="117"/>
                    </a:cubicBezTo>
                    <a:cubicBezTo>
                      <a:pt x="115" y="118"/>
                      <a:pt x="128" y="120"/>
                      <a:pt x="141" y="121"/>
                    </a:cubicBezTo>
                    <a:cubicBezTo>
                      <a:pt x="159" y="110"/>
                      <a:pt x="159" y="110"/>
                      <a:pt x="159" y="110"/>
                    </a:cubicBezTo>
                    <a:cubicBezTo>
                      <a:pt x="178" y="113"/>
                      <a:pt x="178" y="113"/>
                      <a:pt x="178" y="113"/>
                    </a:cubicBezTo>
                    <a:cubicBezTo>
                      <a:pt x="188" y="103"/>
                      <a:pt x="188" y="103"/>
                      <a:pt x="188" y="103"/>
                    </a:cubicBezTo>
                    <a:cubicBezTo>
                      <a:pt x="182" y="90"/>
                      <a:pt x="182" y="90"/>
                      <a:pt x="182" y="90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207" y="83"/>
                      <a:pt x="207" y="83"/>
                      <a:pt x="207" y="83"/>
                    </a:cubicBezTo>
                    <a:cubicBezTo>
                      <a:pt x="218" y="77"/>
                      <a:pt x="230" y="70"/>
                      <a:pt x="241" y="64"/>
                    </a:cubicBezTo>
                    <a:cubicBezTo>
                      <a:pt x="247" y="60"/>
                      <a:pt x="252" y="57"/>
                      <a:pt x="258" y="54"/>
                    </a:cubicBezTo>
                    <a:cubicBezTo>
                      <a:pt x="267" y="54"/>
                      <a:pt x="267" y="54"/>
                      <a:pt x="267" y="54"/>
                    </a:cubicBezTo>
                    <a:cubicBezTo>
                      <a:pt x="273" y="51"/>
                      <a:pt x="273" y="51"/>
                      <a:pt x="273" y="51"/>
                    </a:cubicBezTo>
                    <a:cubicBezTo>
                      <a:pt x="258" y="45"/>
                      <a:pt x="258" y="45"/>
                      <a:pt x="258" y="45"/>
                    </a:cubicBezTo>
                    <a:cubicBezTo>
                      <a:pt x="248" y="50"/>
                      <a:pt x="248" y="50"/>
                      <a:pt x="248" y="50"/>
                    </a:cubicBezTo>
                    <a:cubicBezTo>
                      <a:pt x="242" y="42"/>
                      <a:pt x="242" y="42"/>
                      <a:pt x="242" y="42"/>
                    </a:cubicBezTo>
                    <a:cubicBezTo>
                      <a:pt x="243" y="24"/>
                      <a:pt x="243" y="24"/>
                      <a:pt x="243" y="24"/>
                    </a:cubicBezTo>
                    <a:cubicBezTo>
                      <a:pt x="239" y="24"/>
                      <a:pt x="235" y="24"/>
                      <a:pt x="231" y="24"/>
                    </a:cubicBezTo>
                    <a:cubicBezTo>
                      <a:pt x="222" y="20"/>
                      <a:pt x="222" y="20"/>
                      <a:pt x="222" y="20"/>
                    </a:cubicBezTo>
                    <a:cubicBezTo>
                      <a:pt x="216" y="28"/>
                      <a:pt x="216" y="28"/>
                      <a:pt x="216" y="28"/>
                    </a:cubicBezTo>
                    <a:cubicBezTo>
                      <a:pt x="201" y="24"/>
                      <a:pt x="201" y="24"/>
                      <a:pt x="201" y="24"/>
                    </a:cubicBezTo>
                    <a:cubicBezTo>
                      <a:pt x="190" y="29"/>
                      <a:pt x="190" y="29"/>
                      <a:pt x="190" y="29"/>
                    </a:cubicBezTo>
                    <a:cubicBezTo>
                      <a:pt x="156" y="17"/>
                      <a:pt x="156" y="17"/>
                      <a:pt x="156" y="17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19" y="4"/>
                      <a:pt x="119" y="4"/>
                      <a:pt x="119" y="4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11"/>
                      <a:pt x="95" y="11"/>
                      <a:pt x="95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45" y="12"/>
                      <a:pt x="40" y="12"/>
                      <a:pt x="34" y="13"/>
                    </a:cubicBezTo>
                    <a:cubicBezTo>
                      <a:pt x="29" y="13"/>
                      <a:pt x="24" y="14"/>
                      <a:pt x="19" y="14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5" y="15"/>
                      <a:pt x="14" y="1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20" name="Google Shape;920;p41"/>
              <p:cNvGrpSpPr/>
              <p:nvPr/>
            </p:nvGrpSpPr>
            <p:grpSpPr>
              <a:xfrm>
                <a:off x="7636819" y="3684339"/>
                <a:ext cx="341621" cy="131483"/>
                <a:chOff x="6540500" y="3878263"/>
                <a:chExt cx="461962" cy="177800"/>
              </a:xfrm>
            </p:grpSpPr>
            <p:sp>
              <p:nvSpPr>
                <p:cNvPr id="921" name="Google Shape;921;p41"/>
                <p:cNvSpPr/>
                <p:nvPr/>
              </p:nvSpPr>
              <p:spPr>
                <a:xfrm>
                  <a:off x="6540500" y="3908425"/>
                  <a:ext cx="92075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7" extrusionOk="0">
                      <a:moveTo>
                        <a:pt x="28" y="21"/>
                      </a:moveTo>
                      <a:cubicBezTo>
                        <a:pt x="28" y="17"/>
                        <a:pt x="27" y="14"/>
                        <a:pt x="27" y="10"/>
                      </a:cubicBezTo>
                      <a:cubicBezTo>
                        <a:pt x="22" y="7"/>
                        <a:pt x="19" y="3"/>
                        <a:pt x="15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5"/>
                        <a:pt x="3" y="10"/>
                        <a:pt x="4" y="15"/>
                      </a:cubicBezTo>
                      <a:cubicBezTo>
                        <a:pt x="6" y="21"/>
                        <a:pt x="7" y="26"/>
                        <a:pt x="9" y="31"/>
                      </a:cubicBezTo>
                      <a:cubicBezTo>
                        <a:pt x="9" y="31"/>
                        <a:pt x="9" y="32"/>
                        <a:pt x="10" y="33"/>
                      </a:cubicBezTo>
                      <a:cubicBezTo>
                        <a:pt x="16" y="38"/>
                        <a:pt x="22" y="43"/>
                        <a:pt x="28" y="47"/>
                      </a:cubicBezTo>
                      <a:cubicBezTo>
                        <a:pt x="31" y="46"/>
                        <a:pt x="31" y="46"/>
                        <a:pt x="31" y="46"/>
                      </a:cubicBezTo>
                      <a:cubicBezTo>
                        <a:pt x="34" y="42"/>
                        <a:pt x="34" y="42"/>
                        <a:pt x="34" y="42"/>
                      </a:cubicBezTo>
                      <a:cubicBezTo>
                        <a:pt x="32" y="34"/>
                        <a:pt x="30" y="29"/>
                        <a:pt x="28" y="21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22" name="Google Shape;922;p41"/>
                <p:cNvSpPr/>
                <p:nvPr/>
              </p:nvSpPr>
              <p:spPr>
                <a:xfrm>
                  <a:off x="6764337" y="3878263"/>
                  <a:ext cx="23812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66" extrusionOk="0">
                      <a:moveTo>
                        <a:pt x="64" y="3"/>
                      </a:move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1" y="0"/>
                        <a:pt x="61" y="0"/>
                        <a:pt x="61" y="0"/>
                      </a:cubicBezTo>
                      <a:cubicBezTo>
                        <a:pt x="60" y="2"/>
                        <a:pt x="57" y="6"/>
                        <a:pt x="53" y="12"/>
                      </a:cubicBezTo>
                      <a:cubicBezTo>
                        <a:pt x="57" y="19"/>
                        <a:pt x="57" y="19"/>
                        <a:pt x="57" y="19"/>
                      </a:cubicBezTo>
                      <a:cubicBezTo>
                        <a:pt x="55" y="28"/>
                        <a:pt x="55" y="28"/>
                        <a:pt x="55" y="28"/>
                      </a:cubicBezTo>
                      <a:cubicBezTo>
                        <a:pt x="49" y="29"/>
                        <a:pt x="49" y="29"/>
                        <a:pt x="49" y="29"/>
                      </a:cubicBezTo>
                      <a:cubicBezTo>
                        <a:pt x="47" y="33"/>
                        <a:pt x="47" y="33"/>
                        <a:pt x="47" y="33"/>
                      </a:cubicBezTo>
                      <a:cubicBezTo>
                        <a:pt x="39" y="32"/>
                        <a:pt x="39" y="32"/>
                        <a:pt x="39" y="32"/>
                      </a:cubicBezTo>
                      <a:cubicBezTo>
                        <a:pt x="36" y="30"/>
                        <a:pt x="36" y="30"/>
                        <a:pt x="36" y="30"/>
                      </a:cubicBezTo>
                      <a:cubicBezTo>
                        <a:pt x="31" y="40"/>
                        <a:pt x="25" y="46"/>
                        <a:pt x="19" y="47"/>
                      </a:cubicBezTo>
                      <a:cubicBezTo>
                        <a:pt x="14" y="47"/>
                        <a:pt x="14" y="47"/>
                        <a:pt x="14" y="47"/>
                      </a:cubicBezTo>
                      <a:cubicBezTo>
                        <a:pt x="11" y="51"/>
                        <a:pt x="11" y="51"/>
                        <a:pt x="11" y="51"/>
                      </a:cubicBezTo>
                      <a:cubicBezTo>
                        <a:pt x="10" y="58"/>
                        <a:pt x="10" y="58"/>
                        <a:pt x="10" y="58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1" y="63"/>
                        <a:pt x="1" y="63"/>
                        <a:pt x="1" y="63"/>
                      </a:cubicBezTo>
                      <a:cubicBezTo>
                        <a:pt x="13" y="66"/>
                        <a:pt x="13" y="66"/>
                        <a:pt x="13" y="66"/>
                      </a:cubicBezTo>
                      <a:cubicBezTo>
                        <a:pt x="40" y="59"/>
                        <a:pt x="40" y="59"/>
                        <a:pt x="40" y="59"/>
                      </a:cubicBezTo>
                      <a:cubicBezTo>
                        <a:pt x="61" y="31"/>
                        <a:pt x="61" y="31"/>
                        <a:pt x="61" y="31"/>
                      </a:cubicBezTo>
                      <a:cubicBezTo>
                        <a:pt x="70" y="32"/>
                        <a:pt x="70" y="32"/>
                        <a:pt x="70" y="32"/>
                      </a:cubicBezTo>
                      <a:cubicBezTo>
                        <a:pt x="72" y="32"/>
                        <a:pt x="72" y="32"/>
                        <a:pt x="72" y="32"/>
                      </a:cubicBezTo>
                      <a:cubicBezTo>
                        <a:pt x="83" y="32"/>
                        <a:pt x="83" y="32"/>
                        <a:pt x="83" y="32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1" y="29"/>
                        <a:pt x="79" y="27"/>
                        <a:pt x="78" y="24"/>
                      </a:cubicBezTo>
                      <a:cubicBezTo>
                        <a:pt x="81" y="25"/>
                        <a:pt x="85" y="24"/>
                        <a:pt x="89" y="23"/>
                      </a:cubicBezTo>
                      <a:cubicBezTo>
                        <a:pt x="89" y="20"/>
                        <a:pt x="89" y="20"/>
                        <a:pt x="89" y="20"/>
                      </a:cubicBezTo>
                      <a:cubicBezTo>
                        <a:pt x="79" y="14"/>
                        <a:pt x="79" y="14"/>
                        <a:pt x="79" y="14"/>
                      </a:cubicBezTo>
                      <a:cubicBezTo>
                        <a:pt x="75" y="14"/>
                        <a:pt x="75" y="14"/>
                        <a:pt x="75" y="14"/>
                      </a:cubicBezTo>
                      <a:cubicBezTo>
                        <a:pt x="74" y="9"/>
                        <a:pt x="74" y="9"/>
                        <a:pt x="74" y="9"/>
                      </a:cubicBezTo>
                      <a:cubicBezTo>
                        <a:pt x="69" y="6"/>
                        <a:pt x="69" y="6"/>
                        <a:pt x="69" y="6"/>
                      </a:cubicBezTo>
                      <a:cubicBezTo>
                        <a:pt x="67" y="2"/>
                        <a:pt x="67" y="2"/>
                        <a:pt x="67" y="2"/>
                      </a:cubicBezTo>
                      <a:lnTo>
                        <a:pt x="64" y="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23" name="Google Shape;923;p41"/>
              <p:cNvSpPr/>
              <p:nvPr/>
            </p:nvSpPr>
            <p:spPr>
              <a:xfrm>
                <a:off x="6495733" y="3086792"/>
                <a:ext cx="23479" cy="39915"/>
              </a:xfrm>
              <a:custGeom>
                <a:avLst/>
                <a:gdLst/>
                <a:ahLst/>
                <a:cxnLst/>
                <a:rect l="l" t="t" r="r" b="b"/>
                <a:pathLst>
                  <a:path w="20" h="34" extrusionOk="0">
                    <a:moveTo>
                      <a:pt x="0" y="22"/>
                    </a:moveTo>
                    <a:lnTo>
                      <a:pt x="0" y="32"/>
                    </a:lnTo>
                    <a:lnTo>
                      <a:pt x="1" y="34"/>
                    </a:lnTo>
                    <a:lnTo>
                      <a:pt x="6" y="29"/>
                    </a:lnTo>
                    <a:lnTo>
                      <a:pt x="20" y="9"/>
                    </a:lnTo>
                    <a:lnTo>
                      <a:pt x="6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7628602" y="3365020"/>
                <a:ext cx="140875" cy="184312"/>
              </a:xfrm>
              <a:custGeom>
                <a:avLst/>
                <a:gdLst/>
                <a:ahLst/>
                <a:cxnLst/>
                <a:rect l="l" t="t" r="r" b="b"/>
                <a:pathLst>
                  <a:path w="71" h="93" extrusionOk="0">
                    <a:moveTo>
                      <a:pt x="43" y="37"/>
                    </a:moveTo>
                    <a:cubicBezTo>
                      <a:pt x="36" y="29"/>
                      <a:pt x="36" y="29"/>
                      <a:pt x="36" y="2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7" y="2"/>
                      <a:pt x="13" y="4"/>
                      <a:pt x="9" y="7"/>
                    </a:cubicBezTo>
                    <a:cubicBezTo>
                      <a:pt x="6" y="9"/>
                      <a:pt x="3" y="12"/>
                      <a:pt x="0" y="1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4"/>
                      <a:pt x="41" y="57"/>
                      <a:pt x="42" y="59"/>
                    </a:cubicBezTo>
                    <a:cubicBezTo>
                      <a:pt x="44" y="65"/>
                      <a:pt x="46" y="71"/>
                      <a:pt x="48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48" y="88"/>
                      <a:pt x="48" y="88"/>
                      <a:pt x="48" y="88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6" y="92"/>
                      <a:pt x="66" y="92"/>
                      <a:pt x="66" y="92"/>
                    </a:cubicBezTo>
                    <a:cubicBezTo>
                      <a:pt x="71" y="82"/>
                      <a:pt x="71" y="82"/>
                      <a:pt x="71" y="82"/>
                    </a:cubicBezTo>
                    <a:lnTo>
                      <a:pt x="43" y="3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5" name="Google Shape;925;p41"/>
              <p:cNvSpPr/>
              <p:nvPr/>
            </p:nvSpPr>
            <p:spPr>
              <a:xfrm>
                <a:off x="7110887" y="2882523"/>
                <a:ext cx="166702" cy="7513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75" y="21"/>
                    </a:moveTo>
                    <a:cubicBezTo>
                      <a:pt x="77" y="17"/>
                      <a:pt x="77" y="17"/>
                      <a:pt x="77" y="17"/>
                    </a:cubicBezTo>
                    <a:cubicBezTo>
                      <a:pt x="79" y="13"/>
                      <a:pt x="82" y="10"/>
                      <a:pt x="84" y="6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4" y="6"/>
                      <a:pt x="9" y="8"/>
                      <a:pt x="6" y="10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6"/>
                      <a:pt x="34" y="35"/>
                      <a:pt x="35" y="33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7" y="31"/>
                      <a:pt x="39" y="29"/>
                      <a:pt x="41" y="27"/>
                    </a:cubicBezTo>
                    <a:lnTo>
                      <a:pt x="75" y="2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6" name="Google Shape;926;p41"/>
              <p:cNvSpPr/>
              <p:nvPr/>
            </p:nvSpPr>
            <p:spPr>
              <a:xfrm>
                <a:off x="6674175" y="3178360"/>
                <a:ext cx="41088" cy="14087"/>
              </a:xfrm>
              <a:custGeom>
                <a:avLst/>
                <a:gdLst/>
                <a:ahLst/>
                <a:cxnLst/>
                <a:rect l="l" t="t" r="r" b="b"/>
                <a:pathLst>
                  <a:path w="21" h="7" extrusionOk="0">
                    <a:moveTo>
                      <a:pt x="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8" y="2"/>
                      <a:pt x="16" y="1"/>
                      <a:pt x="15" y="1"/>
                    </a:cubicBezTo>
                    <a:cubicBezTo>
                      <a:pt x="12" y="0"/>
                      <a:pt x="10" y="0"/>
                      <a:pt x="8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6694131" y="2581990"/>
                <a:ext cx="698504" cy="36040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181" extrusionOk="0">
                    <a:moveTo>
                      <a:pt x="352" y="81"/>
                    </a:moveTo>
                    <a:cubicBezTo>
                      <a:pt x="351" y="74"/>
                      <a:pt x="351" y="74"/>
                      <a:pt x="351" y="74"/>
                    </a:cubicBezTo>
                    <a:cubicBezTo>
                      <a:pt x="342" y="68"/>
                      <a:pt x="342" y="68"/>
                      <a:pt x="342" y="68"/>
                    </a:cubicBezTo>
                    <a:cubicBezTo>
                      <a:pt x="326" y="68"/>
                      <a:pt x="326" y="68"/>
                      <a:pt x="326" y="68"/>
                    </a:cubicBezTo>
                    <a:cubicBezTo>
                      <a:pt x="320" y="56"/>
                      <a:pt x="320" y="56"/>
                      <a:pt x="320" y="56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291" y="42"/>
                      <a:pt x="291" y="42"/>
                      <a:pt x="291" y="42"/>
                    </a:cubicBezTo>
                    <a:cubicBezTo>
                      <a:pt x="277" y="39"/>
                      <a:pt x="277" y="39"/>
                      <a:pt x="277" y="39"/>
                    </a:cubicBezTo>
                    <a:cubicBezTo>
                      <a:pt x="268" y="19"/>
                      <a:pt x="268" y="19"/>
                      <a:pt x="268" y="19"/>
                    </a:cubicBezTo>
                    <a:cubicBezTo>
                      <a:pt x="213" y="14"/>
                      <a:pt x="213" y="14"/>
                      <a:pt x="213" y="14"/>
                    </a:cubicBezTo>
                    <a:cubicBezTo>
                      <a:pt x="201" y="2"/>
                      <a:pt x="201" y="2"/>
                      <a:pt x="201" y="2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45" y="15"/>
                      <a:pt x="145" y="15"/>
                      <a:pt x="145" y="15"/>
                    </a:cubicBezTo>
                    <a:cubicBezTo>
                      <a:pt x="133" y="10"/>
                      <a:pt x="133" y="10"/>
                      <a:pt x="133" y="10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15" y="45"/>
                      <a:pt x="115" y="45"/>
                      <a:pt x="115" y="45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97" y="49"/>
                      <a:pt x="97" y="49"/>
                      <a:pt x="97" y="49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3" y="52"/>
                      <a:pt x="73" y="52"/>
                      <a:pt x="73" y="52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0" y="73"/>
                      <a:pt x="20" y="73"/>
                      <a:pt x="20" y="7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26" y="103"/>
                      <a:pt x="29" y="103"/>
                      <a:pt x="31" y="102"/>
                    </a:cubicBezTo>
                    <a:cubicBezTo>
                      <a:pt x="34" y="101"/>
                      <a:pt x="36" y="99"/>
                      <a:pt x="39" y="97"/>
                    </a:cubicBezTo>
                    <a:cubicBezTo>
                      <a:pt x="42" y="98"/>
                      <a:pt x="44" y="99"/>
                      <a:pt x="46" y="99"/>
                    </a:cubicBezTo>
                    <a:cubicBezTo>
                      <a:pt x="51" y="100"/>
                      <a:pt x="54" y="101"/>
                      <a:pt x="59" y="102"/>
                    </a:cubicBezTo>
                    <a:cubicBezTo>
                      <a:pt x="65" y="109"/>
                      <a:pt x="65" y="109"/>
                      <a:pt x="65" y="109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72" y="127"/>
                      <a:pt x="72" y="127"/>
                      <a:pt x="72" y="127"/>
                    </a:cubicBezTo>
                    <a:cubicBezTo>
                      <a:pt x="70" y="129"/>
                      <a:pt x="70" y="129"/>
                      <a:pt x="70" y="129"/>
                    </a:cubicBezTo>
                    <a:cubicBezTo>
                      <a:pt x="66" y="128"/>
                      <a:pt x="66" y="128"/>
                      <a:pt x="66" y="128"/>
                    </a:cubicBezTo>
                    <a:cubicBezTo>
                      <a:pt x="60" y="134"/>
                      <a:pt x="60" y="134"/>
                      <a:pt x="60" y="134"/>
                    </a:cubicBezTo>
                    <a:cubicBezTo>
                      <a:pt x="56" y="133"/>
                      <a:pt x="56" y="133"/>
                      <a:pt x="56" y="133"/>
                    </a:cubicBezTo>
                    <a:cubicBezTo>
                      <a:pt x="63" y="124"/>
                      <a:pt x="63" y="124"/>
                      <a:pt x="63" y="124"/>
                    </a:cubicBezTo>
                    <a:cubicBezTo>
                      <a:pt x="60" y="124"/>
                      <a:pt x="58" y="124"/>
                      <a:pt x="56" y="123"/>
                    </a:cubicBezTo>
                    <a:cubicBezTo>
                      <a:pt x="53" y="123"/>
                      <a:pt x="51" y="122"/>
                      <a:pt x="48" y="121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5" y="135"/>
                      <a:pt x="45" y="135"/>
                      <a:pt x="45" y="135"/>
                    </a:cubicBezTo>
                    <a:cubicBezTo>
                      <a:pt x="36" y="135"/>
                      <a:pt x="36" y="135"/>
                      <a:pt x="36" y="135"/>
                    </a:cubicBezTo>
                    <a:cubicBezTo>
                      <a:pt x="37" y="139"/>
                      <a:pt x="37" y="139"/>
                      <a:pt x="37" y="139"/>
                    </a:cubicBezTo>
                    <a:cubicBezTo>
                      <a:pt x="45" y="143"/>
                      <a:pt x="45" y="143"/>
                      <a:pt x="45" y="143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61" y="155"/>
                      <a:pt x="61" y="155"/>
                      <a:pt x="61" y="155"/>
                    </a:cubicBezTo>
                    <a:cubicBezTo>
                      <a:pt x="72" y="154"/>
                      <a:pt x="72" y="154"/>
                      <a:pt x="72" y="154"/>
                    </a:cubicBezTo>
                    <a:cubicBezTo>
                      <a:pt x="83" y="163"/>
                      <a:pt x="83" y="163"/>
                      <a:pt x="83" y="163"/>
                    </a:cubicBezTo>
                    <a:cubicBezTo>
                      <a:pt x="84" y="132"/>
                      <a:pt x="84" y="132"/>
                      <a:pt x="84" y="132"/>
                    </a:cubicBezTo>
                    <a:cubicBezTo>
                      <a:pt x="111" y="117"/>
                      <a:pt x="111" y="117"/>
                      <a:pt x="111" y="117"/>
                    </a:cubicBezTo>
                    <a:cubicBezTo>
                      <a:pt x="113" y="119"/>
                      <a:pt x="113" y="119"/>
                      <a:pt x="113" y="119"/>
                    </a:cubicBezTo>
                    <a:cubicBezTo>
                      <a:pt x="118" y="120"/>
                      <a:pt x="118" y="120"/>
                      <a:pt x="118" y="120"/>
                    </a:cubicBezTo>
                    <a:cubicBezTo>
                      <a:pt x="120" y="118"/>
                      <a:pt x="122" y="115"/>
                      <a:pt x="124" y="113"/>
                    </a:cubicBezTo>
                    <a:cubicBezTo>
                      <a:pt x="128" y="111"/>
                      <a:pt x="131" y="109"/>
                      <a:pt x="135" y="107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134" y="112"/>
                      <a:pt x="132" y="114"/>
                      <a:pt x="130" y="117"/>
                    </a:cubicBezTo>
                    <a:cubicBezTo>
                      <a:pt x="130" y="118"/>
                      <a:pt x="129" y="120"/>
                      <a:pt x="129" y="120"/>
                    </a:cubicBezTo>
                    <a:cubicBezTo>
                      <a:pt x="137" y="129"/>
                      <a:pt x="137" y="129"/>
                      <a:pt x="137" y="129"/>
                    </a:cubicBezTo>
                    <a:cubicBezTo>
                      <a:pt x="129" y="138"/>
                      <a:pt x="129" y="138"/>
                      <a:pt x="129" y="138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57" y="148"/>
                      <a:pt x="157" y="148"/>
                      <a:pt x="157" y="148"/>
                    </a:cubicBezTo>
                    <a:cubicBezTo>
                      <a:pt x="164" y="148"/>
                      <a:pt x="164" y="148"/>
                      <a:pt x="164" y="148"/>
                    </a:cubicBezTo>
                    <a:cubicBezTo>
                      <a:pt x="173" y="180"/>
                      <a:pt x="173" y="180"/>
                      <a:pt x="173" y="180"/>
                    </a:cubicBezTo>
                    <a:cubicBezTo>
                      <a:pt x="180" y="181"/>
                      <a:pt x="180" y="181"/>
                      <a:pt x="180" y="181"/>
                    </a:cubicBezTo>
                    <a:cubicBezTo>
                      <a:pt x="184" y="179"/>
                      <a:pt x="187" y="176"/>
                      <a:pt x="191" y="174"/>
                    </a:cubicBezTo>
                    <a:cubicBezTo>
                      <a:pt x="193" y="173"/>
                      <a:pt x="194" y="173"/>
                      <a:pt x="195" y="172"/>
                    </a:cubicBezTo>
                    <a:cubicBezTo>
                      <a:pt x="201" y="168"/>
                      <a:pt x="208" y="164"/>
                      <a:pt x="216" y="161"/>
                    </a:cubicBezTo>
                    <a:cubicBezTo>
                      <a:pt x="219" y="159"/>
                      <a:pt x="224" y="157"/>
                      <a:pt x="228" y="155"/>
                    </a:cubicBezTo>
                    <a:cubicBezTo>
                      <a:pt x="236" y="159"/>
                      <a:pt x="236" y="159"/>
                      <a:pt x="236" y="159"/>
                    </a:cubicBezTo>
                    <a:cubicBezTo>
                      <a:pt x="248" y="153"/>
                      <a:pt x="248" y="153"/>
                      <a:pt x="248" y="153"/>
                    </a:cubicBezTo>
                    <a:cubicBezTo>
                      <a:pt x="259" y="156"/>
                      <a:pt x="259" y="156"/>
                      <a:pt x="259" y="156"/>
                    </a:cubicBezTo>
                    <a:cubicBezTo>
                      <a:pt x="273" y="151"/>
                      <a:pt x="273" y="151"/>
                      <a:pt x="273" y="151"/>
                    </a:cubicBezTo>
                    <a:cubicBezTo>
                      <a:pt x="294" y="157"/>
                      <a:pt x="294" y="157"/>
                      <a:pt x="294" y="157"/>
                    </a:cubicBezTo>
                    <a:cubicBezTo>
                      <a:pt x="294" y="157"/>
                      <a:pt x="294" y="157"/>
                      <a:pt x="294" y="157"/>
                    </a:cubicBezTo>
                    <a:cubicBezTo>
                      <a:pt x="297" y="153"/>
                      <a:pt x="299" y="149"/>
                      <a:pt x="301" y="145"/>
                    </a:cubicBezTo>
                    <a:cubicBezTo>
                      <a:pt x="303" y="141"/>
                      <a:pt x="303" y="141"/>
                      <a:pt x="303" y="141"/>
                    </a:cubicBezTo>
                    <a:cubicBezTo>
                      <a:pt x="298" y="121"/>
                      <a:pt x="298" y="121"/>
                      <a:pt x="298" y="121"/>
                    </a:cubicBezTo>
                    <a:cubicBezTo>
                      <a:pt x="317" y="118"/>
                      <a:pt x="317" y="118"/>
                      <a:pt x="317" y="118"/>
                    </a:cubicBezTo>
                    <a:cubicBezTo>
                      <a:pt x="325" y="94"/>
                      <a:pt x="325" y="94"/>
                      <a:pt x="325" y="94"/>
                    </a:cubicBezTo>
                    <a:cubicBezTo>
                      <a:pt x="340" y="93"/>
                      <a:pt x="340" y="93"/>
                      <a:pt x="340" y="93"/>
                    </a:cubicBezTo>
                    <a:cubicBezTo>
                      <a:pt x="342" y="87"/>
                      <a:pt x="342" y="87"/>
                      <a:pt x="342" y="87"/>
                    </a:cubicBezTo>
                    <a:lnTo>
                      <a:pt x="352" y="81"/>
                    </a:lnTo>
                    <a:close/>
                    <a:moveTo>
                      <a:pt x="242" y="123"/>
                    </a:move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244" y="106"/>
                      <a:pt x="244" y="106"/>
                      <a:pt x="244" y="106"/>
                    </a:cubicBezTo>
                    <a:cubicBezTo>
                      <a:pt x="256" y="106"/>
                      <a:pt x="269" y="106"/>
                      <a:pt x="282" y="106"/>
                    </a:cubicBezTo>
                    <a:cubicBezTo>
                      <a:pt x="287" y="101"/>
                      <a:pt x="287" y="101"/>
                      <a:pt x="287" y="101"/>
                    </a:cubicBezTo>
                    <a:cubicBezTo>
                      <a:pt x="291" y="101"/>
                      <a:pt x="291" y="101"/>
                      <a:pt x="291" y="101"/>
                    </a:cubicBezTo>
                    <a:cubicBezTo>
                      <a:pt x="288" y="108"/>
                      <a:pt x="288" y="108"/>
                      <a:pt x="288" y="108"/>
                    </a:cubicBezTo>
                    <a:cubicBezTo>
                      <a:pt x="283" y="113"/>
                      <a:pt x="283" y="113"/>
                      <a:pt x="283" y="113"/>
                    </a:cubicBezTo>
                    <a:cubicBezTo>
                      <a:pt x="272" y="113"/>
                      <a:pt x="261" y="113"/>
                      <a:pt x="250" y="113"/>
                    </a:cubicBezTo>
                    <a:cubicBezTo>
                      <a:pt x="248" y="129"/>
                      <a:pt x="248" y="129"/>
                      <a:pt x="248" y="129"/>
                    </a:cubicBezTo>
                    <a:cubicBezTo>
                      <a:pt x="245" y="130"/>
                      <a:pt x="245" y="130"/>
                      <a:pt x="245" y="130"/>
                    </a:cubicBezTo>
                    <a:lnTo>
                      <a:pt x="242" y="12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6493386" y="3109097"/>
                <a:ext cx="61046" cy="950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48" extrusionOk="0">
                    <a:moveTo>
                      <a:pt x="31" y="15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5" y="47"/>
                      <a:pt x="7" y="45"/>
                      <a:pt x="8" y="44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29" y="18"/>
                      <a:pt x="29" y="18"/>
                      <a:pt x="29" y="18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29" name="Google Shape;929;p41"/>
              <p:cNvGrpSpPr/>
              <p:nvPr/>
            </p:nvGrpSpPr>
            <p:grpSpPr>
              <a:xfrm>
                <a:off x="8142793" y="2819127"/>
                <a:ext cx="298185" cy="339274"/>
                <a:chOff x="7224712" y="2708275"/>
                <a:chExt cx="403225" cy="458788"/>
              </a:xfrm>
            </p:grpSpPr>
            <p:sp>
              <p:nvSpPr>
                <p:cNvPr id="930" name="Google Shape;930;p41"/>
                <p:cNvSpPr/>
                <p:nvPr/>
              </p:nvSpPr>
              <p:spPr>
                <a:xfrm>
                  <a:off x="7477125" y="2708275"/>
                  <a:ext cx="150812" cy="131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9" extrusionOk="0">
                      <a:moveTo>
                        <a:pt x="46" y="22"/>
                      </a:moveTo>
                      <a:cubicBezTo>
                        <a:pt x="48" y="26"/>
                        <a:pt x="48" y="26"/>
                        <a:pt x="48" y="26"/>
                      </a:cubicBezTo>
                      <a:cubicBezTo>
                        <a:pt x="56" y="26"/>
                        <a:pt x="56" y="26"/>
                        <a:pt x="56" y="26"/>
                      </a:cubicBezTo>
                      <a:cubicBezTo>
                        <a:pt x="46" y="33"/>
                        <a:pt x="46" y="33"/>
                        <a:pt x="46" y="33"/>
                      </a:cubicBezTo>
                      <a:cubicBezTo>
                        <a:pt x="38" y="30"/>
                        <a:pt x="34" y="33"/>
                        <a:pt x="32" y="41"/>
                      </a:cubicBezTo>
                      <a:cubicBezTo>
                        <a:pt x="21" y="35"/>
                        <a:pt x="21" y="35"/>
                        <a:pt x="21" y="35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3" y="49"/>
                        <a:pt x="3" y="49"/>
                        <a:pt x="3" y="49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4" y="26"/>
                        <a:pt x="4" y="26"/>
                        <a:pt x="4" y="26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13" y="27"/>
                        <a:pt x="13" y="27"/>
                        <a:pt x="13" y="27"/>
                      </a:cubicBezTo>
                      <a:cubicBezTo>
                        <a:pt x="20" y="17"/>
                        <a:pt x="21" y="9"/>
                        <a:pt x="14" y="4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38" y="18"/>
                        <a:pt x="38" y="18"/>
                        <a:pt x="38" y="18"/>
                      </a:cubicBezTo>
                      <a:cubicBezTo>
                        <a:pt x="44" y="18"/>
                        <a:pt x="44" y="18"/>
                        <a:pt x="44" y="18"/>
                      </a:cubicBezTo>
                      <a:cubicBezTo>
                        <a:pt x="49" y="13"/>
                        <a:pt x="49" y="13"/>
                        <a:pt x="49" y="13"/>
                      </a:cubicBezTo>
                      <a:cubicBezTo>
                        <a:pt x="52" y="13"/>
                        <a:pt x="52" y="13"/>
                        <a:pt x="52" y="13"/>
                      </a:cubicBezTo>
                      <a:cubicBezTo>
                        <a:pt x="46" y="22"/>
                        <a:pt x="46" y="22"/>
                        <a:pt x="46" y="22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1" name="Google Shape;931;p41"/>
                <p:cNvSpPr/>
                <p:nvPr/>
              </p:nvSpPr>
              <p:spPr>
                <a:xfrm>
                  <a:off x="7477125" y="2708275"/>
                  <a:ext cx="150812" cy="131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9" extrusionOk="0">
                      <a:moveTo>
                        <a:pt x="46" y="22"/>
                      </a:moveTo>
                      <a:cubicBezTo>
                        <a:pt x="48" y="26"/>
                        <a:pt x="48" y="26"/>
                        <a:pt x="48" y="26"/>
                      </a:cubicBezTo>
                      <a:cubicBezTo>
                        <a:pt x="56" y="26"/>
                        <a:pt x="56" y="26"/>
                        <a:pt x="56" y="26"/>
                      </a:cubicBezTo>
                      <a:cubicBezTo>
                        <a:pt x="46" y="33"/>
                        <a:pt x="46" y="33"/>
                        <a:pt x="46" y="33"/>
                      </a:cubicBezTo>
                      <a:cubicBezTo>
                        <a:pt x="38" y="30"/>
                        <a:pt x="34" y="33"/>
                        <a:pt x="32" y="41"/>
                      </a:cubicBezTo>
                      <a:cubicBezTo>
                        <a:pt x="21" y="35"/>
                        <a:pt x="21" y="35"/>
                        <a:pt x="21" y="35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3" y="49"/>
                        <a:pt x="3" y="49"/>
                        <a:pt x="3" y="49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4" y="26"/>
                        <a:pt x="4" y="26"/>
                        <a:pt x="4" y="26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13" y="27"/>
                        <a:pt x="13" y="27"/>
                        <a:pt x="13" y="27"/>
                      </a:cubicBezTo>
                      <a:cubicBezTo>
                        <a:pt x="20" y="17"/>
                        <a:pt x="21" y="9"/>
                        <a:pt x="14" y="4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38" y="18"/>
                        <a:pt x="38" y="18"/>
                        <a:pt x="38" y="18"/>
                      </a:cubicBezTo>
                      <a:cubicBezTo>
                        <a:pt x="44" y="18"/>
                        <a:pt x="44" y="18"/>
                        <a:pt x="44" y="18"/>
                      </a:cubicBezTo>
                      <a:cubicBezTo>
                        <a:pt x="49" y="13"/>
                        <a:pt x="49" y="13"/>
                        <a:pt x="49" y="13"/>
                      </a:cubicBezTo>
                      <a:cubicBezTo>
                        <a:pt x="52" y="13"/>
                        <a:pt x="52" y="13"/>
                        <a:pt x="52" y="13"/>
                      </a:cubicBezTo>
                      <a:cubicBezTo>
                        <a:pt x="46" y="22"/>
                        <a:pt x="46" y="22"/>
                        <a:pt x="46" y="22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2" name="Google Shape;932;p41"/>
                <p:cNvSpPr/>
                <p:nvPr/>
              </p:nvSpPr>
              <p:spPr>
                <a:xfrm>
                  <a:off x="7269162" y="2841625"/>
                  <a:ext cx="269875" cy="25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95" extrusionOk="0">
                      <a:moveTo>
                        <a:pt x="95" y="13"/>
                      </a:moveTo>
                      <a:cubicBezTo>
                        <a:pt x="101" y="19"/>
                        <a:pt x="101" y="19"/>
                        <a:pt x="101" y="19"/>
                      </a:cubicBezTo>
                      <a:cubicBezTo>
                        <a:pt x="101" y="27"/>
                        <a:pt x="101" y="27"/>
                        <a:pt x="101" y="27"/>
                      </a:cubicBezTo>
                      <a:cubicBezTo>
                        <a:pt x="98" y="38"/>
                        <a:pt x="98" y="38"/>
                        <a:pt x="98" y="38"/>
                      </a:cubicBezTo>
                      <a:cubicBezTo>
                        <a:pt x="95" y="40"/>
                        <a:pt x="95" y="40"/>
                        <a:pt x="95" y="40"/>
                      </a:cubicBezTo>
                      <a:cubicBezTo>
                        <a:pt x="91" y="38"/>
                        <a:pt x="91" y="38"/>
                        <a:pt x="91" y="38"/>
                      </a:cubicBezTo>
                      <a:cubicBezTo>
                        <a:pt x="90" y="41"/>
                        <a:pt x="90" y="41"/>
                        <a:pt x="90" y="41"/>
                      </a:cubicBezTo>
                      <a:cubicBezTo>
                        <a:pt x="89" y="51"/>
                        <a:pt x="89" y="51"/>
                        <a:pt x="89" y="51"/>
                      </a:cubicBezTo>
                      <a:cubicBezTo>
                        <a:pt x="85" y="59"/>
                        <a:pt x="84" y="65"/>
                        <a:pt x="89" y="68"/>
                      </a:cubicBezTo>
                      <a:cubicBezTo>
                        <a:pt x="89" y="70"/>
                        <a:pt x="89" y="70"/>
                        <a:pt x="89" y="70"/>
                      </a:cubicBezTo>
                      <a:cubicBezTo>
                        <a:pt x="83" y="79"/>
                        <a:pt x="83" y="79"/>
                        <a:pt x="83" y="79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8" y="73"/>
                        <a:pt x="78" y="73"/>
                        <a:pt x="78" y="73"/>
                      </a:cubicBezTo>
                      <a:cubicBezTo>
                        <a:pt x="83" y="68"/>
                        <a:pt x="83" y="68"/>
                        <a:pt x="83" y="68"/>
                      </a:cubicBezTo>
                      <a:cubicBezTo>
                        <a:pt x="79" y="64"/>
                        <a:pt x="79" y="64"/>
                        <a:pt x="79" y="64"/>
                      </a:cubicBezTo>
                      <a:cubicBezTo>
                        <a:pt x="76" y="71"/>
                        <a:pt x="76" y="71"/>
                        <a:pt x="76" y="71"/>
                      </a:cubicBezTo>
                      <a:cubicBezTo>
                        <a:pt x="70" y="68"/>
                        <a:pt x="68" y="70"/>
                        <a:pt x="70" y="78"/>
                      </a:cubicBezTo>
                      <a:cubicBezTo>
                        <a:pt x="68" y="80"/>
                        <a:pt x="68" y="80"/>
                        <a:pt x="68" y="80"/>
                      </a:cubicBezTo>
                      <a:cubicBezTo>
                        <a:pt x="66" y="80"/>
                        <a:pt x="66" y="80"/>
                        <a:pt x="66" y="80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3" y="73"/>
                        <a:pt x="63" y="73"/>
                        <a:pt x="63" y="73"/>
                      </a:cubicBezTo>
                      <a:cubicBezTo>
                        <a:pt x="60" y="79"/>
                        <a:pt x="60" y="79"/>
                        <a:pt x="60" y="79"/>
                      </a:cubicBezTo>
                      <a:cubicBezTo>
                        <a:pt x="55" y="79"/>
                        <a:pt x="55" y="79"/>
                        <a:pt x="55" y="79"/>
                      </a:cubicBezTo>
                      <a:cubicBezTo>
                        <a:pt x="55" y="75"/>
                        <a:pt x="55" y="75"/>
                        <a:pt x="55" y="75"/>
                      </a:cubicBezTo>
                      <a:cubicBezTo>
                        <a:pt x="52" y="76"/>
                        <a:pt x="52" y="76"/>
                        <a:pt x="52" y="76"/>
                      </a:cubicBezTo>
                      <a:cubicBezTo>
                        <a:pt x="50" y="82"/>
                        <a:pt x="50" y="82"/>
                        <a:pt x="50" y="82"/>
                      </a:cubicBezTo>
                      <a:cubicBezTo>
                        <a:pt x="54" y="84"/>
                        <a:pt x="54" y="84"/>
                        <a:pt x="54" y="84"/>
                      </a:cubicBezTo>
                      <a:cubicBezTo>
                        <a:pt x="54" y="87"/>
                        <a:pt x="54" y="87"/>
                        <a:pt x="54" y="87"/>
                      </a:cubicBezTo>
                      <a:cubicBezTo>
                        <a:pt x="51" y="88"/>
                        <a:pt x="51" y="88"/>
                        <a:pt x="51" y="88"/>
                      </a:cubicBezTo>
                      <a:cubicBezTo>
                        <a:pt x="48" y="93"/>
                        <a:pt x="48" y="93"/>
                        <a:pt x="48" y="93"/>
                      </a:cubicBezTo>
                      <a:cubicBezTo>
                        <a:pt x="42" y="95"/>
                        <a:pt x="42" y="95"/>
                        <a:pt x="42" y="95"/>
                      </a:cubicBezTo>
                      <a:cubicBezTo>
                        <a:pt x="39" y="89"/>
                        <a:pt x="39" y="89"/>
                        <a:pt x="39" y="89"/>
                      </a:cubicBezTo>
                      <a:cubicBezTo>
                        <a:pt x="40" y="86"/>
                        <a:pt x="40" y="86"/>
                        <a:pt x="40" y="86"/>
                      </a:cubicBezTo>
                      <a:cubicBezTo>
                        <a:pt x="45" y="82"/>
                        <a:pt x="45" y="82"/>
                        <a:pt x="45" y="82"/>
                      </a:cubicBezTo>
                      <a:cubicBezTo>
                        <a:pt x="44" y="80"/>
                        <a:pt x="44" y="80"/>
                        <a:pt x="44" y="80"/>
                      </a:cubicBezTo>
                      <a:cubicBezTo>
                        <a:pt x="39" y="82"/>
                        <a:pt x="39" y="82"/>
                        <a:pt x="39" y="82"/>
                      </a:cubicBezTo>
                      <a:cubicBezTo>
                        <a:pt x="34" y="81"/>
                        <a:pt x="34" y="81"/>
                        <a:pt x="34" y="81"/>
                      </a:cubicBezTo>
                      <a:cubicBezTo>
                        <a:pt x="21" y="84"/>
                        <a:pt x="21" y="84"/>
                        <a:pt x="21" y="84"/>
                      </a:cubicBezTo>
                      <a:cubicBezTo>
                        <a:pt x="20" y="82"/>
                        <a:pt x="20" y="82"/>
                        <a:pt x="20" y="82"/>
                      </a:cubicBezTo>
                      <a:cubicBezTo>
                        <a:pt x="15" y="84"/>
                        <a:pt x="15" y="84"/>
                        <a:pt x="15" y="84"/>
                      </a:cubicBezTo>
                      <a:cubicBezTo>
                        <a:pt x="15" y="88"/>
                        <a:pt x="15" y="88"/>
                        <a:pt x="15" y="88"/>
                      </a:cubicBezTo>
                      <a:cubicBezTo>
                        <a:pt x="11" y="91"/>
                        <a:pt x="11" y="91"/>
                        <a:pt x="11" y="91"/>
                      </a:cubicBezTo>
                      <a:cubicBezTo>
                        <a:pt x="8" y="88"/>
                        <a:pt x="8" y="88"/>
                        <a:pt x="8" y="88"/>
                      </a:cubicBezTo>
                      <a:cubicBezTo>
                        <a:pt x="0" y="89"/>
                        <a:pt x="0" y="89"/>
                        <a:pt x="0" y="89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17" y="75"/>
                        <a:pt x="17" y="75"/>
                        <a:pt x="17" y="75"/>
                      </a:cubicBezTo>
                      <a:cubicBezTo>
                        <a:pt x="20" y="69"/>
                        <a:pt x="20" y="69"/>
                        <a:pt x="20" y="69"/>
                      </a:cubicBezTo>
                      <a:cubicBezTo>
                        <a:pt x="34" y="68"/>
                        <a:pt x="34" y="68"/>
                        <a:pt x="34" y="68"/>
                      </a:cubicBezTo>
                      <a:cubicBezTo>
                        <a:pt x="39" y="65"/>
                        <a:pt x="39" y="65"/>
                        <a:pt x="39" y="65"/>
                      </a:cubicBezTo>
                      <a:cubicBezTo>
                        <a:pt x="40" y="70"/>
                        <a:pt x="40" y="70"/>
                        <a:pt x="40" y="70"/>
                      </a:cubicBezTo>
                      <a:cubicBezTo>
                        <a:pt x="44" y="70"/>
                        <a:pt x="44" y="70"/>
                        <a:pt x="44" y="70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6" y="60"/>
                        <a:pt x="46" y="60"/>
                        <a:pt x="46" y="60"/>
                      </a:cubicBezTo>
                      <a:cubicBezTo>
                        <a:pt x="52" y="53"/>
                        <a:pt x="52" y="53"/>
                        <a:pt x="52" y="53"/>
                      </a:cubicBezTo>
                      <a:cubicBezTo>
                        <a:pt x="50" y="47"/>
                        <a:pt x="50" y="47"/>
                        <a:pt x="50" y="47"/>
                      </a:cubicBezTo>
                      <a:cubicBezTo>
                        <a:pt x="50" y="41"/>
                        <a:pt x="50" y="41"/>
                        <a:pt x="50" y="41"/>
                      </a:cubicBezTo>
                      <a:cubicBezTo>
                        <a:pt x="55" y="37"/>
                        <a:pt x="55" y="37"/>
                        <a:pt x="55" y="37"/>
                      </a:cubicBez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3" y="44"/>
                        <a:pt x="53" y="44"/>
                        <a:pt x="53" y="44"/>
                      </a:cubicBezTo>
                      <a:cubicBezTo>
                        <a:pt x="55" y="50"/>
                        <a:pt x="55" y="50"/>
                        <a:pt x="55" y="50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cubicBezTo>
                        <a:pt x="59" y="46"/>
                        <a:pt x="59" y="46"/>
                        <a:pt x="59" y="46"/>
                      </a:cubicBezTo>
                      <a:cubicBezTo>
                        <a:pt x="66" y="43"/>
                        <a:pt x="66" y="43"/>
                        <a:pt x="66" y="43"/>
                      </a:cubicBezTo>
                      <a:cubicBezTo>
                        <a:pt x="69" y="38"/>
                        <a:pt x="69" y="38"/>
                        <a:pt x="69" y="38"/>
                      </a:cubicBezTo>
                      <a:cubicBezTo>
                        <a:pt x="78" y="30"/>
                        <a:pt x="78" y="30"/>
                        <a:pt x="78" y="30"/>
                      </a:cubicBezTo>
                      <a:cubicBezTo>
                        <a:pt x="80" y="20"/>
                        <a:pt x="80" y="20"/>
                        <a:pt x="80" y="20"/>
                      </a:cubicBezTo>
                      <a:cubicBezTo>
                        <a:pt x="77" y="17"/>
                        <a:pt x="77" y="17"/>
                        <a:pt x="77" y="17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81" y="5"/>
                        <a:pt x="81" y="5"/>
                        <a:pt x="81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11"/>
                        <a:pt x="85" y="11"/>
                        <a:pt x="85" y="11"/>
                      </a:cubicBezTo>
                      <a:cubicBezTo>
                        <a:pt x="92" y="12"/>
                        <a:pt x="92" y="12"/>
                        <a:pt x="92" y="12"/>
                      </a:cubicBezTo>
                      <a:cubicBezTo>
                        <a:pt x="92" y="6"/>
                        <a:pt x="92" y="6"/>
                        <a:pt x="92" y="6"/>
                      </a:cubicBezTo>
                      <a:cubicBezTo>
                        <a:pt x="89" y="6"/>
                        <a:pt x="89" y="6"/>
                        <a:pt x="89" y="6"/>
                      </a:cubicBezTo>
                      <a:cubicBezTo>
                        <a:pt x="89" y="4"/>
                        <a:pt x="89" y="4"/>
                        <a:pt x="89" y="4"/>
                      </a:cubicBezTo>
                      <a:cubicBezTo>
                        <a:pt x="90" y="1"/>
                        <a:pt x="90" y="1"/>
                        <a:pt x="90" y="1"/>
                      </a:cubicBezTo>
                      <a:cubicBezTo>
                        <a:pt x="95" y="0"/>
                        <a:pt x="95" y="0"/>
                        <a:pt x="95" y="0"/>
                      </a:cubicBezTo>
                      <a:cubicBezTo>
                        <a:pt x="98" y="6"/>
                        <a:pt x="98" y="6"/>
                        <a:pt x="98" y="6"/>
                      </a:cubicBezTo>
                      <a:cubicBezTo>
                        <a:pt x="95" y="13"/>
                        <a:pt x="95" y="13"/>
                        <a:pt x="95" y="13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3" name="Google Shape;933;p41"/>
                <p:cNvSpPr/>
                <p:nvPr/>
              </p:nvSpPr>
              <p:spPr>
                <a:xfrm>
                  <a:off x="7269162" y="2841625"/>
                  <a:ext cx="269875" cy="25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95" extrusionOk="0">
                      <a:moveTo>
                        <a:pt x="95" y="13"/>
                      </a:moveTo>
                      <a:cubicBezTo>
                        <a:pt x="101" y="19"/>
                        <a:pt x="101" y="19"/>
                        <a:pt x="101" y="19"/>
                      </a:cubicBezTo>
                      <a:cubicBezTo>
                        <a:pt x="101" y="27"/>
                        <a:pt x="101" y="27"/>
                        <a:pt x="101" y="27"/>
                      </a:cubicBezTo>
                      <a:cubicBezTo>
                        <a:pt x="98" y="38"/>
                        <a:pt x="98" y="38"/>
                        <a:pt x="98" y="38"/>
                      </a:cubicBezTo>
                      <a:cubicBezTo>
                        <a:pt x="95" y="40"/>
                        <a:pt x="95" y="40"/>
                        <a:pt x="95" y="40"/>
                      </a:cubicBezTo>
                      <a:cubicBezTo>
                        <a:pt x="91" y="38"/>
                        <a:pt x="91" y="38"/>
                        <a:pt x="91" y="38"/>
                      </a:cubicBezTo>
                      <a:cubicBezTo>
                        <a:pt x="90" y="41"/>
                        <a:pt x="90" y="41"/>
                        <a:pt x="90" y="41"/>
                      </a:cubicBezTo>
                      <a:cubicBezTo>
                        <a:pt x="89" y="51"/>
                        <a:pt x="89" y="51"/>
                        <a:pt x="89" y="51"/>
                      </a:cubicBezTo>
                      <a:cubicBezTo>
                        <a:pt x="85" y="59"/>
                        <a:pt x="84" y="65"/>
                        <a:pt x="89" y="68"/>
                      </a:cubicBezTo>
                      <a:cubicBezTo>
                        <a:pt x="89" y="70"/>
                        <a:pt x="89" y="70"/>
                        <a:pt x="89" y="70"/>
                      </a:cubicBezTo>
                      <a:cubicBezTo>
                        <a:pt x="83" y="79"/>
                        <a:pt x="83" y="79"/>
                        <a:pt x="83" y="79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8" y="73"/>
                        <a:pt x="78" y="73"/>
                        <a:pt x="78" y="73"/>
                      </a:cubicBezTo>
                      <a:cubicBezTo>
                        <a:pt x="83" y="68"/>
                        <a:pt x="83" y="68"/>
                        <a:pt x="83" y="68"/>
                      </a:cubicBezTo>
                      <a:cubicBezTo>
                        <a:pt x="79" y="64"/>
                        <a:pt x="79" y="64"/>
                        <a:pt x="79" y="64"/>
                      </a:cubicBezTo>
                      <a:cubicBezTo>
                        <a:pt x="76" y="71"/>
                        <a:pt x="76" y="71"/>
                        <a:pt x="76" y="71"/>
                      </a:cubicBezTo>
                      <a:cubicBezTo>
                        <a:pt x="70" y="68"/>
                        <a:pt x="68" y="70"/>
                        <a:pt x="70" y="78"/>
                      </a:cubicBezTo>
                      <a:cubicBezTo>
                        <a:pt x="68" y="80"/>
                        <a:pt x="68" y="80"/>
                        <a:pt x="68" y="80"/>
                      </a:cubicBezTo>
                      <a:cubicBezTo>
                        <a:pt x="66" y="80"/>
                        <a:pt x="66" y="80"/>
                        <a:pt x="66" y="80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3" y="73"/>
                        <a:pt x="63" y="73"/>
                        <a:pt x="63" y="73"/>
                      </a:cubicBezTo>
                      <a:cubicBezTo>
                        <a:pt x="60" y="79"/>
                        <a:pt x="60" y="79"/>
                        <a:pt x="60" y="79"/>
                      </a:cubicBezTo>
                      <a:cubicBezTo>
                        <a:pt x="55" y="79"/>
                        <a:pt x="55" y="79"/>
                        <a:pt x="55" y="79"/>
                      </a:cubicBezTo>
                      <a:cubicBezTo>
                        <a:pt x="55" y="75"/>
                        <a:pt x="55" y="75"/>
                        <a:pt x="55" y="75"/>
                      </a:cubicBezTo>
                      <a:cubicBezTo>
                        <a:pt x="52" y="76"/>
                        <a:pt x="52" y="76"/>
                        <a:pt x="52" y="76"/>
                      </a:cubicBezTo>
                      <a:cubicBezTo>
                        <a:pt x="50" y="82"/>
                        <a:pt x="50" y="82"/>
                        <a:pt x="50" y="82"/>
                      </a:cubicBezTo>
                      <a:cubicBezTo>
                        <a:pt x="54" y="84"/>
                        <a:pt x="54" y="84"/>
                        <a:pt x="54" y="84"/>
                      </a:cubicBezTo>
                      <a:cubicBezTo>
                        <a:pt x="54" y="87"/>
                        <a:pt x="54" y="87"/>
                        <a:pt x="54" y="87"/>
                      </a:cubicBezTo>
                      <a:cubicBezTo>
                        <a:pt x="51" y="88"/>
                        <a:pt x="51" y="88"/>
                        <a:pt x="51" y="88"/>
                      </a:cubicBezTo>
                      <a:cubicBezTo>
                        <a:pt x="48" y="93"/>
                        <a:pt x="48" y="93"/>
                        <a:pt x="48" y="93"/>
                      </a:cubicBezTo>
                      <a:cubicBezTo>
                        <a:pt x="42" y="95"/>
                        <a:pt x="42" y="95"/>
                        <a:pt x="42" y="95"/>
                      </a:cubicBezTo>
                      <a:cubicBezTo>
                        <a:pt x="39" y="89"/>
                        <a:pt x="39" y="89"/>
                        <a:pt x="39" y="89"/>
                      </a:cubicBezTo>
                      <a:cubicBezTo>
                        <a:pt x="40" y="86"/>
                        <a:pt x="40" y="86"/>
                        <a:pt x="40" y="86"/>
                      </a:cubicBezTo>
                      <a:cubicBezTo>
                        <a:pt x="45" y="82"/>
                        <a:pt x="45" y="82"/>
                        <a:pt x="45" y="82"/>
                      </a:cubicBezTo>
                      <a:cubicBezTo>
                        <a:pt x="44" y="80"/>
                        <a:pt x="44" y="80"/>
                        <a:pt x="44" y="80"/>
                      </a:cubicBezTo>
                      <a:cubicBezTo>
                        <a:pt x="39" y="82"/>
                        <a:pt x="39" y="82"/>
                        <a:pt x="39" y="82"/>
                      </a:cubicBezTo>
                      <a:cubicBezTo>
                        <a:pt x="34" y="81"/>
                        <a:pt x="34" y="81"/>
                        <a:pt x="34" y="81"/>
                      </a:cubicBezTo>
                      <a:cubicBezTo>
                        <a:pt x="21" y="84"/>
                        <a:pt x="21" y="84"/>
                        <a:pt x="21" y="84"/>
                      </a:cubicBezTo>
                      <a:cubicBezTo>
                        <a:pt x="20" y="82"/>
                        <a:pt x="20" y="82"/>
                        <a:pt x="20" y="82"/>
                      </a:cubicBezTo>
                      <a:cubicBezTo>
                        <a:pt x="15" y="84"/>
                        <a:pt x="15" y="84"/>
                        <a:pt x="15" y="84"/>
                      </a:cubicBezTo>
                      <a:cubicBezTo>
                        <a:pt x="15" y="88"/>
                        <a:pt x="15" y="88"/>
                        <a:pt x="15" y="88"/>
                      </a:cubicBezTo>
                      <a:cubicBezTo>
                        <a:pt x="11" y="91"/>
                        <a:pt x="11" y="91"/>
                        <a:pt x="11" y="91"/>
                      </a:cubicBezTo>
                      <a:cubicBezTo>
                        <a:pt x="8" y="88"/>
                        <a:pt x="8" y="88"/>
                        <a:pt x="8" y="88"/>
                      </a:cubicBezTo>
                      <a:cubicBezTo>
                        <a:pt x="0" y="89"/>
                        <a:pt x="0" y="89"/>
                        <a:pt x="0" y="89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17" y="75"/>
                        <a:pt x="17" y="75"/>
                        <a:pt x="17" y="75"/>
                      </a:cubicBezTo>
                      <a:cubicBezTo>
                        <a:pt x="20" y="69"/>
                        <a:pt x="20" y="69"/>
                        <a:pt x="20" y="69"/>
                      </a:cubicBezTo>
                      <a:cubicBezTo>
                        <a:pt x="34" y="68"/>
                        <a:pt x="34" y="68"/>
                        <a:pt x="34" y="68"/>
                      </a:cubicBezTo>
                      <a:cubicBezTo>
                        <a:pt x="39" y="65"/>
                        <a:pt x="39" y="65"/>
                        <a:pt x="39" y="65"/>
                      </a:cubicBezTo>
                      <a:cubicBezTo>
                        <a:pt x="40" y="70"/>
                        <a:pt x="40" y="70"/>
                        <a:pt x="40" y="70"/>
                      </a:cubicBezTo>
                      <a:cubicBezTo>
                        <a:pt x="44" y="70"/>
                        <a:pt x="44" y="70"/>
                        <a:pt x="44" y="70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6" y="60"/>
                        <a:pt x="46" y="60"/>
                        <a:pt x="46" y="60"/>
                      </a:cubicBezTo>
                      <a:cubicBezTo>
                        <a:pt x="52" y="53"/>
                        <a:pt x="52" y="53"/>
                        <a:pt x="52" y="53"/>
                      </a:cubicBezTo>
                      <a:cubicBezTo>
                        <a:pt x="50" y="47"/>
                        <a:pt x="50" y="47"/>
                        <a:pt x="50" y="47"/>
                      </a:cubicBezTo>
                      <a:cubicBezTo>
                        <a:pt x="50" y="41"/>
                        <a:pt x="50" y="41"/>
                        <a:pt x="50" y="41"/>
                      </a:cubicBezTo>
                      <a:cubicBezTo>
                        <a:pt x="55" y="37"/>
                        <a:pt x="55" y="37"/>
                        <a:pt x="55" y="37"/>
                      </a:cubicBez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3" y="44"/>
                        <a:pt x="53" y="44"/>
                        <a:pt x="53" y="44"/>
                      </a:cubicBezTo>
                      <a:cubicBezTo>
                        <a:pt x="55" y="50"/>
                        <a:pt x="55" y="50"/>
                        <a:pt x="55" y="50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cubicBezTo>
                        <a:pt x="59" y="46"/>
                        <a:pt x="59" y="46"/>
                        <a:pt x="59" y="46"/>
                      </a:cubicBezTo>
                      <a:cubicBezTo>
                        <a:pt x="66" y="43"/>
                        <a:pt x="66" y="43"/>
                        <a:pt x="66" y="43"/>
                      </a:cubicBezTo>
                      <a:cubicBezTo>
                        <a:pt x="69" y="38"/>
                        <a:pt x="69" y="38"/>
                        <a:pt x="69" y="38"/>
                      </a:cubicBezTo>
                      <a:cubicBezTo>
                        <a:pt x="78" y="30"/>
                        <a:pt x="78" y="30"/>
                        <a:pt x="78" y="30"/>
                      </a:cubicBezTo>
                      <a:cubicBezTo>
                        <a:pt x="80" y="20"/>
                        <a:pt x="80" y="20"/>
                        <a:pt x="80" y="20"/>
                      </a:cubicBezTo>
                      <a:cubicBezTo>
                        <a:pt x="77" y="17"/>
                        <a:pt x="77" y="17"/>
                        <a:pt x="77" y="17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81" y="5"/>
                        <a:pt x="81" y="5"/>
                        <a:pt x="81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11"/>
                        <a:pt x="85" y="11"/>
                        <a:pt x="85" y="11"/>
                      </a:cubicBezTo>
                      <a:cubicBezTo>
                        <a:pt x="92" y="12"/>
                        <a:pt x="92" y="12"/>
                        <a:pt x="92" y="12"/>
                      </a:cubicBezTo>
                      <a:cubicBezTo>
                        <a:pt x="92" y="6"/>
                        <a:pt x="92" y="6"/>
                        <a:pt x="92" y="6"/>
                      </a:cubicBezTo>
                      <a:cubicBezTo>
                        <a:pt x="89" y="6"/>
                        <a:pt x="89" y="6"/>
                        <a:pt x="89" y="6"/>
                      </a:cubicBezTo>
                      <a:cubicBezTo>
                        <a:pt x="89" y="4"/>
                        <a:pt x="89" y="4"/>
                        <a:pt x="89" y="4"/>
                      </a:cubicBezTo>
                      <a:cubicBezTo>
                        <a:pt x="90" y="1"/>
                        <a:pt x="90" y="1"/>
                        <a:pt x="90" y="1"/>
                      </a:cubicBezTo>
                      <a:cubicBezTo>
                        <a:pt x="95" y="0"/>
                        <a:pt x="95" y="0"/>
                        <a:pt x="95" y="0"/>
                      </a:cubicBezTo>
                      <a:cubicBezTo>
                        <a:pt x="98" y="6"/>
                        <a:pt x="98" y="6"/>
                        <a:pt x="98" y="6"/>
                      </a:cubicBezTo>
                      <a:cubicBezTo>
                        <a:pt x="95" y="13"/>
                        <a:pt x="95" y="13"/>
                        <a:pt x="95" y="13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4" name="Google Shape;934;p41"/>
                <p:cNvSpPr/>
                <p:nvPr/>
              </p:nvSpPr>
              <p:spPr>
                <a:xfrm>
                  <a:off x="7437437" y="2909888"/>
                  <a:ext cx="14287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" h="15" extrusionOk="0">
                      <a:moveTo>
                        <a:pt x="9" y="8"/>
                      </a:moveTo>
                      <a:lnTo>
                        <a:pt x="3" y="15"/>
                      </a:lnTo>
                      <a:lnTo>
                        <a:pt x="0" y="6"/>
                      </a:lnTo>
                      <a:lnTo>
                        <a:pt x="7" y="0"/>
                      </a:lnTo>
                      <a:lnTo>
                        <a:pt x="9" y="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5" name="Google Shape;935;p41"/>
                <p:cNvSpPr/>
                <p:nvPr/>
              </p:nvSpPr>
              <p:spPr>
                <a:xfrm>
                  <a:off x="7305675" y="3078163"/>
                  <a:ext cx="5397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9" extrusionOk="0">
                      <a:moveTo>
                        <a:pt x="16" y="12"/>
                      </a:move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5"/>
                        <a:pt x="0" y="12"/>
                        <a:pt x="0" y="8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16" y="12"/>
                        <a:pt x="16" y="12"/>
                        <a:pt x="16" y="12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6" name="Google Shape;936;p41"/>
                <p:cNvSpPr/>
                <p:nvPr/>
              </p:nvSpPr>
              <p:spPr>
                <a:xfrm>
                  <a:off x="7305675" y="3078163"/>
                  <a:ext cx="5397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9" extrusionOk="0">
                      <a:moveTo>
                        <a:pt x="16" y="12"/>
                      </a:move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5"/>
                        <a:pt x="0" y="12"/>
                        <a:pt x="0" y="8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16" y="12"/>
                        <a:pt x="16" y="12"/>
                        <a:pt x="16" y="12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7" name="Google Shape;937;p41"/>
                <p:cNvSpPr/>
                <p:nvPr/>
              </p:nvSpPr>
              <p:spPr>
                <a:xfrm>
                  <a:off x="7224712" y="3089275"/>
                  <a:ext cx="698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29" extrusionOk="0">
                      <a:moveTo>
                        <a:pt x="19" y="4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18" y="29"/>
                        <a:pt x="18" y="29"/>
                        <a:pt x="18" y="29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8" y="22"/>
                        <a:pt x="8" y="22"/>
                        <a:pt x="8" y="2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5" y="6"/>
                        <a:pt x="10" y="3"/>
                        <a:pt x="15" y="0"/>
                      </a:cubicBezTo>
                      <a:cubicBezTo>
                        <a:pt x="19" y="4"/>
                        <a:pt x="19" y="4"/>
                        <a:pt x="19" y="4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38" name="Google Shape;938;p41"/>
                <p:cNvSpPr/>
                <p:nvPr/>
              </p:nvSpPr>
              <p:spPr>
                <a:xfrm>
                  <a:off x="7224712" y="3089275"/>
                  <a:ext cx="698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29" extrusionOk="0">
                      <a:moveTo>
                        <a:pt x="19" y="4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18" y="29"/>
                        <a:pt x="18" y="29"/>
                        <a:pt x="18" y="29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8" y="22"/>
                        <a:pt x="8" y="22"/>
                        <a:pt x="8" y="2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5" y="6"/>
                        <a:pt x="10" y="3"/>
                        <a:pt x="15" y="0"/>
                      </a:cubicBezTo>
                      <a:cubicBezTo>
                        <a:pt x="19" y="4"/>
                        <a:pt x="19" y="4"/>
                        <a:pt x="19" y="4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39" name="Google Shape;939;p41"/>
              <p:cNvSpPr/>
              <p:nvPr/>
            </p:nvSpPr>
            <p:spPr>
              <a:xfrm>
                <a:off x="6475776" y="3120837"/>
                <a:ext cx="27001" cy="856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43" extrusionOk="0">
                    <a:moveTo>
                      <a:pt x="10" y="2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7" y="10"/>
                      <a:pt x="3" y="14"/>
                      <a:pt x="0" y="16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1" y="3"/>
                      <a:pt x="11" y="3"/>
                      <a:pt x="11" y="3"/>
                    </a:cubicBezTo>
                    <a:lnTo>
                      <a:pt x="10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6656565" y="2962352"/>
                <a:ext cx="327534" cy="331056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67" extrusionOk="0">
                    <a:moveTo>
                      <a:pt x="90" y="27"/>
                    </a:moveTo>
                    <a:cubicBezTo>
                      <a:pt x="90" y="29"/>
                      <a:pt x="88" y="30"/>
                      <a:pt x="87" y="30"/>
                    </a:cubicBezTo>
                    <a:cubicBezTo>
                      <a:pt x="85" y="31"/>
                      <a:pt x="80" y="31"/>
                      <a:pt x="74" y="31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1" y="25"/>
                      <a:pt x="51" y="25"/>
                      <a:pt x="51" y="25"/>
                    </a:cubicBezTo>
                    <a:cubicBezTo>
                      <a:pt x="49" y="22"/>
                      <a:pt x="47" y="19"/>
                      <a:pt x="46" y="15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21" y="83"/>
                      <a:pt x="21" y="83"/>
                      <a:pt x="21" y="83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5" y="107"/>
                      <a:pt x="35" y="107"/>
                      <a:pt x="35" y="107"/>
                    </a:cubicBezTo>
                    <a:cubicBezTo>
                      <a:pt x="43" y="108"/>
                      <a:pt x="43" y="108"/>
                      <a:pt x="43" y="108"/>
                    </a:cubicBezTo>
                    <a:cubicBezTo>
                      <a:pt x="44" y="112"/>
                      <a:pt x="44" y="112"/>
                      <a:pt x="44" y="112"/>
                    </a:cubicBezTo>
                    <a:cubicBezTo>
                      <a:pt x="50" y="108"/>
                      <a:pt x="50" y="108"/>
                      <a:pt x="50" y="108"/>
                    </a:cubicBezTo>
                    <a:cubicBezTo>
                      <a:pt x="58" y="118"/>
                      <a:pt x="58" y="118"/>
                      <a:pt x="58" y="118"/>
                    </a:cubicBezTo>
                    <a:cubicBezTo>
                      <a:pt x="58" y="122"/>
                      <a:pt x="58" y="122"/>
                      <a:pt x="58" y="122"/>
                    </a:cubicBezTo>
                    <a:cubicBezTo>
                      <a:pt x="64" y="126"/>
                      <a:pt x="64" y="126"/>
                      <a:pt x="64" y="126"/>
                    </a:cubicBezTo>
                    <a:cubicBezTo>
                      <a:pt x="63" y="130"/>
                      <a:pt x="63" y="130"/>
                      <a:pt x="63" y="130"/>
                    </a:cubicBezTo>
                    <a:cubicBezTo>
                      <a:pt x="70" y="141"/>
                      <a:pt x="70" y="141"/>
                      <a:pt x="70" y="141"/>
                    </a:cubicBezTo>
                    <a:cubicBezTo>
                      <a:pt x="83" y="149"/>
                      <a:pt x="83" y="149"/>
                      <a:pt x="83" y="149"/>
                    </a:cubicBezTo>
                    <a:cubicBezTo>
                      <a:pt x="87" y="154"/>
                      <a:pt x="87" y="154"/>
                      <a:pt x="87" y="154"/>
                    </a:cubicBezTo>
                    <a:cubicBezTo>
                      <a:pt x="95" y="153"/>
                      <a:pt x="95" y="153"/>
                      <a:pt x="95" y="153"/>
                    </a:cubicBezTo>
                    <a:cubicBezTo>
                      <a:pt x="103" y="148"/>
                      <a:pt x="103" y="148"/>
                      <a:pt x="103" y="148"/>
                    </a:cubicBezTo>
                    <a:cubicBezTo>
                      <a:pt x="107" y="148"/>
                      <a:pt x="107" y="148"/>
                      <a:pt x="107" y="148"/>
                    </a:cubicBezTo>
                    <a:cubicBezTo>
                      <a:pt x="113" y="145"/>
                      <a:pt x="113" y="145"/>
                      <a:pt x="113" y="145"/>
                    </a:cubicBezTo>
                    <a:cubicBezTo>
                      <a:pt x="118" y="149"/>
                      <a:pt x="118" y="149"/>
                      <a:pt x="118" y="149"/>
                    </a:cubicBezTo>
                    <a:cubicBezTo>
                      <a:pt x="119" y="161"/>
                      <a:pt x="119" y="161"/>
                      <a:pt x="119" y="161"/>
                    </a:cubicBezTo>
                    <a:cubicBezTo>
                      <a:pt x="124" y="161"/>
                      <a:pt x="124" y="161"/>
                      <a:pt x="124" y="161"/>
                    </a:cubicBezTo>
                    <a:cubicBezTo>
                      <a:pt x="136" y="164"/>
                      <a:pt x="136" y="164"/>
                      <a:pt x="136" y="164"/>
                    </a:cubicBezTo>
                    <a:cubicBezTo>
                      <a:pt x="152" y="167"/>
                      <a:pt x="152" y="167"/>
                      <a:pt x="152" y="167"/>
                    </a:cubicBezTo>
                    <a:cubicBezTo>
                      <a:pt x="152" y="167"/>
                      <a:pt x="152" y="167"/>
                      <a:pt x="152" y="167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65" y="143"/>
                      <a:pt x="165" y="143"/>
                      <a:pt x="165" y="143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51" y="54"/>
                      <a:pt x="151" y="54"/>
                      <a:pt x="151" y="54"/>
                    </a:cubicBezTo>
                    <a:cubicBezTo>
                      <a:pt x="148" y="38"/>
                      <a:pt x="148" y="38"/>
                      <a:pt x="148" y="38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0" y="2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6546213" y="3015181"/>
                <a:ext cx="179615" cy="1749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88" extrusionOk="0">
                    <a:moveTo>
                      <a:pt x="27" y="11"/>
                    </a:moveTo>
                    <a:cubicBezTo>
                      <a:pt x="26" y="13"/>
                      <a:pt x="25" y="14"/>
                      <a:pt x="24" y="1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6" y="67"/>
                      <a:pt x="46" y="67"/>
                      <a:pt x="46" y="67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70" y="82"/>
                      <a:pt x="70" y="82"/>
                      <a:pt x="70" y="82"/>
                    </a:cubicBezTo>
                    <a:cubicBezTo>
                      <a:pt x="72" y="82"/>
                      <a:pt x="72" y="82"/>
                      <a:pt x="72" y="82"/>
                    </a:cubicBezTo>
                    <a:cubicBezTo>
                      <a:pt x="74" y="82"/>
                      <a:pt x="76" y="82"/>
                      <a:pt x="79" y="83"/>
                    </a:cubicBezTo>
                    <a:cubicBezTo>
                      <a:pt x="80" y="83"/>
                      <a:pt x="82" y="84"/>
                      <a:pt x="84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5" y="85"/>
                      <a:pt x="86" y="85"/>
                      <a:pt x="86" y="84"/>
                    </a:cubicBezTo>
                    <a:cubicBezTo>
                      <a:pt x="87" y="83"/>
                      <a:pt x="89" y="82"/>
                      <a:pt x="90" y="80"/>
                    </a:cubicBezTo>
                    <a:cubicBezTo>
                      <a:pt x="90" y="80"/>
                      <a:pt x="90" y="80"/>
                      <a:pt x="90" y="80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7" y="70"/>
                      <a:pt x="87" y="70"/>
                      <a:pt x="87" y="70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5" y="33"/>
                      <a:pt x="65" y="33"/>
                      <a:pt x="65" y="3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55" y="2"/>
                      <a:pt x="55" y="2"/>
                      <a:pt x="55" y="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1"/>
                      <a:pt x="31" y="1"/>
                      <a:pt x="31" y="2"/>
                    </a:cubicBezTo>
                    <a:cubicBezTo>
                      <a:pt x="29" y="6"/>
                      <a:pt x="28" y="8"/>
                      <a:pt x="27" y="11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6546213" y="3015181"/>
                <a:ext cx="179615" cy="1749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88" extrusionOk="0">
                    <a:moveTo>
                      <a:pt x="27" y="11"/>
                    </a:moveTo>
                    <a:cubicBezTo>
                      <a:pt x="26" y="13"/>
                      <a:pt x="25" y="14"/>
                      <a:pt x="24" y="1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6" y="67"/>
                      <a:pt x="46" y="67"/>
                      <a:pt x="46" y="67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70" y="82"/>
                      <a:pt x="70" y="82"/>
                      <a:pt x="70" y="82"/>
                    </a:cubicBezTo>
                    <a:cubicBezTo>
                      <a:pt x="72" y="82"/>
                      <a:pt x="72" y="82"/>
                      <a:pt x="72" y="82"/>
                    </a:cubicBezTo>
                    <a:cubicBezTo>
                      <a:pt x="74" y="82"/>
                      <a:pt x="76" y="82"/>
                      <a:pt x="79" y="83"/>
                    </a:cubicBezTo>
                    <a:cubicBezTo>
                      <a:pt x="80" y="83"/>
                      <a:pt x="82" y="84"/>
                      <a:pt x="84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5" y="85"/>
                      <a:pt x="86" y="85"/>
                      <a:pt x="86" y="84"/>
                    </a:cubicBezTo>
                    <a:cubicBezTo>
                      <a:pt x="87" y="83"/>
                      <a:pt x="89" y="82"/>
                      <a:pt x="90" y="80"/>
                    </a:cubicBezTo>
                    <a:cubicBezTo>
                      <a:pt x="90" y="80"/>
                      <a:pt x="90" y="80"/>
                      <a:pt x="90" y="80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7" y="70"/>
                      <a:pt x="87" y="70"/>
                      <a:pt x="87" y="70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5" y="33"/>
                      <a:pt x="65" y="33"/>
                      <a:pt x="65" y="3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55" y="2"/>
                      <a:pt x="55" y="2"/>
                      <a:pt x="55" y="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1"/>
                      <a:pt x="31" y="1"/>
                      <a:pt x="31" y="2"/>
                    </a:cubicBezTo>
                    <a:cubicBezTo>
                      <a:pt x="29" y="6"/>
                      <a:pt x="28" y="8"/>
                      <a:pt x="27" y="11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43" name="Google Shape;943;p41"/>
              <p:cNvGrpSpPr/>
              <p:nvPr/>
            </p:nvGrpSpPr>
            <p:grpSpPr>
              <a:xfrm>
                <a:off x="7553463" y="3716030"/>
                <a:ext cx="800638" cy="341622"/>
                <a:chOff x="6427787" y="3921125"/>
                <a:chExt cx="1082675" cy="461963"/>
              </a:xfrm>
            </p:grpSpPr>
            <p:sp>
              <p:nvSpPr>
                <p:cNvPr id="944" name="Google Shape;944;p41"/>
                <p:cNvSpPr/>
                <p:nvPr/>
              </p:nvSpPr>
              <p:spPr>
                <a:xfrm>
                  <a:off x="7180262" y="3948113"/>
                  <a:ext cx="1587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14" extrusionOk="0">
                      <a:moveTo>
                        <a:pt x="0" y="14"/>
                      </a:moveTo>
                      <a:lnTo>
                        <a:pt x="6" y="12"/>
                      </a:ln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45" name="Google Shape;945;p41"/>
                <p:cNvSpPr/>
                <p:nvPr/>
              </p:nvSpPr>
              <p:spPr>
                <a:xfrm>
                  <a:off x="6427787" y="3921125"/>
                  <a:ext cx="252412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124" extrusionOk="0">
                      <a:moveTo>
                        <a:pt x="89" y="90"/>
                      </a:moveTo>
                      <a:cubicBezTo>
                        <a:pt x="87" y="88"/>
                        <a:pt x="85" y="87"/>
                        <a:pt x="83" y="86"/>
                      </a:cubicBezTo>
                      <a:cubicBezTo>
                        <a:pt x="79" y="73"/>
                        <a:pt x="79" y="73"/>
                        <a:pt x="79" y="73"/>
                      </a:cubicBezTo>
                      <a:cubicBezTo>
                        <a:pt x="70" y="70"/>
                        <a:pt x="70" y="70"/>
                        <a:pt x="70" y="70"/>
                      </a:cubicBezTo>
                      <a:cubicBezTo>
                        <a:pt x="73" y="62"/>
                        <a:pt x="73" y="62"/>
                        <a:pt x="73" y="62"/>
                      </a:cubicBezTo>
                      <a:cubicBezTo>
                        <a:pt x="69" y="56"/>
                        <a:pt x="69" y="56"/>
                        <a:pt x="69" y="56"/>
                      </a:cubicBezTo>
                      <a:cubicBezTo>
                        <a:pt x="64" y="56"/>
                        <a:pt x="64" y="56"/>
                        <a:pt x="64" y="56"/>
                      </a:cubicBezTo>
                      <a:cubicBezTo>
                        <a:pt x="65" y="53"/>
                        <a:pt x="65" y="53"/>
                        <a:pt x="65" y="53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46" y="41"/>
                        <a:pt x="46" y="41"/>
                        <a:pt x="46" y="41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22" y="4"/>
                        <a:pt x="22" y="4"/>
                        <a:pt x="22" y="4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9" y="20"/>
                        <a:pt x="9" y="20"/>
                        <a:pt x="9" y="20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20" y="28"/>
                        <a:pt x="20" y="28"/>
                        <a:pt x="20" y="28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22" y="34"/>
                        <a:pt x="24" y="36"/>
                        <a:pt x="26" y="38"/>
                      </a:cubicBezTo>
                      <a:cubicBezTo>
                        <a:pt x="27" y="39"/>
                        <a:pt x="29" y="40"/>
                        <a:pt x="30" y="42"/>
                      </a:cubicBezTo>
                      <a:cubicBezTo>
                        <a:pt x="34" y="52"/>
                        <a:pt x="39" y="62"/>
                        <a:pt x="43" y="73"/>
                      </a:cubicBezTo>
                      <a:cubicBezTo>
                        <a:pt x="48" y="82"/>
                        <a:pt x="53" y="91"/>
                        <a:pt x="59" y="99"/>
                      </a:cubicBezTo>
                      <a:cubicBezTo>
                        <a:pt x="62" y="105"/>
                        <a:pt x="66" y="110"/>
                        <a:pt x="70" y="114"/>
                      </a:cubicBezTo>
                      <a:cubicBezTo>
                        <a:pt x="73" y="117"/>
                        <a:pt x="76" y="120"/>
                        <a:pt x="78" y="123"/>
                      </a:cubicBezTo>
                      <a:cubicBezTo>
                        <a:pt x="80" y="120"/>
                        <a:pt x="80" y="120"/>
                        <a:pt x="80" y="120"/>
                      </a:cubicBezTo>
                      <a:cubicBezTo>
                        <a:pt x="86" y="124"/>
                        <a:pt x="86" y="124"/>
                        <a:pt x="86" y="124"/>
                      </a:cubicBezTo>
                      <a:cubicBezTo>
                        <a:pt x="87" y="120"/>
                        <a:pt x="87" y="120"/>
                        <a:pt x="87" y="120"/>
                      </a:cubicBezTo>
                      <a:cubicBezTo>
                        <a:pt x="90" y="123"/>
                        <a:pt x="90" y="123"/>
                        <a:pt x="90" y="123"/>
                      </a:cubicBezTo>
                      <a:cubicBezTo>
                        <a:pt x="93" y="121"/>
                        <a:pt x="93" y="121"/>
                        <a:pt x="93" y="121"/>
                      </a:cubicBezTo>
                      <a:cubicBezTo>
                        <a:pt x="93" y="112"/>
                        <a:pt x="93" y="104"/>
                        <a:pt x="94" y="95"/>
                      </a:cubicBezTo>
                      <a:cubicBezTo>
                        <a:pt x="93" y="93"/>
                        <a:pt x="91" y="91"/>
                        <a:pt x="89" y="90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46" name="Google Shape;946;p41"/>
                <p:cNvSpPr/>
                <p:nvPr/>
              </p:nvSpPr>
              <p:spPr>
                <a:xfrm>
                  <a:off x="6940550" y="4313238"/>
                  <a:ext cx="49212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8" extrusionOk="0">
                      <a:moveTo>
                        <a:pt x="18" y="4"/>
                      </a:moveTo>
                      <a:cubicBezTo>
                        <a:pt x="15" y="3"/>
                        <a:pt x="12" y="1"/>
                        <a:pt x="9" y="0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8" y="4"/>
                        <a:pt x="7" y="4"/>
                        <a:pt x="6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6" y="7"/>
                        <a:pt x="11" y="6"/>
                        <a:pt x="17" y="6"/>
                      </a:cubicBezTo>
                      <a:lnTo>
                        <a:pt x="18" y="4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47" name="Google Shape;947;p41"/>
                <p:cNvSpPr/>
                <p:nvPr/>
              </p:nvSpPr>
              <p:spPr>
                <a:xfrm>
                  <a:off x="6664325" y="4251325"/>
                  <a:ext cx="2095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" h="28" extrusionOk="0">
                      <a:moveTo>
                        <a:pt x="72" y="19"/>
                      </a:moveTo>
                      <a:cubicBezTo>
                        <a:pt x="70" y="17"/>
                        <a:pt x="70" y="17"/>
                        <a:pt x="70" y="17"/>
                      </a:cubicBezTo>
                      <a:cubicBezTo>
                        <a:pt x="60" y="18"/>
                        <a:pt x="60" y="18"/>
                        <a:pt x="60" y="18"/>
                      </a:cubicBezTo>
                      <a:cubicBezTo>
                        <a:pt x="60" y="11"/>
                        <a:pt x="60" y="11"/>
                        <a:pt x="60" y="11"/>
                      </a:cubicBezTo>
                      <a:cubicBezTo>
                        <a:pt x="48" y="10"/>
                        <a:pt x="48" y="10"/>
                        <a:pt x="48" y="10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2" y="3"/>
                        <a:pt x="22" y="3"/>
                        <a:pt x="22" y="3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4"/>
                        <a:pt x="4" y="7"/>
                        <a:pt x="0" y="11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6"/>
                        <a:pt x="13" y="16"/>
                        <a:pt x="13" y="16"/>
                      </a:cubicBezTo>
                      <a:cubicBezTo>
                        <a:pt x="21" y="20"/>
                        <a:pt x="21" y="20"/>
                        <a:pt x="21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44" y="23"/>
                        <a:pt x="44" y="23"/>
                        <a:pt x="44" y="23"/>
                      </a:cubicBezTo>
                      <a:cubicBezTo>
                        <a:pt x="60" y="26"/>
                        <a:pt x="60" y="26"/>
                        <a:pt x="60" y="26"/>
                      </a:cubicBezTo>
                      <a:cubicBezTo>
                        <a:pt x="70" y="26"/>
                        <a:pt x="70" y="26"/>
                        <a:pt x="70" y="26"/>
                      </a:cubicBezTo>
                      <a:cubicBezTo>
                        <a:pt x="77" y="28"/>
                        <a:pt x="77" y="28"/>
                        <a:pt x="77" y="28"/>
                      </a:cubicBezTo>
                      <a:cubicBezTo>
                        <a:pt x="78" y="26"/>
                        <a:pt x="78" y="26"/>
                        <a:pt x="78" y="26"/>
                      </a:cubicBezTo>
                      <a:cubicBezTo>
                        <a:pt x="76" y="24"/>
                        <a:pt x="76" y="24"/>
                        <a:pt x="76" y="2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lnTo>
                        <a:pt x="72" y="1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48" name="Google Shape;948;p41"/>
                <p:cNvSpPr/>
                <p:nvPr/>
              </p:nvSpPr>
              <p:spPr>
                <a:xfrm>
                  <a:off x="6878637" y="4313238"/>
                  <a:ext cx="23812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9" extrusionOk="0">
                      <a:moveTo>
                        <a:pt x="10" y="0"/>
                      </a:moveTo>
                      <a:lnTo>
                        <a:pt x="0" y="0"/>
                      </a:lnTo>
                      <a:lnTo>
                        <a:pt x="4" y="5"/>
                      </a:lnTo>
                      <a:lnTo>
                        <a:pt x="10" y="9"/>
                      </a:lnTo>
                      <a:lnTo>
                        <a:pt x="15" y="4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49" name="Google Shape;949;p41"/>
                <p:cNvSpPr/>
                <p:nvPr/>
              </p:nvSpPr>
              <p:spPr>
                <a:xfrm>
                  <a:off x="6916737" y="4316413"/>
                  <a:ext cx="2063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2" extrusionOk="0">
                      <a:moveTo>
                        <a:pt x="3" y="2"/>
                      </a:moveTo>
                      <a:lnTo>
                        <a:pt x="0" y="8"/>
                      </a:lnTo>
                      <a:lnTo>
                        <a:pt x="3" y="12"/>
                      </a:lnTo>
                      <a:lnTo>
                        <a:pt x="12" y="7"/>
                      </a:lnTo>
                      <a:lnTo>
                        <a:pt x="13" y="3"/>
                      </a:lnTo>
                      <a:lnTo>
                        <a:pt x="7" y="0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0" name="Google Shape;950;p41"/>
                <p:cNvSpPr/>
                <p:nvPr/>
              </p:nvSpPr>
              <p:spPr>
                <a:xfrm>
                  <a:off x="6981825" y="4351338"/>
                  <a:ext cx="52387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9" extrusionOk="0">
                      <a:moveTo>
                        <a:pt x="8" y="1"/>
                      </a:moveTo>
                      <a:cubicBezTo>
                        <a:pt x="6" y="0"/>
                        <a:pt x="3" y="0"/>
                        <a:pt x="0" y="1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4" y="6"/>
                        <a:pt x="8" y="7"/>
                        <a:pt x="12" y="8"/>
                      </a:cubicBezTo>
                      <a:cubicBezTo>
                        <a:pt x="14" y="9"/>
                        <a:pt x="15" y="9"/>
                        <a:pt x="17" y="9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20" y="6"/>
                        <a:pt x="20" y="6"/>
                        <a:pt x="20" y="6"/>
                      </a:cubicBezTo>
                      <a:cubicBezTo>
                        <a:pt x="17" y="3"/>
                        <a:pt x="13" y="2"/>
                        <a:pt x="8" y="1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1" name="Google Shape;951;p41"/>
                <p:cNvSpPr/>
                <p:nvPr/>
              </p:nvSpPr>
              <p:spPr>
                <a:xfrm>
                  <a:off x="7002462" y="4319588"/>
                  <a:ext cx="6667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18" y="3"/>
                      </a:move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1"/>
                        <a:pt x="25" y="0"/>
                        <a:pt x="24" y="0"/>
                      </a:cubicBezTo>
                      <a:lnTo>
                        <a:pt x="18" y="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2" name="Google Shape;952;p41"/>
                <p:cNvSpPr/>
                <p:nvPr/>
              </p:nvSpPr>
              <p:spPr>
                <a:xfrm>
                  <a:off x="7426325" y="4289425"/>
                  <a:ext cx="42862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14" extrusionOk="0">
                      <a:moveTo>
                        <a:pt x="14" y="3"/>
                      </a:moveTo>
                      <a:cubicBezTo>
                        <a:pt x="14" y="2"/>
                        <a:pt x="14" y="1"/>
                        <a:pt x="13" y="0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7" y="5"/>
                        <a:pt x="4" y="9"/>
                        <a:pt x="0" y="12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7" y="13"/>
                        <a:pt x="11" y="13"/>
                        <a:pt x="16" y="12"/>
                      </a:cubicBezTo>
                      <a:cubicBezTo>
                        <a:pt x="15" y="9"/>
                        <a:pt x="15" y="6"/>
                        <a:pt x="14" y="3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3" name="Google Shape;953;p41"/>
                <p:cNvSpPr/>
                <p:nvPr/>
              </p:nvSpPr>
              <p:spPr>
                <a:xfrm>
                  <a:off x="6986587" y="4040188"/>
                  <a:ext cx="155575" cy="2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76" extrusionOk="0">
                      <a:moveTo>
                        <a:pt x="36" y="61"/>
                      </a:moveTo>
                      <a:cubicBezTo>
                        <a:pt x="38" y="59"/>
                        <a:pt x="38" y="59"/>
                        <a:pt x="38" y="59"/>
                      </a:cubicBezTo>
                      <a:cubicBezTo>
                        <a:pt x="32" y="54"/>
                        <a:pt x="32" y="54"/>
                        <a:pt x="32" y="54"/>
                      </a:cubicBezTo>
                      <a:cubicBezTo>
                        <a:pt x="34" y="49"/>
                        <a:pt x="34" y="49"/>
                        <a:pt x="34" y="49"/>
                      </a:cubicBezTo>
                      <a:cubicBezTo>
                        <a:pt x="26" y="38"/>
                        <a:pt x="26" y="38"/>
                        <a:pt x="26" y="38"/>
                      </a:cubicBezTo>
                      <a:cubicBezTo>
                        <a:pt x="29" y="35"/>
                        <a:pt x="29" y="35"/>
                        <a:pt x="29" y="35"/>
                      </a:cubicBezTo>
                      <a:cubicBezTo>
                        <a:pt x="35" y="35"/>
                        <a:pt x="35" y="35"/>
                        <a:pt x="35" y="35"/>
                      </a:cubicBezTo>
                      <a:cubicBezTo>
                        <a:pt x="40" y="29"/>
                        <a:pt x="40" y="29"/>
                        <a:pt x="40" y="29"/>
                      </a:cubicBezTo>
                      <a:cubicBezTo>
                        <a:pt x="45" y="31"/>
                        <a:pt x="45" y="31"/>
                        <a:pt x="45" y="31"/>
                      </a:cubicBezTo>
                      <a:cubicBezTo>
                        <a:pt x="47" y="27"/>
                        <a:pt x="47" y="27"/>
                        <a:pt x="47" y="27"/>
                      </a:cubicBezTo>
                      <a:cubicBezTo>
                        <a:pt x="45" y="24"/>
                        <a:pt x="45" y="24"/>
                        <a:pt x="45" y="24"/>
                      </a:cubicBezTo>
                      <a:cubicBezTo>
                        <a:pt x="42" y="24"/>
                        <a:pt x="42" y="24"/>
                        <a:pt x="42" y="24"/>
                      </a:cubicBezTo>
                      <a:cubicBezTo>
                        <a:pt x="34" y="28"/>
                        <a:pt x="34" y="28"/>
                        <a:pt x="34" y="28"/>
                      </a:cubicBezTo>
                      <a:cubicBezTo>
                        <a:pt x="30" y="25"/>
                        <a:pt x="30" y="25"/>
                        <a:pt x="30" y="25"/>
                      </a:cubicBezTo>
                      <a:cubicBezTo>
                        <a:pt x="28" y="26"/>
                        <a:pt x="28" y="26"/>
                        <a:pt x="28" y="26"/>
                      </a:cubicBezTo>
                      <a:cubicBezTo>
                        <a:pt x="24" y="32"/>
                        <a:pt x="24" y="32"/>
                        <a:pt x="24" y="32"/>
                      </a:cubicBezTo>
                      <a:cubicBezTo>
                        <a:pt x="22" y="32"/>
                        <a:pt x="22" y="32"/>
                        <a:pt x="22" y="32"/>
                      </a:cubicBezTo>
                      <a:cubicBezTo>
                        <a:pt x="19" y="28"/>
                        <a:pt x="19" y="28"/>
                        <a:pt x="19" y="28"/>
                      </a:cubicBezTo>
                      <a:cubicBezTo>
                        <a:pt x="15" y="26"/>
                        <a:pt x="15" y="26"/>
                        <a:pt x="15" y="26"/>
                      </a:cubicBezTo>
                      <a:cubicBezTo>
                        <a:pt x="12" y="20"/>
                        <a:pt x="14" y="15"/>
                        <a:pt x="19" y="12"/>
                      </a:cubicBezTo>
                      <a:cubicBezTo>
                        <a:pt x="25" y="11"/>
                        <a:pt x="25" y="11"/>
                        <a:pt x="25" y="11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41" y="11"/>
                        <a:pt x="41" y="11"/>
                        <a:pt x="41" y="11"/>
                      </a:cubicBezTo>
                      <a:cubicBezTo>
                        <a:pt x="47" y="13"/>
                        <a:pt x="47" y="13"/>
                        <a:pt x="47" y="13"/>
                      </a:cubicBezTo>
                      <a:cubicBezTo>
                        <a:pt x="57" y="5"/>
                        <a:pt x="57" y="5"/>
                        <a:pt x="57" y="5"/>
                      </a:cubicBezTo>
                      <a:cubicBezTo>
                        <a:pt x="58" y="1"/>
                        <a:pt x="58" y="1"/>
                        <a:pt x="58" y="1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27" y="6"/>
                        <a:pt x="27" y="6"/>
                        <a:pt x="27" y="6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17" y="5"/>
                        <a:pt x="17" y="5"/>
                        <a:pt x="17" y="5"/>
                      </a:cubicBezTo>
                      <a:cubicBezTo>
                        <a:pt x="17" y="8"/>
                        <a:pt x="17" y="8"/>
                        <a:pt x="17" y="8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8" y="21"/>
                        <a:pt x="8" y="21"/>
                        <a:pt x="8" y="21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3" y="36"/>
                        <a:pt x="3" y="36"/>
                        <a:pt x="3" y="36"/>
                      </a:cubicBezTo>
                      <a:cubicBezTo>
                        <a:pt x="5" y="46"/>
                        <a:pt x="5" y="46"/>
                        <a:pt x="5" y="46"/>
                      </a:cubicBezTo>
                      <a:cubicBezTo>
                        <a:pt x="0" y="50"/>
                        <a:pt x="0" y="50"/>
                        <a:pt x="0" y="50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5" y="56"/>
                        <a:pt x="5" y="56"/>
                        <a:pt x="5" y="56"/>
                      </a:cubicBezTo>
                      <a:cubicBezTo>
                        <a:pt x="6" y="61"/>
                        <a:pt x="6" y="61"/>
                        <a:pt x="6" y="61"/>
                      </a:cubicBezTo>
                      <a:cubicBezTo>
                        <a:pt x="3" y="72"/>
                        <a:pt x="3" y="72"/>
                        <a:pt x="3" y="72"/>
                      </a:cubicBezTo>
                      <a:cubicBezTo>
                        <a:pt x="4" y="75"/>
                        <a:pt x="4" y="75"/>
                        <a:pt x="4" y="75"/>
                      </a:cubicBezTo>
                      <a:cubicBezTo>
                        <a:pt x="10" y="76"/>
                        <a:pt x="10" y="76"/>
                        <a:pt x="10" y="76"/>
                      </a:cubicBezTo>
                      <a:cubicBezTo>
                        <a:pt x="13" y="72"/>
                        <a:pt x="13" y="72"/>
                        <a:pt x="13" y="72"/>
                      </a:cubicBezTo>
                      <a:cubicBezTo>
                        <a:pt x="12" y="67"/>
                        <a:pt x="12" y="67"/>
                        <a:pt x="12" y="67"/>
                      </a:cubicBezTo>
                      <a:cubicBezTo>
                        <a:pt x="15" y="62"/>
                        <a:pt x="15" y="62"/>
                        <a:pt x="15" y="62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cubicBezTo>
                        <a:pt x="13" y="50"/>
                        <a:pt x="13" y="50"/>
                        <a:pt x="13" y="50"/>
                      </a:cubicBezTo>
                      <a:cubicBezTo>
                        <a:pt x="19" y="46"/>
                        <a:pt x="19" y="46"/>
                        <a:pt x="19" y="46"/>
                      </a:cubicBezTo>
                      <a:cubicBezTo>
                        <a:pt x="22" y="50"/>
                        <a:pt x="22" y="50"/>
                        <a:pt x="22" y="50"/>
                      </a:cubicBezTo>
                      <a:cubicBezTo>
                        <a:pt x="21" y="52"/>
                        <a:pt x="21" y="52"/>
                        <a:pt x="21" y="52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25" y="61"/>
                        <a:pt x="25" y="61"/>
                        <a:pt x="25" y="61"/>
                      </a:cubicBezTo>
                      <a:cubicBezTo>
                        <a:pt x="24" y="64"/>
                        <a:pt x="24" y="64"/>
                        <a:pt x="24" y="64"/>
                      </a:cubicBezTo>
                      <a:cubicBezTo>
                        <a:pt x="24" y="66"/>
                        <a:pt x="24" y="66"/>
                        <a:pt x="24" y="66"/>
                      </a:cubicBezTo>
                      <a:cubicBezTo>
                        <a:pt x="29" y="66"/>
                        <a:pt x="29" y="66"/>
                        <a:pt x="29" y="66"/>
                      </a:cubicBezTo>
                      <a:cubicBezTo>
                        <a:pt x="31" y="62"/>
                        <a:pt x="31" y="62"/>
                        <a:pt x="31" y="62"/>
                      </a:cubicBezTo>
                      <a:lnTo>
                        <a:pt x="36" y="61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4" name="Google Shape;954;p41"/>
                <p:cNvSpPr/>
                <p:nvPr/>
              </p:nvSpPr>
              <p:spPr>
                <a:xfrm>
                  <a:off x="7185025" y="4040188"/>
                  <a:ext cx="42862" cy="7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28" extrusionOk="0">
                      <a:moveTo>
                        <a:pt x="11" y="26"/>
                      </a:move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8" y="17"/>
                        <a:pt x="8" y="17"/>
                        <a:pt x="8" y="17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5" y="3"/>
                        <a:pt x="3" y="7"/>
                        <a:pt x="0" y="10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8"/>
                        <a:pt x="4" y="21"/>
                        <a:pt x="4" y="23"/>
                      </a:cubicBezTo>
                      <a:cubicBezTo>
                        <a:pt x="8" y="28"/>
                        <a:pt x="8" y="28"/>
                        <a:pt x="8" y="28"/>
                      </a:cubicBezTo>
                      <a:lnTo>
                        <a:pt x="11" y="26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5" name="Google Shape;955;p41"/>
                <p:cNvSpPr/>
                <p:nvPr/>
              </p:nvSpPr>
              <p:spPr>
                <a:xfrm>
                  <a:off x="7219950" y="4017963"/>
                  <a:ext cx="19050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5" extrusionOk="0">
                      <a:moveTo>
                        <a:pt x="12" y="5"/>
                      </a:moveTo>
                      <a:lnTo>
                        <a:pt x="9" y="0"/>
                      </a:lnTo>
                      <a:lnTo>
                        <a:pt x="0" y="7"/>
                      </a:lnTo>
                      <a:lnTo>
                        <a:pt x="0" y="15"/>
                      </a:lnTo>
                      <a:lnTo>
                        <a:pt x="7" y="14"/>
                      </a:lnTo>
                      <a:lnTo>
                        <a:pt x="12" y="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6" name="Google Shape;956;p41"/>
                <p:cNvSpPr/>
                <p:nvPr/>
              </p:nvSpPr>
              <p:spPr>
                <a:xfrm>
                  <a:off x="7123112" y="4133850"/>
                  <a:ext cx="3175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7" extrusionOk="0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0" y="7"/>
                      </a:lnTo>
                      <a:lnTo>
                        <a:pt x="17" y="5"/>
                      </a:lnTo>
                      <a:lnTo>
                        <a:pt x="20" y="2"/>
                      </a:lnTo>
                      <a:lnTo>
                        <a:pt x="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7" name="Google Shape;957;p41"/>
                <p:cNvSpPr/>
                <p:nvPr/>
              </p:nvSpPr>
              <p:spPr>
                <a:xfrm>
                  <a:off x="7075487" y="4203700"/>
                  <a:ext cx="28575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5" extrusionOk="0">
                      <a:moveTo>
                        <a:pt x="9" y="0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2" y="15"/>
                        <a:pt x="3" y="15"/>
                        <a:pt x="5" y="15"/>
                      </a:cubicBezTo>
                      <a:cubicBezTo>
                        <a:pt x="6" y="14"/>
                        <a:pt x="8" y="14"/>
                        <a:pt x="9" y="13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11" y="5"/>
                        <a:pt x="11" y="5"/>
                        <a:pt x="11" y="5"/>
                      </a:cubicBez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8" name="Google Shape;958;p41"/>
                <p:cNvSpPr/>
                <p:nvPr/>
              </p:nvSpPr>
              <p:spPr>
                <a:xfrm>
                  <a:off x="7164387" y="4168775"/>
                  <a:ext cx="2857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2" extrusionOk="0">
                      <a:moveTo>
                        <a:pt x="1" y="2"/>
                      </a:moveTo>
                      <a:lnTo>
                        <a:pt x="0" y="7"/>
                      </a:lnTo>
                      <a:lnTo>
                        <a:pt x="11" y="12"/>
                      </a:lnTo>
                      <a:lnTo>
                        <a:pt x="18" y="5"/>
                      </a:lnTo>
                      <a:lnTo>
                        <a:pt x="15" y="0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59" name="Google Shape;959;p41"/>
                <p:cNvSpPr/>
                <p:nvPr/>
              </p:nvSpPr>
              <p:spPr>
                <a:xfrm>
                  <a:off x="7251700" y="4087813"/>
                  <a:ext cx="3333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2" extrusionOk="0">
                      <a:moveTo>
                        <a:pt x="12" y="12"/>
                      </a:moveTo>
                      <a:lnTo>
                        <a:pt x="19" y="7"/>
                      </a:lnTo>
                      <a:lnTo>
                        <a:pt x="21" y="5"/>
                      </a:lnTo>
                      <a:lnTo>
                        <a:pt x="5" y="0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5" y="7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0" name="Google Shape;960;p41"/>
                <p:cNvSpPr/>
                <p:nvPr/>
              </p:nvSpPr>
              <p:spPr>
                <a:xfrm>
                  <a:off x="7208837" y="4164013"/>
                  <a:ext cx="68262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8" extrusionOk="0">
                      <a:moveTo>
                        <a:pt x="0" y="3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4" y="1"/>
                        <a:pt x="7" y="2"/>
                        <a:pt x="0" y="3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1" name="Google Shape;961;p41"/>
                <p:cNvSpPr/>
                <p:nvPr/>
              </p:nvSpPr>
              <p:spPr>
                <a:xfrm>
                  <a:off x="7270750" y="4289425"/>
                  <a:ext cx="23812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17" extrusionOk="0">
                      <a:moveTo>
                        <a:pt x="9" y="0"/>
                      </a:moveTo>
                      <a:lnTo>
                        <a:pt x="0" y="8"/>
                      </a:lnTo>
                      <a:lnTo>
                        <a:pt x="0" y="17"/>
                      </a:lnTo>
                      <a:lnTo>
                        <a:pt x="9" y="14"/>
                      </a:lnTo>
                      <a:lnTo>
                        <a:pt x="15" y="7"/>
                      </a:lnTo>
                      <a:lnTo>
                        <a:pt x="14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2" name="Google Shape;962;p41"/>
                <p:cNvSpPr/>
                <p:nvPr/>
              </p:nvSpPr>
              <p:spPr>
                <a:xfrm>
                  <a:off x="7329487" y="4238625"/>
                  <a:ext cx="25400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15" extrusionOk="0">
                      <a:moveTo>
                        <a:pt x="11" y="0"/>
                      </a:moveTo>
                      <a:lnTo>
                        <a:pt x="0" y="8"/>
                      </a:lnTo>
                      <a:lnTo>
                        <a:pt x="0" y="13"/>
                      </a:lnTo>
                      <a:lnTo>
                        <a:pt x="5" y="15"/>
                      </a:lnTo>
                      <a:lnTo>
                        <a:pt x="16" y="5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3" name="Google Shape;963;p41"/>
                <p:cNvSpPr/>
                <p:nvPr/>
              </p:nvSpPr>
              <p:spPr>
                <a:xfrm>
                  <a:off x="7286625" y="4106863"/>
                  <a:ext cx="223837" cy="23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86" extrusionOk="0">
                      <a:moveTo>
                        <a:pt x="78" y="13"/>
                      </a:moveTo>
                      <a:cubicBezTo>
                        <a:pt x="74" y="10"/>
                        <a:pt x="72" y="9"/>
                        <a:pt x="72" y="9"/>
                      </a:cubicBezTo>
                      <a:cubicBezTo>
                        <a:pt x="57" y="10"/>
                        <a:pt x="57" y="10"/>
                        <a:pt x="57" y="10"/>
                      </a:cubicBezTo>
                      <a:cubicBezTo>
                        <a:pt x="55" y="14"/>
                        <a:pt x="55" y="14"/>
                        <a:pt x="55" y="14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9" y="22"/>
                        <a:pt x="47" y="25"/>
                        <a:pt x="41" y="28"/>
                      </a:cubicBezTo>
                      <a:cubicBezTo>
                        <a:pt x="36" y="28"/>
                        <a:pt x="36" y="28"/>
                        <a:pt x="36" y="28"/>
                      </a:cubicBezTo>
                      <a:cubicBezTo>
                        <a:pt x="28" y="19"/>
                        <a:pt x="28" y="19"/>
                        <a:pt x="28" y="19"/>
                      </a:cubicBezTo>
                      <a:cubicBezTo>
                        <a:pt x="26" y="19"/>
                        <a:pt x="26" y="19"/>
                        <a:pt x="26" y="19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7" y="8"/>
                        <a:pt x="27" y="8"/>
                        <a:pt x="27" y="8"/>
                      </a:cubicBezTo>
                      <a:cubicBezTo>
                        <a:pt x="26" y="4"/>
                        <a:pt x="26" y="4"/>
                        <a:pt x="26" y="4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19" y="16"/>
                        <a:pt x="19" y="16"/>
                        <a:pt x="19" y="16"/>
                      </a:cubicBezTo>
                      <a:cubicBezTo>
                        <a:pt x="21" y="18"/>
                        <a:pt x="21" y="18"/>
                        <a:pt x="21" y="18"/>
                      </a:cubicBezTo>
                      <a:cubicBezTo>
                        <a:pt x="19" y="20"/>
                        <a:pt x="19" y="20"/>
                        <a:pt x="19" y="20"/>
                      </a:cubicBezTo>
                      <a:cubicBezTo>
                        <a:pt x="16" y="22"/>
                        <a:pt x="16" y="22"/>
                        <a:pt x="16" y="22"/>
                      </a:cubicBezTo>
                      <a:cubicBezTo>
                        <a:pt x="12" y="20"/>
                        <a:pt x="12" y="20"/>
                        <a:pt x="12" y="20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4" y="25"/>
                        <a:pt x="4" y="25"/>
                        <a:pt x="4" y="25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15" y="32"/>
                        <a:pt x="15" y="32"/>
                        <a:pt x="15" y="32"/>
                      </a:cubicBezTo>
                      <a:cubicBezTo>
                        <a:pt x="15" y="35"/>
                        <a:pt x="15" y="35"/>
                        <a:pt x="15" y="35"/>
                      </a:cubicBezTo>
                      <a:cubicBezTo>
                        <a:pt x="19" y="37"/>
                        <a:pt x="19" y="37"/>
                        <a:pt x="19" y="37"/>
                      </a:cubicBezTo>
                      <a:cubicBezTo>
                        <a:pt x="25" y="25"/>
                        <a:pt x="25" y="25"/>
                        <a:pt x="25" y="25"/>
                      </a:cubicBezTo>
                      <a:cubicBezTo>
                        <a:pt x="26" y="25"/>
                        <a:pt x="26" y="25"/>
                        <a:pt x="26" y="25"/>
                      </a:cubicBezTo>
                      <a:cubicBezTo>
                        <a:pt x="25" y="32"/>
                        <a:pt x="25" y="32"/>
                        <a:pt x="25" y="32"/>
                      </a:cubicBezTo>
                      <a:cubicBezTo>
                        <a:pt x="33" y="39"/>
                        <a:pt x="33" y="39"/>
                        <a:pt x="33" y="39"/>
                      </a:cubicBezTo>
                      <a:cubicBezTo>
                        <a:pt x="42" y="37"/>
                        <a:pt x="50" y="39"/>
                        <a:pt x="58" y="45"/>
                      </a:cubicBezTo>
                      <a:cubicBezTo>
                        <a:pt x="68" y="70"/>
                        <a:pt x="68" y="70"/>
                        <a:pt x="68" y="70"/>
                      </a:cubicBezTo>
                      <a:cubicBezTo>
                        <a:pt x="69" y="80"/>
                        <a:pt x="69" y="80"/>
                        <a:pt x="69" y="80"/>
                      </a:cubicBezTo>
                      <a:cubicBezTo>
                        <a:pt x="77" y="80"/>
                        <a:pt x="77" y="80"/>
                        <a:pt x="77" y="80"/>
                      </a:cubicBezTo>
                      <a:cubicBezTo>
                        <a:pt x="83" y="86"/>
                        <a:pt x="83" y="86"/>
                        <a:pt x="83" y="86"/>
                      </a:cubicBezTo>
                      <a:cubicBezTo>
                        <a:pt x="83" y="18"/>
                        <a:pt x="83" y="18"/>
                        <a:pt x="83" y="18"/>
                      </a:cubicBezTo>
                      <a:lnTo>
                        <a:pt x="78" y="1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4" name="Google Shape;964;p41"/>
                <p:cNvSpPr/>
                <p:nvPr/>
              </p:nvSpPr>
              <p:spPr>
                <a:xfrm>
                  <a:off x="6659562" y="4130675"/>
                  <a:ext cx="39687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24" extrusionOk="0">
                      <a:moveTo>
                        <a:pt x="11" y="2"/>
                      </a:move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11" y="12"/>
                      </a:lnTo>
                      <a:lnTo>
                        <a:pt x="18" y="24"/>
                      </a:lnTo>
                      <a:lnTo>
                        <a:pt x="25" y="15"/>
                      </a:lnTo>
                      <a:lnTo>
                        <a:pt x="11" y="9"/>
                      </a:lnTo>
                      <a:lnTo>
                        <a:pt x="11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5" name="Google Shape;965;p41"/>
                <p:cNvSpPr/>
                <p:nvPr/>
              </p:nvSpPr>
              <p:spPr>
                <a:xfrm>
                  <a:off x="6707187" y="4157663"/>
                  <a:ext cx="1587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2" y="0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4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6" name="Google Shape;966;p41"/>
                <p:cNvSpPr/>
                <p:nvPr/>
              </p:nvSpPr>
              <p:spPr>
                <a:xfrm>
                  <a:off x="6738937" y="3962400"/>
                  <a:ext cx="252412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89" extrusionOk="0">
                      <a:moveTo>
                        <a:pt x="81" y="25"/>
                      </a:moveTo>
                      <a:cubicBezTo>
                        <a:pt x="81" y="22"/>
                        <a:pt x="81" y="22"/>
                        <a:pt x="81" y="22"/>
                      </a:cubicBezTo>
                      <a:cubicBezTo>
                        <a:pt x="86" y="21"/>
                        <a:pt x="86" y="21"/>
                        <a:pt x="86" y="21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83" y="9"/>
                        <a:pt x="83" y="9"/>
                        <a:pt x="83" y="9"/>
                      </a:cubicBezTo>
                      <a:cubicBezTo>
                        <a:pt x="82" y="7"/>
                        <a:pt x="82" y="7"/>
                        <a:pt x="82" y="7"/>
                      </a:cubicBezTo>
                      <a:cubicBezTo>
                        <a:pt x="76" y="4"/>
                        <a:pt x="76" y="4"/>
                        <a:pt x="76" y="4"/>
                      </a:cubicBezTo>
                      <a:cubicBezTo>
                        <a:pt x="79" y="1"/>
                        <a:pt x="79" y="1"/>
                        <a:pt x="79" y="1"/>
                      </a:cubicBezTo>
                      <a:cubicBezTo>
                        <a:pt x="81" y="1"/>
                        <a:pt x="81" y="1"/>
                        <a:pt x="81" y="1"/>
                      </a:cubicBezTo>
                      <a:cubicBezTo>
                        <a:pt x="79" y="1"/>
                        <a:pt x="79" y="1"/>
                        <a:pt x="79" y="1"/>
                      </a:cubicBezTo>
                      <a:cubicBezTo>
                        <a:pt x="70" y="0"/>
                        <a:pt x="70" y="0"/>
                        <a:pt x="70" y="0"/>
                      </a:cubicBezTo>
                      <a:cubicBezTo>
                        <a:pt x="49" y="28"/>
                        <a:pt x="49" y="28"/>
                        <a:pt x="49" y="28"/>
                      </a:cubicBezTo>
                      <a:cubicBezTo>
                        <a:pt x="22" y="35"/>
                        <a:pt x="22" y="35"/>
                        <a:pt x="22" y="35"/>
                      </a:cubicBezTo>
                      <a:cubicBezTo>
                        <a:pt x="10" y="32"/>
                        <a:pt x="10" y="32"/>
                        <a:pt x="10" y="32"/>
                      </a:cubicBezTo>
                      <a:cubicBezTo>
                        <a:pt x="9" y="28"/>
                        <a:pt x="9" y="28"/>
                        <a:pt x="9" y="28"/>
                      </a:cubicBezTo>
                      <a:cubicBezTo>
                        <a:pt x="9" y="25"/>
                        <a:pt x="9" y="25"/>
                        <a:pt x="9" y="25"/>
                      </a:cubicBezTo>
                      <a:cubicBezTo>
                        <a:pt x="6" y="24"/>
                        <a:pt x="6" y="24"/>
                        <a:pt x="6" y="24"/>
                      </a:cubicBezTo>
                      <a:cubicBezTo>
                        <a:pt x="2" y="30"/>
                        <a:pt x="2" y="30"/>
                        <a:pt x="2" y="30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3" y="44"/>
                        <a:pt x="3" y="44"/>
                        <a:pt x="3" y="44"/>
                      </a:cubicBezTo>
                      <a:cubicBezTo>
                        <a:pt x="3" y="53"/>
                        <a:pt x="3" y="53"/>
                        <a:pt x="3" y="53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3" y="56"/>
                        <a:pt x="13" y="56"/>
                        <a:pt x="13" y="56"/>
                      </a:cubicBezTo>
                      <a:cubicBezTo>
                        <a:pt x="14" y="68"/>
                        <a:pt x="14" y="68"/>
                        <a:pt x="14" y="68"/>
                      </a:cubicBezTo>
                      <a:cubicBezTo>
                        <a:pt x="17" y="73"/>
                        <a:pt x="17" y="73"/>
                        <a:pt x="17" y="73"/>
                      </a:cubicBezTo>
                      <a:cubicBezTo>
                        <a:pt x="17" y="77"/>
                        <a:pt x="17" y="77"/>
                        <a:pt x="17" y="77"/>
                      </a:cubicBezTo>
                      <a:cubicBezTo>
                        <a:pt x="32" y="80"/>
                        <a:pt x="32" y="80"/>
                        <a:pt x="32" y="80"/>
                      </a:cubicBezTo>
                      <a:cubicBezTo>
                        <a:pt x="32" y="84"/>
                        <a:pt x="32" y="84"/>
                        <a:pt x="32" y="84"/>
                      </a:cubicBezTo>
                      <a:cubicBezTo>
                        <a:pt x="45" y="83"/>
                        <a:pt x="45" y="83"/>
                        <a:pt x="45" y="83"/>
                      </a:cubicBezTo>
                      <a:cubicBezTo>
                        <a:pt x="52" y="85"/>
                        <a:pt x="52" y="85"/>
                        <a:pt x="52" y="85"/>
                      </a:cubicBezTo>
                      <a:cubicBezTo>
                        <a:pt x="55" y="89"/>
                        <a:pt x="55" y="89"/>
                        <a:pt x="55" y="89"/>
                      </a:cubicBezTo>
                      <a:cubicBezTo>
                        <a:pt x="61" y="86"/>
                        <a:pt x="61" y="86"/>
                        <a:pt x="61" y="86"/>
                      </a:cubicBezTo>
                      <a:cubicBezTo>
                        <a:pt x="66" y="82"/>
                        <a:pt x="69" y="78"/>
                        <a:pt x="70" y="73"/>
                      </a:cubicBezTo>
                      <a:cubicBezTo>
                        <a:pt x="68" y="69"/>
                        <a:pt x="68" y="69"/>
                        <a:pt x="68" y="69"/>
                      </a:cubicBezTo>
                      <a:cubicBezTo>
                        <a:pt x="79" y="56"/>
                        <a:pt x="79" y="56"/>
                        <a:pt x="79" y="56"/>
                      </a:cubicBezTo>
                      <a:cubicBezTo>
                        <a:pt x="79" y="55"/>
                        <a:pt x="79" y="55"/>
                        <a:pt x="79" y="55"/>
                      </a:cubicBezTo>
                      <a:cubicBezTo>
                        <a:pt x="76" y="50"/>
                        <a:pt x="76" y="50"/>
                        <a:pt x="76" y="50"/>
                      </a:cubicBezTo>
                      <a:cubicBezTo>
                        <a:pt x="80" y="44"/>
                        <a:pt x="80" y="44"/>
                        <a:pt x="80" y="44"/>
                      </a:cubicBezTo>
                      <a:cubicBezTo>
                        <a:pt x="81" y="37"/>
                        <a:pt x="81" y="37"/>
                        <a:pt x="81" y="37"/>
                      </a:cubicBezTo>
                      <a:cubicBezTo>
                        <a:pt x="93" y="36"/>
                        <a:pt x="93" y="36"/>
                        <a:pt x="93" y="36"/>
                      </a:cubicBezTo>
                      <a:cubicBezTo>
                        <a:pt x="94" y="34"/>
                        <a:pt x="94" y="34"/>
                        <a:pt x="94" y="34"/>
                      </a:cubicBezTo>
                      <a:lnTo>
                        <a:pt x="81" y="2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67" name="Google Shape;967;p41"/>
                <p:cNvSpPr/>
                <p:nvPr/>
              </p:nvSpPr>
              <p:spPr>
                <a:xfrm>
                  <a:off x="7088187" y="4351338"/>
                  <a:ext cx="5080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12" extrusionOk="0">
                      <a:moveTo>
                        <a:pt x="13" y="0"/>
                      </a:moveTo>
                      <a:cubicBezTo>
                        <a:pt x="11" y="0"/>
                        <a:pt x="9" y="1"/>
                        <a:pt x="6" y="1"/>
                      </a:cubicBezTo>
                      <a:cubicBezTo>
                        <a:pt x="4" y="4"/>
                        <a:pt x="2" y="7"/>
                        <a:pt x="0" y="10"/>
                      </a:cubicBezTo>
                      <a:cubicBezTo>
                        <a:pt x="0" y="10"/>
                        <a:pt x="0" y="11"/>
                        <a:pt x="0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10" y="10"/>
                        <a:pt x="14" y="7"/>
                        <a:pt x="19" y="4"/>
                      </a:cubicBezTo>
                      <a:cubicBezTo>
                        <a:pt x="17" y="0"/>
                        <a:pt x="17" y="0"/>
                        <a:pt x="17" y="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68" name="Google Shape;968;p41"/>
              <p:cNvSpPr/>
              <p:nvPr/>
            </p:nvSpPr>
            <p:spPr>
              <a:xfrm>
                <a:off x="7061580" y="3038660"/>
                <a:ext cx="525932" cy="625720"/>
              </a:xfrm>
              <a:custGeom>
                <a:avLst/>
                <a:gdLst/>
                <a:ahLst/>
                <a:cxnLst/>
                <a:rect l="l" t="t" r="r" b="b"/>
                <a:pathLst>
                  <a:path w="265" h="315" extrusionOk="0">
                    <a:moveTo>
                      <a:pt x="82" y="0"/>
                    </a:moveTo>
                    <a:cubicBezTo>
                      <a:pt x="86" y="12"/>
                      <a:pt x="86" y="12"/>
                      <a:pt x="86" y="12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71" y="41"/>
                      <a:pt x="71" y="41"/>
                      <a:pt x="71" y="41"/>
                    </a:cubicBezTo>
                    <a:cubicBezTo>
                      <a:pt x="69" y="44"/>
                      <a:pt x="69" y="47"/>
                      <a:pt x="68" y="50"/>
                    </a:cubicBezTo>
                    <a:cubicBezTo>
                      <a:pt x="67" y="53"/>
                      <a:pt x="67" y="56"/>
                      <a:pt x="66" y="59"/>
                    </a:cubicBezTo>
                    <a:cubicBezTo>
                      <a:pt x="54" y="74"/>
                      <a:pt x="43" y="89"/>
                      <a:pt x="31" y="104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20" y="117"/>
                      <a:pt x="20" y="117"/>
                      <a:pt x="20" y="117"/>
                    </a:cubicBezTo>
                    <a:cubicBezTo>
                      <a:pt x="26" y="136"/>
                      <a:pt x="26" y="136"/>
                      <a:pt x="26" y="136"/>
                    </a:cubicBezTo>
                    <a:cubicBezTo>
                      <a:pt x="22" y="145"/>
                      <a:pt x="22" y="145"/>
                      <a:pt x="22" y="145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1" y="148"/>
                      <a:pt x="1" y="148"/>
                      <a:pt x="1" y="148"/>
                    </a:cubicBezTo>
                    <a:cubicBezTo>
                      <a:pt x="5" y="151"/>
                      <a:pt x="5" y="151"/>
                      <a:pt x="5" y="151"/>
                    </a:cubicBezTo>
                    <a:cubicBezTo>
                      <a:pt x="8" y="152"/>
                      <a:pt x="12" y="152"/>
                      <a:pt x="16" y="152"/>
                    </a:cubicBezTo>
                    <a:cubicBezTo>
                      <a:pt x="19" y="152"/>
                      <a:pt x="24" y="152"/>
                      <a:pt x="28" y="151"/>
                    </a:cubicBezTo>
                    <a:cubicBezTo>
                      <a:pt x="28" y="155"/>
                      <a:pt x="28" y="155"/>
                      <a:pt x="28" y="155"/>
                    </a:cubicBezTo>
                    <a:cubicBezTo>
                      <a:pt x="25" y="157"/>
                      <a:pt x="22" y="158"/>
                      <a:pt x="19" y="159"/>
                    </a:cubicBezTo>
                    <a:cubicBezTo>
                      <a:pt x="16" y="160"/>
                      <a:pt x="13" y="161"/>
                      <a:pt x="10" y="161"/>
                    </a:cubicBezTo>
                    <a:cubicBezTo>
                      <a:pt x="16" y="172"/>
                      <a:pt x="16" y="172"/>
                      <a:pt x="16" y="172"/>
                    </a:cubicBezTo>
                    <a:cubicBezTo>
                      <a:pt x="28" y="180"/>
                      <a:pt x="28" y="180"/>
                      <a:pt x="28" y="180"/>
                    </a:cubicBezTo>
                    <a:cubicBezTo>
                      <a:pt x="29" y="179"/>
                      <a:pt x="31" y="178"/>
                      <a:pt x="33" y="177"/>
                    </a:cubicBezTo>
                    <a:cubicBezTo>
                      <a:pt x="35" y="175"/>
                      <a:pt x="38" y="174"/>
                      <a:pt x="40" y="173"/>
                    </a:cubicBezTo>
                    <a:cubicBezTo>
                      <a:pt x="41" y="171"/>
                      <a:pt x="42" y="170"/>
                      <a:pt x="42" y="168"/>
                    </a:cubicBezTo>
                    <a:cubicBezTo>
                      <a:pt x="43" y="165"/>
                      <a:pt x="43" y="162"/>
                      <a:pt x="43" y="159"/>
                    </a:cubicBezTo>
                    <a:cubicBezTo>
                      <a:pt x="45" y="157"/>
                      <a:pt x="45" y="157"/>
                      <a:pt x="45" y="157"/>
                    </a:cubicBezTo>
                    <a:cubicBezTo>
                      <a:pt x="52" y="159"/>
                      <a:pt x="52" y="159"/>
                      <a:pt x="52" y="159"/>
                    </a:cubicBezTo>
                    <a:cubicBezTo>
                      <a:pt x="48" y="163"/>
                      <a:pt x="48" y="163"/>
                      <a:pt x="48" y="163"/>
                    </a:cubicBezTo>
                    <a:cubicBezTo>
                      <a:pt x="48" y="172"/>
                      <a:pt x="48" y="172"/>
                      <a:pt x="48" y="172"/>
                    </a:cubicBezTo>
                    <a:cubicBezTo>
                      <a:pt x="46" y="174"/>
                      <a:pt x="46" y="174"/>
                      <a:pt x="46" y="174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8" y="182"/>
                      <a:pt x="48" y="185"/>
                      <a:pt x="48" y="188"/>
                    </a:cubicBezTo>
                    <a:cubicBezTo>
                      <a:pt x="47" y="192"/>
                      <a:pt x="47" y="196"/>
                      <a:pt x="47" y="200"/>
                    </a:cubicBezTo>
                    <a:cubicBezTo>
                      <a:pt x="48" y="202"/>
                      <a:pt x="48" y="202"/>
                      <a:pt x="48" y="202"/>
                    </a:cubicBezTo>
                    <a:cubicBezTo>
                      <a:pt x="51" y="197"/>
                      <a:pt x="51" y="197"/>
                      <a:pt x="51" y="197"/>
                    </a:cubicBezTo>
                    <a:cubicBezTo>
                      <a:pt x="51" y="201"/>
                      <a:pt x="51" y="204"/>
                      <a:pt x="51" y="208"/>
                    </a:cubicBezTo>
                    <a:cubicBezTo>
                      <a:pt x="52" y="218"/>
                      <a:pt x="54" y="228"/>
                      <a:pt x="57" y="238"/>
                    </a:cubicBezTo>
                    <a:cubicBezTo>
                      <a:pt x="60" y="248"/>
                      <a:pt x="63" y="258"/>
                      <a:pt x="68" y="268"/>
                    </a:cubicBezTo>
                    <a:cubicBezTo>
                      <a:pt x="71" y="276"/>
                      <a:pt x="74" y="283"/>
                      <a:pt x="78" y="291"/>
                    </a:cubicBezTo>
                    <a:cubicBezTo>
                      <a:pt x="81" y="299"/>
                      <a:pt x="85" y="307"/>
                      <a:pt x="87" y="315"/>
                    </a:cubicBezTo>
                    <a:cubicBezTo>
                      <a:pt x="89" y="315"/>
                      <a:pt x="90" y="314"/>
                      <a:pt x="91" y="313"/>
                    </a:cubicBezTo>
                    <a:cubicBezTo>
                      <a:pt x="92" y="313"/>
                      <a:pt x="92" y="313"/>
                      <a:pt x="93" y="313"/>
                    </a:cubicBezTo>
                    <a:cubicBezTo>
                      <a:pt x="98" y="304"/>
                      <a:pt x="98" y="304"/>
                      <a:pt x="98" y="304"/>
                    </a:cubicBezTo>
                    <a:cubicBezTo>
                      <a:pt x="98" y="302"/>
                      <a:pt x="98" y="302"/>
                      <a:pt x="98" y="302"/>
                    </a:cubicBezTo>
                    <a:cubicBezTo>
                      <a:pt x="102" y="297"/>
                      <a:pt x="102" y="297"/>
                      <a:pt x="102" y="297"/>
                    </a:cubicBezTo>
                    <a:cubicBezTo>
                      <a:pt x="102" y="292"/>
                      <a:pt x="102" y="292"/>
                      <a:pt x="102" y="292"/>
                    </a:cubicBezTo>
                    <a:cubicBezTo>
                      <a:pt x="104" y="291"/>
                      <a:pt x="106" y="291"/>
                      <a:pt x="108" y="290"/>
                    </a:cubicBezTo>
                    <a:cubicBezTo>
                      <a:pt x="109" y="290"/>
                      <a:pt x="110" y="290"/>
                      <a:pt x="112" y="290"/>
                    </a:cubicBezTo>
                    <a:cubicBezTo>
                      <a:pt x="112" y="289"/>
                      <a:pt x="112" y="288"/>
                      <a:pt x="112" y="287"/>
                    </a:cubicBezTo>
                    <a:cubicBezTo>
                      <a:pt x="113" y="280"/>
                      <a:pt x="114" y="273"/>
                      <a:pt x="115" y="267"/>
                    </a:cubicBezTo>
                    <a:cubicBezTo>
                      <a:pt x="115" y="260"/>
                      <a:pt x="114" y="254"/>
                      <a:pt x="115" y="248"/>
                    </a:cubicBezTo>
                    <a:cubicBezTo>
                      <a:pt x="115" y="242"/>
                      <a:pt x="115" y="236"/>
                      <a:pt x="116" y="230"/>
                    </a:cubicBezTo>
                    <a:cubicBezTo>
                      <a:pt x="121" y="226"/>
                      <a:pt x="121" y="226"/>
                      <a:pt x="121" y="226"/>
                    </a:cubicBezTo>
                    <a:cubicBezTo>
                      <a:pt x="124" y="226"/>
                      <a:pt x="124" y="226"/>
                      <a:pt x="124" y="226"/>
                    </a:cubicBezTo>
                    <a:cubicBezTo>
                      <a:pt x="125" y="229"/>
                      <a:pt x="125" y="229"/>
                      <a:pt x="125" y="229"/>
                    </a:cubicBezTo>
                    <a:cubicBezTo>
                      <a:pt x="130" y="225"/>
                      <a:pt x="130" y="225"/>
                      <a:pt x="130" y="225"/>
                    </a:cubicBezTo>
                    <a:cubicBezTo>
                      <a:pt x="131" y="222"/>
                      <a:pt x="131" y="222"/>
                      <a:pt x="131" y="222"/>
                    </a:cubicBezTo>
                    <a:cubicBezTo>
                      <a:pt x="133" y="223"/>
                      <a:pt x="133" y="223"/>
                      <a:pt x="133" y="223"/>
                    </a:cubicBezTo>
                    <a:cubicBezTo>
                      <a:pt x="138" y="218"/>
                      <a:pt x="138" y="218"/>
                      <a:pt x="138" y="218"/>
                    </a:cubicBezTo>
                    <a:cubicBezTo>
                      <a:pt x="138" y="216"/>
                      <a:pt x="138" y="216"/>
                      <a:pt x="138" y="216"/>
                    </a:cubicBezTo>
                    <a:cubicBezTo>
                      <a:pt x="136" y="214"/>
                      <a:pt x="136" y="214"/>
                      <a:pt x="136" y="214"/>
                    </a:cubicBezTo>
                    <a:cubicBezTo>
                      <a:pt x="142" y="209"/>
                      <a:pt x="148" y="203"/>
                      <a:pt x="153" y="197"/>
                    </a:cubicBezTo>
                    <a:cubicBezTo>
                      <a:pt x="155" y="195"/>
                      <a:pt x="157" y="193"/>
                      <a:pt x="158" y="191"/>
                    </a:cubicBezTo>
                    <a:cubicBezTo>
                      <a:pt x="161" y="192"/>
                      <a:pt x="161" y="192"/>
                      <a:pt x="161" y="192"/>
                    </a:cubicBezTo>
                    <a:cubicBezTo>
                      <a:pt x="164" y="191"/>
                      <a:pt x="166" y="189"/>
                      <a:pt x="168" y="187"/>
                    </a:cubicBezTo>
                    <a:cubicBezTo>
                      <a:pt x="171" y="185"/>
                      <a:pt x="173" y="183"/>
                      <a:pt x="176" y="180"/>
                    </a:cubicBezTo>
                    <a:cubicBezTo>
                      <a:pt x="173" y="178"/>
                      <a:pt x="173" y="178"/>
                      <a:pt x="173" y="178"/>
                    </a:cubicBezTo>
                    <a:cubicBezTo>
                      <a:pt x="173" y="173"/>
                      <a:pt x="173" y="173"/>
                      <a:pt x="173" y="173"/>
                    </a:cubicBezTo>
                    <a:cubicBezTo>
                      <a:pt x="175" y="172"/>
                      <a:pt x="176" y="171"/>
                      <a:pt x="178" y="171"/>
                    </a:cubicBezTo>
                    <a:cubicBezTo>
                      <a:pt x="180" y="170"/>
                      <a:pt x="182" y="169"/>
                      <a:pt x="184" y="168"/>
                    </a:cubicBezTo>
                    <a:cubicBezTo>
                      <a:pt x="187" y="165"/>
                      <a:pt x="187" y="165"/>
                      <a:pt x="187" y="165"/>
                    </a:cubicBezTo>
                    <a:cubicBezTo>
                      <a:pt x="187" y="169"/>
                      <a:pt x="187" y="169"/>
                      <a:pt x="187" y="169"/>
                    </a:cubicBezTo>
                    <a:cubicBezTo>
                      <a:pt x="192" y="169"/>
                      <a:pt x="192" y="169"/>
                      <a:pt x="192" y="169"/>
                    </a:cubicBezTo>
                    <a:cubicBezTo>
                      <a:pt x="187" y="152"/>
                      <a:pt x="187" y="152"/>
                      <a:pt x="187" y="152"/>
                    </a:cubicBezTo>
                    <a:cubicBezTo>
                      <a:pt x="190" y="144"/>
                      <a:pt x="190" y="144"/>
                      <a:pt x="190" y="144"/>
                    </a:cubicBezTo>
                    <a:cubicBezTo>
                      <a:pt x="186" y="129"/>
                      <a:pt x="186" y="129"/>
                      <a:pt x="186" y="129"/>
                    </a:cubicBezTo>
                    <a:cubicBezTo>
                      <a:pt x="190" y="119"/>
                      <a:pt x="190" y="119"/>
                      <a:pt x="190" y="119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3" y="131"/>
                      <a:pt x="203" y="131"/>
                      <a:pt x="203" y="131"/>
                    </a:cubicBezTo>
                    <a:cubicBezTo>
                      <a:pt x="217" y="134"/>
                      <a:pt x="217" y="134"/>
                      <a:pt x="217" y="134"/>
                    </a:cubicBezTo>
                    <a:cubicBezTo>
                      <a:pt x="221" y="139"/>
                      <a:pt x="221" y="139"/>
                      <a:pt x="221" y="139"/>
                    </a:cubicBezTo>
                    <a:cubicBezTo>
                      <a:pt x="219" y="148"/>
                      <a:pt x="219" y="148"/>
                      <a:pt x="219" y="148"/>
                    </a:cubicBezTo>
                    <a:cubicBezTo>
                      <a:pt x="222" y="150"/>
                      <a:pt x="222" y="150"/>
                      <a:pt x="222" y="150"/>
                    </a:cubicBezTo>
                    <a:cubicBezTo>
                      <a:pt x="222" y="151"/>
                      <a:pt x="222" y="151"/>
                      <a:pt x="222" y="151"/>
                    </a:cubicBezTo>
                    <a:cubicBezTo>
                      <a:pt x="222" y="159"/>
                      <a:pt x="222" y="159"/>
                      <a:pt x="222" y="159"/>
                    </a:cubicBezTo>
                    <a:cubicBezTo>
                      <a:pt x="222" y="161"/>
                      <a:pt x="219" y="178"/>
                      <a:pt x="219" y="179"/>
                    </a:cubicBezTo>
                    <a:cubicBezTo>
                      <a:pt x="225" y="157"/>
                      <a:pt x="225" y="157"/>
                      <a:pt x="225" y="157"/>
                    </a:cubicBezTo>
                    <a:cubicBezTo>
                      <a:pt x="225" y="157"/>
                      <a:pt x="225" y="157"/>
                      <a:pt x="225" y="157"/>
                    </a:cubicBezTo>
                    <a:cubicBezTo>
                      <a:pt x="229" y="156"/>
                      <a:pt x="229" y="156"/>
                      <a:pt x="229" y="156"/>
                    </a:cubicBezTo>
                    <a:cubicBezTo>
                      <a:pt x="237" y="124"/>
                      <a:pt x="237" y="124"/>
                      <a:pt x="237" y="124"/>
                    </a:cubicBezTo>
                    <a:cubicBezTo>
                      <a:pt x="242" y="120"/>
                      <a:pt x="247" y="116"/>
                      <a:pt x="251" y="111"/>
                    </a:cubicBezTo>
                    <a:cubicBezTo>
                      <a:pt x="256" y="106"/>
                      <a:pt x="260" y="100"/>
                      <a:pt x="265" y="94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39" y="81"/>
                      <a:pt x="226" y="85"/>
                      <a:pt x="214" y="88"/>
                    </a:cubicBezTo>
                    <a:cubicBezTo>
                      <a:pt x="212" y="89"/>
                      <a:pt x="210" y="90"/>
                      <a:pt x="208" y="90"/>
                    </a:cubicBezTo>
                    <a:cubicBezTo>
                      <a:pt x="210" y="99"/>
                      <a:pt x="210" y="99"/>
                      <a:pt x="210" y="99"/>
                    </a:cubicBezTo>
                    <a:cubicBezTo>
                      <a:pt x="210" y="100"/>
                      <a:pt x="209" y="100"/>
                      <a:pt x="209" y="101"/>
                    </a:cubicBezTo>
                    <a:cubicBezTo>
                      <a:pt x="202" y="104"/>
                      <a:pt x="202" y="104"/>
                      <a:pt x="202" y="104"/>
                    </a:cubicBezTo>
                    <a:cubicBezTo>
                      <a:pt x="191" y="105"/>
                      <a:pt x="191" y="105"/>
                      <a:pt x="191" y="105"/>
                    </a:cubicBez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6" y="99"/>
                      <a:pt x="186" y="99"/>
                      <a:pt x="186" y="99"/>
                    </a:cubicBezTo>
                    <a:cubicBezTo>
                      <a:pt x="187" y="93"/>
                      <a:pt x="187" y="93"/>
                      <a:pt x="187" y="93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0" y="95"/>
                      <a:pt x="180" y="95"/>
                      <a:pt x="180" y="95"/>
                    </a:cubicBezTo>
                    <a:cubicBezTo>
                      <a:pt x="180" y="95"/>
                      <a:pt x="180" y="95"/>
                      <a:pt x="179" y="95"/>
                    </a:cubicBezTo>
                    <a:cubicBezTo>
                      <a:pt x="179" y="104"/>
                      <a:pt x="179" y="104"/>
                      <a:pt x="179" y="104"/>
                    </a:cubicBezTo>
                    <a:cubicBezTo>
                      <a:pt x="176" y="107"/>
                      <a:pt x="176" y="107"/>
                      <a:pt x="176" y="107"/>
                    </a:cubicBezTo>
                    <a:cubicBezTo>
                      <a:pt x="166" y="107"/>
                      <a:pt x="156" y="105"/>
                      <a:pt x="148" y="102"/>
                    </a:cubicBezTo>
                    <a:cubicBezTo>
                      <a:pt x="147" y="102"/>
                      <a:pt x="147" y="102"/>
                      <a:pt x="146" y="102"/>
                    </a:cubicBezTo>
                    <a:cubicBezTo>
                      <a:pt x="141" y="101"/>
                      <a:pt x="136" y="99"/>
                      <a:pt x="131" y="97"/>
                    </a:cubicBezTo>
                    <a:cubicBezTo>
                      <a:pt x="125" y="94"/>
                      <a:pt x="117" y="90"/>
                      <a:pt x="109" y="87"/>
                    </a:cubicBezTo>
                    <a:cubicBezTo>
                      <a:pt x="112" y="72"/>
                      <a:pt x="112" y="72"/>
                      <a:pt x="112" y="72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2" y="61"/>
                      <a:pt x="110" y="54"/>
                      <a:pt x="109" y="47"/>
                    </a:cubicBezTo>
                    <a:cubicBezTo>
                      <a:pt x="109" y="45"/>
                      <a:pt x="108" y="44"/>
                      <a:pt x="108" y="41"/>
                    </a:cubicBezTo>
                    <a:cubicBezTo>
                      <a:pt x="107" y="36"/>
                      <a:pt x="108" y="30"/>
                      <a:pt x="108" y="24"/>
                    </a:cubicBezTo>
                    <a:cubicBezTo>
                      <a:pt x="109" y="18"/>
                      <a:pt x="110" y="11"/>
                      <a:pt x="111" y="5"/>
                    </a:cubicBezTo>
                    <a:cubicBezTo>
                      <a:pt x="110" y="5"/>
                      <a:pt x="109" y="4"/>
                      <a:pt x="108" y="4"/>
                    </a:cubicBezTo>
                    <a:cubicBezTo>
                      <a:pt x="98" y="3"/>
                      <a:pt x="98" y="3"/>
                      <a:pt x="98" y="3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6597867" y="2874306"/>
                <a:ext cx="90394" cy="69264"/>
              </a:xfrm>
              <a:custGeom>
                <a:avLst/>
                <a:gdLst/>
                <a:ahLst/>
                <a:cxnLst/>
                <a:rect l="l" t="t" r="r" b="b"/>
                <a:pathLst>
                  <a:path w="77" h="59" extrusionOk="0">
                    <a:moveTo>
                      <a:pt x="38" y="3"/>
                    </a:moveTo>
                    <a:lnTo>
                      <a:pt x="14" y="0"/>
                    </a:lnTo>
                    <a:lnTo>
                      <a:pt x="0" y="9"/>
                    </a:lnTo>
                    <a:lnTo>
                      <a:pt x="2" y="10"/>
                    </a:lnTo>
                    <a:lnTo>
                      <a:pt x="7" y="31"/>
                    </a:lnTo>
                    <a:lnTo>
                      <a:pt x="0" y="39"/>
                    </a:lnTo>
                    <a:lnTo>
                      <a:pt x="4" y="41"/>
                    </a:lnTo>
                    <a:lnTo>
                      <a:pt x="26" y="59"/>
                    </a:lnTo>
                    <a:lnTo>
                      <a:pt x="55" y="49"/>
                    </a:lnTo>
                    <a:lnTo>
                      <a:pt x="66" y="51"/>
                    </a:lnTo>
                    <a:lnTo>
                      <a:pt x="77" y="44"/>
                    </a:lnTo>
                    <a:lnTo>
                      <a:pt x="77" y="37"/>
                    </a:lnTo>
                    <a:lnTo>
                      <a:pt x="38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6763395" y="3287539"/>
                <a:ext cx="106830" cy="59872"/>
              </a:xfrm>
              <a:custGeom>
                <a:avLst/>
                <a:gdLst/>
                <a:ahLst/>
                <a:cxnLst/>
                <a:rect l="l" t="t" r="r" b="b"/>
                <a:pathLst>
                  <a:path w="54" h="30" extrusionOk="0">
                    <a:moveTo>
                      <a:pt x="48" y="0"/>
                    </a:moveTo>
                    <a:cubicBezTo>
                      <a:pt x="45" y="5"/>
                      <a:pt x="45" y="5"/>
                      <a:pt x="45" y="5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51" y="14"/>
                      <a:pt x="51" y="14"/>
                      <a:pt x="51" y="14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4" y="8"/>
                      <a:pt x="54" y="6"/>
                      <a:pt x="54" y="3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6858485" y="3275799"/>
                <a:ext cx="16435" cy="17610"/>
              </a:xfrm>
              <a:custGeom>
                <a:avLst/>
                <a:gdLst/>
                <a:ahLst/>
                <a:cxnLst/>
                <a:rect l="l" t="t" r="r" b="b"/>
                <a:pathLst>
                  <a:path w="8" h="9" extrusionOk="0">
                    <a:moveTo>
                      <a:pt x="5" y="0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6"/>
                      <a:pt x="7" y="3"/>
                      <a:pt x="8" y="1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8087619" y="3104401"/>
                <a:ext cx="19957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17" h="14" extrusionOk="0">
                    <a:moveTo>
                      <a:pt x="17" y="7"/>
                    </a:moveTo>
                    <a:lnTo>
                      <a:pt x="10" y="12"/>
                    </a:lnTo>
                    <a:lnTo>
                      <a:pt x="3" y="14"/>
                    </a:lnTo>
                    <a:lnTo>
                      <a:pt x="0" y="9"/>
                    </a:lnTo>
                    <a:lnTo>
                      <a:pt x="9" y="2"/>
                    </a:lnTo>
                    <a:lnTo>
                      <a:pt x="17" y="0"/>
                    </a:lnTo>
                    <a:lnTo>
                      <a:pt x="17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8084097" y="2985831"/>
                <a:ext cx="65742" cy="100960"/>
              </a:xfrm>
              <a:custGeom>
                <a:avLst/>
                <a:gdLst/>
                <a:ahLst/>
                <a:cxnLst/>
                <a:rect l="l" t="t" r="r" b="b"/>
                <a:pathLst>
                  <a:path w="33" h="51" extrusionOk="0">
                    <a:moveTo>
                      <a:pt x="1" y="16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2" y="24"/>
                      <a:pt x="5" y="29"/>
                      <a:pt x="7" y="33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2" y="51"/>
                      <a:pt x="2" y="51"/>
                      <a:pt x="2" y="51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8" y="46"/>
                      <a:pt x="18" y="46"/>
                      <a:pt x="18" y="46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2" y="30"/>
                      <a:pt x="31" y="27"/>
                      <a:pt x="31" y="22"/>
                    </a:cubicBezTo>
                    <a:cubicBezTo>
                      <a:pt x="31" y="19"/>
                      <a:pt x="30" y="16"/>
                      <a:pt x="29" y="13"/>
                    </a:cubicBezTo>
                    <a:cubicBezTo>
                      <a:pt x="27" y="9"/>
                      <a:pt x="25" y="4"/>
                      <a:pt x="23" y="0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11"/>
                      <a:pt x="8" y="13"/>
                      <a:pt x="9" y="14"/>
                    </a:cubicBezTo>
                    <a:cubicBezTo>
                      <a:pt x="9" y="15"/>
                      <a:pt x="9" y="16"/>
                      <a:pt x="10" y="17"/>
                    </a:cubicBezTo>
                    <a:lnTo>
                      <a:pt x="1" y="1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8059445" y="2888393"/>
                <a:ext cx="108004" cy="117396"/>
              </a:xfrm>
              <a:custGeom>
                <a:avLst/>
                <a:gdLst/>
                <a:ahLst/>
                <a:cxnLst/>
                <a:rect l="l" t="t" r="r" b="b"/>
                <a:pathLst>
                  <a:path w="54" h="59" extrusionOk="0">
                    <a:moveTo>
                      <a:pt x="47" y="10"/>
                    </a:moveTo>
                    <a:cubicBezTo>
                      <a:pt x="54" y="2"/>
                      <a:pt x="54" y="2"/>
                      <a:pt x="54" y="2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4" y="28"/>
                      <a:pt x="6" y="31"/>
                      <a:pt x="0" y="3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6" y="42"/>
                      <a:pt x="4" y="47"/>
                      <a:pt x="1" y="53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9" y="59"/>
                      <a:pt x="19" y="59"/>
                      <a:pt x="19" y="59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4" y="47"/>
                      <a:pt x="33" y="46"/>
                      <a:pt x="32" y="45"/>
                    </a:cubicBezTo>
                    <a:cubicBezTo>
                      <a:pt x="30" y="44"/>
                      <a:pt x="29" y="43"/>
                      <a:pt x="28" y="43"/>
                    </a:cubicBezTo>
                    <a:cubicBezTo>
                      <a:pt x="27" y="34"/>
                      <a:pt x="27" y="34"/>
                      <a:pt x="27" y="34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46" y="17"/>
                      <a:pt x="46" y="17"/>
                      <a:pt x="46" y="17"/>
                    </a:cubicBezTo>
                    <a:cubicBezTo>
                      <a:pt x="49" y="12"/>
                      <a:pt x="49" y="12"/>
                      <a:pt x="49" y="12"/>
                    </a:cubicBezTo>
                    <a:lnTo>
                      <a:pt x="47" y="1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7788260" y="3402587"/>
                <a:ext cx="37567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19" h="15" extrusionOk="0">
                    <a:moveTo>
                      <a:pt x="2" y="1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1" y="7"/>
                      <a:pt x="2" y="6"/>
                    </a:cubicBezTo>
                    <a:cubicBezTo>
                      <a:pt x="7" y="4"/>
                      <a:pt x="12" y="2"/>
                      <a:pt x="18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7"/>
                      <a:pt x="10" y="11"/>
                      <a:pt x="6" y="15"/>
                    </a:cubicBezTo>
                    <a:cubicBezTo>
                      <a:pt x="2" y="14"/>
                      <a:pt x="2" y="14"/>
                      <a:pt x="2" y="14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76" name="Google Shape;976;p41"/>
              <p:cNvGrpSpPr/>
              <p:nvPr/>
            </p:nvGrpSpPr>
            <p:grpSpPr>
              <a:xfrm>
                <a:off x="7174276" y="2621901"/>
                <a:ext cx="1071822" cy="810031"/>
                <a:chOff x="5915025" y="2441575"/>
                <a:chExt cx="1449387" cy="1095376"/>
              </a:xfrm>
            </p:grpSpPr>
            <p:sp>
              <p:nvSpPr>
                <p:cNvPr id="977" name="Google Shape;977;p41"/>
                <p:cNvSpPr/>
                <p:nvPr/>
              </p:nvSpPr>
              <p:spPr>
                <a:xfrm>
                  <a:off x="7056437" y="3194050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10" extrusionOk="0">
                      <a:moveTo>
                        <a:pt x="5" y="10"/>
                      </a:moveTo>
                      <a:lnTo>
                        <a:pt x="0" y="5"/>
                      </a:lnTo>
                      <a:lnTo>
                        <a:pt x="2" y="0"/>
                      </a:lnTo>
                      <a:lnTo>
                        <a:pt x="10" y="7"/>
                      </a:lnTo>
                      <a:lnTo>
                        <a:pt x="5" y="1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78" name="Google Shape;978;p41"/>
                <p:cNvSpPr/>
                <p:nvPr/>
              </p:nvSpPr>
              <p:spPr>
                <a:xfrm>
                  <a:off x="5915025" y="2441575"/>
                  <a:ext cx="1449387" cy="10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" h="389" extrusionOk="0">
                      <a:moveTo>
                        <a:pt x="386" y="77"/>
                      </a:moveTo>
                      <a:cubicBezTo>
                        <a:pt x="395" y="77"/>
                        <a:pt x="395" y="77"/>
                        <a:pt x="395" y="77"/>
                      </a:cubicBezTo>
                      <a:cubicBezTo>
                        <a:pt x="401" y="74"/>
                        <a:pt x="401" y="74"/>
                        <a:pt x="401" y="74"/>
                      </a:cubicBezTo>
                      <a:cubicBezTo>
                        <a:pt x="386" y="68"/>
                        <a:pt x="386" y="68"/>
                        <a:pt x="386" y="68"/>
                      </a:cubicBezTo>
                      <a:cubicBezTo>
                        <a:pt x="376" y="73"/>
                        <a:pt x="376" y="73"/>
                        <a:pt x="376" y="73"/>
                      </a:cubicBezTo>
                      <a:cubicBezTo>
                        <a:pt x="370" y="65"/>
                        <a:pt x="370" y="65"/>
                        <a:pt x="370" y="65"/>
                      </a:cubicBezTo>
                      <a:cubicBezTo>
                        <a:pt x="371" y="47"/>
                        <a:pt x="371" y="47"/>
                        <a:pt x="371" y="47"/>
                      </a:cubicBezTo>
                      <a:cubicBezTo>
                        <a:pt x="375" y="46"/>
                        <a:pt x="380" y="46"/>
                        <a:pt x="384" y="45"/>
                      </a:cubicBezTo>
                      <a:cubicBezTo>
                        <a:pt x="398" y="44"/>
                        <a:pt x="398" y="44"/>
                        <a:pt x="398" y="44"/>
                      </a:cubicBezTo>
                      <a:cubicBezTo>
                        <a:pt x="416" y="15"/>
                        <a:pt x="416" y="15"/>
                        <a:pt x="416" y="15"/>
                      </a:cubicBezTo>
                      <a:cubicBezTo>
                        <a:pt x="412" y="7"/>
                        <a:pt x="412" y="7"/>
                        <a:pt x="412" y="7"/>
                      </a:cubicBezTo>
                      <a:cubicBezTo>
                        <a:pt x="412" y="7"/>
                        <a:pt x="412" y="7"/>
                        <a:pt x="412" y="7"/>
                      </a:cubicBezTo>
                      <a:cubicBezTo>
                        <a:pt x="413" y="7"/>
                        <a:pt x="413" y="7"/>
                        <a:pt x="413" y="7"/>
                      </a:cubicBezTo>
                      <a:cubicBezTo>
                        <a:pt x="415" y="5"/>
                        <a:pt x="418" y="4"/>
                        <a:pt x="422" y="3"/>
                      </a:cubicBezTo>
                      <a:cubicBezTo>
                        <a:pt x="428" y="2"/>
                        <a:pt x="434" y="1"/>
                        <a:pt x="440" y="0"/>
                      </a:cubicBezTo>
                      <a:cubicBezTo>
                        <a:pt x="443" y="0"/>
                        <a:pt x="443" y="0"/>
                        <a:pt x="443" y="0"/>
                      </a:cubicBezTo>
                      <a:cubicBezTo>
                        <a:pt x="457" y="7"/>
                        <a:pt x="457" y="7"/>
                        <a:pt x="457" y="7"/>
                      </a:cubicBezTo>
                      <a:cubicBezTo>
                        <a:pt x="476" y="43"/>
                        <a:pt x="476" y="43"/>
                        <a:pt x="476" y="43"/>
                      </a:cubicBezTo>
                      <a:cubicBezTo>
                        <a:pt x="504" y="60"/>
                        <a:pt x="504" y="60"/>
                        <a:pt x="504" y="60"/>
                      </a:cubicBezTo>
                      <a:cubicBezTo>
                        <a:pt x="509" y="70"/>
                        <a:pt x="509" y="70"/>
                        <a:pt x="509" y="70"/>
                      </a:cubicBezTo>
                      <a:cubicBezTo>
                        <a:pt x="512" y="68"/>
                        <a:pt x="512" y="68"/>
                        <a:pt x="512" y="68"/>
                      </a:cubicBezTo>
                      <a:cubicBezTo>
                        <a:pt x="518" y="63"/>
                        <a:pt x="524" y="60"/>
                        <a:pt x="531" y="56"/>
                      </a:cubicBezTo>
                      <a:cubicBezTo>
                        <a:pt x="534" y="55"/>
                        <a:pt x="537" y="54"/>
                        <a:pt x="540" y="54"/>
                      </a:cubicBezTo>
                      <a:cubicBezTo>
                        <a:pt x="518" y="100"/>
                        <a:pt x="518" y="100"/>
                        <a:pt x="518" y="100"/>
                      </a:cubicBezTo>
                      <a:cubicBezTo>
                        <a:pt x="507" y="107"/>
                        <a:pt x="507" y="107"/>
                        <a:pt x="507" y="107"/>
                      </a:cubicBezTo>
                      <a:cubicBezTo>
                        <a:pt x="510" y="129"/>
                        <a:pt x="510" y="129"/>
                        <a:pt x="510" y="129"/>
                      </a:cubicBezTo>
                      <a:cubicBezTo>
                        <a:pt x="509" y="130"/>
                        <a:pt x="509" y="130"/>
                        <a:pt x="509" y="130"/>
                      </a:cubicBezTo>
                      <a:cubicBezTo>
                        <a:pt x="506" y="132"/>
                        <a:pt x="503" y="134"/>
                        <a:pt x="500" y="135"/>
                      </a:cubicBezTo>
                      <a:cubicBezTo>
                        <a:pt x="500" y="135"/>
                        <a:pt x="500" y="136"/>
                        <a:pt x="500" y="136"/>
                      </a:cubicBezTo>
                      <a:cubicBezTo>
                        <a:pt x="496" y="134"/>
                        <a:pt x="496" y="134"/>
                        <a:pt x="496" y="134"/>
                      </a:cubicBezTo>
                      <a:cubicBezTo>
                        <a:pt x="479" y="153"/>
                        <a:pt x="479" y="153"/>
                        <a:pt x="479" y="153"/>
                      </a:cubicBezTo>
                      <a:cubicBezTo>
                        <a:pt x="472" y="154"/>
                        <a:pt x="472" y="154"/>
                        <a:pt x="472" y="154"/>
                      </a:cubicBezTo>
                      <a:cubicBezTo>
                        <a:pt x="467" y="160"/>
                        <a:pt x="467" y="160"/>
                        <a:pt x="467" y="160"/>
                      </a:cubicBezTo>
                      <a:cubicBezTo>
                        <a:pt x="464" y="161"/>
                        <a:pt x="450" y="166"/>
                        <a:pt x="446" y="168"/>
                      </a:cubicBezTo>
                      <a:cubicBezTo>
                        <a:pt x="442" y="167"/>
                        <a:pt x="442" y="167"/>
                        <a:pt x="442" y="167"/>
                      </a:cubicBezTo>
                      <a:cubicBezTo>
                        <a:pt x="437" y="169"/>
                        <a:pt x="432" y="170"/>
                        <a:pt x="427" y="173"/>
                      </a:cubicBezTo>
                      <a:cubicBezTo>
                        <a:pt x="424" y="174"/>
                        <a:pt x="421" y="176"/>
                        <a:pt x="418" y="177"/>
                      </a:cubicBezTo>
                      <a:cubicBezTo>
                        <a:pt x="417" y="176"/>
                        <a:pt x="417" y="176"/>
                        <a:pt x="417" y="176"/>
                      </a:cubicBezTo>
                      <a:cubicBezTo>
                        <a:pt x="417" y="175"/>
                        <a:pt x="417" y="174"/>
                        <a:pt x="417" y="173"/>
                      </a:cubicBezTo>
                      <a:cubicBezTo>
                        <a:pt x="418" y="171"/>
                        <a:pt x="418" y="169"/>
                        <a:pt x="419" y="167"/>
                      </a:cubicBezTo>
                      <a:cubicBezTo>
                        <a:pt x="422" y="166"/>
                        <a:pt x="424" y="164"/>
                        <a:pt x="427" y="162"/>
                      </a:cubicBezTo>
                      <a:cubicBezTo>
                        <a:pt x="429" y="160"/>
                        <a:pt x="431" y="158"/>
                        <a:pt x="433" y="156"/>
                      </a:cubicBezTo>
                      <a:cubicBezTo>
                        <a:pt x="430" y="154"/>
                        <a:pt x="430" y="154"/>
                        <a:pt x="430" y="154"/>
                      </a:cubicBezTo>
                      <a:cubicBezTo>
                        <a:pt x="430" y="151"/>
                        <a:pt x="430" y="151"/>
                        <a:pt x="430" y="151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23" y="151"/>
                        <a:pt x="423" y="151"/>
                        <a:pt x="423" y="151"/>
                      </a:cubicBezTo>
                      <a:cubicBezTo>
                        <a:pt x="420" y="153"/>
                        <a:pt x="418" y="156"/>
                        <a:pt x="416" y="158"/>
                      </a:cubicBezTo>
                      <a:cubicBezTo>
                        <a:pt x="412" y="161"/>
                        <a:pt x="409" y="165"/>
                        <a:pt x="405" y="168"/>
                      </a:cubicBezTo>
                      <a:cubicBezTo>
                        <a:pt x="400" y="168"/>
                        <a:pt x="400" y="168"/>
                        <a:pt x="400" y="168"/>
                      </a:cubicBezTo>
                      <a:cubicBezTo>
                        <a:pt x="396" y="176"/>
                        <a:pt x="396" y="176"/>
                        <a:pt x="396" y="176"/>
                      </a:cubicBezTo>
                      <a:cubicBezTo>
                        <a:pt x="394" y="176"/>
                        <a:pt x="392" y="176"/>
                        <a:pt x="390" y="176"/>
                      </a:cubicBezTo>
                      <a:cubicBezTo>
                        <a:pt x="388" y="177"/>
                        <a:pt x="386" y="177"/>
                        <a:pt x="383" y="178"/>
                      </a:cubicBezTo>
                      <a:cubicBezTo>
                        <a:pt x="379" y="186"/>
                        <a:pt x="379" y="186"/>
                        <a:pt x="379" y="186"/>
                      </a:cubicBezTo>
                      <a:cubicBezTo>
                        <a:pt x="383" y="190"/>
                        <a:pt x="383" y="190"/>
                        <a:pt x="383" y="190"/>
                      </a:cubicBezTo>
                      <a:cubicBezTo>
                        <a:pt x="390" y="190"/>
                        <a:pt x="390" y="190"/>
                        <a:pt x="390" y="190"/>
                      </a:cubicBezTo>
                      <a:cubicBezTo>
                        <a:pt x="392" y="192"/>
                        <a:pt x="392" y="192"/>
                        <a:pt x="392" y="192"/>
                      </a:cubicBezTo>
                      <a:cubicBezTo>
                        <a:pt x="394" y="199"/>
                        <a:pt x="394" y="199"/>
                        <a:pt x="394" y="199"/>
                      </a:cubicBezTo>
                      <a:cubicBezTo>
                        <a:pt x="400" y="201"/>
                        <a:pt x="400" y="201"/>
                        <a:pt x="400" y="201"/>
                      </a:cubicBezTo>
                      <a:cubicBezTo>
                        <a:pt x="401" y="200"/>
                        <a:pt x="402" y="199"/>
                        <a:pt x="403" y="199"/>
                      </a:cubicBezTo>
                      <a:cubicBezTo>
                        <a:pt x="407" y="196"/>
                        <a:pt x="410" y="194"/>
                        <a:pt x="413" y="192"/>
                      </a:cubicBezTo>
                      <a:cubicBezTo>
                        <a:pt x="415" y="191"/>
                        <a:pt x="416" y="190"/>
                        <a:pt x="418" y="190"/>
                      </a:cubicBezTo>
                      <a:cubicBezTo>
                        <a:pt x="420" y="191"/>
                        <a:pt x="424" y="193"/>
                        <a:pt x="427" y="194"/>
                      </a:cubicBezTo>
                      <a:cubicBezTo>
                        <a:pt x="428" y="195"/>
                        <a:pt x="431" y="195"/>
                        <a:pt x="433" y="195"/>
                      </a:cubicBezTo>
                      <a:cubicBezTo>
                        <a:pt x="430" y="202"/>
                        <a:pt x="430" y="202"/>
                        <a:pt x="430" y="202"/>
                      </a:cubicBezTo>
                      <a:cubicBezTo>
                        <a:pt x="428" y="203"/>
                        <a:pt x="427" y="203"/>
                        <a:pt x="426" y="204"/>
                      </a:cubicBezTo>
                      <a:cubicBezTo>
                        <a:pt x="422" y="206"/>
                        <a:pt x="418" y="208"/>
                        <a:pt x="415" y="211"/>
                      </a:cubicBezTo>
                      <a:cubicBezTo>
                        <a:pt x="412" y="211"/>
                        <a:pt x="412" y="211"/>
                        <a:pt x="412" y="211"/>
                      </a:cubicBezTo>
                      <a:cubicBezTo>
                        <a:pt x="411" y="213"/>
                        <a:pt x="410" y="215"/>
                        <a:pt x="409" y="216"/>
                      </a:cubicBezTo>
                      <a:cubicBezTo>
                        <a:pt x="406" y="220"/>
                        <a:pt x="403" y="224"/>
                        <a:pt x="400" y="228"/>
                      </a:cubicBezTo>
                      <a:cubicBezTo>
                        <a:pt x="400" y="234"/>
                        <a:pt x="400" y="234"/>
                        <a:pt x="400" y="234"/>
                      </a:cubicBezTo>
                      <a:cubicBezTo>
                        <a:pt x="409" y="234"/>
                        <a:pt x="409" y="234"/>
                        <a:pt x="409" y="234"/>
                      </a:cubicBezTo>
                      <a:cubicBezTo>
                        <a:pt x="410" y="237"/>
                        <a:pt x="411" y="239"/>
                        <a:pt x="412" y="242"/>
                      </a:cubicBezTo>
                      <a:cubicBezTo>
                        <a:pt x="414" y="247"/>
                        <a:pt x="416" y="252"/>
                        <a:pt x="418" y="257"/>
                      </a:cubicBezTo>
                      <a:cubicBezTo>
                        <a:pt x="419" y="258"/>
                        <a:pt x="419" y="259"/>
                        <a:pt x="419" y="260"/>
                      </a:cubicBezTo>
                      <a:cubicBezTo>
                        <a:pt x="411" y="256"/>
                        <a:pt x="411" y="256"/>
                        <a:pt x="411" y="256"/>
                      </a:cubicBezTo>
                      <a:cubicBezTo>
                        <a:pt x="408" y="259"/>
                        <a:pt x="408" y="259"/>
                        <a:pt x="408" y="259"/>
                      </a:cubicBezTo>
                      <a:cubicBezTo>
                        <a:pt x="417" y="268"/>
                        <a:pt x="417" y="268"/>
                        <a:pt x="417" y="268"/>
                      </a:cubicBezTo>
                      <a:cubicBezTo>
                        <a:pt x="423" y="269"/>
                        <a:pt x="423" y="269"/>
                        <a:pt x="423" y="269"/>
                      </a:cubicBezTo>
                      <a:cubicBezTo>
                        <a:pt x="424" y="271"/>
                        <a:pt x="424" y="271"/>
                        <a:pt x="424" y="271"/>
                      </a:cubicBezTo>
                      <a:cubicBezTo>
                        <a:pt x="423" y="271"/>
                        <a:pt x="422" y="271"/>
                        <a:pt x="422" y="271"/>
                      </a:cubicBezTo>
                      <a:cubicBezTo>
                        <a:pt x="417" y="274"/>
                        <a:pt x="412" y="276"/>
                        <a:pt x="407" y="279"/>
                      </a:cubicBezTo>
                      <a:cubicBezTo>
                        <a:pt x="407" y="281"/>
                        <a:pt x="407" y="281"/>
                        <a:pt x="407" y="281"/>
                      </a:cubicBezTo>
                      <a:cubicBezTo>
                        <a:pt x="420" y="283"/>
                        <a:pt x="420" y="283"/>
                        <a:pt x="420" y="283"/>
                      </a:cubicBezTo>
                      <a:cubicBezTo>
                        <a:pt x="423" y="287"/>
                        <a:pt x="423" y="287"/>
                        <a:pt x="423" y="287"/>
                      </a:cubicBezTo>
                      <a:cubicBezTo>
                        <a:pt x="417" y="292"/>
                        <a:pt x="417" y="292"/>
                        <a:pt x="417" y="292"/>
                      </a:cubicBezTo>
                      <a:cubicBezTo>
                        <a:pt x="417" y="294"/>
                        <a:pt x="417" y="294"/>
                        <a:pt x="417" y="294"/>
                      </a:cubicBezTo>
                      <a:cubicBezTo>
                        <a:pt x="418" y="294"/>
                        <a:pt x="419" y="293"/>
                        <a:pt x="420" y="292"/>
                      </a:cubicBezTo>
                      <a:cubicBezTo>
                        <a:pt x="422" y="292"/>
                        <a:pt x="423" y="292"/>
                        <a:pt x="424" y="292"/>
                      </a:cubicBezTo>
                      <a:cubicBezTo>
                        <a:pt x="425" y="296"/>
                        <a:pt x="425" y="296"/>
                        <a:pt x="425" y="296"/>
                      </a:cubicBezTo>
                      <a:cubicBezTo>
                        <a:pt x="417" y="310"/>
                        <a:pt x="417" y="310"/>
                        <a:pt x="417" y="310"/>
                      </a:cubicBezTo>
                      <a:cubicBezTo>
                        <a:pt x="414" y="312"/>
                        <a:pt x="414" y="312"/>
                        <a:pt x="414" y="312"/>
                      </a:cubicBezTo>
                      <a:cubicBezTo>
                        <a:pt x="410" y="319"/>
                        <a:pt x="410" y="319"/>
                        <a:pt x="410" y="319"/>
                      </a:cubicBezTo>
                      <a:cubicBezTo>
                        <a:pt x="406" y="320"/>
                        <a:pt x="406" y="320"/>
                        <a:pt x="406" y="320"/>
                      </a:cubicBezTo>
                      <a:cubicBezTo>
                        <a:pt x="403" y="323"/>
                        <a:pt x="403" y="323"/>
                        <a:pt x="403" y="323"/>
                      </a:cubicBezTo>
                      <a:cubicBezTo>
                        <a:pt x="407" y="325"/>
                        <a:pt x="407" y="325"/>
                        <a:pt x="407" y="325"/>
                      </a:cubicBezTo>
                      <a:cubicBezTo>
                        <a:pt x="402" y="336"/>
                        <a:pt x="402" y="336"/>
                        <a:pt x="402" y="336"/>
                      </a:cubicBezTo>
                      <a:cubicBezTo>
                        <a:pt x="398" y="337"/>
                        <a:pt x="398" y="337"/>
                        <a:pt x="398" y="337"/>
                      </a:cubicBezTo>
                      <a:cubicBezTo>
                        <a:pt x="397" y="342"/>
                        <a:pt x="397" y="342"/>
                        <a:pt x="397" y="342"/>
                      </a:cubicBezTo>
                      <a:cubicBezTo>
                        <a:pt x="393" y="347"/>
                        <a:pt x="393" y="347"/>
                        <a:pt x="393" y="347"/>
                      </a:cubicBezTo>
                      <a:cubicBezTo>
                        <a:pt x="389" y="347"/>
                        <a:pt x="389" y="347"/>
                        <a:pt x="389" y="347"/>
                      </a:cubicBezTo>
                      <a:cubicBezTo>
                        <a:pt x="388" y="351"/>
                        <a:pt x="388" y="351"/>
                        <a:pt x="388" y="351"/>
                      </a:cubicBezTo>
                      <a:cubicBezTo>
                        <a:pt x="386" y="353"/>
                        <a:pt x="384" y="355"/>
                        <a:pt x="382" y="357"/>
                      </a:cubicBezTo>
                      <a:cubicBezTo>
                        <a:pt x="379" y="359"/>
                        <a:pt x="377" y="361"/>
                        <a:pt x="374" y="364"/>
                      </a:cubicBezTo>
                      <a:cubicBezTo>
                        <a:pt x="373" y="365"/>
                        <a:pt x="371" y="366"/>
                        <a:pt x="369" y="367"/>
                      </a:cubicBezTo>
                      <a:cubicBezTo>
                        <a:pt x="364" y="366"/>
                        <a:pt x="364" y="366"/>
                        <a:pt x="364" y="366"/>
                      </a:cubicBezTo>
                      <a:cubicBezTo>
                        <a:pt x="362" y="370"/>
                        <a:pt x="362" y="370"/>
                        <a:pt x="362" y="370"/>
                      </a:cubicBezTo>
                      <a:cubicBezTo>
                        <a:pt x="358" y="371"/>
                        <a:pt x="358" y="371"/>
                        <a:pt x="358" y="371"/>
                      </a:cubicBezTo>
                      <a:cubicBezTo>
                        <a:pt x="358" y="370"/>
                        <a:pt x="357" y="370"/>
                        <a:pt x="356" y="369"/>
                      </a:cubicBezTo>
                      <a:cubicBezTo>
                        <a:pt x="356" y="367"/>
                        <a:pt x="355" y="366"/>
                        <a:pt x="354" y="365"/>
                      </a:cubicBezTo>
                      <a:cubicBezTo>
                        <a:pt x="353" y="367"/>
                        <a:pt x="353" y="367"/>
                        <a:pt x="353" y="367"/>
                      </a:cubicBezTo>
                      <a:cubicBezTo>
                        <a:pt x="353" y="373"/>
                        <a:pt x="353" y="373"/>
                        <a:pt x="353" y="373"/>
                      </a:cubicBezTo>
                      <a:cubicBezTo>
                        <a:pt x="350" y="376"/>
                        <a:pt x="350" y="376"/>
                        <a:pt x="350" y="376"/>
                      </a:cubicBezTo>
                      <a:cubicBezTo>
                        <a:pt x="348" y="375"/>
                        <a:pt x="348" y="375"/>
                        <a:pt x="348" y="375"/>
                      </a:cubicBezTo>
                      <a:cubicBezTo>
                        <a:pt x="346" y="377"/>
                        <a:pt x="346" y="377"/>
                        <a:pt x="346" y="377"/>
                      </a:cubicBezTo>
                      <a:cubicBezTo>
                        <a:pt x="341" y="378"/>
                        <a:pt x="336" y="380"/>
                        <a:pt x="332" y="381"/>
                      </a:cubicBezTo>
                      <a:cubicBezTo>
                        <a:pt x="330" y="381"/>
                        <a:pt x="328" y="381"/>
                        <a:pt x="327" y="381"/>
                      </a:cubicBezTo>
                      <a:cubicBezTo>
                        <a:pt x="326" y="381"/>
                        <a:pt x="324" y="382"/>
                        <a:pt x="323" y="382"/>
                      </a:cubicBezTo>
                      <a:cubicBezTo>
                        <a:pt x="325" y="386"/>
                        <a:pt x="325" y="386"/>
                        <a:pt x="325" y="386"/>
                      </a:cubicBezTo>
                      <a:cubicBezTo>
                        <a:pt x="323" y="389"/>
                        <a:pt x="323" y="389"/>
                        <a:pt x="323" y="389"/>
                      </a:cubicBezTo>
                      <a:cubicBezTo>
                        <a:pt x="316" y="388"/>
                        <a:pt x="316" y="388"/>
                        <a:pt x="316" y="388"/>
                      </a:cubicBezTo>
                      <a:cubicBezTo>
                        <a:pt x="317" y="380"/>
                        <a:pt x="317" y="380"/>
                        <a:pt x="317" y="380"/>
                      </a:cubicBezTo>
                      <a:cubicBezTo>
                        <a:pt x="311" y="383"/>
                        <a:pt x="311" y="383"/>
                        <a:pt x="311" y="383"/>
                      </a:cubicBezTo>
                      <a:cubicBezTo>
                        <a:pt x="310" y="382"/>
                        <a:pt x="310" y="382"/>
                        <a:pt x="310" y="382"/>
                      </a:cubicBezTo>
                      <a:cubicBezTo>
                        <a:pt x="311" y="378"/>
                        <a:pt x="311" y="378"/>
                        <a:pt x="311" y="378"/>
                      </a:cubicBezTo>
                      <a:cubicBezTo>
                        <a:pt x="307" y="378"/>
                        <a:pt x="307" y="378"/>
                        <a:pt x="307" y="378"/>
                      </a:cubicBezTo>
                      <a:cubicBezTo>
                        <a:pt x="299" y="385"/>
                        <a:pt x="299" y="385"/>
                        <a:pt x="299" y="385"/>
                      </a:cubicBezTo>
                      <a:cubicBezTo>
                        <a:pt x="298" y="382"/>
                        <a:pt x="297" y="380"/>
                        <a:pt x="295" y="378"/>
                      </a:cubicBezTo>
                      <a:cubicBezTo>
                        <a:pt x="294" y="374"/>
                        <a:pt x="292" y="371"/>
                        <a:pt x="290" y="367"/>
                      </a:cubicBezTo>
                      <a:cubicBezTo>
                        <a:pt x="277" y="361"/>
                        <a:pt x="277" y="361"/>
                        <a:pt x="277" y="361"/>
                      </a:cubicBezTo>
                      <a:cubicBezTo>
                        <a:pt x="272" y="363"/>
                        <a:pt x="268" y="365"/>
                        <a:pt x="264" y="367"/>
                      </a:cubicBezTo>
                      <a:cubicBezTo>
                        <a:pt x="257" y="370"/>
                        <a:pt x="257" y="370"/>
                        <a:pt x="257" y="370"/>
                      </a:cubicBezTo>
                      <a:cubicBezTo>
                        <a:pt x="255" y="372"/>
                        <a:pt x="252" y="373"/>
                        <a:pt x="250" y="374"/>
                      </a:cubicBezTo>
                      <a:cubicBezTo>
                        <a:pt x="246" y="376"/>
                        <a:pt x="241" y="378"/>
                        <a:pt x="237" y="380"/>
                      </a:cubicBezTo>
                      <a:cubicBezTo>
                        <a:pt x="224" y="376"/>
                        <a:pt x="224" y="376"/>
                        <a:pt x="224" y="376"/>
                      </a:cubicBezTo>
                      <a:cubicBezTo>
                        <a:pt x="220" y="356"/>
                        <a:pt x="220" y="356"/>
                        <a:pt x="220" y="356"/>
                      </a:cubicBezTo>
                      <a:cubicBezTo>
                        <a:pt x="208" y="350"/>
                        <a:pt x="208" y="350"/>
                        <a:pt x="208" y="350"/>
                      </a:cubicBezTo>
                      <a:cubicBezTo>
                        <a:pt x="208" y="345"/>
                        <a:pt x="210" y="341"/>
                        <a:pt x="211" y="336"/>
                      </a:cubicBezTo>
                      <a:cubicBezTo>
                        <a:pt x="214" y="331"/>
                        <a:pt x="216" y="326"/>
                        <a:pt x="220" y="321"/>
                      </a:cubicBezTo>
                      <a:cubicBezTo>
                        <a:pt x="213" y="305"/>
                        <a:pt x="213" y="305"/>
                        <a:pt x="213" y="305"/>
                      </a:cubicBezTo>
                      <a:cubicBezTo>
                        <a:pt x="208" y="304"/>
                        <a:pt x="208" y="304"/>
                        <a:pt x="208" y="304"/>
                      </a:cubicBezTo>
                      <a:cubicBezTo>
                        <a:pt x="194" y="287"/>
                        <a:pt x="194" y="287"/>
                        <a:pt x="194" y="287"/>
                      </a:cubicBezTo>
                      <a:cubicBezTo>
                        <a:pt x="182" y="291"/>
                        <a:pt x="169" y="295"/>
                        <a:pt x="157" y="298"/>
                      </a:cubicBezTo>
                      <a:cubicBezTo>
                        <a:pt x="152" y="299"/>
                        <a:pt x="148" y="300"/>
                        <a:pt x="143" y="301"/>
                      </a:cubicBezTo>
                      <a:cubicBezTo>
                        <a:pt x="130" y="302"/>
                        <a:pt x="130" y="302"/>
                        <a:pt x="130" y="302"/>
                      </a:cubicBezTo>
                      <a:cubicBezTo>
                        <a:pt x="123" y="305"/>
                        <a:pt x="123" y="305"/>
                        <a:pt x="123" y="305"/>
                      </a:cubicBezTo>
                      <a:cubicBezTo>
                        <a:pt x="123" y="305"/>
                        <a:pt x="123" y="305"/>
                        <a:pt x="122" y="305"/>
                      </a:cubicBezTo>
                      <a:cubicBezTo>
                        <a:pt x="109" y="299"/>
                        <a:pt x="96" y="294"/>
                        <a:pt x="81" y="288"/>
                      </a:cubicBezTo>
                      <a:cubicBezTo>
                        <a:pt x="74" y="285"/>
                        <a:pt x="66" y="282"/>
                        <a:pt x="58" y="278"/>
                      </a:cubicBezTo>
                      <a:cubicBezTo>
                        <a:pt x="55" y="271"/>
                        <a:pt x="53" y="264"/>
                        <a:pt x="52" y="257"/>
                      </a:cubicBezTo>
                      <a:cubicBezTo>
                        <a:pt x="52" y="255"/>
                        <a:pt x="51" y="254"/>
                        <a:pt x="51" y="251"/>
                      </a:cubicBezTo>
                      <a:cubicBezTo>
                        <a:pt x="50" y="246"/>
                        <a:pt x="51" y="240"/>
                        <a:pt x="51" y="234"/>
                      </a:cubicBezTo>
                      <a:cubicBezTo>
                        <a:pt x="52" y="228"/>
                        <a:pt x="53" y="221"/>
                        <a:pt x="54" y="215"/>
                      </a:cubicBezTo>
                      <a:cubicBezTo>
                        <a:pt x="53" y="215"/>
                        <a:pt x="52" y="214"/>
                        <a:pt x="51" y="214"/>
                      </a:cubicBezTo>
                      <a:cubicBezTo>
                        <a:pt x="41" y="213"/>
                        <a:pt x="41" y="213"/>
                        <a:pt x="41" y="213"/>
                      </a:cubicBezTo>
                      <a:cubicBezTo>
                        <a:pt x="36" y="212"/>
                        <a:pt x="31" y="210"/>
                        <a:pt x="26" y="209"/>
                      </a:cubicBezTo>
                      <a:cubicBezTo>
                        <a:pt x="22" y="209"/>
                        <a:pt x="19" y="208"/>
                        <a:pt x="16" y="207"/>
                      </a:cubicBezTo>
                      <a:cubicBezTo>
                        <a:pt x="13" y="206"/>
                        <a:pt x="13" y="206"/>
                        <a:pt x="13" y="206"/>
                      </a:cubicBezTo>
                      <a:cubicBezTo>
                        <a:pt x="12" y="206"/>
                        <a:pt x="10" y="205"/>
                        <a:pt x="9" y="205"/>
                      </a:cubicBezTo>
                      <a:cubicBezTo>
                        <a:pt x="12" y="202"/>
                        <a:pt x="12" y="202"/>
                        <a:pt x="12" y="202"/>
                      </a:cubicBezTo>
                      <a:cubicBezTo>
                        <a:pt x="14" y="200"/>
                        <a:pt x="14" y="200"/>
                        <a:pt x="14" y="200"/>
                      </a:cubicBezTo>
                      <a:cubicBezTo>
                        <a:pt x="13" y="199"/>
                        <a:pt x="13" y="198"/>
                        <a:pt x="13" y="196"/>
                      </a:cubicBezTo>
                      <a:cubicBezTo>
                        <a:pt x="13" y="187"/>
                        <a:pt x="13" y="187"/>
                        <a:pt x="13" y="187"/>
                      </a:cubicBez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73"/>
                        <a:pt x="0" y="173"/>
                        <a:pt x="0" y="173"/>
                      </a:cubicBezTo>
                      <a:cubicBezTo>
                        <a:pt x="0" y="172"/>
                        <a:pt x="0" y="170"/>
                        <a:pt x="1" y="169"/>
                      </a:cubicBezTo>
                      <a:cubicBezTo>
                        <a:pt x="1" y="167"/>
                        <a:pt x="2" y="166"/>
                        <a:pt x="3" y="164"/>
                      </a:cubicBezTo>
                      <a:cubicBezTo>
                        <a:pt x="4" y="164"/>
                        <a:pt x="4" y="164"/>
                        <a:pt x="4" y="164"/>
                      </a:cubicBezTo>
                      <a:cubicBezTo>
                        <a:pt x="5" y="162"/>
                        <a:pt x="7" y="160"/>
                        <a:pt x="9" y="158"/>
                      </a:cubicBezTo>
                      <a:cubicBezTo>
                        <a:pt x="43" y="152"/>
                        <a:pt x="43" y="152"/>
                        <a:pt x="43" y="152"/>
                      </a:cubicBezTo>
                      <a:cubicBezTo>
                        <a:pt x="45" y="148"/>
                        <a:pt x="45" y="148"/>
                        <a:pt x="45" y="148"/>
                      </a:cubicBezTo>
                      <a:cubicBezTo>
                        <a:pt x="47" y="144"/>
                        <a:pt x="50" y="141"/>
                        <a:pt x="52" y="137"/>
                      </a:cubicBezTo>
                      <a:cubicBezTo>
                        <a:pt x="53" y="138"/>
                        <a:pt x="53" y="138"/>
                        <a:pt x="53" y="138"/>
                      </a:cubicBezTo>
                      <a:cubicBezTo>
                        <a:pt x="59" y="125"/>
                        <a:pt x="59" y="125"/>
                        <a:pt x="59" y="125"/>
                      </a:cubicBezTo>
                      <a:cubicBezTo>
                        <a:pt x="61" y="121"/>
                        <a:pt x="61" y="121"/>
                        <a:pt x="61" y="121"/>
                      </a:cubicBezTo>
                      <a:cubicBezTo>
                        <a:pt x="56" y="101"/>
                        <a:pt x="56" y="101"/>
                        <a:pt x="56" y="101"/>
                      </a:cubicBezTo>
                      <a:cubicBezTo>
                        <a:pt x="75" y="98"/>
                        <a:pt x="75" y="98"/>
                        <a:pt x="75" y="98"/>
                      </a:cubicBezTo>
                      <a:cubicBezTo>
                        <a:pt x="83" y="74"/>
                        <a:pt x="83" y="74"/>
                        <a:pt x="83" y="74"/>
                      </a:cubicBezTo>
                      <a:cubicBezTo>
                        <a:pt x="98" y="73"/>
                        <a:pt x="98" y="73"/>
                        <a:pt x="98" y="73"/>
                      </a:cubicBezTo>
                      <a:cubicBezTo>
                        <a:pt x="100" y="67"/>
                        <a:pt x="100" y="67"/>
                        <a:pt x="100" y="67"/>
                      </a:cubicBezTo>
                      <a:cubicBezTo>
                        <a:pt x="110" y="61"/>
                        <a:pt x="110" y="61"/>
                        <a:pt x="110" y="61"/>
                      </a:cubicBezTo>
                      <a:cubicBezTo>
                        <a:pt x="109" y="54"/>
                        <a:pt x="109" y="54"/>
                        <a:pt x="109" y="54"/>
                      </a:cubicBezTo>
                      <a:cubicBezTo>
                        <a:pt x="128" y="52"/>
                        <a:pt x="128" y="52"/>
                        <a:pt x="128" y="52"/>
                      </a:cubicBezTo>
                      <a:cubicBezTo>
                        <a:pt x="154" y="72"/>
                        <a:pt x="154" y="72"/>
                        <a:pt x="154" y="72"/>
                      </a:cubicBezTo>
                      <a:cubicBezTo>
                        <a:pt x="154" y="77"/>
                        <a:pt x="153" y="81"/>
                        <a:pt x="152" y="86"/>
                      </a:cubicBezTo>
                      <a:cubicBezTo>
                        <a:pt x="151" y="89"/>
                        <a:pt x="150" y="92"/>
                        <a:pt x="149" y="95"/>
                      </a:cubicBezTo>
                      <a:cubicBezTo>
                        <a:pt x="157" y="102"/>
                        <a:pt x="157" y="102"/>
                        <a:pt x="157" y="102"/>
                      </a:cubicBezTo>
                      <a:cubicBezTo>
                        <a:pt x="165" y="98"/>
                        <a:pt x="165" y="98"/>
                        <a:pt x="165" y="98"/>
                      </a:cubicBezTo>
                      <a:cubicBezTo>
                        <a:pt x="188" y="111"/>
                        <a:pt x="188" y="111"/>
                        <a:pt x="188" y="111"/>
                      </a:cubicBezTo>
                      <a:cubicBezTo>
                        <a:pt x="186" y="122"/>
                        <a:pt x="186" y="122"/>
                        <a:pt x="186" y="122"/>
                      </a:cubicBezTo>
                      <a:cubicBezTo>
                        <a:pt x="194" y="130"/>
                        <a:pt x="194" y="130"/>
                        <a:pt x="194" y="130"/>
                      </a:cubicBezTo>
                      <a:cubicBezTo>
                        <a:pt x="219" y="128"/>
                        <a:pt x="219" y="128"/>
                        <a:pt x="219" y="128"/>
                      </a:cubicBezTo>
                      <a:cubicBezTo>
                        <a:pt x="230" y="140"/>
                        <a:pt x="230" y="140"/>
                        <a:pt x="230" y="140"/>
                      </a:cubicBezTo>
                      <a:cubicBezTo>
                        <a:pt x="243" y="141"/>
                        <a:pt x="256" y="143"/>
                        <a:pt x="269" y="144"/>
                      </a:cubicBezTo>
                      <a:cubicBezTo>
                        <a:pt x="287" y="133"/>
                        <a:pt x="287" y="133"/>
                        <a:pt x="287" y="133"/>
                      </a:cubicBezTo>
                      <a:cubicBezTo>
                        <a:pt x="306" y="136"/>
                        <a:pt x="306" y="136"/>
                        <a:pt x="306" y="136"/>
                      </a:cubicBezTo>
                      <a:cubicBezTo>
                        <a:pt x="316" y="126"/>
                        <a:pt x="316" y="126"/>
                        <a:pt x="316" y="126"/>
                      </a:cubicBezTo>
                      <a:cubicBezTo>
                        <a:pt x="310" y="113"/>
                        <a:pt x="310" y="113"/>
                        <a:pt x="310" y="113"/>
                      </a:cubicBezTo>
                      <a:cubicBezTo>
                        <a:pt x="321" y="101"/>
                        <a:pt x="321" y="101"/>
                        <a:pt x="321" y="101"/>
                      </a:cubicBezTo>
                      <a:cubicBezTo>
                        <a:pt x="335" y="106"/>
                        <a:pt x="335" y="106"/>
                        <a:pt x="335" y="106"/>
                      </a:cubicBezTo>
                      <a:lnTo>
                        <a:pt x="386" y="7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79" name="Google Shape;979;p41"/>
                <p:cNvSpPr/>
                <p:nvPr/>
              </p:nvSpPr>
              <p:spPr>
                <a:xfrm>
                  <a:off x="6745287" y="3497263"/>
                  <a:ext cx="50800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15" extrusionOk="0">
                      <a:moveTo>
                        <a:pt x="2" y="14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9"/>
                        <a:pt x="1" y="7"/>
                        <a:pt x="2" y="6"/>
                      </a:cubicBezTo>
                      <a:cubicBezTo>
                        <a:pt x="7" y="4"/>
                        <a:pt x="12" y="2"/>
                        <a:pt x="18" y="0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5" y="7"/>
                        <a:pt x="10" y="11"/>
                        <a:pt x="6" y="15"/>
                      </a:cubicBezTo>
                      <a:cubicBezTo>
                        <a:pt x="2" y="14"/>
                        <a:pt x="2" y="14"/>
                        <a:pt x="2" y="14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80" name="Google Shape;980;p41"/>
              <p:cNvSpPr/>
              <p:nvPr/>
            </p:nvSpPr>
            <p:spPr>
              <a:xfrm>
                <a:off x="7670864" y="3537591"/>
                <a:ext cx="89221" cy="71612"/>
              </a:xfrm>
              <a:custGeom>
                <a:avLst/>
                <a:gdLst/>
                <a:ahLst/>
                <a:cxnLst/>
                <a:rect l="l" t="t" r="r" b="b"/>
                <a:pathLst>
                  <a:path w="45" h="36" extrusionOk="0">
                    <a:moveTo>
                      <a:pt x="45" y="15"/>
                    </a:moveTo>
                    <a:cubicBezTo>
                      <a:pt x="45" y="5"/>
                      <a:pt x="45" y="5"/>
                      <a:pt x="45" y="5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4" y="5"/>
                      <a:pt x="30" y="1"/>
                      <a:pt x="27" y="1"/>
                    </a:cubicBezTo>
                    <a:cubicBezTo>
                      <a:pt x="25" y="0"/>
                      <a:pt x="23" y="0"/>
                      <a:pt x="21" y="0"/>
                    </a:cubicBezTo>
                    <a:cubicBezTo>
                      <a:pt x="18" y="0"/>
                      <a:pt x="14" y="1"/>
                      <a:pt x="10" y="1"/>
                    </a:cubicBezTo>
                    <a:cubicBezTo>
                      <a:pt x="7" y="1"/>
                      <a:pt x="4" y="4"/>
                      <a:pt x="1" y="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4" y="35"/>
                      <a:pt x="16" y="35"/>
                      <a:pt x="18" y="36"/>
                    </a:cubicBezTo>
                    <a:cubicBezTo>
                      <a:pt x="19" y="36"/>
                      <a:pt x="20" y="36"/>
                      <a:pt x="21" y="36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4" y="23"/>
                      <a:pt x="34" y="23"/>
                      <a:pt x="34" y="23"/>
                    </a:cubicBezTo>
                    <a:lnTo>
                      <a:pt x="45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7872785" y="3708989"/>
                <a:ext cx="42262" cy="41089"/>
              </a:xfrm>
              <a:custGeom>
                <a:avLst/>
                <a:gdLst/>
                <a:ahLst/>
                <a:cxnLst/>
                <a:rect l="l" t="t" r="r" b="b"/>
                <a:pathLst>
                  <a:path w="21" h="21" extrusionOk="0">
                    <a:moveTo>
                      <a:pt x="17" y="0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9" y="12"/>
                      <a:pt x="8" y="12"/>
                      <a:pt x="7" y="13"/>
                    </a:cubicBezTo>
                    <a:cubicBezTo>
                      <a:pt x="5" y="14"/>
                      <a:pt x="3" y="14"/>
                      <a:pt x="1" y="1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4" y="20"/>
                      <a:pt x="7" y="20"/>
                      <a:pt x="11" y="21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7430203" y="3218275"/>
                <a:ext cx="48132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15" extrusionOk="0">
                    <a:moveTo>
                      <a:pt x="24" y="9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4" y="10"/>
                      <a:pt x="24" y="9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7430203" y="3218275"/>
                <a:ext cx="48132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15" extrusionOk="0">
                    <a:moveTo>
                      <a:pt x="24" y="9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4" y="10"/>
                      <a:pt x="24" y="9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7430203" y="3275799"/>
                <a:ext cx="71611" cy="118570"/>
              </a:xfrm>
              <a:custGeom>
                <a:avLst/>
                <a:gdLst/>
                <a:ahLst/>
                <a:cxnLst/>
                <a:rect l="l" t="t" r="r" b="b"/>
                <a:pathLst>
                  <a:path w="36" h="60" extrusionOk="0">
                    <a:moveTo>
                      <a:pt x="13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9" y="50"/>
                      <a:pt x="13" y="49"/>
                      <a:pt x="16" y="49"/>
                    </a:cubicBezTo>
                    <a:cubicBezTo>
                      <a:pt x="18" y="48"/>
                      <a:pt x="19" y="48"/>
                      <a:pt x="20" y="47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9" y="44"/>
                      <a:pt x="29" y="44"/>
                      <a:pt x="29" y="44"/>
                    </a:cubicBezTo>
                    <a:cubicBezTo>
                      <a:pt x="29" y="48"/>
                      <a:pt x="30" y="52"/>
                      <a:pt x="31" y="55"/>
                    </a:cubicBezTo>
                    <a:cubicBezTo>
                      <a:pt x="31" y="57"/>
                      <a:pt x="32" y="58"/>
                      <a:pt x="33" y="60"/>
                    </a:cubicBezTo>
                    <a:cubicBezTo>
                      <a:pt x="34" y="54"/>
                      <a:pt x="34" y="47"/>
                      <a:pt x="35" y="40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17" y="12"/>
                      <a:pt x="17" y="12"/>
                      <a:pt x="17" y="1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6660087" y="2960004"/>
                <a:ext cx="37567" cy="19958"/>
              </a:xfrm>
              <a:custGeom>
                <a:avLst/>
                <a:gdLst/>
                <a:ahLst/>
                <a:cxnLst/>
                <a:rect l="l" t="t" r="r" b="b"/>
                <a:pathLst>
                  <a:path w="32" h="17" extrusionOk="0">
                    <a:moveTo>
                      <a:pt x="10" y="0"/>
                    </a:moveTo>
                    <a:lnTo>
                      <a:pt x="0" y="2"/>
                    </a:lnTo>
                    <a:lnTo>
                      <a:pt x="17" y="17"/>
                    </a:lnTo>
                    <a:lnTo>
                      <a:pt x="32" y="15"/>
                    </a:lnTo>
                    <a:lnTo>
                      <a:pt x="17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6662436" y="2903654"/>
                <a:ext cx="106830" cy="88047"/>
              </a:xfrm>
              <a:custGeom>
                <a:avLst/>
                <a:gdLst/>
                <a:ahLst/>
                <a:cxnLst/>
                <a:rect l="l" t="t" r="r" b="b"/>
                <a:pathLst>
                  <a:path w="54" h="44" extrusionOk="0">
                    <a:moveTo>
                      <a:pt x="48" y="15"/>
                    </a:moveTo>
                    <a:cubicBezTo>
                      <a:pt x="44" y="15"/>
                      <a:pt x="44" y="15"/>
                      <a:pt x="44" y="15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2" y="38"/>
                      <a:pt x="41" y="34"/>
                      <a:pt x="42" y="31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4" y="19"/>
                      <a:pt x="54" y="19"/>
                      <a:pt x="54" y="19"/>
                    </a:cubicBezTo>
                    <a:lnTo>
                      <a:pt x="48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6628390" y="2931829"/>
                <a:ext cx="81003" cy="45785"/>
              </a:xfrm>
              <a:custGeom>
                <a:avLst/>
                <a:gdLst/>
                <a:ahLst/>
                <a:cxnLst/>
                <a:rect l="l" t="t" r="r" b="b"/>
                <a:pathLst>
                  <a:path w="41" h="23" extrusionOk="0">
                    <a:moveTo>
                      <a:pt x="0" y="6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36" y="16"/>
                      <a:pt x="33" y="12"/>
                      <a:pt x="29" y="8"/>
                    </a:cubicBezTo>
                    <a:cubicBezTo>
                      <a:pt x="26" y="6"/>
                      <a:pt x="23" y="6"/>
                      <a:pt x="20" y="4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6491037" y="3138446"/>
                <a:ext cx="369796" cy="385058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4" extrusionOk="0">
                    <a:moveTo>
                      <a:pt x="30" y="3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8" y="29"/>
                      <a:pt x="7" y="31"/>
                      <a:pt x="5" y="32"/>
                    </a:cubicBezTo>
                    <a:cubicBezTo>
                      <a:pt x="5" y="32"/>
                      <a:pt x="5" y="33"/>
                      <a:pt x="4" y="33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3" y="38"/>
                      <a:pt x="1" y="43"/>
                      <a:pt x="0" y="48"/>
                    </a:cubicBezTo>
                    <a:cubicBezTo>
                      <a:pt x="0" y="49"/>
                      <a:pt x="0" y="49"/>
                      <a:pt x="0" y="50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8" y="60"/>
                      <a:pt x="13" y="69"/>
                      <a:pt x="17" y="77"/>
                    </a:cubicBezTo>
                    <a:cubicBezTo>
                      <a:pt x="17" y="78"/>
                      <a:pt x="18" y="80"/>
                      <a:pt x="18" y="81"/>
                    </a:cubicBezTo>
                    <a:cubicBezTo>
                      <a:pt x="19" y="83"/>
                      <a:pt x="21" y="85"/>
                      <a:pt x="23" y="87"/>
                    </a:cubicBezTo>
                    <a:cubicBezTo>
                      <a:pt x="24" y="88"/>
                      <a:pt x="26" y="89"/>
                      <a:pt x="27" y="89"/>
                    </a:cubicBezTo>
                    <a:cubicBezTo>
                      <a:pt x="37" y="109"/>
                      <a:pt x="37" y="109"/>
                      <a:pt x="37" y="109"/>
                    </a:cubicBezTo>
                    <a:cubicBezTo>
                      <a:pt x="37" y="110"/>
                      <a:pt x="36" y="111"/>
                      <a:pt x="36" y="113"/>
                    </a:cubicBezTo>
                    <a:cubicBezTo>
                      <a:pt x="36" y="116"/>
                      <a:pt x="36" y="119"/>
                      <a:pt x="36" y="122"/>
                    </a:cubicBezTo>
                    <a:cubicBezTo>
                      <a:pt x="40" y="127"/>
                      <a:pt x="44" y="132"/>
                      <a:pt x="47" y="137"/>
                    </a:cubicBezTo>
                    <a:cubicBezTo>
                      <a:pt x="51" y="143"/>
                      <a:pt x="54" y="150"/>
                      <a:pt x="57" y="156"/>
                    </a:cubicBezTo>
                    <a:cubicBezTo>
                      <a:pt x="62" y="164"/>
                      <a:pt x="66" y="172"/>
                      <a:pt x="71" y="180"/>
                    </a:cubicBezTo>
                    <a:cubicBezTo>
                      <a:pt x="79" y="173"/>
                      <a:pt x="79" y="173"/>
                      <a:pt x="79" y="173"/>
                    </a:cubicBezTo>
                    <a:cubicBezTo>
                      <a:pt x="87" y="175"/>
                      <a:pt x="87" y="175"/>
                      <a:pt x="87" y="175"/>
                    </a:cubicBezTo>
                    <a:cubicBezTo>
                      <a:pt x="99" y="186"/>
                      <a:pt x="99" y="186"/>
                      <a:pt x="99" y="186"/>
                    </a:cubicBezTo>
                    <a:cubicBezTo>
                      <a:pt x="99" y="194"/>
                      <a:pt x="99" y="194"/>
                      <a:pt x="99" y="194"/>
                    </a:cubicBezTo>
                    <a:cubicBezTo>
                      <a:pt x="117" y="175"/>
                      <a:pt x="117" y="175"/>
                      <a:pt x="117" y="175"/>
                    </a:cubicBezTo>
                    <a:cubicBezTo>
                      <a:pt x="183" y="146"/>
                      <a:pt x="183" y="146"/>
                      <a:pt x="183" y="146"/>
                    </a:cubicBezTo>
                    <a:cubicBezTo>
                      <a:pt x="186" y="105"/>
                      <a:pt x="186" y="105"/>
                      <a:pt x="186" y="105"/>
                    </a:cubicBezTo>
                    <a:cubicBezTo>
                      <a:pt x="181" y="100"/>
                      <a:pt x="181" y="100"/>
                      <a:pt x="181" y="100"/>
                    </a:cubicBezTo>
                    <a:cubicBezTo>
                      <a:pt x="176" y="105"/>
                      <a:pt x="176" y="105"/>
                      <a:pt x="176" y="105"/>
                    </a:cubicBezTo>
                    <a:cubicBezTo>
                      <a:pt x="146" y="105"/>
                      <a:pt x="146" y="105"/>
                      <a:pt x="146" y="105"/>
                    </a:cubicBezTo>
                    <a:cubicBezTo>
                      <a:pt x="145" y="99"/>
                      <a:pt x="145" y="99"/>
                      <a:pt x="145" y="99"/>
                    </a:cubicBezTo>
                    <a:cubicBezTo>
                      <a:pt x="137" y="90"/>
                      <a:pt x="137" y="90"/>
                      <a:pt x="137" y="90"/>
                    </a:cubicBezTo>
                    <a:cubicBezTo>
                      <a:pt x="141" y="82"/>
                      <a:pt x="141" y="82"/>
                      <a:pt x="141" y="82"/>
                    </a:cubicBezTo>
                    <a:cubicBezTo>
                      <a:pt x="139" y="77"/>
                      <a:pt x="138" y="72"/>
                      <a:pt x="137" y="67"/>
                    </a:cubicBezTo>
                    <a:cubicBezTo>
                      <a:pt x="137" y="66"/>
                      <a:pt x="137" y="65"/>
                      <a:pt x="136" y="64"/>
                    </a:cubicBezTo>
                    <a:cubicBezTo>
                      <a:pt x="133" y="63"/>
                      <a:pt x="131" y="61"/>
                      <a:pt x="130" y="59"/>
                    </a:cubicBezTo>
                    <a:cubicBezTo>
                      <a:pt x="124" y="51"/>
                      <a:pt x="118" y="43"/>
                      <a:pt x="112" y="34"/>
                    </a:cubicBezTo>
                    <a:cubicBezTo>
                      <a:pt x="112" y="32"/>
                      <a:pt x="111" y="31"/>
                      <a:pt x="110" y="30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102" y="27"/>
                      <a:pt x="102" y="27"/>
                      <a:pt x="102" y="27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6947706" y="2997571"/>
                <a:ext cx="254748" cy="19018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96" extrusionOk="0">
                    <a:moveTo>
                      <a:pt x="117" y="12"/>
                    </a:moveTo>
                    <a:cubicBezTo>
                      <a:pt x="114" y="13"/>
                      <a:pt x="111" y="13"/>
                      <a:pt x="109" y="13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2" y="9"/>
                      <a:pt x="68" y="8"/>
                      <a:pt x="63" y="8"/>
                    </a:cubicBezTo>
                    <a:cubicBezTo>
                      <a:pt x="55" y="7"/>
                      <a:pt x="47" y="6"/>
                      <a:pt x="40" y="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42" y="88"/>
                      <a:pt x="53" y="80"/>
                      <a:pt x="65" y="72"/>
                    </a:cubicBezTo>
                    <a:cubicBezTo>
                      <a:pt x="90" y="46"/>
                      <a:pt x="90" y="46"/>
                      <a:pt x="90" y="46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101" y="24"/>
                      <a:pt x="104" y="23"/>
                      <a:pt x="106" y="23"/>
                    </a:cubicBezTo>
                    <a:cubicBezTo>
                      <a:pt x="109" y="22"/>
                      <a:pt x="111" y="22"/>
                      <a:pt x="113" y="23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9" y="19"/>
                      <a:pt x="121" y="17"/>
                      <a:pt x="123" y="16"/>
                    </a:cubicBezTo>
                    <a:cubicBezTo>
                      <a:pt x="124" y="14"/>
                      <a:pt x="125" y="13"/>
                      <a:pt x="126" y="13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7" y="10"/>
                      <a:pt x="127" y="9"/>
                      <a:pt x="127" y="7"/>
                    </a:cubicBezTo>
                    <a:cubicBezTo>
                      <a:pt x="127" y="7"/>
                      <a:pt x="127" y="7"/>
                      <a:pt x="127" y="8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1" y="10"/>
                      <a:pt x="119" y="11"/>
                      <a:pt x="117" y="1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6947706" y="2997571"/>
                <a:ext cx="254748" cy="19018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96" extrusionOk="0">
                    <a:moveTo>
                      <a:pt x="117" y="12"/>
                    </a:moveTo>
                    <a:cubicBezTo>
                      <a:pt x="114" y="13"/>
                      <a:pt x="111" y="13"/>
                      <a:pt x="109" y="13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2" y="9"/>
                      <a:pt x="68" y="8"/>
                      <a:pt x="63" y="8"/>
                    </a:cubicBezTo>
                    <a:cubicBezTo>
                      <a:pt x="55" y="7"/>
                      <a:pt x="47" y="6"/>
                      <a:pt x="40" y="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42" y="88"/>
                      <a:pt x="53" y="80"/>
                      <a:pt x="65" y="72"/>
                    </a:cubicBezTo>
                    <a:cubicBezTo>
                      <a:pt x="90" y="46"/>
                      <a:pt x="90" y="46"/>
                      <a:pt x="90" y="46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101" y="24"/>
                      <a:pt x="104" y="23"/>
                      <a:pt x="106" y="23"/>
                    </a:cubicBezTo>
                    <a:cubicBezTo>
                      <a:pt x="109" y="22"/>
                      <a:pt x="111" y="22"/>
                      <a:pt x="113" y="23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9" y="19"/>
                      <a:pt x="121" y="17"/>
                      <a:pt x="123" y="16"/>
                    </a:cubicBezTo>
                    <a:cubicBezTo>
                      <a:pt x="124" y="14"/>
                      <a:pt x="125" y="13"/>
                      <a:pt x="126" y="13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7" y="10"/>
                      <a:pt x="127" y="9"/>
                      <a:pt x="127" y="7"/>
                    </a:cubicBezTo>
                    <a:cubicBezTo>
                      <a:pt x="127" y="7"/>
                      <a:pt x="127" y="7"/>
                      <a:pt x="127" y="8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1" y="10"/>
                      <a:pt x="119" y="11"/>
                      <a:pt x="117" y="1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8075880" y="4016566"/>
                <a:ext cx="41088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21" h="13" extrusionOk="0">
                    <a:moveTo>
                      <a:pt x="6" y="2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6" y="11"/>
                      <a:pt x="9" y="9"/>
                      <a:pt x="12" y="7"/>
                    </a:cubicBezTo>
                    <a:cubicBezTo>
                      <a:pt x="15" y="6"/>
                      <a:pt x="18" y="4"/>
                      <a:pt x="21" y="2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6" y="1"/>
                      <a:pt x="11" y="1"/>
                      <a:pt x="6" y="2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92" name="Google Shape;992;p41"/>
              <p:cNvGrpSpPr/>
              <p:nvPr/>
            </p:nvGrpSpPr>
            <p:grpSpPr>
              <a:xfrm>
                <a:off x="8354107" y="3888599"/>
                <a:ext cx="270010" cy="179616"/>
                <a:chOff x="7510462" y="4154488"/>
                <a:chExt cx="365125" cy="242888"/>
              </a:xfrm>
            </p:grpSpPr>
            <p:sp>
              <p:nvSpPr>
                <p:cNvPr id="993" name="Google Shape;993;p41"/>
                <p:cNvSpPr/>
                <p:nvPr/>
              </p:nvSpPr>
              <p:spPr>
                <a:xfrm>
                  <a:off x="7642225" y="4157663"/>
                  <a:ext cx="349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10" extrusionOk="0">
                      <a:moveTo>
                        <a:pt x="13" y="0"/>
                      </a:moveTo>
                      <a:lnTo>
                        <a:pt x="0" y="0"/>
                      </a:lnTo>
                      <a:lnTo>
                        <a:pt x="1" y="9"/>
                      </a:lnTo>
                      <a:lnTo>
                        <a:pt x="8" y="10"/>
                      </a:lnTo>
                      <a:lnTo>
                        <a:pt x="20" y="9"/>
                      </a:lnTo>
                      <a:lnTo>
                        <a:pt x="22" y="5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4" name="Google Shape;994;p41"/>
                <p:cNvSpPr/>
                <p:nvPr/>
              </p:nvSpPr>
              <p:spPr>
                <a:xfrm>
                  <a:off x="7789862" y="4203700"/>
                  <a:ext cx="17462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7" extrusionOk="0">
                      <a:moveTo>
                        <a:pt x="0" y="2"/>
                      </a:moveTo>
                      <a:lnTo>
                        <a:pt x="6" y="17"/>
                      </a:lnTo>
                      <a:lnTo>
                        <a:pt x="11" y="15"/>
                      </a:lnTo>
                      <a:lnTo>
                        <a:pt x="11" y="7"/>
                      </a:lnTo>
                      <a:lnTo>
                        <a:pt x="1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5" name="Google Shape;995;p41"/>
                <p:cNvSpPr/>
                <p:nvPr/>
              </p:nvSpPr>
              <p:spPr>
                <a:xfrm>
                  <a:off x="7748587" y="4181475"/>
                  <a:ext cx="4127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4" extrusionOk="0">
                      <a:moveTo>
                        <a:pt x="7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24" y="14"/>
                      </a:lnTo>
                      <a:lnTo>
                        <a:pt x="26" y="1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6" name="Google Shape;996;p41"/>
                <p:cNvSpPr/>
                <p:nvPr/>
              </p:nvSpPr>
              <p:spPr>
                <a:xfrm>
                  <a:off x="7694612" y="4216400"/>
                  <a:ext cx="92075" cy="49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8" extrusionOk="0">
                      <a:moveTo>
                        <a:pt x="23" y="0"/>
                      </a:move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26" y="9"/>
                        <a:pt x="26" y="9"/>
                        <a:pt x="26" y="9"/>
                      </a:cubicBezTo>
                      <a:cubicBezTo>
                        <a:pt x="23" y="10"/>
                        <a:pt x="21" y="11"/>
                        <a:pt x="19" y="13"/>
                      </a:cubicBezTo>
                      <a:cubicBezTo>
                        <a:pt x="17" y="13"/>
                        <a:pt x="15" y="14"/>
                        <a:pt x="14" y="15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7" y="18"/>
                        <a:pt x="14" y="18"/>
                        <a:pt x="20" y="18"/>
                      </a:cubicBezTo>
                      <a:cubicBezTo>
                        <a:pt x="24" y="18"/>
                        <a:pt x="28" y="17"/>
                        <a:pt x="32" y="15"/>
                      </a:cubicBezTo>
                      <a:cubicBezTo>
                        <a:pt x="34" y="3"/>
                        <a:pt x="34" y="3"/>
                        <a:pt x="34" y="3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7" name="Google Shape;997;p41"/>
                <p:cNvSpPr/>
                <p:nvPr/>
              </p:nvSpPr>
              <p:spPr>
                <a:xfrm>
                  <a:off x="7834312" y="4259263"/>
                  <a:ext cx="412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14" extrusionOk="0">
                      <a:moveTo>
                        <a:pt x="9" y="7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4"/>
                        <a:pt x="4" y="7"/>
                        <a:pt x="6" y="11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lnTo>
                        <a:pt x="9" y="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8" name="Google Shape;998;p41"/>
                <p:cNvSpPr/>
                <p:nvPr/>
              </p:nvSpPr>
              <p:spPr>
                <a:xfrm>
                  <a:off x="7510462" y="4154488"/>
                  <a:ext cx="241300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90" extrusionOk="0">
                      <a:moveTo>
                        <a:pt x="82" y="83"/>
                      </a:moveTo>
                      <a:cubicBezTo>
                        <a:pt x="79" y="82"/>
                        <a:pt x="76" y="81"/>
                        <a:pt x="73" y="79"/>
                      </a:cubicBezTo>
                      <a:cubicBezTo>
                        <a:pt x="75" y="77"/>
                        <a:pt x="75" y="77"/>
                        <a:pt x="75" y="77"/>
                      </a:cubicBezTo>
                      <a:cubicBezTo>
                        <a:pt x="75" y="75"/>
                        <a:pt x="75" y="75"/>
                        <a:pt x="75" y="75"/>
                      </a:cubicBezTo>
                      <a:cubicBezTo>
                        <a:pt x="69" y="74"/>
                        <a:pt x="69" y="74"/>
                        <a:pt x="69" y="74"/>
                      </a:cubicBezTo>
                      <a:cubicBezTo>
                        <a:pt x="65" y="68"/>
                        <a:pt x="60" y="62"/>
                        <a:pt x="57" y="55"/>
                      </a:cubicBezTo>
                      <a:cubicBezTo>
                        <a:pt x="56" y="53"/>
                        <a:pt x="55" y="52"/>
                        <a:pt x="55" y="50"/>
                      </a:cubicBezTo>
                      <a:cubicBezTo>
                        <a:pt x="62" y="52"/>
                        <a:pt x="62" y="52"/>
                        <a:pt x="62" y="52"/>
                      </a:cubicBezTo>
                      <a:cubicBezTo>
                        <a:pt x="66" y="47"/>
                        <a:pt x="66" y="47"/>
                        <a:pt x="66" y="47"/>
                      </a:cubicBezTo>
                      <a:cubicBezTo>
                        <a:pt x="60" y="40"/>
                        <a:pt x="60" y="40"/>
                        <a:pt x="60" y="40"/>
                      </a:cubicBezTo>
                      <a:cubicBezTo>
                        <a:pt x="56" y="39"/>
                        <a:pt x="52" y="37"/>
                        <a:pt x="48" y="36"/>
                      </a:cubicBezTo>
                      <a:cubicBezTo>
                        <a:pt x="47" y="35"/>
                        <a:pt x="46" y="34"/>
                        <a:pt x="44" y="33"/>
                      </a:cubicBezTo>
                      <a:cubicBezTo>
                        <a:pt x="42" y="24"/>
                        <a:pt x="42" y="24"/>
                        <a:pt x="42" y="24"/>
                      </a:cubicBezTo>
                      <a:cubicBezTo>
                        <a:pt x="36" y="20"/>
                        <a:pt x="30" y="16"/>
                        <a:pt x="23" y="13"/>
                      </a:cubicBezTo>
                      <a:cubicBezTo>
                        <a:pt x="16" y="8"/>
                        <a:pt x="8" y="4"/>
                        <a:pt x="0" y="0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2" y="70"/>
                        <a:pt x="2" y="70"/>
                        <a:pt x="2" y="70"/>
                      </a:cubicBezTo>
                      <a:cubicBezTo>
                        <a:pt x="11" y="71"/>
                        <a:pt x="11" y="71"/>
                        <a:pt x="11" y="71"/>
                      </a:cubicBezTo>
                      <a:cubicBezTo>
                        <a:pt x="13" y="71"/>
                        <a:pt x="15" y="72"/>
                        <a:pt x="17" y="72"/>
                      </a:cubicBezTo>
                      <a:cubicBezTo>
                        <a:pt x="25" y="67"/>
                        <a:pt x="25" y="67"/>
                        <a:pt x="25" y="67"/>
                      </a:cubicBezTo>
                      <a:cubicBezTo>
                        <a:pt x="25" y="66"/>
                        <a:pt x="25" y="66"/>
                        <a:pt x="25" y="66"/>
                      </a:cubicBezTo>
                      <a:cubicBezTo>
                        <a:pt x="20" y="62"/>
                        <a:pt x="20" y="62"/>
                        <a:pt x="20" y="62"/>
                      </a:cubicBezTo>
                      <a:cubicBezTo>
                        <a:pt x="27" y="61"/>
                        <a:pt x="27" y="61"/>
                        <a:pt x="27" y="61"/>
                      </a:cubicBezTo>
                      <a:cubicBezTo>
                        <a:pt x="29" y="56"/>
                        <a:pt x="29" y="56"/>
                        <a:pt x="29" y="56"/>
                      </a:cubicBezTo>
                      <a:cubicBezTo>
                        <a:pt x="31" y="59"/>
                        <a:pt x="31" y="59"/>
                        <a:pt x="31" y="59"/>
                      </a:cubicBezTo>
                      <a:cubicBezTo>
                        <a:pt x="34" y="58"/>
                        <a:pt x="34" y="58"/>
                        <a:pt x="34" y="58"/>
                      </a:cubicBezTo>
                      <a:cubicBezTo>
                        <a:pt x="36" y="55"/>
                        <a:pt x="36" y="55"/>
                        <a:pt x="36" y="55"/>
                      </a:cubicBezTo>
                      <a:cubicBezTo>
                        <a:pt x="41" y="61"/>
                        <a:pt x="46" y="66"/>
                        <a:pt x="50" y="72"/>
                      </a:cubicBezTo>
                      <a:cubicBezTo>
                        <a:pt x="52" y="74"/>
                        <a:pt x="53" y="77"/>
                        <a:pt x="54" y="79"/>
                      </a:cubicBezTo>
                      <a:cubicBezTo>
                        <a:pt x="62" y="85"/>
                        <a:pt x="62" y="85"/>
                        <a:pt x="62" y="85"/>
                      </a:cubicBezTo>
                      <a:cubicBezTo>
                        <a:pt x="68" y="87"/>
                        <a:pt x="74" y="88"/>
                        <a:pt x="81" y="89"/>
                      </a:cubicBezTo>
                      <a:cubicBezTo>
                        <a:pt x="83" y="90"/>
                        <a:pt x="86" y="90"/>
                        <a:pt x="89" y="90"/>
                      </a:cubicBezTo>
                      <a:cubicBezTo>
                        <a:pt x="90" y="86"/>
                        <a:pt x="90" y="86"/>
                        <a:pt x="90" y="86"/>
                      </a:cubicBezTo>
                      <a:cubicBezTo>
                        <a:pt x="87" y="85"/>
                        <a:pt x="84" y="85"/>
                        <a:pt x="82" y="83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grpSp>
            <p:nvGrpSpPr>
              <p:cNvPr id="999" name="Google Shape;999;p41"/>
              <p:cNvGrpSpPr/>
              <p:nvPr/>
            </p:nvGrpSpPr>
            <p:grpSpPr>
              <a:xfrm>
                <a:off x="8818979" y="4571845"/>
                <a:ext cx="212486" cy="320490"/>
                <a:chOff x="8139112" y="5078413"/>
                <a:chExt cx="287338" cy="433387"/>
              </a:xfrm>
            </p:grpSpPr>
            <p:sp>
              <p:nvSpPr>
                <p:cNvPr id="1000" name="Google Shape;1000;p41"/>
                <p:cNvSpPr/>
                <p:nvPr/>
              </p:nvSpPr>
              <p:spPr>
                <a:xfrm>
                  <a:off x="8283575" y="5078413"/>
                  <a:ext cx="142875" cy="2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86" extrusionOk="0">
                      <a:moveTo>
                        <a:pt x="47" y="40"/>
                      </a:moveTo>
                      <a:cubicBezTo>
                        <a:pt x="40" y="44"/>
                        <a:pt x="40" y="44"/>
                        <a:pt x="40" y="44"/>
                      </a:cubicBezTo>
                      <a:cubicBezTo>
                        <a:pt x="32" y="42"/>
                        <a:pt x="32" y="42"/>
                        <a:pt x="32" y="42"/>
                      </a:cubicBezTo>
                      <a:cubicBezTo>
                        <a:pt x="32" y="39"/>
                        <a:pt x="31" y="36"/>
                        <a:pt x="30" y="33"/>
                      </a:cubicBezTo>
                      <a:cubicBezTo>
                        <a:pt x="29" y="31"/>
                        <a:pt x="28" y="29"/>
                        <a:pt x="28" y="27"/>
                      </a:cubicBezTo>
                      <a:cubicBezTo>
                        <a:pt x="25" y="27"/>
                        <a:pt x="25" y="27"/>
                        <a:pt x="25" y="27"/>
                      </a:cubicBezTo>
                      <a:cubicBezTo>
                        <a:pt x="25" y="36"/>
                        <a:pt x="25" y="36"/>
                        <a:pt x="25" y="36"/>
                      </a:cubicBezTo>
                      <a:cubicBezTo>
                        <a:pt x="22" y="36"/>
                        <a:pt x="22" y="36"/>
                        <a:pt x="22" y="36"/>
                      </a:cubicBezTo>
                      <a:cubicBezTo>
                        <a:pt x="19" y="29"/>
                        <a:pt x="19" y="29"/>
                        <a:pt x="19" y="29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6"/>
                        <a:pt x="7" y="5"/>
                        <a:pt x="6" y="4"/>
                      </a:cubicBezTo>
                      <a:cubicBezTo>
                        <a:pt x="5" y="2"/>
                        <a:pt x="4" y="1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5" y="21"/>
                        <a:pt x="10" y="33"/>
                        <a:pt x="16" y="45"/>
                      </a:cubicBezTo>
                      <a:cubicBezTo>
                        <a:pt x="13" y="50"/>
                        <a:pt x="10" y="54"/>
                        <a:pt x="7" y="59"/>
                      </a:cubicBezTo>
                      <a:cubicBezTo>
                        <a:pt x="11" y="65"/>
                        <a:pt x="11" y="65"/>
                        <a:pt x="11" y="65"/>
                      </a:cubicBezTo>
                      <a:cubicBezTo>
                        <a:pt x="16" y="66"/>
                        <a:pt x="16" y="66"/>
                        <a:pt x="16" y="66"/>
                      </a:cubicBezTo>
                      <a:cubicBezTo>
                        <a:pt x="19" y="71"/>
                        <a:pt x="19" y="71"/>
                        <a:pt x="19" y="71"/>
                      </a:cubicBezTo>
                      <a:cubicBezTo>
                        <a:pt x="19" y="73"/>
                        <a:pt x="18" y="75"/>
                        <a:pt x="18" y="77"/>
                      </a:cubicBezTo>
                      <a:cubicBezTo>
                        <a:pt x="17" y="78"/>
                        <a:pt x="16" y="80"/>
                        <a:pt x="15" y="81"/>
                      </a:cubicBezTo>
                      <a:cubicBezTo>
                        <a:pt x="21" y="86"/>
                        <a:pt x="21" y="86"/>
                        <a:pt x="21" y="86"/>
                      </a:cubicBezTo>
                      <a:cubicBezTo>
                        <a:pt x="27" y="79"/>
                        <a:pt x="33" y="71"/>
                        <a:pt x="38" y="64"/>
                      </a:cubicBezTo>
                      <a:cubicBezTo>
                        <a:pt x="36" y="62"/>
                        <a:pt x="36" y="62"/>
                        <a:pt x="36" y="62"/>
                      </a:cubicBezTo>
                      <a:cubicBezTo>
                        <a:pt x="36" y="56"/>
                        <a:pt x="36" y="56"/>
                        <a:pt x="36" y="56"/>
                      </a:cubicBezTo>
                      <a:cubicBezTo>
                        <a:pt x="39" y="53"/>
                        <a:pt x="39" y="53"/>
                        <a:pt x="39" y="53"/>
                      </a:cubicBezTo>
                      <a:cubicBezTo>
                        <a:pt x="41" y="54"/>
                        <a:pt x="41" y="54"/>
                        <a:pt x="43" y="55"/>
                      </a:cubicBezTo>
                      <a:cubicBezTo>
                        <a:pt x="44" y="56"/>
                        <a:pt x="44" y="56"/>
                        <a:pt x="45" y="57"/>
                      </a:cubicBezTo>
                      <a:cubicBezTo>
                        <a:pt x="53" y="43"/>
                        <a:pt x="53" y="43"/>
                        <a:pt x="53" y="43"/>
                      </a:cubicBezTo>
                      <a:cubicBezTo>
                        <a:pt x="50" y="39"/>
                        <a:pt x="50" y="39"/>
                        <a:pt x="50" y="39"/>
                      </a:cubicBezTo>
                      <a:lnTo>
                        <a:pt x="47" y="4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1" name="Google Shape;1001;p41"/>
                <p:cNvSpPr/>
                <p:nvPr/>
              </p:nvSpPr>
              <p:spPr>
                <a:xfrm>
                  <a:off x="8139112" y="5286375"/>
                  <a:ext cx="176212" cy="2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76" extrusionOk="0">
                      <a:moveTo>
                        <a:pt x="64" y="1"/>
                      </a:moveTo>
                      <a:cubicBezTo>
                        <a:pt x="54" y="7"/>
                        <a:pt x="54" y="7"/>
                        <a:pt x="54" y="7"/>
                      </a:cubicBezTo>
                      <a:cubicBezTo>
                        <a:pt x="52" y="4"/>
                        <a:pt x="52" y="4"/>
                        <a:pt x="52" y="4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7"/>
                        <a:pt x="43" y="17"/>
                        <a:pt x="43" y="17"/>
                      </a:cubicBezTo>
                      <a:cubicBezTo>
                        <a:pt x="35" y="23"/>
                        <a:pt x="29" y="29"/>
                        <a:pt x="23" y="36"/>
                      </a:cubicBezTo>
                      <a:cubicBezTo>
                        <a:pt x="14" y="46"/>
                        <a:pt x="7" y="55"/>
                        <a:pt x="0" y="66"/>
                      </a:cubicBezTo>
                      <a:cubicBezTo>
                        <a:pt x="6" y="69"/>
                        <a:pt x="12" y="72"/>
                        <a:pt x="18" y="76"/>
                      </a:cubicBezTo>
                      <a:cubicBezTo>
                        <a:pt x="27" y="76"/>
                        <a:pt x="27" y="76"/>
                        <a:pt x="27" y="76"/>
                      </a:cubicBezTo>
                      <a:cubicBezTo>
                        <a:pt x="32" y="71"/>
                        <a:pt x="36" y="66"/>
                        <a:pt x="39" y="60"/>
                      </a:cubicBezTo>
                      <a:cubicBezTo>
                        <a:pt x="44" y="52"/>
                        <a:pt x="49" y="44"/>
                        <a:pt x="52" y="36"/>
                      </a:cubicBezTo>
                      <a:cubicBezTo>
                        <a:pt x="58" y="36"/>
                        <a:pt x="58" y="36"/>
                        <a:pt x="58" y="36"/>
                      </a:cubicBezTo>
                      <a:cubicBezTo>
                        <a:pt x="59" y="33"/>
                        <a:pt x="59" y="33"/>
                        <a:pt x="59" y="33"/>
                      </a:cubicBezTo>
                      <a:cubicBezTo>
                        <a:pt x="55" y="30"/>
                        <a:pt x="55" y="30"/>
                        <a:pt x="55" y="30"/>
                      </a:cubicBezTo>
                      <a:cubicBezTo>
                        <a:pt x="65" y="16"/>
                        <a:pt x="65" y="16"/>
                        <a:pt x="65" y="16"/>
                      </a:cubicBezTo>
                      <a:cubicBezTo>
                        <a:pt x="64" y="9"/>
                        <a:pt x="64" y="9"/>
                        <a:pt x="64" y="9"/>
                      </a:cubicBezTo>
                      <a:cubicBezTo>
                        <a:pt x="66" y="6"/>
                        <a:pt x="66" y="6"/>
                        <a:pt x="66" y="6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2" name="Google Shape;1002;p41"/>
                <p:cNvSpPr/>
                <p:nvPr/>
              </p:nvSpPr>
              <p:spPr>
                <a:xfrm>
                  <a:off x="8147050" y="5486400"/>
                  <a:ext cx="2857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6" extrusionOk="0">
                      <a:moveTo>
                        <a:pt x="10" y="0"/>
                      </a:moveTo>
                      <a:lnTo>
                        <a:pt x="5" y="11"/>
                      </a:lnTo>
                      <a:lnTo>
                        <a:pt x="0" y="16"/>
                      </a:lnTo>
                      <a:lnTo>
                        <a:pt x="5" y="16"/>
                      </a:lnTo>
                      <a:lnTo>
                        <a:pt x="15" y="14"/>
                      </a:lnTo>
                      <a:lnTo>
                        <a:pt x="18" y="6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03" name="Google Shape;1003;p41"/>
              <p:cNvSpPr/>
              <p:nvPr/>
            </p:nvSpPr>
            <p:spPr>
              <a:xfrm>
                <a:off x="8721557" y="4045915"/>
                <a:ext cx="25827" cy="1174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0" extrusionOk="0">
                    <a:moveTo>
                      <a:pt x="6" y="0"/>
                    </a:moveTo>
                    <a:lnTo>
                      <a:pt x="0" y="0"/>
                    </a:lnTo>
                    <a:lnTo>
                      <a:pt x="10" y="9"/>
                    </a:lnTo>
                    <a:lnTo>
                      <a:pt x="17" y="10"/>
                    </a:lnTo>
                    <a:lnTo>
                      <a:pt x="22" y="10"/>
                    </a:lnTo>
                    <a:lnTo>
                      <a:pt x="20" y="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8811951" y="4132788"/>
                <a:ext cx="18783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9" h="13" extrusionOk="0">
                    <a:moveTo>
                      <a:pt x="9" y="3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4"/>
                      <a:pt x="0" y="7"/>
                      <a:pt x="0" y="10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9" y="8"/>
                      <a:pt x="9" y="8"/>
                      <a:pt x="9" y="8"/>
                    </a:cubicBez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9029134" y="4166833"/>
                <a:ext cx="21131" cy="1761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0" y="7"/>
                    </a:moveTo>
                    <a:lnTo>
                      <a:pt x="3" y="15"/>
                    </a:lnTo>
                    <a:lnTo>
                      <a:pt x="10" y="15"/>
                    </a:lnTo>
                    <a:lnTo>
                      <a:pt x="12" y="9"/>
                    </a:lnTo>
                    <a:lnTo>
                      <a:pt x="17" y="5"/>
                    </a:lnTo>
                    <a:lnTo>
                      <a:pt x="18" y="0"/>
                    </a:lnTo>
                    <a:lnTo>
                      <a:pt x="13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9009176" y="4191486"/>
                <a:ext cx="22305" cy="21131"/>
              </a:xfrm>
              <a:custGeom>
                <a:avLst/>
                <a:gdLst/>
                <a:ahLst/>
                <a:cxnLst/>
                <a:rect l="l" t="t" r="r" b="b"/>
                <a:pathLst>
                  <a:path w="19" h="18" extrusionOk="0">
                    <a:moveTo>
                      <a:pt x="0" y="6"/>
                    </a:moveTo>
                    <a:lnTo>
                      <a:pt x="0" y="13"/>
                    </a:lnTo>
                    <a:lnTo>
                      <a:pt x="3" y="18"/>
                    </a:lnTo>
                    <a:lnTo>
                      <a:pt x="17" y="10"/>
                    </a:lnTo>
                    <a:lnTo>
                      <a:pt x="19" y="3"/>
                    </a:lnTo>
                    <a:lnTo>
                      <a:pt x="1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07" name="Google Shape;1007;p41"/>
              <p:cNvSpPr/>
              <p:nvPr/>
            </p:nvSpPr>
            <p:spPr>
              <a:xfrm>
                <a:off x="8824865" y="4165659"/>
                <a:ext cx="12913" cy="17610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1" y="0"/>
                    </a:moveTo>
                    <a:lnTo>
                      <a:pt x="0" y="3"/>
                    </a:lnTo>
                    <a:lnTo>
                      <a:pt x="5" y="15"/>
                    </a:lnTo>
                    <a:lnTo>
                      <a:pt x="11" y="11"/>
                    </a:lnTo>
                    <a:lnTo>
                      <a:pt x="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08" name="Google Shape;1008;p41"/>
              <p:cNvSpPr/>
              <p:nvPr/>
            </p:nvSpPr>
            <p:spPr>
              <a:xfrm>
                <a:off x="8764993" y="4258401"/>
                <a:ext cx="49306" cy="4813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5"/>
                      <a:pt x="3" y="7"/>
                      <a:pt x="6" y="9"/>
                    </a:cubicBezTo>
                    <a:cubicBezTo>
                      <a:pt x="11" y="15"/>
                      <a:pt x="17" y="20"/>
                      <a:pt x="23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19" y="15"/>
                      <a:pt x="14" y="10"/>
                      <a:pt x="8" y="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09" name="Google Shape;1009;p41"/>
              <p:cNvGrpSpPr/>
              <p:nvPr/>
            </p:nvGrpSpPr>
            <p:grpSpPr>
              <a:xfrm>
                <a:off x="7880995" y="4065870"/>
                <a:ext cx="699678" cy="730202"/>
                <a:chOff x="6870700" y="4394200"/>
                <a:chExt cx="946150" cy="987426"/>
              </a:xfrm>
            </p:grpSpPr>
            <p:sp>
              <p:nvSpPr>
                <p:cNvPr id="1010" name="Google Shape;1010;p41"/>
                <p:cNvSpPr/>
                <p:nvPr/>
              </p:nvSpPr>
              <p:spPr>
                <a:xfrm>
                  <a:off x="7251700" y="4413250"/>
                  <a:ext cx="30162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12" extrusionOk="0">
                      <a:moveTo>
                        <a:pt x="17" y="7"/>
                      </a:moveTo>
                      <a:lnTo>
                        <a:pt x="19" y="2"/>
                      </a:lnTo>
                      <a:lnTo>
                        <a:pt x="14" y="0"/>
                      </a:lnTo>
                      <a:lnTo>
                        <a:pt x="9" y="2"/>
                      </a:ln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5" y="12"/>
                      </a:lnTo>
                      <a:lnTo>
                        <a:pt x="17" y="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1" name="Google Shape;1011;p41"/>
                <p:cNvSpPr/>
                <p:nvPr/>
              </p:nvSpPr>
              <p:spPr>
                <a:xfrm>
                  <a:off x="7300912" y="4421188"/>
                  <a:ext cx="19050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0" extrusionOk="0">
                      <a:moveTo>
                        <a:pt x="10" y="7"/>
                      </a:move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5"/>
                      </a:lnTo>
                      <a:lnTo>
                        <a:pt x="3" y="10"/>
                      </a:lnTo>
                      <a:lnTo>
                        <a:pt x="10" y="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2" name="Google Shape;1012;p41"/>
                <p:cNvSpPr/>
                <p:nvPr/>
              </p:nvSpPr>
              <p:spPr>
                <a:xfrm>
                  <a:off x="7418387" y="44799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2" extrusionOk="0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0" y="12"/>
                      </a:lnTo>
                      <a:lnTo>
                        <a:pt x="12" y="10"/>
                      </a:lnTo>
                      <a:lnTo>
                        <a:pt x="12" y="7"/>
                      </a:lnTo>
                      <a:lnTo>
                        <a:pt x="9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3" name="Google Shape;1013;p41"/>
                <p:cNvSpPr/>
                <p:nvPr/>
              </p:nvSpPr>
              <p:spPr>
                <a:xfrm>
                  <a:off x="7480300" y="4538663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9" y="9"/>
                      </a:moveTo>
                      <a:lnTo>
                        <a:pt x="14" y="4"/>
                      </a:lnTo>
                      <a:lnTo>
                        <a:pt x="10" y="0"/>
                      </a:lnTo>
                      <a:lnTo>
                        <a:pt x="2" y="9"/>
                      </a:lnTo>
                      <a:lnTo>
                        <a:pt x="0" y="14"/>
                      </a:lnTo>
                      <a:lnTo>
                        <a:pt x="7" y="14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4" name="Google Shape;1014;p41"/>
                <p:cNvSpPr/>
                <p:nvPr/>
              </p:nvSpPr>
              <p:spPr>
                <a:xfrm>
                  <a:off x="6870700" y="4394200"/>
                  <a:ext cx="946150" cy="846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315" extrusionOk="0">
                      <a:moveTo>
                        <a:pt x="348" y="176"/>
                      </a:moveTo>
                      <a:cubicBezTo>
                        <a:pt x="346" y="163"/>
                        <a:pt x="346" y="163"/>
                        <a:pt x="346" y="163"/>
                      </a:cubicBezTo>
                      <a:cubicBezTo>
                        <a:pt x="343" y="155"/>
                        <a:pt x="343" y="155"/>
                        <a:pt x="343" y="155"/>
                      </a:cubicBezTo>
                      <a:cubicBezTo>
                        <a:pt x="341" y="146"/>
                        <a:pt x="341" y="146"/>
                        <a:pt x="341" y="146"/>
                      </a:cubicBezTo>
                      <a:cubicBezTo>
                        <a:pt x="332" y="136"/>
                        <a:pt x="332" y="136"/>
                        <a:pt x="332" y="136"/>
                      </a:cubicBezTo>
                      <a:cubicBezTo>
                        <a:pt x="331" y="126"/>
                        <a:pt x="331" y="126"/>
                        <a:pt x="331" y="126"/>
                      </a:cubicBezTo>
                      <a:cubicBezTo>
                        <a:pt x="327" y="126"/>
                        <a:pt x="327" y="126"/>
                        <a:pt x="327" y="126"/>
                      </a:cubicBezTo>
                      <a:cubicBezTo>
                        <a:pt x="326" y="122"/>
                        <a:pt x="326" y="122"/>
                        <a:pt x="326" y="122"/>
                      </a:cubicBezTo>
                      <a:cubicBezTo>
                        <a:pt x="324" y="120"/>
                        <a:pt x="324" y="120"/>
                        <a:pt x="324" y="120"/>
                      </a:cubicBezTo>
                      <a:cubicBezTo>
                        <a:pt x="322" y="123"/>
                        <a:pt x="322" y="123"/>
                        <a:pt x="322" y="123"/>
                      </a:cubicBezTo>
                      <a:cubicBezTo>
                        <a:pt x="319" y="123"/>
                        <a:pt x="319" y="123"/>
                        <a:pt x="319" y="123"/>
                      </a:cubicBezTo>
                      <a:cubicBezTo>
                        <a:pt x="312" y="109"/>
                        <a:pt x="312" y="109"/>
                        <a:pt x="312" y="109"/>
                      </a:cubicBezTo>
                      <a:cubicBezTo>
                        <a:pt x="310" y="99"/>
                        <a:pt x="310" y="99"/>
                        <a:pt x="310" y="99"/>
                      </a:cubicBezTo>
                      <a:cubicBezTo>
                        <a:pt x="308" y="97"/>
                        <a:pt x="308" y="97"/>
                        <a:pt x="308" y="97"/>
                      </a:cubicBezTo>
                      <a:cubicBezTo>
                        <a:pt x="304" y="97"/>
                        <a:pt x="304" y="97"/>
                        <a:pt x="304" y="97"/>
                      </a:cubicBezTo>
                      <a:cubicBezTo>
                        <a:pt x="301" y="91"/>
                        <a:pt x="301" y="91"/>
                        <a:pt x="301" y="91"/>
                      </a:cubicBezTo>
                      <a:cubicBezTo>
                        <a:pt x="298" y="93"/>
                        <a:pt x="298" y="93"/>
                        <a:pt x="298" y="93"/>
                      </a:cubicBezTo>
                      <a:cubicBezTo>
                        <a:pt x="292" y="88"/>
                        <a:pt x="292" y="88"/>
                        <a:pt x="292" y="88"/>
                      </a:cubicBezTo>
                      <a:cubicBezTo>
                        <a:pt x="288" y="68"/>
                        <a:pt x="288" y="68"/>
                        <a:pt x="288" y="68"/>
                      </a:cubicBezTo>
                      <a:cubicBezTo>
                        <a:pt x="284" y="65"/>
                        <a:pt x="284" y="65"/>
                        <a:pt x="284" y="65"/>
                      </a:cubicBezTo>
                      <a:cubicBezTo>
                        <a:pt x="279" y="54"/>
                        <a:pt x="279" y="54"/>
                        <a:pt x="279" y="54"/>
                      </a:cubicBezTo>
                      <a:cubicBezTo>
                        <a:pt x="281" y="46"/>
                        <a:pt x="281" y="46"/>
                        <a:pt x="281" y="46"/>
                      </a:cubicBezTo>
                      <a:cubicBezTo>
                        <a:pt x="275" y="33"/>
                        <a:pt x="275" y="33"/>
                        <a:pt x="275" y="33"/>
                      </a:cubicBezTo>
                      <a:cubicBezTo>
                        <a:pt x="273" y="36"/>
                        <a:pt x="273" y="36"/>
                        <a:pt x="273" y="36"/>
                      </a:cubicBezTo>
                      <a:cubicBezTo>
                        <a:pt x="268" y="37"/>
                        <a:pt x="268" y="37"/>
                        <a:pt x="268" y="37"/>
                      </a:cubicBezTo>
                      <a:cubicBezTo>
                        <a:pt x="264" y="22"/>
                        <a:pt x="264" y="22"/>
                        <a:pt x="264" y="22"/>
                      </a:cubicBezTo>
                      <a:cubicBezTo>
                        <a:pt x="264" y="14"/>
                        <a:pt x="264" y="14"/>
                        <a:pt x="264" y="14"/>
                      </a:cubicBezTo>
                      <a:cubicBezTo>
                        <a:pt x="261" y="13"/>
                        <a:pt x="261" y="13"/>
                        <a:pt x="261" y="13"/>
                      </a:cubicBezTo>
                      <a:cubicBezTo>
                        <a:pt x="260" y="4"/>
                        <a:pt x="260" y="4"/>
                        <a:pt x="260" y="4"/>
                      </a:cubicBezTo>
                      <a:cubicBezTo>
                        <a:pt x="258" y="0"/>
                        <a:pt x="258" y="0"/>
                        <a:pt x="258" y="0"/>
                      </a:cubicBezTo>
                      <a:cubicBezTo>
                        <a:pt x="252" y="4"/>
                        <a:pt x="252" y="4"/>
                        <a:pt x="252" y="4"/>
                      </a:cubicBezTo>
                      <a:cubicBezTo>
                        <a:pt x="254" y="12"/>
                        <a:pt x="254" y="12"/>
                        <a:pt x="254" y="12"/>
                      </a:cubicBezTo>
                      <a:cubicBezTo>
                        <a:pt x="249" y="21"/>
                        <a:pt x="249" y="21"/>
                        <a:pt x="249" y="21"/>
                      </a:cubicBezTo>
                      <a:cubicBezTo>
                        <a:pt x="249" y="36"/>
                        <a:pt x="249" y="36"/>
                        <a:pt x="249" y="36"/>
                      </a:cubicBezTo>
                      <a:cubicBezTo>
                        <a:pt x="246" y="49"/>
                        <a:pt x="246" y="49"/>
                        <a:pt x="246" y="49"/>
                      </a:cubicBezTo>
                      <a:cubicBezTo>
                        <a:pt x="246" y="56"/>
                        <a:pt x="246" y="56"/>
                        <a:pt x="246" y="56"/>
                      </a:cubicBezTo>
                      <a:cubicBezTo>
                        <a:pt x="240" y="68"/>
                        <a:pt x="240" y="68"/>
                        <a:pt x="240" y="68"/>
                      </a:cubicBezTo>
                      <a:cubicBezTo>
                        <a:pt x="232" y="71"/>
                        <a:pt x="232" y="71"/>
                        <a:pt x="232" y="71"/>
                      </a:cubicBezTo>
                      <a:cubicBezTo>
                        <a:pt x="226" y="68"/>
                        <a:pt x="226" y="68"/>
                        <a:pt x="226" y="68"/>
                      </a:cubicBezTo>
                      <a:cubicBezTo>
                        <a:pt x="224" y="64"/>
                        <a:pt x="224" y="64"/>
                        <a:pt x="224" y="64"/>
                      </a:cubicBezTo>
                      <a:cubicBezTo>
                        <a:pt x="193" y="46"/>
                        <a:pt x="193" y="46"/>
                        <a:pt x="193" y="46"/>
                      </a:cubicBezTo>
                      <a:cubicBezTo>
                        <a:pt x="199" y="33"/>
                        <a:pt x="199" y="33"/>
                        <a:pt x="199" y="33"/>
                      </a:cubicBezTo>
                      <a:cubicBezTo>
                        <a:pt x="195" y="31"/>
                        <a:pt x="195" y="31"/>
                        <a:pt x="195" y="31"/>
                      </a:cubicBezTo>
                      <a:cubicBezTo>
                        <a:pt x="197" y="28"/>
                        <a:pt x="197" y="28"/>
                        <a:pt x="197" y="28"/>
                      </a:cubicBezTo>
                      <a:cubicBezTo>
                        <a:pt x="203" y="30"/>
                        <a:pt x="203" y="30"/>
                        <a:pt x="203" y="30"/>
                      </a:cubicBezTo>
                      <a:cubicBezTo>
                        <a:pt x="209" y="19"/>
                        <a:pt x="209" y="19"/>
                        <a:pt x="209" y="19"/>
                      </a:cubicBezTo>
                      <a:cubicBezTo>
                        <a:pt x="203" y="16"/>
                        <a:pt x="203" y="16"/>
                        <a:pt x="203" y="16"/>
                      </a:cubicBezTo>
                      <a:cubicBezTo>
                        <a:pt x="202" y="22"/>
                        <a:pt x="202" y="22"/>
                        <a:pt x="202" y="22"/>
                      </a:cubicBezTo>
                      <a:cubicBezTo>
                        <a:pt x="195" y="22"/>
                        <a:pt x="195" y="22"/>
                        <a:pt x="195" y="22"/>
                      </a:cubicBezTo>
                      <a:cubicBezTo>
                        <a:pt x="198" y="18"/>
                        <a:pt x="198" y="18"/>
                        <a:pt x="198" y="18"/>
                      </a:cubicBezTo>
                      <a:cubicBezTo>
                        <a:pt x="197" y="13"/>
                        <a:pt x="197" y="13"/>
                        <a:pt x="197" y="13"/>
                      </a:cubicBezTo>
                      <a:cubicBezTo>
                        <a:pt x="188" y="17"/>
                        <a:pt x="188" y="17"/>
                        <a:pt x="188" y="17"/>
                      </a:cubicBezTo>
                      <a:cubicBezTo>
                        <a:pt x="168" y="13"/>
                        <a:pt x="168" y="13"/>
                        <a:pt x="168" y="13"/>
                      </a:cubicBezTo>
                      <a:cubicBezTo>
                        <a:pt x="167" y="21"/>
                        <a:pt x="167" y="21"/>
                        <a:pt x="167" y="21"/>
                      </a:cubicBezTo>
                      <a:cubicBezTo>
                        <a:pt x="161" y="22"/>
                        <a:pt x="161" y="22"/>
                        <a:pt x="161" y="22"/>
                      </a:cubicBezTo>
                      <a:cubicBezTo>
                        <a:pt x="153" y="19"/>
                        <a:pt x="153" y="19"/>
                        <a:pt x="153" y="19"/>
                      </a:cubicBezTo>
                      <a:cubicBezTo>
                        <a:pt x="145" y="26"/>
                        <a:pt x="145" y="26"/>
                        <a:pt x="145" y="26"/>
                      </a:cubicBezTo>
                      <a:cubicBezTo>
                        <a:pt x="145" y="31"/>
                        <a:pt x="145" y="31"/>
                        <a:pt x="145" y="31"/>
                      </a:cubicBezTo>
                      <a:cubicBezTo>
                        <a:pt x="136" y="37"/>
                        <a:pt x="136" y="37"/>
                        <a:pt x="136" y="37"/>
                      </a:cubicBezTo>
                      <a:cubicBezTo>
                        <a:pt x="139" y="45"/>
                        <a:pt x="139" y="45"/>
                        <a:pt x="139" y="45"/>
                      </a:cubicBezTo>
                      <a:cubicBezTo>
                        <a:pt x="131" y="44"/>
                        <a:pt x="131" y="44"/>
                        <a:pt x="131" y="44"/>
                      </a:cubicBezTo>
                      <a:cubicBezTo>
                        <a:pt x="128" y="46"/>
                        <a:pt x="128" y="46"/>
                        <a:pt x="128" y="46"/>
                      </a:cubicBezTo>
                      <a:cubicBezTo>
                        <a:pt x="126" y="46"/>
                        <a:pt x="126" y="46"/>
                        <a:pt x="126" y="46"/>
                      </a:cubicBezTo>
                      <a:cubicBezTo>
                        <a:pt x="128" y="41"/>
                        <a:pt x="128" y="41"/>
                        <a:pt x="128" y="41"/>
                      </a:cubicBezTo>
                      <a:cubicBezTo>
                        <a:pt x="117" y="34"/>
                        <a:pt x="117" y="34"/>
                        <a:pt x="117" y="34"/>
                      </a:cubicBezTo>
                      <a:cubicBezTo>
                        <a:pt x="114" y="38"/>
                        <a:pt x="114" y="38"/>
                        <a:pt x="114" y="38"/>
                      </a:cubicBezTo>
                      <a:cubicBezTo>
                        <a:pt x="110" y="36"/>
                        <a:pt x="110" y="36"/>
                        <a:pt x="110" y="36"/>
                      </a:cubicBezTo>
                      <a:cubicBezTo>
                        <a:pt x="109" y="42"/>
                        <a:pt x="109" y="42"/>
                        <a:pt x="109" y="42"/>
                      </a:cubicBezTo>
                      <a:cubicBezTo>
                        <a:pt x="106" y="41"/>
                        <a:pt x="106" y="41"/>
                        <a:pt x="106" y="41"/>
                      </a:cubicBezTo>
                      <a:cubicBezTo>
                        <a:pt x="105" y="38"/>
                        <a:pt x="105" y="38"/>
                        <a:pt x="105" y="38"/>
                      </a:cubicBezTo>
                      <a:cubicBezTo>
                        <a:pt x="100" y="45"/>
                        <a:pt x="100" y="45"/>
                        <a:pt x="100" y="45"/>
                      </a:cubicBezTo>
                      <a:cubicBezTo>
                        <a:pt x="103" y="48"/>
                        <a:pt x="103" y="48"/>
                        <a:pt x="103" y="48"/>
                      </a:cubicBezTo>
                      <a:cubicBezTo>
                        <a:pt x="98" y="49"/>
                        <a:pt x="98" y="49"/>
                        <a:pt x="98" y="49"/>
                      </a:cubicBezTo>
                      <a:cubicBezTo>
                        <a:pt x="95" y="51"/>
                        <a:pt x="95" y="51"/>
                        <a:pt x="95" y="51"/>
                      </a:cubicBezTo>
                      <a:cubicBezTo>
                        <a:pt x="93" y="60"/>
                        <a:pt x="93" y="60"/>
                        <a:pt x="93" y="60"/>
                      </a:cubicBezTo>
                      <a:cubicBezTo>
                        <a:pt x="88" y="57"/>
                        <a:pt x="88" y="57"/>
                        <a:pt x="88" y="57"/>
                      </a:cubicBezTo>
                      <a:cubicBezTo>
                        <a:pt x="86" y="60"/>
                        <a:pt x="86" y="60"/>
                        <a:pt x="86" y="60"/>
                      </a:cubicBezTo>
                      <a:cubicBezTo>
                        <a:pt x="88" y="62"/>
                        <a:pt x="88" y="62"/>
                        <a:pt x="88" y="62"/>
                      </a:cubicBezTo>
                      <a:cubicBezTo>
                        <a:pt x="90" y="66"/>
                        <a:pt x="90" y="66"/>
                        <a:pt x="90" y="66"/>
                      </a:cubicBezTo>
                      <a:cubicBezTo>
                        <a:pt x="86" y="68"/>
                        <a:pt x="86" y="68"/>
                        <a:pt x="86" y="68"/>
                      </a:cubicBezTo>
                      <a:cubicBezTo>
                        <a:pt x="81" y="62"/>
                        <a:pt x="81" y="62"/>
                        <a:pt x="81" y="62"/>
                      </a:cubicBezTo>
                      <a:cubicBezTo>
                        <a:pt x="82" y="57"/>
                        <a:pt x="82" y="57"/>
                        <a:pt x="82" y="57"/>
                      </a:cubicBezTo>
                      <a:cubicBezTo>
                        <a:pt x="81" y="57"/>
                        <a:pt x="81" y="57"/>
                        <a:pt x="81" y="57"/>
                      </a:cubicBezTo>
                      <a:cubicBezTo>
                        <a:pt x="74" y="64"/>
                        <a:pt x="74" y="64"/>
                        <a:pt x="74" y="64"/>
                      </a:cubicBezTo>
                      <a:cubicBezTo>
                        <a:pt x="73" y="68"/>
                        <a:pt x="73" y="68"/>
                        <a:pt x="73" y="68"/>
                      </a:cubicBezTo>
                      <a:cubicBezTo>
                        <a:pt x="75" y="77"/>
                        <a:pt x="75" y="77"/>
                        <a:pt x="75" y="77"/>
                      </a:cubicBezTo>
                      <a:cubicBezTo>
                        <a:pt x="72" y="79"/>
                        <a:pt x="72" y="79"/>
                        <a:pt x="72" y="79"/>
                      </a:cubicBezTo>
                      <a:cubicBezTo>
                        <a:pt x="68" y="88"/>
                        <a:pt x="68" y="88"/>
                        <a:pt x="68" y="88"/>
                      </a:cubicBezTo>
                      <a:cubicBezTo>
                        <a:pt x="66" y="89"/>
                        <a:pt x="66" y="89"/>
                        <a:pt x="66" y="89"/>
                      </a:cubicBezTo>
                      <a:cubicBezTo>
                        <a:pt x="56" y="97"/>
                        <a:pt x="56" y="97"/>
                        <a:pt x="56" y="97"/>
                      </a:cubicBezTo>
                      <a:cubicBezTo>
                        <a:pt x="48" y="100"/>
                        <a:pt x="48" y="100"/>
                        <a:pt x="48" y="100"/>
                      </a:cubicBezTo>
                      <a:cubicBezTo>
                        <a:pt x="44" y="104"/>
                        <a:pt x="38" y="106"/>
                        <a:pt x="30" y="107"/>
                      </a:cubicBezTo>
                      <a:cubicBezTo>
                        <a:pt x="28" y="104"/>
                        <a:pt x="28" y="104"/>
                        <a:pt x="28" y="104"/>
                      </a:cubicBezTo>
                      <a:cubicBezTo>
                        <a:pt x="8" y="117"/>
                        <a:pt x="8" y="117"/>
                        <a:pt x="8" y="117"/>
                      </a:cubicBezTo>
                      <a:cubicBezTo>
                        <a:pt x="6" y="120"/>
                        <a:pt x="6" y="120"/>
                        <a:pt x="6" y="120"/>
                      </a:cubicBezTo>
                      <a:cubicBezTo>
                        <a:pt x="5" y="113"/>
                        <a:pt x="5" y="113"/>
                        <a:pt x="5" y="113"/>
                      </a:cubicBezTo>
                      <a:cubicBezTo>
                        <a:pt x="2" y="120"/>
                        <a:pt x="2" y="120"/>
                        <a:pt x="2" y="120"/>
                      </a:cubicBezTo>
                      <a:cubicBezTo>
                        <a:pt x="2" y="132"/>
                        <a:pt x="2" y="132"/>
                        <a:pt x="2" y="132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8" y="158"/>
                        <a:pt x="8" y="158"/>
                        <a:pt x="8" y="158"/>
                      </a:cubicBezTo>
                      <a:cubicBezTo>
                        <a:pt x="8" y="162"/>
                        <a:pt x="8" y="162"/>
                        <a:pt x="8" y="162"/>
                      </a:cubicBezTo>
                      <a:cubicBezTo>
                        <a:pt x="9" y="169"/>
                        <a:pt x="9" y="169"/>
                        <a:pt x="9" y="169"/>
                      </a:cubicBezTo>
                      <a:cubicBezTo>
                        <a:pt x="7" y="170"/>
                        <a:pt x="7" y="170"/>
                        <a:pt x="7" y="170"/>
                      </a:cubicBezTo>
                      <a:cubicBezTo>
                        <a:pt x="3" y="164"/>
                        <a:pt x="3" y="164"/>
                        <a:pt x="3" y="164"/>
                      </a:cubicBezTo>
                      <a:cubicBezTo>
                        <a:pt x="2" y="165"/>
                        <a:pt x="2" y="165"/>
                        <a:pt x="2" y="165"/>
                      </a:cubicBezTo>
                      <a:cubicBezTo>
                        <a:pt x="5" y="171"/>
                        <a:pt x="5" y="171"/>
                        <a:pt x="5" y="171"/>
                      </a:cubicBezTo>
                      <a:cubicBezTo>
                        <a:pt x="1" y="175"/>
                        <a:pt x="1" y="175"/>
                        <a:pt x="1" y="175"/>
                      </a:cubicBezTo>
                      <a:cubicBezTo>
                        <a:pt x="11" y="198"/>
                        <a:pt x="11" y="198"/>
                        <a:pt x="11" y="198"/>
                      </a:cubicBezTo>
                      <a:cubicBezTo>
                        <a:pt x="11" y="217"/>
                        <a:pt x="11" y="217"/>
                        <a:pt x="11" y="217"/>
                      </a:cubicBezTo>
                      <a:cubicBezTo>
                        <a:pt x="17" y="227"/>
                        <a:pt x="20" y="239"/>
                        <a:pt x="17" y="252"/>
                      </a:cubicBezTo>
                      <a:cubicBezTo>
                        <a:pt x="15" y="254"/>
                        <a:pt x="15" y="254"/>
                        <a:pt x="15" y="254"/>
                      </a:cubicBezTo>
                      <a:cubicBezTo>
                        <a:pt x="10" y="252"/>
                        <a:pt x="10" y="252"/>
                        <a:pt x="10" y="252"/>
                      </a:cubicBezTo>
                      <a:cubicBezTo>
                        <a:pt x="12" y="265"/>
                        <a:pt x="12" y="265"/>
                        <a:pt x="12" y="265"/>
                      </a:cubicBezTo>
                      <a:cubicBezTo>
                        <a:pt x="16" y="265"/>
                        <a:pt x="16" y="265"/>
                        <a:pt x="16" y="265"/>
                      </a:cubicBezTo>
                      <a:cubicBezTo>
                        <a:pt x="29" y="274"/>
                        <a:pt x="29" y="274"/>
                        <a:pt x="29" y="274"/>
                      </a:cubicBezTo>
                      <a:cubicBezTo>
                        <a:pt x="32" y="273"/>
                        <a:pt x="32" y="273"/>
                        <a:pt x="32" y="273"/>
                      </a:cubicBezTo>
                      <a:cubicBezTo>
                        <a:pt x="40" y="273"/>
                        <a:pt x="40" y="273"/>
                        <a:pt x="40" y="273"/>
                      </a:cubicBezTo>
                      <a:cubicBezTo>
                        <a:pt x="44" y="266"/>
                        <a:pt x="44" y="266"/>
                        <a:pt x="44" y="266"/>
                      </a:cubicBezTo>
                      <a:cubicBezTo>
                        <a:pt x="50" y="266"/>
                        <a:pt x="50" y="266"/>
                        <a:pt x="50" y="266"/>
                      </a:cubicBezTo>
                      <a:cubicBezTo>
                        <a:pt x="50" y="262"/>
                        <a:pt x="50" y="262"/>
                        <a:pt x="50" y="262"/>
                      </a:cubicBezTo>
                      <a:cubicBezTo>
                        <a:pt x="55" y="260"/>
                        <a:pt x="55" y="260"/>
                        <a:pt x="55" y="260"/>
                      </a:cubicBezTo>
                      <a:cubicBezTo>
                        <a:pt x="67" y="259"/>
                        <a:pt x="67" y="259"/>
                        <a:pt x="67" y="259"/>
                      </a:cubicBezTo>
                      <a:cubicBezTo>
                        <a:pt x="87" y="261"/>
                        <a:pt x="87" y="261"/>
                        <a:pt x="87" y="261"/>
                      </a:cubicBezTo>
                      <a:cubicBezTo>
                        <a:pt x="94" y="254"/>
                        <a:pt x="94" y="254"/>
                        <a:pt x="94" y="254"/>
                      </a:cubicBezTo>
                      <a:cubicBezTo>
                        <a:pt x="94" y="251"/>
                        <a:pt x="94" y="251"/>
                        <a:pt x="94" y="251"/>
                      </a:cubicBezTo>
                      <a:cubicBezTo>
                        <a:pt x="99" y="244"/>
                        <a:pt x="99" y="244"/>
                        <a:pt x="99" y="244"/>
                      </a:cubicBezTo>
                      <a:cubicBezTo>
                        <a:pt x="104" y="245"/>
                        <a:pt x="104" y="245"/>
                        <a:pt x="104" y="245"/>
                      </a:cubicBezTo>
                      <a:cubicBezTo>
                        <a:pt x="137" y="235"/>
                        <a:pt x="137" y="235"/>
                        <a:pt x="137" y="235"/>
                      </a:cubicBezTo>
                      <a:cubicBezTo>
                        <a:pt x="144" y="231"/>
                        <a:pt x="144" y="231"/>
                        <a:pt x="144" y="231"/>
                      </a:cubicBezTo>
                      <a:cubicBezTo>
                        <a:pt x="156" y="236"/>
                        <a:pt x="156" y="236"/>
                        <a:pt x="156" y="236"/>
                      </a:cubicBezTo>
                      <a:cubicBezTo>
                        <a:pt x="168" y="235"/>
                        <a:pt x="168" y="235"/>
                        <a:pt x="168" y="235"/>
                      </a:cubicBezTo>
                      <a:cubicBezTo>
                        <a:pt x="180" y="243"/>
                        <a:pt x="180" y="243"/>
                        <a:pt x="180" y="243"/>
                      </a:cubicBezTo>
                      <a:cubicBezTo>
                        <a:pt x="177" y="246"/>
                        <a:pt x="177" y="246"/>
                        <a:pt x="177" y="246"/>
                      </a:cubicBezTo>
                      <a:cubicBezTo>
                        <a:pt x="183" y="251"/>
                        <a:pt x="183" y="251"/>
                        <a:pt x="183" y="251"/>
                      </a:cubicBezTo>
                      <a:cubicBezTo>
                        <a:pt x="181" y="253"/>
                        <a:pt x="181" y="253"/>
                        <a:pt x="181" y="253"/>
                      </a:cubicBezTo>
                      <a:cubicBezTo>
                        <a:pt x="183" y="255"/>
                        <a:pt x="183" y="255"/>
                        <a:pt x="183" y="255"/>
                      </a:cubicBezTo>
                      <a:cubicBezTo>
                        <a:pt x="188" y="254"/>
                        <a:pt x="188" y="254"/>
                        <a:pt x="188" y="254"/>
                      </a:cubicBezTo>
                      <a:cubicBezTo>
                        <a:pt x="191" y="261"/>
                        <a:pt x="191" y="261"/>
                        <a:pt x="191" y="261"/>
                      </a:cubicBezTo>
                      <a:cubicBezTo>
                        <a:pt x="195" y="265"/>
                        <a:pt x="195" y="265"/>
                        <a:pt x="195" y="265"/>
                      </a:cubicBezTo>
                      <a:cubicBezTo>
                        <a:pt x="193" y="268"/>
                        <a:pt x="193" y="268"/>
                        <a:pt x="193" y="268"/>
                      </a:cubicBezTo>
                      <a:cubicBezTo>
                        <a:pt x="199" y="270"/>
                        <a:pt x="199" y="270"/>
                        <a:pt x="199" y="270"/>
                      </a:cubicBezTo>
                      <a:cubicBezTo>
                        <a:pt x="200" y="265"/>
                        <a:pt x="200" y="265"/>
                        <a:pt x="200" y="265"/>
                      </a:cubicBezTo>
                      <a:cubicBezTo>
                        <a:pt x="206" y="259"/>
                        <a:pt x="206" y="259"/>
                        <a:pt x="206" y="259"/>
                      </a:cubicBezTo>
                      <a:cubicBezTo>
                        <a:pt x="206" y="254"/>
                        <a:pt x="206" y="254"/>
                        <a:pt x="206" y="254"/>
                      </a:cubicBezTo>
                      <a:cubicBezTo>
                        <a:pt x="213" y="249"/>
                        <a:pt x="213" y="249"/>
                        <a:pt x="213" y="249"/>
                      </a:cubicBezTo>
                      <a:cubicBezTo>
                        <a:pt x="213" y="244"/>
                        <a:pt x="213" y="244"/>
                        <a:pt x="213" y="244"/>
                      </a:cubicBezTo>
                      <a:cubicBezTo>
                        <a:pt x="215" y="244"/>
                        <a:pt x="215" y="244"/>
                        <a:pt x="215" y="244"/>
                      </a:cubicBezTo>
                      <a:cubicBezTo>
                        <a:pt x="215" y="253"/>
                        <a:pt x="215" y="253"/>
                        <a:pt x="215" y="253"/>
                      </a:cubicBezTo>
                      <a:cubicBezTo>
                        <a:pt x="210" y="259"/>
                        <a:pt x="210" y="259"/>
                        <a:pt x="210" y="259"/>
                      </a:cubicBezTo>
                      <a:cubicBezTo>
                        <a:pt x="208" y="270"/>
                        <a:pt x="208" y="270"/>
                        <a:pt x="208" y="270"/>
                      </a:cubicBezTo>
                      <a:cubicBezTo>
                        <a:pt x="203" y="271"/>
                        <a:pt x="203" y="271"/>
                        <a:pt x="203" y="271"/>
                      </a:cubicBezTo>
                      <a:cubicBezTo>
                        <a:pt x="205" y="276"/>
                        <a:pt x="205" y="276"/>
                        <a:pt x="205" y="276"/>
                      </a:cubicBezTo>
                      <a:cubicBezTo>
                        <a:pt x="213" y="274"/>
                        <a:pt x="213" y="274"/>
                        <a:pt x="213" y="274"/>
                      </a:cubicBezTo>
                      <a:cubicBezTo>
                        <a:pt x="214" y="265"/>
                        <a:pt x="214" y="265"/>
                        <a:pt x="214" y="265"/>
                      </a:cubicBezTo>
                      <a:cubicBezTo>
                        <a:pt x="217" y="264"/>
                        <a:pt x="217" y="264"/>
                        <a:pt x="217" y="264"/>
                      </a:cubicBezTo>
                      <a:cubicBezTo>
                        <a:pt x="221" y="269"/>
                        <a:pt x="221" y="269"/>
                        <a:pt x="221" y="269"/>
                      </a:cubicBezTo>
                      <a:cubicBezTo>
                        <a:pt x="220" y="274"/>
                        <a:pt x="220" y="274"/>
                        <a:pt x="220" y="274"/>
                      </a:cubicBezTo>
                      <a:cubicBezTo>
                        <a:pt x="217" y="277"/>
                        <a:pt x="217" y="277"/>
                        <a:pt x="217" y="277"/>
                      </a:cubicBezTo>
                      <a:cubicBezTo>
                        <a:pt x="219" y="280"/>
                        <a:pt x="219" y="280"/>
                        <a:pt x="219" y="280"/>
                      </a:cubicBezTo>
                      <a:cubicBezTo>
                        <a:pt x="226" y="274"/>
                        <a:pt x="226" y="274"/>
                        <a:pt x="226" y="274"/>
                      </a:cubicBezTo>
                      <a:cubicBezTo>
                        <a:pt x="229" y="278"/>
                        <a:pt x="229" y="278"/>
                        <a:pt x="229" y="278"/>
                      </a:cubicBezTo>
                      <a:cubicBezTo>
                        <a:pt x="224" y="281"/>
                        <a:pt x="224" y="281"/>
                        <a:pt x="224" y="281"/>
                      </a:cubicBezTo>
                      <a:cubicBezTo>
                        <a:pt x="230" y="291"/>
                        <a:pt x="230" y="291"/>
                        <a:pt x="230" y="291"/>
                      </a:cubicBezTo>
                      <a:cubicBezTo>
                        <a:pt x="232" y="300"/>
                        <a:pt x="232" y="300"/>
                        <a:pt x="232" y="300"/>
                      </a:cubicBezTo>
                      <a:cubicBezTo>
                        <a:pt x="236" y="302"/>
                        <a:pt x="236" y="302"/>
                        <a:pt x="236" y="302"/>
                      </a:cubicBezTo>
                      <a:cubicBezTo>
                        <a:pt x="243" y="303"/>
                        <a:pt x="243" y="303"/>
                        <a:pt x="243" y="303"/>
                      </a:cubicBezTo>
                      <a:cubicBezTo>
                        <a:pt x="249" y="310"/>
                        <a:pt x="249" y="310"/>
                        <a:pt x="249" y="310"/>
                      </a:cubicBezTo>
                      <a:cubicBezTo>
                        <a:pt x="252" y="308"/>
                        <a:pt x="252" y="308"/>
                        <a:pt x="252" y="308"/>
                      </a:cubicBezTo>
                      <a:cubicBezTo>
                        <a:pt x="258" y="311"/>
                        <a:pt x="258" y="311"/>
                        <a:pt x="258" y="311"/>
                      </a:cubicBezTo>
                      <a:cubicBezTo>
                        <a:pt x="263" y="311"/>
                        <a:pt x="263" y="311"/>
                        <a:pt x="263" y="311"/>
                      </a:cubicBezTo>
                      <a:cubicBezTo>
                        <a:pt x="264" y="314"/>
                        <a:pt x="264" y="314"/>
                        <a:pt x="264" y="314"/>
                      </a:cubicBezTo>
                      <a:cubicBezTo>
                        <a:pt x="270" y="315"/>
                        <a:pt x="270" y="315"/>
                        <a:pt x="270" y="315"/>
                      </a:cubicBezTo>
                      <a:cubicBezTo>
                        <a:pt x="275" y="311"/>
                        <a:pt x="275" y="311"/>
                        <a:pt x="275" y="311"/>
                      </a:cubicBezTo>
                      <a:cubicBezTo>
                        <a:pt x="274" y="307"/>
                        <a:pt x="274" y="307"/>
                        <a:pt x="274" y="307"/>
                      </a:cubicBezTo>
                      <a:cubicBezTo>
                        <a:pt x="277" y="308"/>
                        <a:pt x="277" y="308"/>
                        <a:pt x="277" y="308"/>
                      </a:cubicBezTo>
                      <a:cubicBezTo>
                        <a:pt x="279" y="304"/>
                        <a:pt x="279" y="304"/>
                        <a:pt x="279" y="304"/>
                      </a:cubicBezTo>
                      <a:cubicBezTo>
                        <a:pt x="283" y="306"/>
                        <a:pt x="283" y="306"/>
                        <a:pt x="283" y="306"/>
                      </a:cubicBezTo>
                      <a:cubicBezTo>
                        <a:pt x="280" y="311"/>
                        <a:pt x="280" y="311"/>
                        <a:pt x="280" y="311"/>
                      </a:cubicBezTo>
                      <a:cubicBezTo>
                        <a:pt x="287" y="313"/>
                        <a:pt x="287" y="313"/>
                        <a:pt x="287" y="313"/>
                      </a:cubicBezTo>
                      <a:cubicBezTo>
                        <a:pt x="289" y="315"/>
                        <a:pt x="289" y="315"/>
                        <a:pt x="289" y="315"/>
                      </a:cubicBezTo>
                      <a:cubicBezTo>
                        <a:pt x="291" y="315"/>
                        <a:pt x="291" y="315"/>
                        <a:pt x="291" y="315"/>
                      </a:cubicBezTo>
                      <a:cubicBezTo>
                        <a:pt x="291" y="313"/>
                        <a:pt x="291" y="313"/>
                        <a:pt x="291" y="313"/>
                      </a:cubicBezTo>
                      <a:cubicBezTo>
                        <a:pt x="307" y="296"/>
                        <a:pt x="307" y="296"/>
                        <a:pt x="307" y="296"/>
                      </a:cubicBezTo>
                      <a:cubicBezTo>
                        <a:pt x="319" y="291"/>
                        <a:pt x="319" y="291"/>
                        <a:pt x="319" y="291"/>
                      </a:cubicBezTo>
                      <a:cubicBezTo>
                        <a:pt x="325" y="277"/>
                        <a:pt x="325" y="277"/>
                        <a:pt x="325" y="277"/>
                      </a:cubicBezTo>
                      <a:cubicBezTo>
                        <a:pt x="328" y="277"/>
                        <a:pt x="328" y="277"/>
                        <a:pt x="328" y="277"/>
                      </a:cubicBezTo>
                      <a:cubicBezTo>
                        <a:pt x="326" y="272"/>
                        <a:pt x="326" y="272"/>
                        <a:pt x="326" y="272"/>
                      </a:cubicBezTo>
                      <a:cubicBezTo>
                        <a:pt x="327" y="251"/>
                        <a:pt x="333" y="238"/>
                        <a:pt x="341" y="236"/>
                      </a:cubicBezTo>
                      <a:cubicBezTo>
                        <a:pt x="346" y="207"/>
                        <a:pt x="346" y="207"/>
                        <a:pt x="346" y="207"/>
                      </a:cubicBezTo>
                      <a:cubicBezTo>
                        <a:pt x="350" y="197"/>
                        <a:pt x="350" y="197"/>
                        <a:pt x="350" y="197"/>
                      </a:cubicBezTo>
                      <a:cubicBezTo>
                        <a:pt x="352" y="187"/>
                        <a:pt x="352" y="187"/>
                        <a:pt x="352" y="187"/>
                      </a:cubicBezTo>
                      <a:lnTo>
                        <a:pt x="348" y="176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5" name="Google Shape;1015;p41"/>
                <p:cNvSpPr/>
                <p:nvPr/>
              </p:nvSpPr>
              <p:spPr>
                <a:xfrm>
                  <a:off x="7604125" y="5291138"/>
                  <a:ext cx="93662" cy="90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4" extrusionOk="0">
                      <a:moveTo>
                        <a:pt x="29" y="3"/>
                      </a:move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11" y="3"/>
                        <a:pt x="5" y="1"/>
                        <a:pt x="0" y="0"/>
                      </a:cubicBezTo>
                      <a:cubicBezTo>
                        <a:pt x="2" y="4"/>
                        <a:pt x="5" y="9"/>
                        <a:pt x="6" y="15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15" y="34"/>
                        <a:pt x="15" y="34"/>
                        <a:pt x="15" y="34"/>
                      </a:cubicBezTo>
                      <a:cubicBezTo>
                        <a:pt x="22" y="34"/>
                        <a:pt x="22" y="34"/>
                        <a:pt x="22" y="34"/>
                      </a:cubicBezTo>
                      <a:cubicBezTo>
                        <a:pt x="22" y="33"/>
                        <a:pt x="22" y="32"/>
                        <a:pt x="23" y="32"/>
                      </a:cubicBezTo>
                      <a:cubicBezTo>
                        <a:pt x="23" y="30"/>
                        <a:pt x="24" y="29"/>
                        <a:pt x="24" y="28"/>
                      </a:cubicBezTo>
                      <a:cubicBezTo>
                        <a:pt x="27" y="31"/>
                        <a:pt x="27" y="31"/>
                        <a:pt x="27" y="31"/>
                      </a:cubicBezTo>
                      <a:cubicBezTo>
                        <a:pt x="30" y="30"/>
                        <a:pt x="30" y="30"/>
                        <a:pt x="30" y="30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5" y="18"/>
                        <a:pt x="35" y="18"/>
                        <a:pt x="35" y="18"/>
                      </a:cubicBezTo>
                      <a:cubicBezTo>
                        <a:pt x="35" y="7"/>
                        <a:pt x="35" y="7"/>
                        <a:pt x="35" y="7"/>
                      </a:cubicBezTo>
                      <a:cubicBezTo>
                        <a:pt x="35" y="0"/>
                        <a:pt x="35" y="0"/>
                        <a:pt x="35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lnTo>
                        <a:pt x="29" y="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16" name="Google Shape;1016;p41"/>
              <p:cNvSpPr/>
              <p:nvPr/>
            </p:nvSpPr>
            <p:spPr>
              <a:xfrm>
                <a:off x="6264464" y="2646558"/>
                <a:ext cx="309925" cy="199573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12" y="3"/>
                    </a:moveTo>
                    <a:cubicBezTo>
                      <a:pt x="12" y="3"/>
                      <a:pt x="12" y="3"/>
                      <a:pt x="12" y="3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0" y="55"/>
                      <a:pt x="10" y="55"/>
                      <a:pt x="10" y="55"/>
                    </a:cubicBezTo>
                    <a:cubicBezTo>
                      <a:pt x="11" y="55"/>
                      <a:pt x="11" y="55"/>
                      <a:pt x="11" y="55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70" y="62"/>
                      <a:pt x="70" y="62"/>
                      <a:pt x="70" y="6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5" y="73"/>
                      <a:pt x="65" y="73"/>
                      <a:pt x="65" y="73"/>
                    </a:cubicBezTo>
                    <a:cubicBezTo>
                      <a:pt x="72" y="82"/>
                      <a:pt x="72" y="82"/>
                      <a:pt x="72" y="82"/>
                    </a:cubicBezTo>
                    <a:cubicBezTo>
                      <a:pt x="73" y="83"/>
                      <a:pt x="73" y="83"/>
                      <a:pt x="73" y="83"/>
                    </a:cubicBezTo>
                    <a:cubicBezTo>
                      <a:pt x="73" y="83"/>
                      <a:pt x="73" y="84"/>
                      <a:pt x="74" y="84"/>
                    </a:cubicBezTo>
                    <a:cubicBezTo>
                      <a:pt x="74" y="83"/>
                      <a:pt x="74" y="83"/>
                      <a:pt x="74" y="83"/>
                    </a:cubicBezTo>
                    <a:cubicBezTo>
                      <a:pt x="82" y="73"/>
                      <a:pt x="82" y="73"/>
                      <a:pt x="82" y="73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9" y="77"/>
                      <a:pt x="89" y="77"/>
                      <a:pt x="89" y="77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96" y="84"/>
                      <a:pt x="96" y="84"/>
                      <a:pt x="96" y="84"/>
                    </a:cubicBezTo>
                    <a:cubicBezTo>
                      <a:pt x="90" y="87"/>
                      <a:pt x="90" y="87"/>
                      <a:pt x="90" y="87"/>
                    </a:cubicBezTo>
                    <a:cubicBezTo>
                      <a:pt x="90" y="90"/>
                      <a:pt x="90" y="90"/>
                      <a:pt x="90" y="90"/>
                    </a:cubicBezTo>
                    <a:cubicBezTo>
                      <a:pt x="98" y="90"/>
                      <a:pt x="98" y="90"/>
                      <a:pt x="98" y="90"/>
                    </a:cubicBezTo>
                    <a:cubicBezTo>
                      <a:pt x="102" y="93"/>
                      <a:pt x="102" y="93"/>
                      <a:pt x="102" y="93"/>
                    </a:cubicBezTo>
                    <a:cubicBezTo>
                      <a:pt x="102" y="100"/>
                      <a:pt x="102" y="100"/>
                      <a:pt x="102" y="100"/>
                    </a:cubicBezTo>
                    <a:cubicBezTo>
                      <a:pt x="105" y="101"/>
                      <a:pt x="105" y="101"/>
                      <a:pt x="105" y="101"/>
                    </a:cubicBezTo>
                    <a:cubicBezTo>
                      <a:pt x="114" y="95"/>
                      <a:pt x="114" y="95"/>
                      <a:pt x="114" y="95"/>
                    </a:cubicBezTo>
                    <a:cubicBezTo>
                      <a:pt x="125" y="92"/>
                      <a:pt x="125" y="92"/>
                      <a:pt x="125" y="92"/>
                    </a:cubicBezTo>
                    <a:cubicBezTo>
                      <a:pt x="125" y="87"/>
                      <a:pt x="125" y="87"/>
                      <a:pt x="125" y="87"/>
                    </a:cubicBezTo>
                    <a:cubicBezTo>
                      <a:pt x="119" y="87"/>
                      <a:pt x="119" y="87"/>
                      <a:pt x="119" y="87"/>
                    </a:cubicBezTo>
                    <a:cubicBezTo>
                      <a:pt x="116" y="88"/>
                      <a:pt x="116" y="88"/>
                      <a:pt x="116" y="88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6" y="76"/>
                      <a:pt x="106" y="76"/>
                      <a:pt x="106" y="76"/>
                    </a:cubicBezTo>
                    <a:cubicBezTo>
                      <a:pt x="111" y="77"/>
                      <a:pt x="119" y="76"/>
                      <a:pt x="129" y="71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56" y="40"/>
                      <a:pt x="156" y="40"/>
                      <a:pt x="156" y="40"/>
                    </a:cubicBezTo>
                    <a:cubicBezTo>
                      <a:pt x="143" y="29"/>
                      <a:pt x="143" y="29"/>
                      <a:pt x="143" y="29"/>
                    </a:cubicBezTo>
                    <a:cubicBezTo>
                      <a:pt x="135" y="31"/>
                      <a:pt x="135" y="31"/>
                      <a:pt x="135" y="31"/>
                    </a:cubicBezTo>
                    <a:cubicBezTo>
                      <a:pt x="133" y="24"/>
                      <a:pt x="133" y="24"/>
                      <a:pt x="133" y="24"/>
                    </a:cubicBezTo>
                    <a:cubicBezTo>
                      <a:pt x="124" y="22"/>
                      <a:pt x="124" y="22"/>
                      <a:pt x="124" y="22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98" y="15"/>
                      <a:pt x="98" y="15"/>
                      <a:pt x="98" y="15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41" y="10"/>
                      <a:pt x="41" y="10"/>
                      <a:pt x="41" y="10"/>
                    </a:cubicBez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993279" y="2756910"/>
                <a:ext cx="61046" cy="42262"/>
              </a:xfrm>
              <a:custGeom>
                <a:avLst/>
                <a:gdLst/>
                <a:ahLst/>
                <a:cxnLst/>
                <a:rect l="l" t="t" r="r" b="b"/>
                <a:pathLst>
                  <a:path w="52" h="36" extrusionOk="0">
                    <a:moveTo>
                      <a:pt x="11" y="2"/>
                    </a:moveTo>
                    <a:lnTo>
                      <a:pt x="0" y="16"/>
                    </a:lnTo>
                    <a:lnTo>
                      <a:pt x="6" y="21"/>
                    </a:lnTo>
                    <a:lnTo>
                      <a:pt x="6" y="36"/>
                    </a:lnTo>
                    <a:lnTo>
                      <a:pt x="42" y="32"/>
                    </a:lnTo>
                    <a:lnTo>
                      <a:pt x="52" y="19"/>
                    </a:lnTo>
                    <a:lnTo>
                      <a:pt x="49" y="10"/>
                    </a:lnTo>
                    <a:lnTo>
                      <a:pt x="47" y="0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18" name="Google Shape;1018;p41"/>
              <p:cNvGrpSpPr/>
              <p:nvPr/>
            </p:nvGrpSpPr>
            <p:grpSpPr>
              <a:xfrm>
                <a:off x="6074285" y="2141754"/>
                <a:ext cx="226573" cy="422624"/>
                <a:chOff x="4427537" y="1792288"/>
                <a:chExt cx="306387" cy="571500"/>
              </a:xfrm>
            </p:grpSpPr>
            <p:sp>
              <p:nvSpPr>
                <p:cNvPr id="1019" name="Google Shape;1019;p41"/>
                <p:cNvSpPr/>
                <p:nvPr/>
              </p:nvSpPr>
              <p:spPr>
                <a:xfrm>
                  <a:off x="4594225" y="2247900"/>
                  <a:ext cx="36512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34" extrusionOk="0">
                      <a:moveTo>
                        <a:pt x="23" y="9"/>
                      </a:moveTo>
                      <a:lnTo>
                        <a:pt x="18" y="14"/>
                      </a:lnTo>
                      <a:lnTo>
                        <a:pt x="13" y="26"/>
                      </a:lnTo>
                      <a:lnTo>
                        <a:pt x="0" y="34"/>
                      </a:lnTo>
                      <a:lnTo>
                        <a:pt x="0" y="14"/>
                      </a:lnTo>
                      <a:lnTo>
                        <a:pt x="22" y="0"/>
                      </a:lnTo>
                      <a:lnTo>
                        <a:pt x="23" y="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0" name="Google Shape;1020;p41"/>
                <p:cNvSpPr/>
                <p:nvPr/>
              </p:nvSpPr>
              <p:spPr>
                <a:xfrm>
                  <a:off x="4427537" y="1792288"/>
                  <a:ext cx="306387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213" extrusionOk="0">
                      <a:moveTo>
                        <a:pt x="96" y="2"/>
                      </a:move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4" y="9"/>
                        <a:pt x="84" y="9"/>
                        <a:pt x="84" y="9"/>
                      </a:cubicBezTo>
                      <a:cubicBezTo>
                        <a:pt x="71" y="11"/>
                        <a:pt x="71" y="11"/>
                        <a:pt x="71" y="11"/>
                      </a:cubicBezTo>
                      <a:cubicBezTo>
                        <a:pt x="67" y="22"/>
                        <a:pt x="67" y="22"/>
                        <a:pt x="67" y="22"/>
                      </a:cubicBezTo>
                      <a:cubicBezTo>
                        <a:pt x="57" y="23"/>
                        <a:pt x="57" y="23"/>
                        <a:pt x="57" y="23"/>
                      </a:cubicBezTo>
                      <a:cubicBezTo>
                        <a:pt x="51" y="31"/>
                        <a:pt x="45" y="38"/>
                        <a:pt x="38" y="45"/>
                      </a:cubicBezTo>
                      <a:cubicBezTo>
                        <a:pt x="35" y="48"/>
                        <a:pt x="33" y="50"/>
                        <a:pt x="30" y="52"/>
                      </a:cubicBezTo>
                      <a:cubicBezTo>
                        <a:pt x="36" y="57"/>
                        <a:pt x="36" y="57"/>
                        <a:pt x="36" y="57"/>
                      </a:cubicBezTo>
                      <a:cubicBezTo>
                        <a:pt x="24" y="73"/>
                        <a:pt x="24" y="73"/>
                        <a:pt x="24" y="73"/>
                      </a:cubicBezTo>
                      <a:cubicBezTo>
                        <a:pt x="16" y="76"/>
                        <a:pt x="16" y="76"/>
                        <a:pt x="16" y="76"/>
                      </a:cubicBezTo>
                      <a:cubicBezTo>
                        <a:pt x="11" y="83"/>
                        <a:pt x="11" y="83"/>
                        <a:pt x="11" y="83"/>
                      </a:cubicBezTo>
                      <a:cubicBezTo>
                        <a:pt x="14" y="120"/>
                        <a:pt x="14" y="120"/>
                        <a:pt x="14" y="120"/>
                      </a:cubicBezTo>
                      <a:cubicBezTo>
                        <a:pt x="10" y="125"/>
                        <a:pt x="10" y="125"/>
                        <a:pt x="10" y="125"/>
                      </a:cubicBezTo>
                      <a:cubicBezTo>
                        <a:pt x="12" y="137"/>
                        <a:pt x="12" y="137"/>
                        <a:pt x="12" y="137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1" y="158"/>
                        <a:pt x="1" y="159"/>
                        <a:pt x="2" y="160"/>
                      </a:cubicBezTo>
                      <a:cubicBezTo>
                        <a:pt x="2" y="170"/>
                        <a:pt x="2" y="170"/>
                        <a:pt x="2" y="170"/>
                      </a:cubicBezTo>
                      <a:cubicBezTo>
                        <a:pt x="6" y="174"/>
                        <a:pt x="6" y="174"/>
                        <a:pt x="6" y="174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15" y="196"/>
                        <a:pt x="15" y="196"/>
                        <a:pt x="15" y="196"/>
                      </a:cubicBezTo>
                      <a:cubicBezTo>
                        <a:pt x="13" y="201"/>
                        <a:pt x="13" y="201"/>
                        <a:pt x="13" y="201"/>
                      </a:cubicBezTo>
                      <a:cubicBezTo>
                        <a:pt x="16" y="213"/>
                        <a:pt x="16" y="213"/>
                        <a:pt x="16" y="213"/>
                      </a:cubicBezTo>
                      <a:cubicBezTo>
                        <a:pt x="27" y="213"/>
                        <a:pt x="27" y="213"/>
                        <a:pt x="27" y="213"/>
                      </a:cubicBezTo>
                      <a:cubicBezTo>
                        <a:pt x="27" y="207"/>
                        <a:pt x="27" y="207"/>
                        <a:pt x="27" y="207"/>
                      </a:cubicBezTo>
                      <a:cubicBezTo>
                        <a:pt x="33" y="202"/>
                        <a:pt x="33" y="202"/>
                        <a:pt x="33" y="202"/>
                      </a:cubicBezTo>
                      <a:cubicBezTo>
                        <a:pt x="42" y="203"/>
                        <a:pt x="42" y="203"/>
                        <a:pt x="42" y="203"/>
                      </a:cubicBezTo>
                      <a:cubicBezTo>
                        <a:pt x="55" y="164"/>
                        <a:pt x="55" y="164"/>
                        <a:pt x="55" y="164"/>
                      </a:cubicBezTo>
                      <a:cubicBezTo>
                        <a:pt x="60" y="166"/>
                        <a:pt x="60" y="166"/>
                        <a:pt x="60" y="166"/>
                      </a:cubicBezTo>
                      <a:cubicBezTo>
                        <a:pt x="66" y="160"/>
                        <a:pt x="66" y="160"/>
                        <a:pt x="66" y="160"/>
                      </a:cubicBezTo>
                      <a:cubicBezTo>
                        <a:pt x="63" y="154"/>
                        <a:pt x="63" y="154"/>
                        <a:pt x="63" y="154"/>
                      </a:cubicBezTo>
                      <a:cubicBezTo>
                        <a:pt x="70" y="151"/>
                        <a:pt x="70" y="151"/>
                        <a:pt x="70" y="151"/>
                      </a:cubicBezTo>
                      <a:cubicBezTo>
                        <a:pt x="71" y="146"/>
                        <a:pt x="71" y="146"/>
                        <a:pt x="71" y="146"/>
                      </a:cubicBezTo>
                      <a:cubicBezTo>
                        <a:pt x="62" y="134"/>
                        <a:pt x="62" y="134"/>
                        <a:pt x="62" y="134"/>
                      </a:cubicBezTo>
                      <a:cubicBezTo>
                        <a:pt x="57" y="131"/>
                        <a:pt x="57" y="131"/>
                        <a:pt x="57" y="131"/>
                      </a:cubicBezTo>
                      <a:cubicBezTo>
                        <a:pt x="61" y="122"/>
                        <a:pt x="66" y="112"/>
                        <a:pt x="72" y="103"/>
                      </a:cubicBezTo>
                      <a:cubicBezTo>
                        <a:pt x="77" y="95"/>
                        <a:pt x="84" y="88"/>
                        <a:pt x="91" y="81"/>
                      </a:cubicBezTo>
                      <a:cubicBezTo>
                        <a:pt x="88" y="72"/>
                        <a:pt x="88" y="72"/>
                        <a:pt x="88" y="72"/>
                      </a:cubicBezTo>
                      <a:cubicBezTo>
                        <a:pt x="93" y="66"/>
                        <a:pt x="97" y="59"/>
                        <a:pt x="100" y="53"/>
                      </a:cubicBezTo>
                      <a:cubicBezTo>
                        <a:pt x="111" y="53"/>
                        <a:pt x="111" y="53"/>
                        <a:pt x="111" y="53"/>
                      </a:cubicBezTo>
                      <a:cubicBezTo>
                        <a:pt x="114" y="55"/>
                        <a:pt x="114" y="55"/>
                        <a:pt x="114" y="55"/>
                      </a:cubicBezTo>
                      <a:cubicBezTo>
                        <a:pt x="108" y="12"/>
                        <a:pt x="108" y="12"/>
                        <a:pt x="108" y="12"/>
                      </a:cubicBezTo>
                      <a:lnTo>
                        <a:pt x="96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21" name="Google Shape;1021;p41"/>
              <p:cNvSpPr/>
              <p:nvPr/>
            </p:nvSpPr>
            <p:spPr>
              <a:xfrm>
                <a:off x="6114197" y="2775693"/>
                <a:ext cx="58698" cy="35219"/>
              </a:xfrm>
              <a:custGeom>
                <a:avLst/>
                <a:gdLst/>
                <a:ahLst/>
                <a:cxnLst/>
                <a:rect l="l" t="t" r="r" b="b"/>
                <a:pathLst>
                  <a:path w="50" h="30" extrusionOk="0">
                    <a:moveTo>
                      <a:pt x="5" y="5"/>
                    </a:moveTo>
                    <a:lnTo>
                      <a:pt x="0" y="30"/>
                    </a:lnTo>
                    <a:lnTo>
                      <a:pt x="20" y="21"/>
                    </a:lnTo>
                    <a:lnTo>
                      <a:pt x="37" y="27"/>
                    </a:lnTo>
                    <a:lnTo>
                      <a:pt x="50" y="16"/>
                    </a:lnTo>
                    <a:lnTo>
                      <a:pt x="37" y="0"/>
                    </a:ln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6172894" y="2713473"/>
                <a:ext cx="99786" cy="43437"/>
              </a:xfrm>
              <a:custGeom>
                <a:avLst/>
                <a:gdLst/>
                <a:ahLst/>
                <a:cxnLst/>
                <a:rect l="l" t="t" r="r" b="b"/>
                <a:pathLst>
                  <a:path w="50" h="22" extrusionOk="0">
                    <a:moveTo>
                      <a:pt x="32" y="14"/>
                    </a:moveTo>
                    <a:cubicBezTo>
                      <a:pt x="46" y="15"/>
                      <a:pt x="46" y="15"/>
                      <a:pt x="46" y="1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38" y="3"/>
                      <a:pt x="26" y="2"/>
                      <a:pt x="1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32" y="1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8365847" y="2601947"/>
                <a:ext cx="51654" cy="217183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9" y="0"/>
                    </a:moveTo>
                    <a:cubicBezTo>
                      <a:pt x="12" y="1"/>
                      <a:pt x="12" y="1"/>
                      <a:pt x="12" y="1"/>
                    </a:cubicBezTo>
                    <a:cubicBezTo>
                      <a:pt x="13" y="4"/>
                      <a:pt x="14" y="8"/>
                      <a:pt x="14" y="11"/>
                    </a:cubicBezTo>
                    <a:cubicBezTo>
                      <a:pt x="15" y="22"/>
                      <a:pt x="17" y="34"/>
                      <a:pt x="19" y="45"/>
                    </a:cubicBezTo>
                    <a:cubicBezTo>
                      <a:pt x="20" y="53"/>
                      <a:pt x="23" y="62"/>
                      <a:pt x="26" y="71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1" y="67"/>
                      <a:pt x="18" y="62"/>
                      <a:pt x="14" y="5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11" y="85"/>
                      <a:pt x="12" y="89"/>
                      <a:pt x="13" y="93"/>
                    </a:cubicBezTo>
                    <a:cubicBezTo>
                      <a:pt x="14" y="98"/>
                      <a:pt x="14" y="103"/>
                      <a:pt x="14" y="109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8" y="99"/>
                      <a:pt x="8" y="101"/>
                      <a:pt x="6" y="103"/>
                    </a:cubicBezTo>
                    <a:cubicBezTo>
                      <a:pt x="5" y="104"/>
                      <a:pt x="3" y="106"/>
                      <a:pt x="2" y="107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1" y="69"/>
                      <a:pt x="1" y="69"/>
                      <a:pt x="1" y="69"/>
                    </a:cubicBezTo>
                    <a:cubicBezTo>
                      <a:pt x="2" y="64"/>
                      <a:pt x="3" y="58"/>
                      <a:pt x="3" y="53"/>
                    </a:cubicBezTo>
                    <a:cubicBezTo>
                      <a:pt x="3" y="44"/>
                      <a:pt x="3" y="35"/>
                      <a:pt x="2" y="26"/>
                    </a:cubicBezTo>
                    <a:cubicBezTo>
                      <a:pt x="2" y="20"/>
                      <a:pt x="2" y="13"/>
                      <a:pt x="2" y="6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6229245" y="2566729"/>
                <a:ext cx="39915" cy="23479"/>
              </a:xfrm>
              <a:custGeom>
                <a:avLst/>
                <a:gdLst/>
                <a:ahLst/>
                <a:cxnLst/>
                <a:rect l="l" t="t" r="r" b="b"/>
                <a:pathLst>
                  <a:path w="20" h="12" extrusionOk="0">
                    <a:moveTo>
                      <a:pt x="19" y="12"/>
                    </a:moveTo>
                    <a:cubicBezTo>
                      <a:pt x="20" y="1"/>
                      <a:pt x="20" y="1"/>
                      <a:pt x="20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1"/>
                      <a:pt x="7" y="3"/>
                      <a:pt x="7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1"/>
                      <a:pt x="4" y="11"/>
                      <a:pt x="4" y="11"/>
                    </a:cubicBez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25" name="Google Shape;1025;p41"/>
              <p:cNvGrpSpPr/>
              <p:nvPr/>
            </p:nvGrpSpPr>
            <p:grpSpPr>
              <a:xfrm>
                <a:off x="6364246" y="1811872"/>
                <a:ext cx="2891454" cy="1111737"/>
                <a:chOff x="4819650" y="1346200"/>
                <a:chExt cx="3910012" cy="1503364"/>
              </a:xfrm>
            </p:grpSpPr>
            <p:sp>
              <p:nvSpPr>
                <p:cNvPr id="1026" name="Google Shape;1026;p41"/>
                <p:cNvSpPr/>
                <p:nvPr/>
              </p:nvSpPr>
              <p:spPr>
                <a:xfrm>
                  <a:off x="7526337" y="2414588"/>
                  <a:ext cx="69850" cy="293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09" extrusionOk="0">
                      <a:moveTo>
                        <a:pt x="9" y="0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4"/>
                        <a:pt x="14" y="8"/>
                        <a:pt x="14" y="11"/>
                      </a:cubicBezTo>
                      <a:cubicBezTo>
                        <a:pt x="15" y="22"/>
                        <a:pt x="17" y="34"/>
                        <a:pt x="19" y="45"/>
                      </a:cubicBezTo>
                      <a:cubicBezTo>
                        <a:pt x="20" y="53"/>
                        <a:pt x="23" y="62"/>
                        <a:pt x="26" y="71"/>
                      </a:cubicBezTo>
                      <a:cubicBezTo>
                        <a:pt x="25" y="71"/>
                        <a:pt x="25" y="71"/>
                        <a:pt x="25" y="71"/>
                      </a:cubicBezTo>
                      <a:cubicBezTo>
                        <a:pt x="21" y="67"/>
                        <a:pt x="18" y="62"/>
                        <a:pt x="14" y="58"/>
                      </a:cubicBezTo>
                      <a:cubicBezTo>
                        <a:pt x="8" y="82"/>
                        <a:pt x="8" y="82"/>
                        <a:pt x="8" y="82"/>
                      </a:cubicBezTo>
                      <a:cubicBezTo>
                        <a:pt x="11" y="85"/>
                        <a:pt x="12" y="89"/>
                        <a:pt x="13" y="93"/>
                      </a:cubicBezTo>
                      <a:cubicBezTo>
                        <a:pt x="14" y="98"/>
                        <a:pt x="14" y="103"/>
                        <a:pt x="14" y="109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2" y="101"/>
                        <a:pt x="12" y="101"/>
                        <a:pt x="12" y="101"/>
                      </a:cubicBezTo>
                      <a:cubicBezTo>
                        <a:pt x="10" y="97"/>
                        <a:pt x="10" y="97"/>
                        <a:pt x="10" y="97"/>
                      </a:cubicBezTo>
                      <a:cubicBezTo>
                        <a:pt x="8" y="99"/>
                        <a:pt x="8" y="101"/>
                        <a:pt x="6" y="103"/>
                      </a:cubicBezTo>
                      <a:cubicBezTo>
                        <a:pt x="5" y="104"/>
                        <a:pt x="3" y="106"/>
                        <a:pt x="2" y="107"/>
                      </a:cubicBezTo>
                      <a:cubicBezTo>
                        <a:pt x="0" y="103"/>
                        <a:pt x="0" y="103"/>
                        <a:pt x="0" y="103"/>
                      </a:cubicBezTo>
                      <a:cubicBezTo>
                        <a:pt x="3" y="96"/>
                        <a:pt x="3" y="96"/>
                        <a:pt x="3" y="96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5" y="79"/>
                        <a:pt x="5" y="79"/>
                        <a:pt x="5" y="79"/>
                      </a:cubicBezTo>
                      <a:cubicBezTo>
                        <a:pt x="1" y="69"/>
                        <a:pt x="1" y="69"/>
                        <a:pt x="1" y="69"/>
                      </a:cubicBezTo>
                      <a:cubicBezTo>
                        <a:pt x="2" y="64"/>
                        <a:pt x="3" y="58"/>
                        <a:pt x="3" y="53"/>
                      </a:cubicBezTo>
                      <a:cubicBezTo>
                        <a:pt x="3" y="44"/>
                        <a:pt x="3" y="35"/>
                        <a:pt x="2" y="26"/>
                      </a:cubicBezTo>
                      <a:cubicBezTo>
                        <a:pt x="2" y="20"/>
                        <a:pt x="2" y="13"/>
                        <a:pt x="2" y="6"/>
                      </a:cubicBezTo>
                      <a:cubicBezTo>
                        <a:pt x="9" y="0"/>
                        <a:pt x="9" y="0"/>
                        <a:pt x="9" y="0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7" name="Google Shape;1027;p41"/>
                <p:cNvSpPr/>
                <p:nvPr/>
              </p:nvSpPr>
              <p:spPr>
                <a:xfrm>
                  <a:off x="5895975" y="1622425"/>
                  <a:ext cx="381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16" extrusionOk="0">
                      <a:moveTo>
                        <a:pt x="24" y="2"/>
                      </a:moveTo>
                      <a:lnTo>
                        <a:pt x="17" y="16"/>
                      </a:lnTo>
                      <a:lnTo>
                        <a:pt x="0" y="14"/>
                      </a:lnTo>
                      <a:lnTo>
                        <a:pt x="7" y="0"/>
                      </a:lnTo>
                      <a:lnTo>
                        <a:pt x="24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8" name="Google Shape;1028;p41"/>
                <p:cNvSpPr/>
                <p:nvPr/>
              </p:nvSpPr>
              <p:spPr>
                <a:xfrm>
                  <a:off x="5335587" y="1778000"/>
                  <a:ext cx="44450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" extrusionOk="0">
                      <a:moveTo>
                        <a:pt x="28" y="9"/>
                      </a:moveTo>
                      <a:lnTo>
                        <a:pt x="23" y="16"/>
                      </a:lnTo>
                      <a:lnTo>
                        <a:pt x="8" y="19"/>
                      </a:lnTo>
                      <a:lnTo>
                        <a:pt x="0" y="14"/>
                      </a:lnTo>
                      <a:lnTo>
                        <a:pt x="8" y="2"/>
                      </a:lnTo>
                      <a:lnTo>
                        <a:pt x="25" y="0"/>
                      </a:lnTo>
                      <a:lnTo>
                        <a:pt x="28" y="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9" name="Google Shape;1029;p41"/>
                <p:cNvSpPr/>
                <p:nvPr/>
              </p:nvSpPr>
              <p:spPr>
                <a:xfrm>
                  <a:off x="4819650" y="1473200"/>
                  <a:ext cx="3852864" cy="1376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" h="513" extrusionOk="0">
                      <a:moveTo>
                        <a:pt x="1430" y="168"/>
                      </a:moveTo>
                      <a:cubicBezTo>
                        <a:pt x="1403" y="152"/>
                        <a:pt x="1403" y="152"/>
                        <a:pt x="1403" y="152"/>
                      </a:cubicBezTo>
                      <a:cubicBezTo>
                        <a:pt x="1400" y="154"/>
                        <a:pt x="1400" y="154"/>
                        <a:pt x="1400" y="154"/>
                      </a:cubicBezTo>
                      <a:cubicBezTo>
                        <a:pt x="1403" y="159"/>
                        <a:pt x="1403" y="159"/>
                        <a:pt x="1403" y="159"/>
                      </a:cubicBezTo>
                      <a:cubicBezTo>
                        <a:pt x="1400" y="165"/>
                        <a:pt x="1400" y="165"/>
                        <a:pt x="1400" y="165"/>
                      </a:cubicBezTo>
                      <a:cubicBezTo>
                        <a:pt x="1405" y="175"/>
                        <a:pt x="1405" y="175"/>
                        <a:pt x="1405" y="175"/>
                      </a:cubicBezTo>
                      <a:cubicBezTo>
                        <a:pt x="1401" y="176"/>
                        <a:pt x="1401" y="176"/>
                        <a:pt x="1401" y="176"/>
                      </a:cubicBezTo>
                      <a:cubicBezTo>
                        <a:pt x="1387" y="161"/>
                        <a:pt x="1387" y="161"/>
                        <a:pt x="1387" y="161"/>
                      </a:cubicBezTo>
                      <a:cubicBezTo>
                        <a:pt x="1376" y="130"/>
                        <a:pt x="1376" y="130"/>
                        <a:pt x="1376" y="130"/>
                      </a:cubicBezTo>
                      <a:cubicBezTo>
                        <a:pt x="1364" y="123"/>
                        <a:pt x="1364" y="123"/>
                        <a:pt x="1364" y="123"/>
                      </a:cubicBezTo>
                      <a:cubicBezTo>
                        <a:pt x="1355" y="113"/>
                        <a:pt x="1355" y="113"/>
                        <a:pt x="1355" y="113"/>
                      </a:cubicBezTo>
                      <a:cubicBezTo>
                        <a:pt x="1341" y="111"/>
                        <a:pt x="1341" y="111"/>
                        <a:pt x="1341" y="111"/>
                      </a:cubicBezTo>
                      <a:cubicBezTo>
                        <a:pt x="1319" y="104"/>
                        <a:pt x="1319" y="104"/>
                        <a:pt x="1319" y="104"/>
                      </a:cubicBezTo>
                      <a:cubicBezTo>
                        <a:pt x="1309" y="106"/>
                        <a:pt x="1309" y="106"/>
                        <a:pt x="1309" y="106"/>
                      </a:cubicBezTo>
                      <a:cubicBezTo>
                        <a:pt x="1297" y="104"/>
                        <a:pt x="1297" y="104"/>
                        <a:pt x="1297" y="104"/>
                      </a:cubicBezTo>
                      <a:cubicBezTo>
                        <a:pt x="1278" y="96"/>
                        <a:pt x="1278" y="96"/>
                        <a:pt x="1278" y="96"/>
                      </a:cubicBezTo>
                      <a:cubicBezTo>
                        <a:pt x="1272" y="98"/>
                        <a:pt x="1272" y="98"/>
                        <a:pt x="1272" y="98"/>
                      </a:cubicBezTo>
                      <a:cubicBezTo>
                        <a:pt x="1261" y="96"/>
                        <a:pt x="1261" y="96"/>
                        <a:pt x="1261" y="96"/>
                      </a:cubicBezTo>
                      <a:cubicBezTo>
                        <a:pt x="1252" y="96"/>
                        <a:pt x="1252" y="96"/>
                        <a:pt x="1252" y="96"/>
                      </a:cubicBezTo>
                      <a:cubicBezTo>
                        <a:pt x="1246" y="93"/>
                        <a:pt x="1246" y="93"/>
                        <a:pt x="1246" y="93"/>
                      </a:cubicBezTo>
                      <a:cubicBezTo>
                        <a:pt x="1237" y="93"/>
                        <a:pt x="1237" y="93"/>
                        <a:pt x="1237" y="93"/>
                      </a:cubicBezTo>
                      <a:cubicBezTo>
                        <a:pt x="1248" y="108"/>
                        <a:pt x="1248" y="108"/>
                        <a:pt x="1248" y="108"/>
                      </a:cubicBezTo>
                      <a:cubicBezTo>
                        <a:pt x="1248" y="120"/>
                        <a:pt x="1248" y="120"/>
                        <a:pt x="1248" y="120"/>
                      </a:cubicBezTo>
                      <a:cubicBezTo>
                        <a:pt x="1238" y="121"/>
                        <a:pt x="1238" y="121"/>
                        <a:pt x="1238" y="121"/>
                      </a:cubicBezTo>
                      <a:cubicBezTo>
                        <a:pt x="1234" y="118"/>
                        <a:pt x="1234" y="118"/>
                        <a:pt x="1234" y="118"/>
                      </a:cubicBezTo>
                      <a:cubicBezTo>
                        <a:pt x="1231" y="117"/>
                        <a:pt x="1231" y="117"/>
                        <a:pt x="1231" y="117"/>
                      </a:cubicBezTo>
                      <a:cubicBezTo>
                        <a:pt x="1230" y="114"/>
                        <a:pt x="1230" y="114"/>
                        <a:pt x="1230" y="114"/>
                      </a:cubicBezTo>
                      <a:cubicBezTo>
                        <a:pt x="1225" y="114"/>
                        <a:pt x="1225" y="114"/>
                        <a:pt x="1225" y="114"/>
                      </a:cubicBezTo>
                      <a:cubicBezTo>
                        <a:pt x="1216" y="105"/>
                        <a:pt x="1216" y="105"/>
                        <a:pt x="1216" y="105"/>
                      </a:cubicBezTo>
                      <a:cubicBezTo>
                        <a:pt x="1202" y="107"/>
                        <a:pt x="1202" y="107"/>
                        <a:pt x="1202" y="107"/>
                      </a:cubicBezTo>
                      <a:cubicBezTo>
                        <a:pt x="1184" y="105"/>
                        <a:pt x="1184" y="105"/>
                        <a:pt x="1184" y="105"/>
                      </a:cubicBezTo>
                      <a:cubicBezTo>
                        <a:pt x="1167" y="109"/>
                        <a:pt x="1167" y="109"/>
                        <a:pt x="1167" y="109"/>
                      </a:cubicBezTo>
                      <a:cubicBezTo>
                        <a:pt x="1166" y="120"/>
                        <a:pt x="1166" y="120"/>
                        <a:pt x="1166" y="120"/>
                      </a:cubicBezTo>
                      <a:cubicBezTo>
                        <a:pt x="1162" y="119"/>
                        <a:pt x="1162" y="119"/>
                        <a:pt x="1162" y="119"/>
                      </a:cubicBezTo>
                      <a:cubicBezTo>
                        <a:pt x="1156" y="111"/>
                        <a:pt x="1156" y="111"/>
                        <a:pt x="1156" y="111"/>
                      </a:cubicBezTo>
                      <a:cubicBezTo>
                        <a:pt x="1141" y="106"/>
                        <a:pt x="1141" y="106"/>
                        <a:pt x="1141" y="106"/>
                      </a:cubicBezTo>
                      <a:cubicBezTo>
                        <a:pt x="1141" y="99"/>
                        <a:pt x="1141" y="99"/>
                        <a:pt x="1141" y="99"/>
                      </a:cubicBezTo>
                      <a:cubicBezTo>
                        <a:pt x="1131" y="83"/>
                        <a:pt x="1131" y="83"/>
                        <a:pt x="1131" y="83"/>
                      </a:cubicBezTo>
                      <a:cubicBezTo>
                        <a:pt x="1114" y="82"/>
                        <a:pt x="1114" y="82"/>
                        <a:pt x="1114" y="82"/>
                      </a:cubicBezTo>
                      <a:cubicBezTo>
                        <a:pt x="1098" y="86"/>
                        <a:pt x="1098" y="86"/>
                        <a:pt x="1098" y="86"/>
                      </a:cubicBezTo>
                      <a:cubicBezTo>
                        <a:pt x="1083" y="85"/>
                        <a:pt x="1083" y="85"/>
                        <a:pt x="1083" y="85"/>
                      </a:cubicBezTo>
                      <a:cubicBezTo>
                        <a:pt x="1072" y="87"/>
                        <a:pt x="1072" y="87"/>
                        <a:pt x="1072" y="87"/>
                      </a:cubicBezTo>
                      <a:cubicBezTo>
                        <a:pt x="1063" y="85"/>
                        <a:pt x="1063" y="85"/>
                        <a:pt x="1063" y="85"/>
                      </a:cubicBezTo>
                      <a:cubicBezTo>
                        <a:pt x="1060" y="82"/>
                        <a:pt x="1060" y="82"/>
                        <a:pt x="1060" y="82"/>
                      </a:cubicBezTo>
                      <a:cubicBezTo>
                        <a:pt x="1048" y="78"/>
                        <a:pt x="1048" y="78"/>
                        <a:pt x="1048" y="78"/>
                      </a:cubicBezTo>
                      <a:cubicBezTo>
                        <a:pt x="1050" y="73"/>
                        <a:pt x="1050" y="73"/>
                        <a:pt x="1050" y="73"/>
                      </a:cubicBezTo>
                      <a:cubicBezTo>
                        <a:pt x="1048" y="71"/>
                        <a:pt x="1048" y="71"/>
                        <a:pt x="1048" y="71"/>
                      </a:cubicBezTo>
                      <a:cubicBezTo>
                        <a:pt x="1048" y="65"/>
                        <a:pt x="1048" y="65"/>
                        <a:pt x="1048" y="65"/>
                      </a:cubicBezTo>
                      <a:cubicBezTo>
                        <a:pt x="1025" y="65"/>
                        <a:pt x="1025" y="65"/>
                        <a:pt x="1025" y="65"/>
                      </a:cubicBezTo>
                      <a:cubicBezTo>
                        <a:pt x="1019" y="74"/>
                        <a:pt x="1019" y="74"/>
                        <a:pt x="1019" y="74"/>
                      </a:cubicBezTo>
                      <a:cubicBezTo>
                        <a:pt x="1014" y="74"/>
                        <a:pt x="1014" y="74"/>
                        <a:pt x="1014" y="74"/>
                      </a:cubicBezTo>
                      <a:cubicBezTo>
                        <a:pt x="1017" y="70"/>
                        <a:pt x="1017" y="70"/>
                        <a:pt x="1017" y="70"/>
                      </a:cubicBezTo>
                      <a:cubicBezTo>
                        <a:pt x="1014" y="67"/>
                        <a:pt x="1014" y="67"/>
                        <a:pt x="1014" y="67"/>
                      </a:cubicBezTo>
                      <a:cubicBezTo>
                        <a:pt x="1005" y="71"/>
                        <a:pt x="1005" y="71"/>
                        <a:pt x="1005" y="71"/>
                      </a:cubicBezTo>
                      <a:cubicBezTo>
                        <a:pt x="1000" y="67"/>
                        <a:pt x="1000" y="67"/>
                        <a:pt x="1000" y="67"/>
                      </a:cubicBezTo>
                      <a:cubicBezTo>
                        <a:pt x="1008" y="65"/>
                        <a:pt x="1008" y="65"/>
                        <a:pt x="1008" y="65"/>
                      </a:cubicBezTo>
                      <a:cubicBezTo>
                        <a:pt x="1008" y="64"/>
                        <a:pt x="1008" y="64"/>
                        <a:pt x="1008" y="64"/>
                      </a:cubicBezTo>
                      <a:cubicBezTo>
                        <a:pt x="980" y="65"/>
                        <a:pt x="980" y="65"/>
                        <a:pt x="980" y="65"/>
                      </a:cubicBezTo>
                      <a:cubicBezTo>
                        <a:pt x="968" y="70"/>
                        <a:pt x="968" y="70"/>
                        <a:pt x="968" y="70"/>
                      </a:cubicBezTo>
                      <a:cubicBezTo>
                        <a:pt x="968" y="73"/>
                        <a:pt x="968" y="73"/>
                        <a:pt x="968" y="73"/>
                      </a:cubicBezTo>
                      <a:cubicBezTo>
                        <a:pt x="978" y="84"/>
                        <a:pt x="978" y="84"/>
                        <a:pt x="978" y="84"/>
                      </a:cubicBezTo>
                      <a:cubicBezTo>
                        <a:pt x="976" y="87"/>
                        <a:pt x="976" y="87"/>
                        <a:pt x="976" y="87"/>
                      </a:cubicBezTo>
                      <a:cubicBezTo>
                        <a:pt x="952" y="80"/>
                        <a:pt x="952" y="80"/>
                        <a:pt x="952" y="80"/>
                      </a:cubicBezTo>
                      <a:cubicBezTo>
                        <a:pt x="941" y="83"/>
                        <a:pt x="941" y="83"/>
                        <a:pt x="941" y="83"/>
                      </a:cubicBezTo>
                      <a:cubicBezTo>
                        <a:pt x="938" y="86"/>
                        <a:pt x="938" y="86"/>
                        <a:pt x="938" y="86"/>
                      </a:cubicBezTo>
                      <a:cubicBezTo>
                        <a:pt x="924" y="85"/>
                        <a:pt x="924" y="85"/>
                        <a:pt x="924" y="85"/>
                      </a:cubicBezTo>
                      <a:cubicBezTo>
                        <a:pt x="922" y="81"/>
                        <a:pt x="922" y="81"/>
                        <a:pt x="922" y="81"/>
                      </a:cubicBezTo>
                      <a:cubicBezTo>
                        <a:pt x="915" y="80"/>
                        <a:pt x="915" y="80"/>
                        <a:pt x="915" y="80"/>
                      </a:cubicBezTo>
                      <a:cubicBezTo>
                        <a:pt x="915" y="89"/>
                        <a:pt x="915" y="89"/>
                        <a:pt x="915" y="89"/>
                      </a:cubicBezTo>
                      <a:cubicBezTo>
                        <a:pt x="910" y="96"/>
                        <a:pt x="910" y="96"/>
                        <a:pt x="910" y="96"/>
                      </a:cubicBezTo>
                      <a:cubicBezTo>
                        <a:pt x="908" y="100"/>
                        <a:pt x="908" y="100"/>
                        <a:pt x="908" y="100"/>
                      </a:cubicBezTo>
                      <a:cubicBezTo>
                        <a:pt x="905" y="96"/>
                        <a:pt x="905" y="96"/>
                        <a:pt x="905" y="96"/>
                      </a:cubicBezTo>
                      <a:cubicBezTo>
                        <a:pt x="891" y="87"/>
                        <a:pt x="891" y="87"/>
                        <a:pt x="891" y="87"/>
                      </a:cubicBezTo>
                      <a:cubicBezTo>
                        <a:pt x="876" y="81"/>
                        <a:pt x="876" y="81"/>
                        <a:pt x="876" y="81"/>
                      </a:cubicBezTo>
                      <a:cubicBezTo>
                        <a:pt x="877" y="76"/>
                        <a:pt x="877" y="76"/>
                        <a:pt x="877" y="76"/>
                      </a:cubicBezTo>
                      <a:cubicBezTo>
                        <a:pt x="872" y="70"/>
                        <a:pt x="872" y="70"/>
                        <a:pt x="872" y="70"/>
                      </a:cubicBezTo>
                      <a:cubicBezTo>
                        <a:pt x="873" y="63"/>
                        <a:pt x="873" y="63"/>
                        <a:pt x="873" y="63"/>
                      </a:cubicBezTo>
                      <a:cubicBezTo>
                        <a:pt x="858" y="56"/>
                        <a:pt x="858" y="56"/>
                        <a:pt x="858" y="56"/>
                      </a:cubicBezTo>
                      <a:cubicBezTo>
                        <a:pt x="848" y="55"/>
                        <a:pt x="848" y="55"/>
                        <a:pt x="848" y="55"/>
                      </a:cubicBezTo>
                      <a:cubicBezTo>
                        <a:pt x="840" y="53"/>
                        <a:pt x="840" y="53"/>
                        <a:pt x="840" y="53"/>
                      </a:cubicBezTo>
                      <a:cubicBezTo>
                        <a:pt x="831" y="54"/>
                        <a:pt x="831" y="54"/>
                        <a:pt x="831" y="54"/>
                      </a:cubicBezTo>
                      <a:cubicBezTo>
                        <a:pt x="829" y="55"/>
                        <a:pt x="829" y="55"/>
                        <a:pt x="829" y="55"/>
                      </a:cubicBezTo>
                      <a:cubicBezTo>
                        <a:pt x="828" y="58"/>
                        <a:pt x="828" y="58"/>
                        <a:pt x="828" y="58"/>
                      </a:cubicBezTo>
                      <a:cubicBezTo>
                        <a:pt x="834" y="65"/>
                        <a:pt x="834" y="65"/>
                        <a:pt x="834" y="65"/>
                      </a:cubicBezTo>
                      <a:cubicBezTo>
                        <a:pt x="835" y="70"/>
                        <a:pt x="835" y="70"/>
                        <a:pt x="835" y="70"/>
                      </a:cubicBezTo>
                      <a:cubicBezTo>
                        <a:pt x="832" y="70"/>
                        <a:pt x="832" y="70"/>
                        <a:pt x="832" y="70"/>
                      </a:cubicBezTo>
                      <a:cubicBezTo>
                        <a:pt x="825" y="67"/>
                        <a:pt x="825" y="67"/>
                        <a:pt x="825" y="67"/>
                      </a:cubicBezTo>
                      <a:cubicBezTo>
                        <a:pt x="817" y="68"/>
                        <a:pt x="817" y="68"/>
                        <a:pt x="817" y="68"/>
                      </a:cubicBezTo>
                      <a:cubicBezTo>
                        <a:pt x="805" y="62"/>
                        <a:pt x="805" y="62"/>
                        <a:pt x="805" y="62"/>
                      </a:cubicBezTo>
                      <a:cubicBezTo>
                        <a:pt x="800" y="62"/>
                        <a:pt x="800" y="62"/>
                        <a:pt x="800" y="62"/>
                      </a:cubicBezTo>
                      <a:cubicBezTo>
                        <a:pt x="800" y="67"/>
                        <a:pt x="800" y="67"/>
                        <a:pt x="800" y="67"/>
                      </a:cubicBezTo>
                      <a:cubicBezTo>
                        <a:pt x="784" y="61"/>
                        <a:pt x="784" y="61"/>
                        <a:pt x="784" y="61"/>
                      </a:cubicBezTo>
                      <a:cubicBezTo>
                        <a:pt x="782" y="59"/>
                        <a:pt x="782" y="59"/>
                        <a:pt x="782" y="59"/>
                      </a:cubicBezTo>
                      <a:cubicBezTo>
                        <a:pt x="783" y="55"/>
                        <a:pt x="783" y="55"/>
                        <a:pt x="783" y="55"/>
                      </a:cubicBezTo>
                      <a:cubicBezTo>
                        <a:pt x="778" y="53"/>
                        <a:pt x="778" y="53"/>
                        <a:pt x="778" y="53"/>
                      </a:cubicBezTo>
                      <a:cubicBezTo>
                        <a:pt x="762" y="53"/>
                        <a:pt x="762" y="53"/>
                        <a:pt x="762" y="53"/>
                      </a:cubicBezTo>
                      <a:cubicBezTo>
                        <a:pt x="756" y="56"/>
                        <a:pt x="756" y="56"/>
                        <a:pt x="756" y="56"/>
                      </a:cubicBezTo>
                      <a:cubicBezTo>
                        <a:pt x="754" y="61"/>
                        <a:pt x="754" y="61"/>
                        <a:pt x="754" y="61"/>
                      </a:cubicBezTo>
                      <a:cubicBezTo>
                        <a:pt x="752" y="56"/>
                        <a:pt x="752" y="56"/>
                        <a:pt x="752" y="56"/>
                      </a:cubicBezTo>
                      <a:cubicBezTo>
                        <a:pt x="745" y="52"/>
                        <a:pt x="745" y="52"/>
                        <a:pt x="745" y="52"/>
                      </a:cubicBezTo>
                      <a:cubicBezTo>
                        <a:pt x="736" y="55"/>
                        <a:pt x="736" y="55"/>
                        <a:pt x="736" y="55"/>
                      </a:cubicBezTo>
                      <a:cubicBezTo>
                        <a:pt x="727" y="51"/>
                        <a:pt x="727" y="51"/>
                        <a:pt x="727" y="51"/>
                      </a:cubicBezTo>
                      <a:cubicBezTo>
                        <a:pt x="720" y="51"/>
                        <a:pt x="720" y="51"/>
                        <a:pt x="720" y="51"/>
                      </a:cubicBezTo>
                      <a:cubicBezTo>
                        <a:pt x="719" y="56"/>
                        <a:pt x="719" y="56"/>
                        <a:pt x="719" y="56"/>
                      </a:cubicBezTo>
                      <a:cubicBezTo>
                        <a:pt x="721" y="59"/>
                        <a:pt x="721" y="59"/>
                        <a:pt x="721" y="59"/>
                      </a:cubicBezTo>
                      <a:cubicBezTo>
                        <a:pt x="695" y="65"/>
                        <a:pt x="695" y="65"/>
                        <a:pt x="695" y="65"/>
                      </a:cubicBezTo>
                      <a:cubicBezTo>
                        <a:pt x="675" y="75"/>
                        <a:pt x="675" y="75"/>
                        <a:pt x="675" y="75"/>
                      </a:cubicBezTo>
                      <a:cubicBezTo>
                        <a:pt x="675" y="73"/>
                        <a:pt x="675" y="73"/>
                        <a:pt x="675" y="73"/>
                      </a:cubicBezTo>
                      <a:cubicBezTo>
                        <a:pt x="722" y="47"/>
                        <a:pt x="722" y="47"/>
                        <a:pt x="722" y="47"/>
                      </a:cubicBezTo>
                      <a:cubicBezTo>
                        <a:pt x="728" y="41"/>
                        <a:pt x="728" y="41"/>
                        <a:pt x="728" y="41"/>
                      </a:cubicBezTo>
                      <a:cubicBezTo>
                        <a:pt x="728" y="35"/>
                        <a:pt x="728" y="35"/>
                        <a:pt x="728" y="35"/>
                      </a:cubicBezTo>
                      <a:cubicBezTo>
                        <a:pt x="723" y="33"/>
                        <a:pt x="723" y="33"/>
                        <a:pt x="723" y="33"/>
                      </a:cubicBezTo>
                      <a:cubicBezTo>
                        <a:pt x="721" y="27"/>
                        <a:pt x="721" y="27"/>
                        <a:pt x="721" y="27"/>
                      </a:cubicBezTo>
                      <a:cubicBezTo>
                        <a:pt x="727" y="31"/>
                        <a:pt x="727" y="31"/>
                        <a:pt x="727" y="31"/>
                      </a:cubicBezTo>
                      <a:cubicBezTo>
                        <a:pt x="729" y="30"/>
                        <a:pt x="729" y="30"/>
                        <a:pt x="729" y="30"/>
                      </a:cubicBezTo>
                      <a:cubicBezTo>
                        <a:pt x="728" y="14"/>
                        <a:pt x="728" y="14"/>
                        <a:pt x="728" y="14"/>
                      </a:cubicBezTo>
                      <a:cubicBezTo>
                        <a:pt x="715" y="6"/>
                        <a:pt x="715" y="6"/>
                        <a:pt x="715" y="6"/>
                      </a:cubicBezTo>
                      <a:cubicBezTo>
                        <a:pt x="700" y="14"/>
                        <a:pt x="700" y="14"/>
                        <a:pt x="700" y="14"/>
                      </a:cubicBezTo>
                      <a:cubicBezTo>
                        <a:pt x="688" y="16"/>
                        <a:pt x="688" y="16"/>
                        <a:pt x="688" y="16"/>
                      </a:cubicBezTo>
                      <a:cubicBezTo>
                        <a:pt x="685" y="21"/>
                        <a:pt x="685" y="21"/>
                        <a:pt x="685" y="21"/>
                      </a:cubicBezTo>
                      <a:cubicBezTo>
                        <a:pt x="679" y="21"/>
                        <a:pt x="679" y="21"/>
                        <a:pt x="679" y="21"/>
                      </a:cubicBezTo>
                      <a:cubicBezTo>
                        <a:pt x="681" y="10"/>
                        <a:pt x="681" y="10"/>
                        <a:pt x="681" y="10"/>
                      </a:cubicBezTo>
                      <a:cubicBezTo>
                        <a:pt x="677" y="7"/>
                        <a:pt x="677" y="7"/>
                        <a:pt x="677" y="7"/>
                      </a:cubicBezTo>
                      <a:cubicBezTo>
                        <a:pt x="671" y="8"/>
                        <a:pt x="671" y="8"/>
                        <a:pt x="671" y="8"/>
                      </a:cubicBezTo>
                      <a:cubicBezTo>
                        <a:pt x="675" y="2"/>
                        <a:pt x="675" y="2"/>
                        <a:pt x="675" y="2"/>
                      </a:cubicBezTo>
                      <a:cubicBezTo>
                        <a:pt x="672" y="0"/>
                        <a:pt x="672" y="0"/>
                        <a:pt x="672" y="0"/>
                      </a:cubicBezTo>
                      <a:cubicBezTo>
                        <a:pt x="662" y="0"/>
                        <a:pt x="662" y="0"/>
                        <a:pt x="662" y="0"/>
                      </a:cubicBezTo>
                      <a:cubicBezTo>
                        <a:pt x="649" y="9"/>
                        <a:pt x="649" y="9"/>
                        <a:pt x="649" y="9"/>
                      </a:cubicBezTo>
                      <a:cubicBezTo>
                        <a:pt x="655" y="18"/>
                        <a:pt x="655" y="18"/>
                        <a:pt x="655" y="18"/>
                      </a:cubicBezTo>
                      <a:cubicBezTo>
                        <a:pt x="652" y="19"/>
                        <a:pt x="652" y="19"/>
                        <a:pt x="652" y="19"/>
                      </a:cubicBezTo>
                      <a:cubicBezTo>
                        <a:pt x="644" y="14"/>
                        <a:pt x="644" y="14"/>
                        <a:pt x="644" y="14"/>
                      </a:cubicBezTo>
                      <a:cubicBezTo>
                        <a:pt x="634" y="19"/>
                        <a:pt x="634" y="19"/>
                        <a:pt x="634" y="19"/>
                      </a:cubicBezTo>
                      <a:cubicBezTo>
                        <a:pt x="636" y="23"/>
                        <a:pt x="636" y="23"/>
                        <a:pt x="636" y="23"/>
                      </a:cubicBezTo>
                      <a:cubicBezTo>
                        <a:pt x="633" y="26"/>
                        <a:pt x="633" y="26"/>
                        <a:pt x="633" y="26"/>
                      </a:cubicBezTo>
                      <a:cubicBezTo>
                        <a:pt x="624" y="27"/>
                        <a:pt x="624" y="27"/>
                        <a:pt x="624" y="27"/>
                      </a:cubicBezTo>
                      <a:cubicBezTo>
                        <a:pt x="613" y="37"/>
                        <a:pt x="613" y="37"/>
                        <a:pt x="613" y="37"/>
                      </a:cubicBezTo>
                      <a:cubicBezTo>
                        <a:pt x="605" y="33"/>
                        <a:pt x="605" y="33"/>
                        <a:pt x="605" y="33"/>
                      </a:cubicBezTo>
                      <a:cubicBezTo>
                        <a:pt x="608" y="30"/>
                        <a:pt x="608" y="30"/>
                        <a:pt x="608" y="30"/>
                      </a:cubicBezTo>
                      <a:cubicBezTo>
                        <a:pt x="603" y="27"/>
                        <a:pt x="603" y="27"/>
                        <a:pt x="603" y="27"/>
                      </a:cubicBezTo>
                      <a:cubicBezTo>
                        <a:pt x="591" y="30"/>
                        <a:pt x="591" y="30"/>
                        <a:pt x="591" y="30"/>
                      </a:cubicBezTo>
                      <a:cubicBezTo>
                        <a:pt x="593" y="36"/>
                        <a:pt x="593" y="36"/>
                        <a:pt x="593" y="36"/>
                      </a:cubicBezTo>
                      <a:cubicBezTo>
                        <a:pt x="570" y="39"/>
                        <a:pt x="570" y="39"/>
                        <a:pt x="570" y="39"/>
                      </a:cubicBezTo>
                      <a:cubicBezTo>
                        <a:pt x="566" y="36"/>
                        <a:pt x="566" y="36"/>
                        <a:pt x="566" y="36"/>
                      </a:cubicBezTo>
                      <a:cubicBezTo>
                        <a:pt x="552" y="39"/>
                        <a:pt x="552" y="39"/>
                        <a:pt x="552" y="39"/>
                      </a:cubicBezTo>
                      <a:cubicBezTo>
                        <a:pt x="540" y="49"/>
                        <a:pt x="540" y="49"/>
                        <a:pt x="540" y="49"/>
                      </a:cubicBezTo>
                      <a:cubicBezTo>
                        <a:pt x="537" y="57"/>
                        <a:pt x="537" y="57"/>
                        <a:pt x="537" y="57"/>
                      </a:cubicBezTo>
                      <a:cubicBezTo>
                        <a:pt x="541" y="64"/>
                        <a:pt x="541" y="64"/>
                        <a:pt x="541" y="64"/>
                      </a:cubicBezTo>
                      <a:cubicBezTo>
                        <a:pt x="539" y="67"/>
                        <a:pt x="539" y="67"/>
                        <a:pt x="539" y="67"/>
                      </a:cubicBezTo>
                      <a:cubicBezTo>
                        <a:pt x="533" y="61"/>
                        <a:pt x="533" y="61"/>
                        <a:pt x="533" y="61"/>
                      </a:cubicBezTo>
                      <a:cubicBezTo>
                        <a:pt x="520" y="62"/>
                        <a:pt x="520" y="62"/>
                        <a:pt x="520" y="62"/>
                      </a:cubicBezTo>
                      <a:cubicBezTo>
                        <a:pt x="507" y="65"/>
                        <a:pt x="507" y="65"/>
                        <a:pt x="507" y="65"/>
                      </a:cubicBezTo>
                      <a:cubicBezTo>
                        <a:pt x="495" y="65"/>
                        <a:pt x="495" y="65"/>
                        <a:pt x="495" y="65"/>
                      </a:cubicBezTo>
                      <a:cubicBezTo>
                        <a:pt x="490" y="79"/>
                        <a:pt x="490" y="79"/>
                        <a:pt x="490" y="79"/>
                      </a:cubicBezTo>
                      <a:cubicBezTo>
                        <a:pt x="506" y="93"/>
                        <a:pt x="506" y="93"/>
                        <a:pt x="506" y="93"/>
                      </a:cubicBezTo>
                      <a:cubicBezTo>
                        <a:pt x="495" y="107"/>
                        <a:pt x="495" y="107"/>
                        <a:pt x="495" y="107"/>
                      </a:cubicBezTo>
                      <a:cubicBezTo>
                        <a:pt x="494" y="113"/>
                        <a:pt x="494" y="113"/>
                        <a:pt x="494" y="113"/>
                      </a:cubicBezTo>
                      <a:cubicBezTo>
                        <a:pt x="489" y="107"/>
                        <a:pt x="489" y="107"/>
                        <a:pt x="489" y="107"/>
                      </a:cubicBezTo>
                      <a:cubicBezTo>
                        <a:pt x="491" y="102"/>
                        <a:pt x="491" y="102"/>
                        <a:pt x="491" y="102"/>
                      </a:cubicBezTo>
                      <a:cubicBezTo>
                        <a:pt x="500" y="94"/>
                        <a:pt x="500" y="94"/>
                        <a:pt x="500" y="94"/>
                      </a:cubicBezTo>
                      <a:cubicBezTo>
                        <a:pt x="499" y="92"/>
                        <a:pt x="499" y="92"/>
                        <a:pt x="499" y="92"/>
                      </a:cubicBezTo>
                      <a:cubicBezTo>
                        <a:pt x="491" y="93"/>
                        <a:pt x="491" y="93"/>
                        <a:pt x="491" y="93"/>
                      </a:cubicBezTo>
                      <a:cubicBezTo>
                        <a:pt x="473" y="73"/>
                        <a:pt x="473" y="73"/>
                        <a:pt x="473" y="73"/>
                      </a:cubicBezTo>
                      <a:cubicBezTo>
                        <a:pt x="463" y="73"/>
                        <a:pt x="463" y="73"/>
                        <a:pt x="463" y="73"/>
                      </a:cubicBezTo>
                      <a:cubicBezTo>
                        <a:pt x="461" y="71"/>
                        <a:pt x="461" y="71"/>
                        <a:pt x="461" y="71"/>
                      </a:cubicBezTo>
                      <a:cubicBezTo>
                        <a:pt x="458" y="73"/>
                        <a:pt x="458" y="73"/>
                        <a:pt x="458" y="73"/>
                      </a:cubicBezTo>
                      <a:cubicBezTo>
                        <a:pt x="460" y="79"/>
                        <a:pt x="460" y="79"/>
                        <a:pt x="460" y="79"/>
                      </a:cubicBezTo>
                      <a:cubicBezTo>
                        <a:pt x="455" y="84"/>
                        <a:pt x="455" y="84"/>
                        <a:pt x="455" y="84"/>
                      </a:cubicBezTo>
                      <a:cubicBezTo>
                        <a:pt x="451" y="81"/>
                        <a:pt x="451" y="81"/>
                        <a:pt x="451" y="81"/>
                      </a:cubicBezTo>
                      <a:cubicBezTo>
                        <a:pt x="454" y="77"/>
                        <a:pt x="454" y="77"/>
                        <a:pt x="454" y="77"/>
                      </a:cubicBezTo>
                      <a:cubicBezTo>
                        <a:pt x="452" y="75"/>
                        <a:pt x="452" y="75"/>
                        <a:pt x="452" y="75"/>
                      </a:cubicBezTo>
                      <a:cubicBezTo>
                        <a:pt x="447" y="78"/>
                        <a:pt x="447" y="78"/>
                        <a:pt x="447" y="78"/>
                      </a:cubicBezTo>
                      <a:cubicBezTo>
                        <a:pt x="444" y="86"/>
                        <a:pt x="444" y="86"/>
                        <a:pt x="444" y="86"/>
                      </a:cubicBezTo>
                      <a:cubicBezTo>
                        <a:pt x="448" y="95"/>
                        <a:pt x="448" y="95"/>
                        <a:pt x="448" y="95"/>
                      </a:cubicBezTo>
                      <a:cubicBezTo>
                        <a:pt x="436" y="93"/>
                        <a:pt x="436" y="93"/>
                        <a:pt x="436" y="93"/>
                      </a:cubicBezTo>
                      <a:cubicBezTo>
                        <a:pt x="441" y="78"/>
                        <a:pt x="441" y="78"/>
                        <a:pt x="441" y="78"/>
                      </a:cubicBezTo>
                      <a:cubicBezTo>
                        <a:pt x="441" y="67"/>
                        <a:pt x="441" y="67"/>
                        <a:pt x="441" y="67"/>
                      </a:cubicBezTo>
                      <a:cubicBezTo>
                        <a:pt x="437" y="68"/>
                        <a:pt x="437" y="68"/>
                        <a:pt x="437" y="68"/>
                      </a:cubicBezTo>
                      <a:cubicBezTo>
                        <a:pt x="438" y="75"/>
                        <a:pt x="438" y="75"/>
                        <a:pt x="438" y="75"/>
                      </a:cubicBezTo>
                      <a:cubicBezTo>
                        <a:pt x="431" y="81"/>
                        <a:pt x="431" y="81"/>
                        <a:pt x="431" y="81"/>
                      </a:cubicBezTo>
                      <a:cubicBezTo>
                        <a:pt x="426" y="81"/>
                        <a:pt x="426" y="81"/>
                        <a:pt x="426" y="81"/>
                      </a:cubicBezTo>
                      <a:cubicBezTo>
                        <a:pt x="419" y="89"/>
                        <a:pt x="419" y="89"/>
                        <a:pt x="419" y="89"/>
                      </a:cubicBezTo>
                      <a:cubicBezTo>
                        <a:pt x="420" y="97"/>
                        <a:pt x="420" y="97"/>
                        <a:pt x="420" y="97"/>
                      </a:cubicBezTo>
                      <a:cubicBezTo>
                        <a:pt x="415" y="109"/>
                        <a:pt x="415" y="109"/>
                        <a:pt x="415" y="109"/>
                      </a:cubicBezTo>
                      <a:cubicBezTo>
                        <a:pt x="415" y="114"/>
                        <a:pt x="415" y="114"/>
                        <a:pt x="415" y="114"/>
                      </a:cubicBezTo>
                      <a:cubicBezTo>
                        <a:pt x="412" y="123"/>
                        <a:pt x="412" y="123"/>
                        <a:pt x="412" y="123"/>
                      </a:cubicBezTo>
                      <a:cubicBezTo>
                        <a:pt x="412" y="129"/>
                        <a:pt x="412" y="129"/>
                        <a:pt x="412" y="129"/>
                      </a:cubicBezTo>
                      <a:cubicBezTo>
                        <a:pt x="418" y="127"/>
                        <a:pt x="418" y="127"/>
                        <a:pt x="418" y="127"/>
                      </a:cubicBezTo>
                      <a:cubicBezTo>
                        <a:pt x="428" y="128"/>
                        <a:pt x="428" y="128"/>
                        <a:pt x="428" y="128"/>
                      </a:cubicBezTo>
                      <a:cubicBezTo>
                        <a:pt x="436" y="125"/>
                        <a:pt x="436" y="125"/>
                        <a:pt x="436" y="125"/>
                      </a:cubicBezTo>
                      <a:cubicBezTo>
                        <a:pt x="435" y="134"/>
                        <a:pt x="435" y="134"/>
                        <a:pt x="435" y="134"/>
                      </a:cubicBezTo>
                      <a:cubicBezTo>
                        <a:pt x="443" y="146"/>
                        <a:pt x="443" y="146"/>
                        <a:pt x="443" y="146"/>
                      </a:cubicBezTo>
                      <a:cubicBezTo>
                        <a:pt x="443" y="150"/>
                        <a:pt x="443" y="150"/>
                        <a:pt x="443" y="150"/>
                      </a:cubicBezTo>
                      <a:cubicBezTo>
                        <a:pt x="436" y="168"/>
                        <a:pt x="436" y="168"/>
                        <a:pt x="436" y="168"/>
                      </a:cubicBezTo>
                      <a:cubicBezTo>
                        <a:pt x="435" y="175"/>
                        <a:pt x="435" y="175"/>
                        <a:pt x="435" y="175"/>
                      </a:cubicBezTo>
                      <a:cubicBezTo>
                        <a:pt x="432" y="173"/>
                        <a:pt x="432" y="173"/>
                        <a:pt x="432" y="173"/>
                      </a:cubicBezTo>
                      <a:cubicBezTo>
                        <a:pt x="431" y="163"/>
                        <a:pt x="431" y="163"/>
                        <a:pt x="431" y="163"/>
                      </a:cubicBezTo>
                      <a:cubicBezTo>
                        <a:pt x="434" y="155"/>
                        <a:pt x="434" y="155"/>
                        <a:pt x="434" y="155"/>
                      </a:cubicBezTo>
                      <a:cubicBezTo>
                        <a:pt x="430" y="148"/>
                        <a:pt x="430" y="148"/>
                        <a:pt x="430" y="148"/>
                      </a:cubicBezTo>
                      <a:cubicBezTo>
                        <a:pt x="429" y="136"/>
                        <a:pt x="429" y="136"/>
                        <a:pt x="429" y="136"/>
                      </a:cubicBezTo>
                      <a:cubicBezTo>
                        <a:pt x="425" y="134"/>
                        <a:pt x="425" y="134"/>
                        <a:pt x="425" y="134"/>
                      </a:cubicBezTo>
                      <a:cubicBezTo>
                        <a:pt x="419" y="138"/>
                        <a:pt x="419" y="138"/>
                        <a:pt x="419" y="138"/>
                      </a:cubicBezTo>
                      <a:cubicBezTo>
                        <a:pt x="412" y="137"/>
                        <a:pt x="412" y="137"/>
                        <a:pt x="412" y="137"/>
                      </a:cubicBezTo>
                      <a:cubicBezTo>
                        <a:pt x="406" y="145"/>
                        <a:pt x="406" y="145"/>
                        <a:pt x="406" y="145"/>
                      </a:cubicBezTo>
                      <a:cubicBezTo>
                        <a:pt x="400" y="166"/>
                        <a:pt x="400" y="166"/>
                        <a:pt x="400" y="166"/>
                      </a:cubicBezTo>
                      <a:cubicBezTo>
                        <a:pt x="393" y="172"/>
                        <a:pt x="393" y="172"/>
                        <a:pt x="393" y="172"/>
                      </a:cubicBezTo>
                      <a:cubicBezTo>
                        <a:pt x="393" y="182"/>
                        <a:pt x="393" y="182"/>
                        <a:pt x="393" y="182"/>
                      </a:cubicBezTo>
                      <a:cubicBezTo>
                        <a:pt x="386" y="172"/>
                        <a:pt x="386" y="172"/>
                        <a:pt x="386" y="172"/>
                      </a:cubicBezTo>
                      <a:cubicBezTo>
                        <a:pt x="376" y="168"/>
                        <a:pt x="376" y="168"/>
                        <a:pt x="376" y="168"/>
                      </a:cubicBezTo>
                      <a:cubicBezTo>
                        <a:pt x="373" y="166"/>
                        <a:pt x="373" y="166"/>
                        <a:pt x="373" y="166"/>
                      </a:cubicBezTo>
                      <a:cubicBezTo>
                        <a:pt x="389" y="166"/>
                        <a:pt x="389" y="166"/>
                        <a:pt x="389" y="166"/>
                      </a:cubicBezTo>
                      <a:cubicBezTo>
                        <a:pt x="393" y="159"/>
                        <a:pt x="393" y="159"/>
                        <a:pt x="393" y="159"/>
                      </a:cubicBezTo>
                      <a:cubicBezTo>
                        <a:pt x="393" y="151"/>
                        <a:pt x="393" y="151"/>
                        <a:pt x="393" y="151"/>
                      </a:cubicBezTo>
                      <a:cubicBezTo>
                        <a:pt x="398" y="138"/>
                        <a:pt x="398" y="138"/>
                        <a:pt x="398" y="138"/>
                      </a:cubicBezTo>
                      <a:cubicBezTo>
                        <a:pt x="403" y="133"/>
                        <a:pt x="403" y="133"/>
                        <a:pt x="403" y="133"/>
                      </a:cubicBezTo>
                      <a:cubicBezTo>
                        <a:pt x="398" y="128"/>
                        <a:pt x="398" y="128"/>
                        <a:pt x="398" y="128"/>
                      </a:cubicBezTo>
                      <a:cubicBezTo>
                        <a:pt x="400" y="118"/>
                        <a:pt x="400" y="118"/>
                        <a:pt x="400" y="118"/>
                      </a:cubicBezTo>
                      <a:cubicBezTo>
                        <a:pt x="405" y="106"/>
                        <a:pt x="405" y="106"/>
                        <a:pt x="405" y="106"/>
                      </a:cubicBezTo>
                      <a:cubicBezTo>
                        <a:pt x="402" y="101"/>
                        <a:pt x="402" y="101"/>
                        <a:pt x="402" y="101"/>
                      </a:cubicBezTo>
                      <a:cubicBezTo>
                        <a:pt x="402" y="93"/>
                        <a:pt x="402" y="93"/>
                        <a:pt x="402" y="93"/>
                      </a:cubicBezTo>
                      <a:cubicBezTo>
                        <a:pt x="407" y="87"/>
                        <a:pt x="407" y="87"/>
                        <a:pt x="407" y="87"/>
                      </a:cubicBezTo>
                      <a:cubicBezTo>
                        <a:pt x="415" y="72"/>
                        <a:pt x="415" y="72"/>
                        <a:pt x="415" y="72"/>
                      </a:cubicBezTo>
                      <a:cubicBezTo>
                        <a:pt x="396" y="69"/>
                        <a:pt x="396" y="69"/>
                        <a:pt x="396" y="69"/>
                      </a:cubicBezTo>
                      <a:cubicBezTo>
                        <a:pt x="377" y="88"/>
                        <a:pt x="377" y="88"/>
                        <a:pt x="377" y="88"/>
                      </a:cubicBezTo>
                      <a:cubicBezTo>
                        <a:pt x="367" y="94"/>
                        <a:pt x="367" y="94"/>
                        <a:pt x="367" y="94"/>
                      </a:cubicBezTo>
                      <a:cubicBezTo>
                        <a:pt x="363" y="103"/>
                        <a:pt x="363" y="103"/>
                        <a:pt x="363" y="103"/>
                      </a:cubicBezTo>
                      <a:cubicBezTo>
                        <a:pt x="357" y="114"/>
                        <a:pt x="357" y="114"/>
                        <a:pt x="357" y="114"/>
                      </a:cubicBezTo>
                      <a:cubicBezTo>
                        <a:pt x="362" y="119"/>
                        <a:pt x="362" y="119"/>
                        <a:pt x="362" y="119"/>
                      </a:cubicBezTo>
                      <a:cubicBezTo>
                        <a:pt x="366" y="128"/>
                        <a:pt x="366" y="128"/>
                        <a:pt x="366" y="128"/>
                      </a:cubicBezTo>
                      <a:cubicBezTo>
                        <a:pt x="368" y="128"/>
                        <a:pt x="368" y="128"/>
                        <a:pt x="368" y="128"/>
                      </a:cubicBezTo>
                      <a:cubicBezTo>
                        <a:pt x="365" y="138"/>
                        <a:pt x="365" y="138"/>
                        <a:pt x="365" y="138"/>
                      </a:cubicBezTo>
                      <a:cubicBezTo>
                        <a:pt x="356" y="132"/>
                        <a:pt x="356" y="132"/>
                        <a:pt x="356" y="132"/>
                      </a:cubicBezTo>
                      <a:cubicBezTo>
                        <a:pt x="336" y="122"/>
                        <a:pt x="336" y="122"/>
                        <a:pt x="336" y="122"/>
                      </a:cubicBezTo>
                      <a:cubicBezTo>
                        <a:pt x="327" y="122"/>
                        <a:pt x="327" y="122"/>
                        <a:pt x="327" y="122"/>
                      </a:cubicBezTo>
                      <a:cubicBezTo>
                        <a:pt x="314" y="117"/>
                        <a:pt x="314" y="117"/>
                        <a:pt x="314" y="117"/>
                      </a:cubicBezTo>
                      <a:cubicBezTo>
                        <a:pt x="304" y="109"/>
                        <a:pt x="304" y="109"/>
                        <a:pt x="304" y="109"/>
                      </a:cubicBezTo>
                      <a:cubicBezTo>
                        <a:pt x="299" y="114"/>
                        <a:pt x="299" y="114"/>
                        <a:pt x="299" y="114"/>
                      </a:cubicBezTo>
                      <a:cubicBezTo>
                        <a:pt x="304" y="128"/>
                        <a:pt x="304" y="128"/>
                        <a:pt x="304" y="128"/>
                      </a:cubicBezTo>
                      <a:cubicBezTo>
                        <a:pt x="290" y="132"/>
                        <a:pt x="290" y="132"/>
                        <a:pt x="290" y="132"/>
                      </a:cubicBezTo>
                      <a:cubicBezTo>
                        <a:pt x="293" y="140"/>
                        <a:pt x="293" y="140"/>
                        <a:pt x="293" y="140"/>
                      </a:cubicBezTo>
                      <a:cubicBezTo>
                        <a:pt x="287" y="142"/>
                        <a:pt x="287" y="142"/>
                        <a:pt x="287" y="142"/>
                      </a:cubicBezTo>
                      <a:cubicBezTo>
                        <a:pt x="282" y="140"/>
                        <a:pt x="282" y="140"/>
                        <a:pt x="282" y="140"/>
                      </a:cubicBezTo>
                      <a:cubicBezTo>
                        <a:pt x="287" y="125"/>
                        <a:pt x="287" y="125"/>
                        <a:pt x="287" y="125"/>
                      </a:cubicBezTo>
                      <a:cubicBezTo>
                        <a:pt x="270" y="130"/>
                        <a:pt x="270" y="130"/>
                        <a:pt x="270" y="130"/>
                      </a:cubicBezTo>
                      <a:cubicBezTo>
                        <a:pt x="264" y="129"/>
                        <a:pt x="264" y="129"/>
                        <a:pt x="264" y="129"/>
                      </a:cubicBezTo>
                      <a:cubicBezTo>
                        <a:pt x="256" y="138"/>
                        <a:pt x="256" y="138"/>
                        <a:pt x="256" y="138"/>
                      </a:cubicBezTo>
                      <a:cubicBezTo>
                        <a:pt x="242" y="139"/>
                        <a:pt x="242" y="139"/>
                        <a:pt x="242" y="139"/>
                      </a:cubicBezTo>
                      <a:cubicBezTo>
                        <a:pt x="248" y="133"/>
                        <a:pt x="248" y="133"/>
                        <a:pt x="248" y="133"/>
                      </a:cubicBezTo>
                      <a:cubicBezTo>
                        <a:pt x="247" y="128"/>
                        <a:pt x="247" y="128"/>
                        <a:pt x="247" y="128"/>
                      </a:cubicBezTo>
                      <a:cubicBezTo>
                        <a:pt x="252" y="123"/>
                        <a:pt x="252" y="123"/>
                        <a:pt x="252" y="123"/>
                      </a:cubicBezTo>
                      <a:cubicBezTo>
                        <a:pt x="244" y="124"/>
                        <a:pt x="244" y="124"/>
                        <a:pt x="244" y="124"/>
                      </a:cubicBezTo>
                      <a:cubicBezTo>
                        <a:pt x="186" y="149"/>
                        <a:pt x="186" y="149"/>
                        <a:pt x="186" y="149"/>
                      </a:cubicBezTo>
                      <a:cubicBezTo>
                        <a:pt x="181" y="162"/>
                        <a:pt x="181" y="162"/>
                        <a:pt x="181" y="162"/>
                      </a:cubicBezTo>
                      <a:cubicBezTo>
                        <a:pt x="168" y="161"/>
                        <a:pt x="168" y="161"/>
                        <a:pt x="168" y="161"/>
                      </a:cubicBezTo>
                      <a:cubicBezTo>
                        <a:pt x="162" y="152"/>
                        <a:pt x="162" y="152"/>
                        <a:pt x="162" y="152"/>
                      </a:cubicBezTo>
                      <a:cubicBezTo>
                        <a:pt x="173" y="143"/>
                        <a:pt x="173" y="143"/>
                        <a:pt x="173" y="143"/>
                      </a:cubicBezTo>
                      <a:cubicBezTo>
                        <a:pt x="161" y="128"/>
                        <a:pt x="161" y="128"/>
                        <a:pt x="161" y="128"/>
                      </a:cubicBezTo>
                      <a:cubicBezTo>
                        <a:pt x="150" y="123"/>
                        <a:pt x="150" y="123"/>
                        <a:pt x="150" y="123"/>
                      </a:cubicBezTo>
                      <a:cubicBezTo>
                        <a:pt x="147" y="128"/>
                        <a:pt x="147" y="128"/>
                        <a:pt x="147" y="128"/>
                      </a:cubicBezTo>
                      <a:cubicBezTo>
                        <a:pt x="151" y="136"/>
                        <a:pt x="151" y="136"/>
                        <a:pt x="151" y="136"/>
                      </a:cubicBezTo>
                      <a:cubicBezTo>
                        <a:pt x="151" y="143"/>
                        <a:pt x="151" y="143"/>
                        <a:pt x="151" y="143"/>
                      </a:cubicBezTo>
                      <a:cubicBezTo>
                        <a:pt x="146" y="153"/>
                        <a:pt x="146" y="153"/>
                        <a:pt x="146" y="153"/>
                      </a:cubicBezTo>
                      <a:cubicBezTo>
                        <a:pt x="153" y="154"/>
                        <a:pt x="153" y="154"/>
                        <a:pt x="153" y="154"/>
                      </a:cubicBezTo>
                      <a:cubicBezTo>
                        <a:pt x="154" y="168"/>
                        <a:pt x="154" y="168"/>
                        <a:pt x="154" y="168"/>
                      </a:cubicBezTo>
                      <a:cubicBezTo>
                        <a:pt x="144" y="177"/>
                        <a:pt x="144" y="177"/>
                        <a:pt x="144" y="177"/>
                      </a:cubicBezTo>
                      <a:cubicBezTo>
                        <a:pt x="129" y="169"/>
                        <a:pt x="129" y="169"/>
                        <a:pt x="129" y="169"/>
                      </a:cubicBezTo>
                      <a:cubicBezTo>
                        <a:pt x="124" y="176"/>
                        <a:pt x="124" y="176"/>
                        <a:pt x="124" y="176"/>
                      </a:cubicBezTo>
                      <a:cubicBezTo>
                        <a:pt x="108" y="185"/>
                        <a:pt x="108" y="185"/>
                        <a:pt x="108" y="185"/>
                      </a:cubicBezTo>
                      <a:cubicBezTo>
                        <a:pt x="111" y="193"/>
                        <a:pt x="111" y="193"/>
                        <a:pt x="111" y="193"/>
                      </a:cubicBezTo>
                      <a:cubicBezTo>
                        <a:pt x="116" y="200"/>
                        <a:pt x="116" y="200"/>
                        <a:pt x="116" y="200"/>
                      </a:cubicBezTo>
                      <a:cubicBezTo>
                        <a:pt x="104" y="201"/>
                        <a:pt x="104" y="201"/>
                        <a:pt x="104" y="201"/>
                      </a:cubicBezTo>
                      <a:cubicBezTo>
                        <a:pt x="98" y="196"/>
                        <a:pt x="98" y="196"/>
                        <a:pt x="98" y="196"/>
                      </a:cubicBezTo>
                      <a:cubicBezTo>
                        <a:pt x="90" y="193"/>
                        <a:pt x="90" y="193"/>
                        <a:pt x="90" y="193"/>
                      </a:cubicBezTo>
                      <a:cubicBezTo>
                        <a:pt x="82" y="187"/>
                        <a:pt x="82" y="187"/>
                        <a:pt x="82" y="187"/>
                      </a:cubicBezTo>
                      <a:cubicBezTo>
                        <a:pt x="76" y="195"/>
                        <a:pt x="76" y="195"/>
                        <a:pt x="76" y="195"/>
                      </a:cubicBezTo>
                      <a:cubicBezTo>
                        <a:pt x="80" y="202"/>
                        <a:pt x="80" y="202"/>
                        <a:pt x="80" y="202"/>
                      </a:cubicBezTo>
                      <a:cubicBezTo>
                        <a:pt x="84" y="202"/>
                        <a:pt x="84" y="202"/>
                        <a:pt x="84" y="202"/>
                      </a:cubicBezTo>
                      <a:cubicBezTo>
                        <a:pt x="88" y="207"/>
                        <a:pt x="88" y="207"/>
                        <a:pt x="88" y="207"/>
                      </a:cubicBezTo>
                      <a:cubicBezTo>
                        <a:pt x="88" y="212"/>
                        <a:pt x="88" y="212"/>
                        <a:pt x="88" y="212"/>
                      </a:cubicBezTo>
                      <a:cubicBezTo>
                        <a:pt x="77" y="212"/>
                        <a:pt x="77" y="212"/>
                        <a:pt x="77" y="212"/>
                      </a:cubicBezTo>
                      <a:cubicBezTo>
                        <a:pt x="65" y="201"/>
                        <a:pt x="65" y="201"/>
                        <a:pt x="65" y="201"/>
                      </a:cubicBezTo>
                      <a:cubicBezTo>
                        <a:pt x="61" y="191"/>
                        <a:pt x="61" y="191"/>
                        <a:pt x="61" y="191"/>
                      </a:cubicBezTo>
                      <a:cubicBezTo>
                        <a:pt x="63" y="181"/>
                        <a:pt x="63" y="181"/>
                        <a:pt x="63" y="181"/>
                      </a:cubicBezTo>
                      <a:cubicBezTo>
                        <a:pt x="47" y="166"/>
                        <a:pt x="47" y="166"/>
                        <a:pt x="47" y="166"/>
                      </a:cubicBezTo>
                      <a:cubicBezTo>
                        <a:pt x="40" y="151"/>
                        <a:pt x="40" y="151"/>
                        <a:pt x="40" y="151"/>
                      </a:cubicBezTo>
                      <a:cubicBezTo>
                        <a:pt x="49" y="157"/>
                        <a:pt x="49" y="157"/>
                        <a:pt x="49" y="157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5" y="171"/>
                        <a:pt x="65" y="171"/>
                        <a:pt x="65" y="171"/>
                      </a:cubicBezTo>
                      <a:cubicBezTo>
                        <a:pt x="77" y="175"/>
                        <a:pt x="77" y="175"/>
                        <a:pt x="77" y="175"/>
                      </a:cubicBezTo>
                      <a:cubicBezTo>
                        <a:pt x="98" y="176"/>
                        <a:pt x="98" y="176"/>
                        <a:pt x="98" y="176"/>
                      </a:cubicBezTo>
                      <a:cubicBezTo>
                        <a:pt x="106" y="172"/>
                        <a:pt x="106" y="172"/>
                        <a:pt x="106" y="172"/>
                      </a:cubicBezTo>
                      <a:cubicBezTo>
                        <a:pt x="117" y="163"/>
                        <a:pt x="117" y="163"/>
                        <a:pt x="117" y="163"/>
                      </a:cubicBezTo>
                      <a:cubicBezTo>
                        <a:pt x="120" y="151"/>
                        <a:pt x="120" y="151"/>
                        <a:pt x="120" y="151"/>
                      </a:cubicBezTo>
                      <a:cubicBezTo>
                        <a:pt x="115" y="137"/>
                        <a:pt x="115" y="137"/>
                        <a:pt x="115" y="137"/>
                      </a:cubicBezTo>
                      <a:cubicBezTo>
                        <a:pt x="105" y="132"/>
                        <a:pt x="105" y="132"/>
                        <a:pt x="105" y="132"/>
                      </a:cubicBezTo>
                      <a:cubicBezTo>
                        <a:pt x="85" y="115"/>
                        <a:pt x="85" y="115"/>
                        <a:pt x="85" y="115"/>
                      </a:cubicBezTo>
                      <a:cubicBezTo>
                        <a:pt x="67" y="105"/>
                        <a:pt x="67" y="105"/>
                        <a:pt x="67" y="105"/>
                      </a:cubicBezTo>
                      <a:cubicBezTo>
                        <a:pt x="72" y="101"/>
                        <a:pt x="72" y="101"/>
                        <a:pt x="72" y="101"/>
                      </a:cubicBezTo>
                      <a:cubicBezTo>
                        <a:pt x="63" y="96"/>
                        <a:pt x="63" y="96"/>
                        <a:pt x="63" y="96"/>
                      </a:cubicBezTo>
                      <a:cubicBezTo>
                        <a:pt x="57" y="103"/>
                        <a:pt x="57" y="103"/>
                        <a:pt x="57" y="103"/>
                      </a:cubicBezTo>
                      <a:cubicBezTo>
                        <a:pt x="43" y="91"/>
                        <a:pt x="43" y="91"/>
                        <a:pt x="43" y="91"/>
                      </a:cubicBezTo>
                      <a:cubicBezTo>
                        <a:pt x="60" y="90"/>
                        <a:pt x="60" y="90"/>
                        <a:pt x="60" y="90"/>
                      </a:cubicBezTo>
                      <a:cubicBezTo>
                        <a:pt x="48" y="78"/>
                        <a:pt x="48" y="78"/>
                        <a:pt x="48" y="78"/>
                      </a:cubicBezTo>
                      <a:cubicBezTo>
                        <a:pt x="29" y="89"/>
                        <a:pt x="29" y="89"/>
                        <a:pt x="29" y="89"/>
                      </a:cubicBezTo>
                      <a:cubicBezTo>
                        <a:pt x="34" y="97"/>
                        <a:pt x="34" y="97"/>
                        <a:pt x="34" y="97"/>
                      </a:cubicBezTo>
                      <a:cubicBezTo>
                        <a:pt x="24" y="104"/>
                        <a:pt x="24" y="104"/>
                        <a:pt x="24" y="104"/>
                      </a:cubicBezTo>
                      <a:cubicBezTo>
                        <a:pt x="17" y="114"/>
                        <a:pt x="17" y="114"/>
                        <a:pt x="17" y="114"/>
                      </a:cubicBezTo>
                      <a:cubicBezTo>
                        <a:pt x="13" y="122"/>
                        <a:pt x="13" y="122"/>
                        <a:pt x="13" y="122"/>
                      </a:cubicBezTo>
                      <a:cubicBezTo>
                        <a:pt x="17" y="131"/>
                        <a:pt x="17" y="131"/>
                        <a:pt x="17" y="131"/>
                      </a:cubicBezTo>
                      <a:cubicBezTo>
                        <a:pt x="8" y="146"/>
                        <a:pt x="8" y="146"/>
                        <a:pt x="8" y="146"/>
                      </a:cubicBezTo>
                      <a:cubicBezTo>
                        <a:pt x="18" y="169"/>
                        <a:pt x="18" y="169"/>
                        <a:pt x="18" y="169"/>
                      </a:cubicBezTo>
                      <a:cubicBezTo>
                        <a:pt x="10" y="181"/>
                        <a:pt x="10" y="181"/>
                        <a:pt x="10" y="181"/>
                      </a:cubicBezTo>
                      <a:cubicBezTo>
                        <a:pt x="21" y="207"/>
                        <a:pt x="21" y="207"/>
                        <a:pt x="21" y="207"/>
                      </a:cubicBezTo>
                      <a:cubicBezTo>
                        <a:pt x="29" y="212"/>
                        <a:pt x="29" y="212"/>
                        <a:pt x="29" y="212"/>
                      </a:cubicBezTo>
                      <a:cubicBezTo>
                        <a:pt x="31" y="221"/>
                        <a:pt x="31" y="221"/>
                        <a:pt x="31" y="221"/>
                      </a:cubicBezTo>
                      <a:cubicBezTo>
                        <a:pt x="5" y="245"/>
                        <a:pt x="5" y="245"/>
                        <a:pt x="5" y="245"/>
                      </a:cubicBezTo>
                      <a:cubicBezTo>
                        <a:pt x="4" y="250"/>
                        <a:pt x="4" y="250"/>
                        <a:pt x="4" y="250"/>
                      </a:cubicBezTo>
                      <a:cubicBezTo>
                        <a:pt x="5" y="249"/>
                        <a:pt x="5" y="249"/>
                        <a:pt x="5" y="249"/>
                      </a:cubicBezTo>
                      <a:cubicBezTo>
                        <a:pt x="9" y="250"/>
                        <a:pt x="9" y="250"/>
                        <a:pt x="9" y="250"/>
                      </a:cubicBezTo>
                      <a:cubicBezTo>
                        <a:pt x="5" y="258"/>
                        <a:pt x="5" y="258"/>
                        <a:pt x="5" y="258"/>
                      </a:cubicBezTo>
                      <a:cubicBezTo>
                        <a:pt x="9" y="261"/>
                        <a:pt x="9" y="261"/>
                        <a:pt x="9" y="261"/>
                      </a:cubicBezTo>
                      <a:cubicBezTo>
                        <a:pt x="18" y="261"/>
                        <a:pt x="18" y="261"/>
                        <a:pt x="18" y="261"/>
                      </a:cubicBezTo>
                      <a:cubicBezTo>
                        <a:pt x="22" y="264"/>
                        <a:pt x="22" y="264"/>
                        <a:pt x="22" y="264"/>
                      </a:cubicBezTo>
                      <a:cubicBezTo>
                        <a:pt x="21" y="266"/>
                        <a:pt x="21" y="266"/>
                        <a:pt x="21" y="266"/>
                      </a:cubicBezTo>
                      <a:cubicBezTo>
                        <a:pt x="8" y="265"/>
                        <a:pt x="8" y="265"/>
                        <a:pt x="8" y="265"/>
                      </a:cubicBezTo>
                      <a:cubicBezTo>
                        <a:pt x="3" y="267"/>
                        <a:pt x="3" y="267"/>
                        <a:pt x="3" y="267"/>
                      </a:cubicBezTo>
                      <a:cubicBezTo>
                        <a:pt x="1" y="271"/>
                        <a:pt x="1" y="271"/>
                        <a:pt x="1" y="271"/>
                      </a:cubicBezTo>
                      <a:cubicBezTo>
                        <a:pt x="4" y="273"/>
                        <a:pt x="4" y="273"/>
                        <a:pt x="4" y="273"/>
                      </a:cubicBezTo>
                      <a:cubicBezTo>
                        <a:pt x="0" y="293"/>
                        <a:pt x="0" y="293"/>
                        <a:pt x="0" y="293"/>
                      </a:cubicBezTo>
                      <a:cubicBezTo>
                        <a:pt x="5" y="300"/>
                        <a:pt x="5" y="300"/>
                        <a:pt x="5" y="300"/>
                      </a:cubicBezTo>
                      <a:cubicBezTo>
                        <a:pt x="2" y="308"/>
                        <a:pt x="2" y="308"/>
                        <a:pt x="2" y="308"/>
                      </a:cubicBezTo>
                      <a:cubicBezTo>
                        <a:pt x="4" y="316"/>
                        <a:pt x="4" y="316"/>
                        <a:pt x="4" y="316"/>
                      </a:cubicBezTo>
                      <a:cubicBezTo>
                        <a:pt x="26" y="328"/>
                        <a:pt x="26" y="328"/>
                        <a:pt x="26" y="328"/>
                      </a:cubicBezTo>
                      <a:cubicBezTo>
                        <a:pt x="30" y="348"/>
                        <a:pt x="30" y="348"/>
                        <a:pt x="30" y="348"/>
                      </a:cubicBezTo>
                      <a:cubicBezTo>
                        <a:pt x="36" y="351"/>
                        <a:pt x="36" y="351"/>
                        <a:pt x="36" y="351"/>
                      </a:cubicBezTo>
                      <a:cubicBezTo>
                        <a:pt x="32" y="373"/>
                        <a:pt x="32" y="373"/>
                        <a:pt x="32" y="373"/>
                      </a:cubicBezTo>
                      <a:cubicBezTo>
                        <a:pt x="52" y="375"/>
                        <a:pt x="52" y="375"/>
                        <a:pt x="52" y="375"/>
                      </a:cubicBezTo>
                      <a:cubicBezTo>
                        <a:pt x="48" y="388"/>
                        <a:pt x="48" y="388"/>
                        <a:pt x="48" y="388"/>
                      </a:cubicBezTo>
                      <a:cubicBezTo>
                        <a:pt x="65" y="388"/>
                        <a:pt x="65" y="388"/>
                        <a:pt x="65" y="388"/>
                      </a:cubicBezTo>
                      <a:cubicBezTo>
                        <a:pt x="74" y="395"/>
                        <a:pt x="74" y="395"/>
                        <a:pt x="74" y="395"/>
                      </a:cubicBezTo>
                      <a:cubicBezTo>
                        <a:pt x="83" y="397"/>
                        <a:pt x="83" y="397"/>
                        <a:pt x="83" y="397"/>
                      </a:cubicBezTo>
                      <a:cubicBezTo>
                        <a:pt x="85" y="403"/>
                        <a:pt x="85" y="403"/>
                        <a:pt x="85" y="403"/>
                      </a:cubicBezTo>
                      <a:cubicBezTo>
                        <a:pt x="93" y="402"/>
                        <a:pt x="93" y="402"/>
                        <a:pt x="93" y="402"/>
                      </a:cubicBezTo>
                      <a:cubicBezTo>
                        <a:pt x="106" y="413"/>
                        <a:pt x="106" y="413"/>
                        <a:pt x="106" y="413"/>
                      </a:cubicBezTo>
                      <a:cubicBezTo>
                        <a:pt x="97" y="435"/>
                        <a:pt x="97" y="435"/>
                        <a:pt x="97" y="435"/>
                      </a:cubicBezTo>
                      <a:cubicBezTo>
                        <a:pt x="102" y="434"/>
                        <a:pt x="102" y="434"/>
                        <a:pt x="102" y="434"/>
                      </a:cubicBezTo>
                      <a:cubicBezTo>
                        <a:pt x="104" y="438"/>
                        <a:pt x="104" y="438"/>
                        <a:pt x="104" y="438"/>
                      </a:cubicBezTo>
                      <a:cubicBezTo>
                        <a:pt x="91" y="448"/>
                        <a:pt x="91" y="448"/>
                        <a:pt x="91" y="448"/>
                      </a:cubicBezTo>
                      <a:cubicBezTo>
                        <a:pt x="94" y="453"/>
                        <a:pt x="94" y="453"/>
                        <a:pt x="94" y="453"/>
                      </a:cubicBezTo>
                      <a:cubicBezTo>
                        <a:pt x="89" y="453"/>
                        <a:pt x="89" y="453"/>
                        <a:pt x="89" y="453"/>
                      </a:cubicBezTo>
                      <a:cubicBezTo>
                        <a:pt x="89" y="459"/>
                        <a:pt x="89" y="459"/>
                        <a:pt x="89" y="459"/>
                      </a:cubicBezTo>
                      <a:cubicBezTo>
                        <a:pt x="81" y="459"/>
                        <a:pt x="81" y="459"/>
                        <a:pt x="81" y="459"/>
                      </a:cubicBezTo>
                      <a:cubicBezTo>
                        <a:pt x="81" y="464"/>
                        <a:pt x="81" y="464"/>
                        <a:pt x="81" y="464"/>
                      </a:cubicBezTo>
                      <a:cubicBezTo>
                        <a:pt x="86" y="464"/>
                        <a:pt x="86" y="464"/>
                        <a:pt x="86" y="464"/>
                      </a:cubicBezTo>
                      <a:cubicBezTo>
                        <a:pt x="93" y="467"/>
                        <a:pt x="93" y="467"/>
                        <a:pt x="93" y="467"/>
                      </a:cubicBezTo>
                      <a:cubicBezTo>
                        <a:pt x="101" y="480"/>
                        <a:pt x="101" y="480"/>
                        <a:pt x="101" y="480"/>
                      </a:cubicBezTo>
                      <a:cubicBezTo>
                        <a:pt x="107" y="487"/>
                        <a:pt x="107" y="487"/>
                        <a:pt x="107" y="487"/>
                      </a:cubicBezTo>
                      <a:cubicBezTo>
                        <a:pt x="118" y="493"/>
                        <a:pt x="118" y="493"/>
                        <a:pt x="118" y="493"/>
                      </a:cubicBezTo>
                      <a:cubicBezTo>
                        <a:pt x="126" y="488"/>
                        <a:pt x="126" y="488"/>
                        <a:pt x="126" y="488"/>
                      </a:cubicBezTo>
                      <a:cubicBezTo>
                        <a:pt x="140" y="490"/>
                        <a:pt x="140" y="490"/>
                        <a:pt x="140" y="490"/>
                      </a:cubicBezTo>
                      <a:cubicBezTo>
                        <a:pt x="163" y="510"/>
                        <a:pt x="163" y="510"/>
                        <a:pt x="163" y="510"/>
                      </a:cubicBezTo>
                      <a:cubicBezTo>
                        <a:pt x="171" y="513"/>
                        <a:pt x="171" y="513"/>
                        <a:pt x="171" y="513"/>
                      </a:cubicBezTo>
                      <a:cubicBezTo>
                        <a:pt x="186" y="503"/>
                        <a:pt x="186" y="503"/>
                        <a:pt x="186" y="503"/>
                      </a:cubicBezTo>
                      <a:cubicBezTo>
                        <a:pt x="181" y="494"/>
                        <a:pt x="181" y="494"/>
                        <a:pt x="181" y="494"/>
                      </a:cubicBezTo>
                      <a:cubicBezTo>
                        <a:pt x="177" y="482"/>
                        <a:pt x="177" y="482"/>
                        <a:pt x="177" y="482"/>
                      </a:cubicBezTo>
                      <a:cubicBezTo>
                        <a:pt x="174" y="478"/>
                        <a:pt x="174" y="478"/>
                        <a:pt x="174" y="478"/>
                      </a:cubicBezTo>
                      <a:cubicBezTo>
                        <a:pt x="174" y="464"/>
                        <a:pt x="174" y="464"/>
                        <a:pt x="174" y="464"/>
                      </a:cubicBezTo>
                      <a:cubicBezTo>
                        <a:pt x="178" y="456"/>
                        <a:pt x="178" y="456"/>
                        <a:pt x="178" y="456"/>
                      </a:cubicBezTo>
                      <a:cubicBezTo>
                        <a:pt x="186" y="455"/>
                        <a:pt x="186" y="455"/>
                        <a:pt x="186" y="455"/>
                      </a:cubicBezTo>
                      <a:cubicBezTo>
                        <a:pt x="190" y="446"/>
                        <a:pt x="190" y="446"/>
                        <a:pt x="190" y="446"/>
                      </a:cubicBezTo>
                      <a:cubicBezTo>
                        <a:pt x="189" y="444"/>
                        <a:pt x="189" y="444"/>
                        <a:pt x="189" y="444"/>
                      </a:cubicBezTo>
                      <a:cubicBezTo>
                        <a:pt x="166" y="414"/>
                        <a:pt x="166" y="414"/>
                        <a:pt x="166" y="414"/>
                      </a:cubicBezTo>
                      <a:cubicBezTo>
                        <a:pt x="176" y="404"/>
                        <a:pt x="176" y="404"/>
                        <a:pt x="176" y="404"/>
                      </a:cubicBezTo>
                      <a:cubicBezTo>
                        <a:pt x="186" y="414"/>
                        <a:pt x="186" y="414"/>
                        <a:pt x="186" y="414"/>
                      </a:cubicBezTo>
                      <a:cubicBezTo>
                        <a:pt x="191" y="407"/>
                        <a:pt x="191" y="407"/>
                        <a:pt x="191" y="407"/>
                      </a:cubicBezTo>
                      <a:cubicBezTo>
                        <a:pt x="188" y="398"/>
                        <a:pt x="188" y="398"/>
                        <a:pt x="188" y="398"/>
                      </a:cubicBezTo>
                      <a:cubicBezTo>
                        <a:pt x="207" y="381"/>
                        <a:pt x="207" y="381"/>
                        <a:pt x="207" y="381"/>
                      </a:cubicBezTo>
                      <a:cubicBezTo>
                        <a:pt x="226" y="380"/>
                        <a:pt x="226" y="380"/>
                        <a:pt x="226" y="380"/>
                      </a:cubicBezTo>
                      <a:cubicBezTo>
                        <a:pt x="239" y="393"/>
                        <a:pt x="239" y="393"/>
                        <a:pt x="239" y="393"/>
                      </a:cubicBezTo>
                      <a:cubicBezTo>
                        <a:pt x="247" y="391"/>
                        <a:pt x="247" y="391"/>
                        <a:pt x="247" y="391"/>
                      </a:cubicBezTo>
                      <a:cubicBezTo>
                        <a:pt x="256" y="399"/>
                        <a:pt x="256" y="399"/>
                        <a:pt x="256" y="399"/>
                      </a:cubicBezTo>
                      <a:cubicBezTo>
                        <a:pt x="263" y="390"/>
                        <a:pt x="263" y="390"/>
                        <a:pt x="263" y="390"/>
                      </a:cubicBezTo>
                      <a:cubicBezTo>
                        <a:pt x="279" y="397"/>
                        <a:pt x="279" y="397"/>
                        <a:pt x="279" y="397"/>
                      </a:cubicBezTo>
                      <a:cubicBezTo>
                        <a:pt x="281" y="386"/>
                        <a:pt x="281" y="386"/>
                        <a:pt x="281" y="386"/>
                      </a:cubicBezTo>
                      <a:cubicBezTo>
                        <a:pt x="290" y="380"/>
                        <a:pt x="290" y="380"/>
                        <a:pt x="290" y="380"/>
                      </a:cubicBezTo>
                      <a:cubicBezTo>
                        <a:pt x="287" y="376"/>
                        <a:pt x="287" y="376"/>
                        <a:pt x="287" y="376"/>
                      </a:cubicBezTo>
                      <a:cubicBezTo>
                        <a:pt x="300" y="366"/>
                        <a:pt x="300" y="366"/>
                        <a:pt x="300" y="366"/>
                      </a:cubicBezTo>
                      <a:cubicBezTo>
                        <a:pt x="295" y="355"/>
                        <a:pt x="295" y="355"/>
                        <a:pt x="295" y="355"/>
                      </a:cubicBezTo>
                      <a:cubicBezTo>
                        <a:pt x="299" y="351"/>
                        <a:pt x="299" y="351"/>
                        <a:pt x="299" y="351"/>
                      </a:cubicBezTo>
                      <a:cubicBezTo>
                        <a:pt x="311" y="356"/>
                        <a:pt x="311" y="356"/>
                        <a:pt x="311" y="356"/>
                      </a:cubicBezTo>
                      <a:cubicBezTo>
                        <a:pt x="354" y="341"/>
                        <a:pt x="354" y="341"/>
                        <a:pt x="354" y="341"/>
                      </a:cubicBezTo>
                      <a:cubicBezTo>
                        <a:pt x="367" y="343"/>
                        <a:pt x="367" y="343"/>
                        <a:pt x="367" y="343"/>
                      </a:cubicBezTo>
                      <a:cubicBezTo>
                        <a:pt x="379" y="355"/>
                        <a:pt x="379" y="355"/>
                        <a:pt x="379" y="355"/>
                      </a:cubicBezTo>
                      <a:cubicBezTo>
                        <a:pt x="434" y="360"/>
                        <a:pt x="434" y="360"/>
                        <a:pt x="434" y="360"/>
                      </a:cubicBezTo>
                      <a:cubicBezTo>
                        <a:pt x="443" y="380"/>
                        <a:pt x="443" y="380"/>
                        <a:pt x="443" y="380"/>
                      </a:cubicBezTo>
                      <a:cubicBezTo>
                        <a:pt x="457" y="383"/>
                        <a:pt x="457" y="383"/>
                        <a:pt x="457" y="383"/>
                      </a:cubicBezTo>
                      <a:cubicBezTo>
                        <a:pt x="470" y="398"/>
                        <a:pt x="470" y="398"/>
                        <a:pt x="470" y="398"/>
                      </a:cubicBezTo>
                      <a:cubicBezTo>
                        <a:pt x="487" y="397"/>
                        <a:pt x="487" y="397"/>
                        <a:pt x="487" y="397"/>
                      </a:cubicBezTo>
                      <a:cubicBezTo>
                        <a:pt x="492" y="409"/>
                        <a:pt x="492" y="409"/>
                        <a:pt x="492" y="409"/>
                      </a:cubicBezTo>
                      <a:cubicBezTo>
                        <a:pt x="508" y="409"/>
                        <a:pt x="508" y="409"/>
                        <a:pt x="508" y="409"/>
                      </a:cubicBezTo>
                      <a:cubicBezTo>
                        <a:pt x="517" y="415"/>
                        <a:pt x="517" y="415"/>
                        <a:pt x="517" y="415"/>
                      </a:cubicBezTo>
                      <a:cubicBezTo>
                        <a:pt x="536" y="413"/>
                        <a:pt x="536" y="413"/>
                        <a:pt x="536" y="413"/>
                      </a:cubicBezTo>
                      <a:cubicBezTo>
                        <a:pt x="551" y="399"/>
                        <a:pt x="551" y="399"/>
                        <a:pt x="551" y="399"/>
                      </a:cubicBezTo>
                      <a:cubicBezTo>
                        <a:pt x="551" y="399"/>
                        <a:pt x="552" y="399"/>
                        <a:pt x="553" y="399"/>
                      </a:cubicBezTo>
                      <a:cubicBezTo>
                        <a:pt x="555" y="398"/>
                        <a:pt x="555" y="398"/>
                        <a:pt x="555" y="398"/>
                      </a:cubicBezTo>
                      <a:cubicBezTo>
                        <a:pt x="560" y="397"/>
                        <a:pt x="565" y="397"/>
                        <a:pt x="570" y="397"/>
                      </a:cubicBezTo>
                      <a:cubicBezTo>
                        <a:pt x="576" y="396"/>
                        <a:pt x="581" y="396"/>
                        <a:pt x="588" y="395"/>
                      </a:cubicBezTo>
                      <a:cubicBezTo>
                        <a:pt x="594" y="395"/>
                        <a:pt x="594" y="395"/>
                        <a:pt x="594" y="395"/>
                      </a:cubicBezTo>
                      <a:cubicBezTo>
                        <a:pt x="606" y="404"/>
                        <a:pt x="606" y="404"/>
                        <a:pt x="606" y="404"/>
                      </a:cubicBezTo>
                      <a:cubicBezTo>
                        <a:pt x="632" y="395"/>
                        <a:pt x="632" y="395"/>
                        <a:pt x="632" y="395"/>
                      </a:cubicBezTo>
                      <a:cubicBezTo>
                        <a:pt x="632" y="388"/>
                        <a:pt x="632" y="388"/>
                        <a:pt x="632" y="388"/>
                      </a:cubicBezTo>
                      <a:cubicBezTo>
                        <a:pt x="640" y="384"/>
                        <a:pt x="640" y="384"/>
                        <a:pt x="640" y="384"/>
                      </a:cubicBezTo>
                      <a:cubicBezTo>
                        <a:pt x="655" y="388"/>
                        <a:pt x="655" y="388"/>
                        <a:pt x="655" y="388"/>
                      </a:cubicBezTo>
                      <a:cubicBezTo>
                        <a:pt x="664" y="403"/>
                        <a:pt x="664" y="403"/>
                        <a:pt x="664" y="403"/>
                      </a:cubicBezTo>
                      <a:cubicBezTo>
                        <a:pt x="692" y="401"/>
                        <a:pt x="692" y="401"/>
                        <a:pt x="692" y="401"/>
                      </a:cubicBezTo>
                      <a:cubicBezTo>
                        <a:pt x="726" y="413"/>
                        <a:pt x="726" y="413"/>
                        <a:pt x="726" y="413"/>
                      </a:cubicBezTo>
                      <a:cubicBezTo>
                        <a:pt x="737" y="408"/>
                        <a:pt x="737" y="408"/>
                        <a:pt x="737" y="408"/>
                      </a:cubicBezTo>
                      <a:cubicBezTo>
                        <a:pt x="752" y="412"/>
                        <a:pt x="752" y="412"/>
                        <a:pt x="752" y="412"/>
                      </a:cubicBezTo>
                      <a:cubicBezTo>
                        <a:pt x="758" y="403"/>
                        <a:pt x="758" y="403"/>
                        <a:pt x="758" y="403"/>
                      </a:cubicBezTo>
                      <a:cubicBezTo>
                        <a:pt x="768" y="408"/>
                        <a:pt x="768" y="408"/>
                        <a:pt x="768" y="408"/>
                      </a:cubicBezTo>
                      <a:cubicBezTo>
                        <a:pt x="771" y="408"/>
                        <a:pt x="775" y="408"/>
                        <a:pt x="779" y="408"/>
                      </a:cubicBezTo>
                      <a:cubicBezTo>
                        <a:pt x="783" y="407"/>
                        <a:pt x="788" y="407"/>
                        <a:pt x="792" y="406"/>
                      </a:cubicBezTo>
                      <a:cubicBezTo>
                        <a:pt x="806" y="405"/>
                        <a:pt x="806" y="405"/>
                        <a:pt x="806" y="405"/>
                      </a:cubicBezTo>
                      <a:cubicBezTo>
                        <a:pt x="824" y="376"/>
                        <a:pt x="824" y="376"/>
                        <a:pt x="824" y="376"/>
                      </a:cubicBezTo>
                      <a:cubicBezTo>
                        <a:pt x="820" y="368"/>
                        <a:pt x="820" y="368"/>
                        <a:pt x="820" y="368"/>
                      </a:cubicBezTo>
                      <a:cubicBezTo>
                        <a:pt x="820" y="368"/>
                        <a:pt x="820" y="368"/>
                        <a:pt x="820" y="368"/>
                      </a:cubicBezTo>
                      <a:cubicBezTo>
                        <a:pt x="821" y="368"/>
                        <a:pt x="821" y="368"/>
                        <a:pt x="821" y="368"/>
                      </a:cubicBezTo>
                      <a:cubicBezTo>
                        <a:pt x="823" y="366"/>
                        <a:pt x="826" y="365"/>
                        <a:pt x="830" y="364"/>
                      </a:cubicBezTo>
                      <a:cubicBezTo>
                        <a:pt x="836" y="363"/>
                        <a:pt x="842" y="362"/>
                        <a:pt x="848" y="361"/>
                      </a:cubicBezTo>
                      <a:cubicBezTo>
                        <a:pt x="851" y="361"/>
                        <a:pt x="851" y="361"/>
                        <a:pt x="851" y="361"/>
                      </a:cubicBezTo>
                      <a:cubicBezTo>
                        <a:pt x="865" y="368"/>
                        <a:pt x="865" y="368"/>
                        <a:pt x="865" y="368"/>
                      </a:cubicBezTo>
                      <a:cubicBezTo>
                        <a:pt x="884" y="404"/>
                        <a:pt x="884" y="404"/>
                        <a:pt x="884" y="404"/>
                      </a:cubicBezTo>
                      <a:cubicBezTo>
                        <a:pt x="913" y="421"/>
                        <a:pt x="913" y="421"/>
                        <a:pt x="913" y="421"/>
                      </a:cubicBezTo>
                      <a:cubicBezTo>
                        <a:pt x="917" y="431"/>
                        <a:pt x="917" y="431"/>
                        <a:pt x="917" y="431"/>
                      </a:cubicBezTo>
                      <a:cubicBezTo>
                        <a:pt x="920" y="429"/>
                        <a:pt x="920" y="429"/>
                        <a:pt x="920" y="429"/>
                      </a:cubicBezTo>
                      <a:cubicBezTo>
                        <a:pt x="926" y="424"/>
                        <a:pt x="933" y="421"/>
                        <a:pt x="939" y="417"/>
                      </a:cubicBezTo>
                      <a:cubicBezTo>
                        <a:pt x="942" y="416"/>
                        <a:pt x="945" y="415"/>
                        <a:pt x="948" y="415"/>
                      </a:cubicBezTo>
                      <a:cubicBezTo>
                        <a:pt x="926" y="461"/>
                        <a:pt x="926" y="461"/>
                        <a:pt x="926" y="461"/>
                      </a:cubicBezTo>
                      <a:cubicBezTo>
                        <a:pt x="915" y="468"/>
                        <a:pt x="915" y="468"/>
                        <a:pt x="915" y="468"/>
                      </a:cubicBezTo>
                      <a:cubicBezTo>
                        <a:pt x="918" y="490"/>
                        <a:pt x="918" y="490"/>
                        <a:pt x="918" y="490"/>
                      </a:cubicBezTo>
                      <a:cubicBezTo>
                        <a:pt x="922" y="484"/>
                        <a:pt x="922" y="484"/>
                        <a:pt x="922" y="484"/>
                      </a:cubicBezTo>
                      <a:cubicBezTo>
                        <a:pt x="926" y="484"/>
                        <a:pt x="926" y="484"/>
                        <a:pt x="926" y="484"/>
                      </a:cubicBezTo>
                      <a:cubicBezTo>
                        <a:pt x="925" y="489"/>
                        <a:pt x="925" y="489"/>
                        <a:pt x="925" y="489"/>
                      </a:cubicBezTo>
                      <a:cubicBezTo>
                        <a:pt x="928" y="492"/>
                        <a:pt x="928" y="492"/>
                        <a:pt x="928" y="492"/>
                      </a:cubicBezTo>
                      <a:cubicBezTo>
                        <a:pt x="932" y="493"/>
                        <a:pt x="932" y="493"/>
                        <a:pt x="932" y="493"/>
                      </a:cubicBezTo>
                      <a:cubicBezTo>
                        <a:pt x="964" y="466"/>
                        <a:pt x="964" y="466"/>
                        <a:pt x="964" y="466"/>
                      </a:cubicBezTo>
                      <a:cubicBezTo>
                        <a:pt x="982" y="435"/>
                        <a:pt x="982" y="435"/>
                        <a:pt x="982" y="435"/>
                      </a:cubicBezTo>
                      <a:cubicBezTo>
                        <a:pt x="993" y="424"/>
                        <a:pt x="993" y="424"/>
                        <a:pt x="993" y="424"/>
                      </a:cubicBezTo>
                      <a:cubicBezTo>
                        <a:pt x="999" y="406"/>
                        <a:pt x="999" y="406"/>
                        <a:pt x="999" y="406"/>
                      </a:cubicBezTo>
                      <a:cubicBezTo>
                        <a:pt x="996" y="391"/>
                        <a:pt x="998" y="380"/>
                        <a:pt x="1005" y="375"/>
                      </a:cubicBezTo>
                      <a:cubicBezTo>
                        <a:pt x="1005" y="371"/>
                        <a:pt x="1005" y="371"/>
                        <a:pt x="1005" y="371"/>
                      </a:cubicBezTo>
                      <a:cubicBezTo>
                        <a:pt x="1002" y="368"/>
                        <a:pt x="1001" y="365"/>
                        <a:pt x="1002" y="361"/>
                      </a:cubicBezTo>
                      <a:cubicBezTo>
                        <a:pt x="1003" y="360"/>
                        <a:pt x="1004" y="358"/>
                        <a:pt x="1005" y="357"/>
                      </a:cubicBezTo>
                      <a:cubicBezTo>
                        <a:pt x="992" y="343"/>
                        <a:pt x="992" y="343"/>
                        <a:pt x="992" y="343"/>
                      </a:cubicBezTo>
                      <a:cubicBezTo>
                        <a:pt x="983" y="353"/>
                        <a:pt x="983" y="353"/>
                        <a:pt x="983" y="353"/>
                      </a:cubicBezTo>
                      <a:cubicBezTo>
                        <a:pt x="978" y="354"/>
                        <a:pt x="978" y="354"/>
                        <a:pt x="978" y="354"/>
                      </a:cubicBezTo>
                      <a:cubicBezTo>
                        <a:pt x="982" y="348"/>
                        <a:pt x="982" y="348"/>
                        <a:pt x="982" y="348"/>
                      </a:cubicBezTo>
                      <a:cubicBezTo>
                        <a:pt x="982" y="342"/>
                        <a:pt x="982" y="342"/>
                        <a:pt x="982" y="342"/>
                      </a:cubicBezTo>
                      <a:cubicBezTo>
                        <a:pt x="978" y="342"/>
                        <a:pt x="978" y="342"/>
                        <a:pt x="978" y="342"/>
                      </a:cubicBezTo>
                      <a:cubicBezTo>
                        <a:pt x="978" y="347"/>
                        <a:pt x="978" y="347"/>
                        <a:pt x="978" y="347"/>
                      </a:cubicBezTo>
                      <a:cubicBezTo>
                        <a:pt x="971" y="353"/>
                        <a:pt x="971" y="353"/>
                        <a:pt x="971" y="353"/>
                      </a:cubicBezTo>
                      <a:cubicBezTo>
                        <a:pt x="972" y="341"/>
                        <a:pt x="972" y="341"/>
                        <a:pt x="972" y="341"/>
                      </a:cubicBezTo>
                      <a:cubicBezTo>
                        <a:pt x="970" y="340"/>
                        <a:pt x="970" y="340"/>
                        <a:pt x="970" y="340"/>
                      </a:cubicBezTo>
                      <a:cubicBezTo>
                        <a:pt x="959" y="341"/>
                        <a:pt x="959" y="341"/>
                        <a:pt x="959" y="341"/>
                      </a:cubicBezTo>
                      <a:cubicBezTo>
                        <a:pt x="954" y="337"/>
                        <a:pt x="954" y="337"/>
                        <a:pt x="954" y="337"/>
                      </a:cubicBezTo>
                      <a:cubicBezTo>
                        <a:pt x="966" y="331"/>
                        <a:pt x="966" y="331"/>
                        <a:pt x="966" y="331"/>
                      </a:cubicBezTo>
                      <a:cubicBezTo>
                        <a:pt x="974" y="326"/>
                        <a:pt x="974" y="326"/>
                        <a:pt x="974" y="326"/>
                      </a:cubicBezTo>
                      <a:cubicBezTo>
                        <a:pt x="991" y="312"/>
                        <a:pt x="991" y="312"/>
                        <a:pt x="991" y="312"/>
                      </a:cubicBezTo>
                      <a:cubicBezTo>
                        <a:pt x="997" y="301"/>
                        <a:pt x="997" y="301"/>
                        <a:pt x="997" y="301"/>
                      </a:cubicBezTo>
                      <a:cubicBezTo>
                        <a:pt x="1007" y="293"/>
                        <a:pt x="1007" y="293"/>
                        <a:pt x="1007" y="293"/>
                      </a:cubicBezTo>
                      <a:cubicBezTo>
                        <a:pt x="1017" y="280"/>
                        <a:pt x="1017" y="280"/>
                        <a:pt x="1017" y="280"/>
                      </a:cubicBezTo>
                      <a:cubicBezTo>
                        <a:pt x="1039" y="280"/>
                        <a:pt x="1039" y="280"/>
                        <a:pt x="1039" y="280"/>
                      </a:cubicBezTo>
                      <a:cubicBezTo>
                        <a:pt x="1038" y="286"/>
                        <a:pt x="1038" y="286"/>
                        <a:pt x="1038" y="286"/>
                      </a:cubicBezTo>
                      <a:cubicBezTo>
                        <a:pt x="1043" y="285"/>
                        <a:pt x="1043" y="285"/>
                        <a:pt x="1043" y="285"/>
                      </a:cubicBezTo>
                      <a:cubicBezTo>
                        <a:pt x="1046" y="282"/>
                        <a:pt x="1046" y="282"/>
                        <a:pt x="1046" y="282"/>
                      </a:cubicBezTo>
                      <a:cubicBezTo>
                        <a:pt x="1052" y="283"/>
                        <a:pt x="1052" y="283"/>
                        <a:pt x="1052" y="283"/>
                      </a:cubicBezTo>
                      <a:cubicBezTo>
                        <a:pt x="1058" y="282"/>
                        <a:pt x="1058" y="282"/>
                        <a:pt x="1058" y="282"/>
                      </a:cubicBezTo>
                      <a:cubicBezTo>
                        <a:pt x="1061" y="284"/>
                        <a:pt x="1061" y="284"/>
                        <a:pt x="1061" y="284"/>
                      </a:cubicBezTo>
                      <a:cubicBezTo>
                        <a:pt x="1066" y="281"/>
                        <a:pt x="1066" y="281"/>
                        <a:pt x="1066" y="281"/>
                      </a:cubicBezTo>
                      <a:cubicBezTo>
                        <a:pt x="1068" y="275"/>
                        <a:pt x="1068" y="275"/>
                        <a:pt x="1068" y="275"/>
                      </a:cubicBezTo>
                      <a:cubicBezTo>
                        <a:pt x="1074" y="273"/>
                        <a:pt x="1074" y="273"/>
                        <a:pt x="1074" y="273"/>
                      </a:cubicBezTo>
                      <a:cubicBezTo>
                        <a:pt x="1081" y="277"/>
                        <a:pt x="1081" y="277"/>
                        <a:pt x="1081" y="277"/>
                      </a:cubicBezTo>
                      <a:cubicBezTo>
                        <a:pt x="1088" y="276"/>
                        <a:pt x="1088" y="276"/>
                        <a:pt x="1088" y="276"/>
                      </a:cubicBezTo>
                      <a:cubicBezTo>
                        <a:pt x="1089" y="278"/>
                        <a:pt x="1089" y="278"/>
                        <a:pt x="1089" y="278"/>
                      </a:cubicBezTo>
                      <a:cubicBezTo>
                        <a:pt x="1098" y="281"/>
                        <a:pt x="1098" y="281"/>
                        <a:pt x="1098" y="281"/>
                      </a:cubicBezTo>
                      <a:cubicBezTo>
                        <a:pt x="1098" y="283"/>
                        <a:pt x="1098" y="283"/>
                        <a:pt x="1098" y="283"/>
                      </a:cubicBezTo>
                      <a:cubicBezTo>
                        <a:pt x="1088" y="285"/>
                        <a:pt x="1088" y="285"/>
                        <a:pt x="1088" y="285"/>
                      </a:cubicBezTo>
                      <a:cubicBezTo>
                        <a:pt x="1089" y="290"/>
                        <a:pt x="1089" y="290"/>
                        <a:pt x="1089" y="290"/>
                      </a:cubicBezTo>
                      <a:cubicBezTo>
                        <a:pt x="1101" y="289"/>
                        <a:pt x="1101" y="289"/>
                        <a:pt x="1101" y="289"/>
                      </a:cubicBezTo>
                      <a:cubicBezTo>
                        <a:pt x="1102" y="286"/>
                        <a:pt x="1102" y="286"/>
                        <a:pt x="1102" y="286"/>
                      </a:cubicBezTo>
                      <a:cubicBezTo>
                        <a:pt x="1107" y="288"/>
                        <a:pt x="1107" y="288"/>
                        <a:pt x="1107" y="288"/>
                      </a:cubicBezTo>
                      <a:cubicBezTo>
                        <a:pt x="1113" y="284"/>
                        <a:pt x="1113" y="284"/>
                        <a:pt x="1113" y="284"/>
                      </a:cubicBezTo>
                      <a:cubicBezTo>
                        <a:pt x="1116" y="286"/>
                        <a:pt x="1116" y="286"/>
                        <a:pt x="1116" y="286"/>
                      </a:cubicBezTo>
                      <a:cubicBezTo>
                        <a:pt x="1123" y="282"/>
                        <a:pt x="1123" y="282"/>
                        <a:pt x="1123" y="282"/>
                      </a:cubicBezTo>
                      <a:cubicBezTo>
                        <a:pt x="1122" y="278"/>
                        <a:pt x="1122" y="278"/>
                        <a:pt x="1122" y="278"/>
                      </a:cubicBezTo>
                      <a:cubicBezTo>
                        <a:pt x="1115" y="274"/>
                        <a:pt x="1115" y="274"/>
                        <a:pt x="1115" y="274"/>
                      </a:cubicBezTo>
                      <a:cubicBezTo>
                        <a:pt x="1115" y="272"/>
                        <a:pt x="1115" y="272"/>
                        <a:pt x="1115" y="272"/>
                      </a:cubicBezTo>
                      <a:cubicBezTo>
                        <a:pt x="1135" y="248"/>
                        <a:pt x="1135" y="248"/>
                        <a:pt x="1135" y="248"/>
                      </a:cubicBezTo>
                      <a:cubicBezTo>
                        <a:pt x="1147" y="245"/>
                        <a:pt x="1147" y="245"/>
                        <a:pt x="1147" y="245"/>
                      </a:cubicBezTo>
                      <a:cubicBezTo>
                        <a:pt x="1153" y="241"/>
                        <a:pt x="1153" y="241"/>
                        <a:pt x="1153" y="241"/>
                      </a:cubicBezTo>
                      <a:cubicBezTo>
                        <a:pt x="1160" y="244"/>
                        <a:pt x="1160" y="244"/>
                        <a:pt x="1160" y="244"/>
                      </a:cubicBezTo>
                      <a:cubicBezTo>
                        <a:pt x="1168" y="241"/>
                        <a:pt x="1168" y="241"/>
                        <a:pt x="1168" y="241"/>
                      </a:cubicBezTo>
                      <a:cubicBezTo>
                        <a:pt x="1168" y="243"/>
                        <a:pt x="1168" y="243"/>
                        <a:pt x="1168" y="243"/>
                      </a:cubicBezTo>
                      <a:cubicBezTo>
                        <a:pt x="1159" y="252"/>
                        <a:pt x="1159" y="252"/>
                        <a:pt x="1159" y="252"/>
                      </a:cubicBezTo>
                      <a:cubicBezTo>
                        <a:pt x="1159" y="256"/>
                        <a:pt x="1159" y="256"/>
                        <a:pt x="1159" y="256"/>
                      </a:cubicBezTo>
                      <a:cubicBezTo>
                        <a:pt x="1164" y="256"/>
                        <a:pt x="1164" y="256"/>
                        <a:pt x="1164" y="256"/>
                      </a:cubicBezTo>
                      <a:cubicBezTo>
                        <a:pt x="1160" y="260"/>
                        <a:pt x="1160" y="260"/>
                        <a:pt x="1160" y="260"/>
                      </a:cubicBezTo>
                      <a:cubicBezTo>
                        <a:pt x="1162" y="263"/>
                        <a:pt x="1162" y="263"/>
                        <a:pt x="1162" y="263"/>
                      </a:cubicBezTo>
                      <a:cubicBezTo>
                        <a:pt x="1181" y="251"/>
                        <a:pt x="1181" y="251"/>
                        <a:pt x="1181" y="251"/>
                      </a:cubicBezTo>
                      <a:cubicBezTo>
                        <a:pt x="1183" y="252"/>
                        <a:pt x="1183" y="252"/>
                        <a:pt x="1183" y="252"/>
                      </a:cubicBezTo>
                      <a:cubicBezTo>
                        <a:pt x="1185" y="249"/>
                        <a:pt x="1185" y="249"/>
                        <a:pt x="1185" y="249"/>
                      </a:cubicBezTo>
                      <a:cubicBezTo>
                        <a:pt x="1184" y="247"/>
                        <a:pt x="1184" y="247"/>
                        <a:pt x="1184" y="247"/>
                      </a:cubicBezTo>
                      <a:cubicBezTo>
                        <a:pt x="1188" y="235"/>
                        <a:pt x="1188" y="235"/>
                        <a:pt x="1188" y="235"/>
                      </a:cubicBezTo>
                      <a:cubicBezTo>
                        <a:pt x="1199" y="231"/>
                        <a:pt x="1199" y="231"/>
                        <a:pt x="1199" y="231"/>
                      </a:cubicBezTo>
                      <a:cubicBezTo>
                        <a:pt x="1201" y="234"/>
                        <a:pt x="1201" y="234"/>
                        <a:pt x="1201" y="234"/>
                      </a:cubicBezTo>
                      <a:cubicBezTo>
                        <a:pt x="1196" y="238"/>
                        <a:pt x="1196" y="238"/>
                        <a:pt x="1196" y="238"/>
                      </a:cubicBezTo>
                      <a:cubicBezTo>
                        <a:pt x="1193" y="247"/>
                        <a:pt x="1193" y="247"/>
                        <a:pt x="1193" y="247"/>
                      </a:cubicBezTo>
                      <a:cubicBezTo>
                        <a:pt x="1183" y="268"/>
                        <a:pt x="1183" y="268"/>
                        <a:pt x="1183" y="268"/>
                      </a:cubicBezTo>
                      <a:cubicBezTo>
                        <a:pt x="1155" y="286"/>
                        <a:pt x="1155" y="286"/>
                        <a:pt x="1155" y="286"/>
                      </a:cubicBezTo>
                      <a:cubicBezTo>
                        <a:pt x="1142" y="300"/>
                        <a:pt x="1142" y="300"/>
                        <a:pt x="1142" y="300"/>
                      </a:cubicBezTo>
                      <a:cubicBezTo>
                        <a:pt x="1136" y="298"/>
                        <a:pt x="1136" y="298"/>
                        <a:pt x="1136" y="298"/>
                      </a:cubicBezTo>
                      <a:cubicBezTo>
                        <a:pt x="1135" y="301"/>
                        <a:pt x="1135" y="301"/>
                        <a:pt x="1135" y="301"/>
                      </a:cubicBezTo>
                      <a:cubicBezTo>
                        <a:pt x="1136" y="304"/>
                        <a:pt x="1136" y="304"/>
                        <a:pt x="1136" y="304"/>
                      </a:cubicBezTo>
                      <a:cubicBezTo>
                        <a:pt x="1135" y="309"/>
                        <a:pt x="1135" y="309"/>
                        <a:pt x="1135" y="309"/>
                      </a:cubicBezTo>
                      <a:cubicBezTo>
                        <a:pt x="1129" y="316"/>
                        <a:pt x="1129" y="316"/>
                        <a:pt x="1129" y="316"/>
                      </a:cubicBezTo>
                      <a:cubicBezTo>
                        <a:pt x="1126" y="334"/>
                        <a:pt x="1126" y="334"/>
                        <a:pt x="1126" y="334"/>
                      </a:cubicBezTo>
                      <a:cubicBezTo>
                        <a:pt x="1128" y="351"/>
                        <a:pt x="1128" y="351"/>
                        <a:pt x="1128" y="351"/>
                      </a:cubicBezTo>
                      <a:cubicBezTo>
                        <a:pt x="1125" y="372"/>
                        <a:pt x="1125" y="372"/>
                        <a:pt x="1125" y="372"/>
                      </a:cubicBezTo>
                      <a:cubicBezTo>
                        <a:pt x="1133" y="378"/>
                        <a:pt x="1133" y="378"/>
                        <a:pt x="1133" y="378"/>
                      </a:cubicBezTo>
                      <a:cubicBezTo>
                        <a:pt x="1133" y="388"/>
                        <a:pt x="1133" y="388"/>
                        <a:pt x="1133" y="388"/>
                      </a:cubicBezTo>
                      <a:cubicBezTo>
                        <a:pt x="1138" y="393"/>
                        <a:pt x="1138" y="393"/>
                        <a:pt x="1138" y="393"/>
                      </a:cubicBezTo>
                      <a:cubicBezTo>
                        <a:pt x="1145" y="388"/>
                        <a:pt x="1150" y="382"/>
                        <a:pt x="1153" y="374"/>
                      </a:cubicBezTo>
                      <a:cubicBezTo>
                        <a:pt x="1158" y="366"/>
                        <a:pt x="1158" y="366"/>
                        <a:pt x="1158" y="366"/>
                      </a:cubicBezTo>
                      <a:cubicBezTo>
                        <a:pt x="1163" y="364"/>
                        <a:pt x="1163" y="364"/>
                        <a:pt x="1163" y="364"/>
                      </a:cubicBezTo>
                      <a:cubicBezTo>
                        <a:pt x="1163" y="354"/>
                        <a:pt x="1163" y="354"/>
                        <a:pt x="1163" y="354"/>
                      </a:cubicBezTo>
                      <a:cubicBezTo>
                        <a:pt x="1167" y="349"/>
                        <a:pt x="1167" y="349"/>
                        <a:pt x="1167" y="349"/>
                      </a:cubicBezTo>
                      <a:cubicBezTo>
                        <a:pt x="1171" y="351"/>
                        <a:pt x="1171" y="351"/>
                        <a:pt x="1171" y="351"/>
                      </a:cubicBezTo>
                      <a:cubicBezTo>
                        <a:pt x="1176" y="350"/>
                        <a:pt x="1176" y="350"/>
                        <a:pt x="1176" y="350"/>
                      </a:cubicBezTo>
                      <a:cubicBezTo>
                        <a:pt x="1179" y="343"/>
                        <a:pt x="1179" y="343"/>
                        <a:pt x="1179" y="343"/>
                      </a:cubicBezTo>
                      <a:cubicBezTo>
                        <a:pt x="1175" y="335"/>
                        <a:pt x="1175" y="335"/>
                        <a:pt x="1175" y="335"/>
                      </a:cubicBezTo>
                      <a:cubicBezTo>
                        <a:pt x="1179" y="328"/>
                        <a:pt x="1179" y="328"/>
                        <a:pt x="1179" y="328"/>
                      </a:cubicBezTo>
                      <a:cubicBezTo>
                        <a:pt x="1186" y="328"/>
                        <a:pt x="1186" y="328"/>
                        <a:pt x="1186" y="328"/>
                      </a:cubicBezTo>
                      <a:cubicBezTo>
                        <a:pt x="1187" y="323"/>
                        <a:pt x="1187" y="323"/>
                        <a:pt x="1187" y="323"/>
                      </a:cubicBezTo>
                      <a:cubicBezTo>
                        <a:pt x="1181" y="318"/>
                        <a:pt x="1181" y="318"/>
                        <a:pt x="1181" y="318"/>
                      </a:cubicBezTo>
                      <a:cubicBezTo>
                        <a:pt x="1182" y="310"/>
                        <a:pt x="1182" y="310"/>
                        <a:pt x="1182" y="310"/>
                      </a:cubicBezTo>
                      <a:cubicBezTo>
                        <a:pt x="1190" y="310"/>
                        <a:pt x="1190" y="310"/>
                        <a:pt x="1190" y="310"/>
                      </a:cubicBezTo>
                      <a:cubicBezTo>
                        <a:pt x="1190" y="303"/>
                        <a:pt x="1190" y="303"/>
                        <a:pt x="1190" y="303"/>
                      </a:cubicBezTo>
                      <a:cubicBezTo>
                        <a:pt x="1186" y="299"/>
                        <a:pt x="1186" y="299"/>
                        <a:pt x="1186" y="299"/>
                      </a:cubicBezTo>
                      <a:cubicBezTo>
                        <a:pt x="1190" y="283"/>
                        <a:pt x="1190" y="283"/>
                        <a:pt x="1190" y="283"/>
                      </a:cubicBezTo>
                      <a:cubicBezTo>
                        <a:pt x="1195" y="281"/>
                        <a:pt x="1195" y="281"/>
                        <a:pt x="1195" y="281"/>
                      </a:cubicBezTo>
                      <a:cubicBezTo>
                        <a:pt x="1198" y="268"/>
                        <a:pt x="1198" y="268"/>
                        <a:pt x="1198" y="268"/>
                      </a:cubicBezTo>
                      <a:cubicBezTo>
                        <a:pt x="1204" y="267"/>
                        <a:pt x="1204" y="267"/>
                        <a:pt x="1204" y="267"/>
                      </a:cubicBezTo>
                      <a:cubicBezTo>
                        <a:pt x="1209" y="272"/>
                        <a:pt x="1209" y="272"/>
                        <a:pt x="1209" y="272"/>
                      </a:cubicBezTo>
                      <a:cubicBezTo>
                        <a:pt x="1220" y="261"/>
                        <a:pt x="1220" y="261"/>
                        <a:pt x="1220" y="261"/>
                      </a:cubicBezTo>
                      <a:cubicBezTo>
                        <a:pt x="1223" y="261"/>
                        <a:pt x="1223" y="261"/>
                        <a:pt x="1223" y="261"/>
                      </a:cubicBezTo>
                      <a:cubicBezTo>
                        <a:pt x="1222" y="271"/>
                        <a:pt x="1222" y="271"/>
                        <a:pt x="1222" y="271"/>
                      </a:cubicBezTo>
                      <a:cubicBezTo>
                        <a:pt x="1225" y="272"/>
                        <a:pt x="1225" y="272"/>
                        <a:pt x="1225" y="272"/>
                      </a:cubicBezTo>
                      <a:cubicBezTo>
                        <a:pt x="1235" y="260"/>
                        <a:pt x="1235" y="260"/>
                        <a:pt x="1235" y="260"/>
                      </a:cubicBezTo>
                      <a:cubicBezTo>
                        <a:pt x="1245" y="261"/>
                        <a:pt x="1245" y="261"/>
                        <a:pt x="1245" y="261"/>
                      </a:cubicBezTo>
                      <a:cubicBezTo>
                        <a:pt x="1256" y="272"/>
                        <a:pt x="1256" y="272"/>
                        <a:pt x="1256" y="272"/>
                      </a:cubicBezTo>
                      <a:cubicBezTo>
                        <a:pt x="1268" y="261"/>
                        <a:pt x="1268" y="261"/>
                        <a:pt x="1268" y="261"/>
                      </a:cubicBezTo>
                      <a:cubicBezTo>
                        <a:pt x="1275" y="260"/>
                        <a:pt x="1275" y="260"/>
                        <a:pt x="1275" y="260"/>
                      </a:cubicBezTo>
                      <a:cubicBezTo>
                        <a:pt x="1274" y="254"/>
                        <a:pt x="1274" y="254"/>
                        <a:pt x="1274" y="254"/>
                      </a:cubicBezTo>
                      <a:cubicBezTo>
                        <a:pt x="1289" y="249"/>
                        <a:pt x="1289" y="249"/>
                        <a:pt x="1289" y="249"/>
                      </a:cubicBezTo>
                      <a:cubicBezTo>
                        <a:pt x="1310" y="234"/>
                        <a:pt x="1310" y="234"/>
                        <a:pt x="1310" y="234"/>
                      </a:cubicBezTo>
                      <a:cubicBezTo>
                        <a:pt x="1319" y="229"/>
                        <a:pt x="1319" y="229"/>
                        <a:pt x="1319" y="229"/>
                      </a:cubicBezTo>
                      <a:cubicBezTo>
                        <a:pt x="1327" y="221"/>
                        <a:pt x="1327" y="221"/>
                        <a:pt x="1327" y="221"/>
                      </a:cubicBezTo>
                      <a:cubicBezTo>
                        <a:pt x="1335" y="222"/>
                        <a:pt x="1335" y="222"/>
                        <a:pt x="1335" y="222"/>
                      </a:cubicBezTo>
                      <a:cubicBezTo>
                        <a:pt x="1338" y="216"/>
                        <a:pt x="1338" y="216"/>
                        <a:pt x="1338" y="216"/>
                      </a:cubicBezTo>
                      <a:cubicBezTo>
                        <a:pt x="1327" y="196"/>
                        <a:pt x="1327" y="196"/>
                        <a:pt x="1327" y="196"/>
                      </a:cubicBezTo>
                      <a:cubicBezTo>
                        <a:pt x="1319" y="189"/>
                        <a:pt x="1319" y="189"/>
                        <a:pt x="1319" y="189"/>
                      </a:cubicBezTo>
                      <a:cubicBezTo>
                        <a:pt x="1325" y="189"/>
                        <a:pt x="1325" y="189"/>
                        <a:pt x="1325" y="189"/>
                      </a:cubicBezTo>
                      <a:cubicBezTo>
                        <a:pt x="1337" y="193"/>
                        <a:pt x="1337" y="193"/>
                        <a:pt x="1337" y="193"/>
                      </a:cubicBezTo>
                      <a:cubicBezTo>
                        <a:pt x="1348" y="188"/>
                        <a:pt x="1348" y="188"/>
                        <a:pt x="1348" y="188"/>
                      </a:cubicBezTo>
                      <a:cubicBezTo>
                        <a:pt x="1355" y="180"/>
                        <a:pt x="1355" y="180"/>
                        <a:pt x="1355" y="180"/>
                      </a:cubicBezTo>
                      <a:cubicBezTo>
                        <a:pt x="1355" y="173"/>
                        <a:pt x="1355" y="173"/>
                        <a:pt x="1355" y="173"/>
                      </a:cubicBezTo>
                      <a:cubicBezTo>
                        <a:pt x="1354" y="167"/>
                        <a:pt x="1354" y="167"/>
                        <a:pt x="1354" y="167"/>
                      </a:cubicBezTo>
                      <a:cubicBezTo>
                        <a:pt x="1355" y="161"/>
                        <a:pt x="1355" y="161"/>
                        <a:pt x="1355" y="161"/>
                      </a:cubicBezTo>
                      <a:cubicBezTo>
                        <a:pt x="1361" y="160"/>
                        <a:pt x="1361" y="160"/>
                        <a:pt x="1361" y="160"/>
                      </a:cubicBezTo>
                      <a:cubicBezTo>
                        <a:pt x="1360" y="166"/>
                        <a:pt x="1360" y="166"/>
                        <a:pt x="1360" y="166"/>
                      </a:cubicBezTo>
                      <a:cubicBezTo>
                        <a:pt x="1362" y="175"/>
                        <a:pt x="1362" y="175"/>
                        <a:pt x="1362" y="175"/>
                      </a:cubicBezTo>
                      <a:cubicBezTo>
                        <a:pt x="1361" y="180"/>
                        <a:pt x="1361" y="180"/>
                        <a:pt x="1361" y="180"/>
                      </a:cubicBezTo>
                      <a:cubicBezTo>
                        <a:pt x="1365" y="183"/>
                        <a:pt x="1365" y="183"/>
                        <a:pt x="1365" y="183"/>
                      </a:cubicBezTo>
                      <a:cubicBezTo>
                        <a:pt x="1372" y="182"/>
                        <a:pt x="1372" y="182"/>
                        <a:pt x="1372" y="182"/>
                      </a:cubicBezTo>
                      <a:cubicBezTo>
                        <a:pt x="1383" y="181"/>
                        <a:pt x="1383" y="181"/>
                        <a:pt x="1383" y="181"/>
                      </a:cubicBezTo>
                      <a:cubicBezTo>
                        <a:pt x="1387" y="185"/>
                        <a:pt x="1387" y="185"/>
                        <a:pt x="1387" y="185"/>
                      </a:cubicBezTo>
                      <a:cubicBezTo>
                        <a:pt x="1390" y="193"/>
                        <a:pt x="1390" y="193"/>
                        <a:pt x="1390" y="193"/>
                      </a:cubicBezTo>
                      <a:cubicBezTo>
                        <a:pt x="1395" y="198"/>
                        <a:pt x="1395" y="198"/>
                        <a:pt x="1395" y="198"/>
                      </a:cubicBezTo>
                      <a:cubicBezTo>
                        <a:pt x="1409" y="197"/>
                        <a:pt x="1409" y="197"/>
                        <a:pt x="1409" y="197"/>
                      </a:cubicBezTo>
                      <a:cubicBezTo>
                        <a:pt x="1413" y="202"/>
                        <a:pt x="1413" y="202"/>
                        <a:pt x="1413" y="202"/>
                      </a:cubicBezTo>
                      <a:cubicBezTo>
                        <a:pt x="1420" y="199"/>
                        <a:pt x="1420" y="199"/>
                        <a:pt x="1420" y="199"/>
                      </a:cubicBezTo>
                      <a:cubicBezTo>
                        <a:pt x="1419" y="184"/>
                        <a:pt x="1419" y="184"/>
                        <a:pt x="1419" y="184"/>
                      </a:cubicBezTo>
                      <a:cubicBezTo>
                        <a:pt x="1423" y="175"/>
                        <a:pt x="1423" y="175"/>
                        <a:pt x="1423" y="175"/>
                      </a:cubicBezTo>
                      <a:cubicBezTo>
                        <a:pt x="1430" y="175"/>
                        <a:pt x="1430" y="175"/>
                        <a:pt x="1430" y="175"/>
                      </a:cubicBezTo>
                      <a:cubicBezTo>
                        <a:pt x="1434" y="173"/>
                        <a:pt x="1434" y="173"/>
                        <a:pt x="1434" y="173"/>
                      </a:cubicBezTo>
                      <a:cubicBezTo>
                        <a:pt x="1435" y="170"/>
                        <a:pt x="1435" y="170"/>
                        <a:pt x="1435" y="170"/>
                      </a:cubicBezTo>
                      <a:lnTo>
                        <a:pt x="1430" y="168"/>
                      </a:lnTo>
                      <a:close/>
                      <a:moveTo>
                        <a:pt x="46" y="259"/>
                      </a:moveTo>
                      <a:cubicBezTo>
                        <a:pt x="41" y="261"/>
                        <a:pt x="41" y="261"/>
                        <a:pt x="41" y="261"/>
                      </a:cubicBezTo>
                      <a:cubicBezTo>
                        <a:pt x="41" y="265"/>
                        <a:pt x="41" y="265"/>
                        <a:pt x="41" y="265"/>
                      </a:cubicBezTo>
                      <a:cubicBezTo>
                        <a:pt x="32" y="267"/>
                        <a:pt x="32" y="267"/>
                        <a:pt x="32" y="267"/>
                      </a:cubicBezTo>
                      <a:cubicBezTo>
                        <a:pt x="28" y="260"/>
                        <a:pt x="24" y="253"/>
                        <a:pt x="20" y="245"/>
                      </a:cubicBezTo>
                      <a:cubicBezTo>
                        <a:pt x="26" y="239"/>
                        <a:pt x="26" y="239"/>
                        <a:pt x="26" y="239"/>
                      </a:cubicBezTo>
                      <a:cubicBezTo>
                        <a:pt x="29" y="239"/>
                        <a:pt x="29" y="239"/>
                        <a:pt x="29" y="239"/>
                      </a:cubicBezTo>
                      <a:cubicBezTo>
                        <a:pt x="32" y="236"/>
                        <a:pt x="32" y="236"/>
                        <a:pt x="32" y="236"/>
                      </a:cubicBezTo>
                      <a:cubicBezTo>
                        <a:pt x="47" y="256"/>
                        <a:pt x="47" y="256"/>
                        <a:pt x="47" y="256"/>
                      </a:cubicBezTo>
                      <a:lnTo>
                        <a:pt x="46" y="259"/>
                      </a:lnTo>
                      <a:close/>
                      <a:moveTo>
                        <a:pt x="718" y="348"/>
                      </a:moveTo>
                      <a:cubicBezTo>
                        <a:pt x="718" y="351"/>
                        <a:pt x="717" y="353"/>
                        <a:pt x="715" y="354"/>
                      </a:cubicBezTo>
                      <a:cubicBezTo>
                        <a:pt x="715" y="355"/>
                        <a:pt x="713" y="357"/>
                        <a:pt x="712" y="361"/>
                      </a:cubicBezTo>
                      <a:cubicBezTo>
                        <a:pt x="711" y="364"/>
                        <a:pt x="709" y="366"/>
                        <a:pt x="705" y="368"/>
                      </a:cubicBezTo>
                      <a:cubicBezTo>
                        <a:pt x="700" y="371"/>
                        <a:pt x="698" y="372"/>
                        <a:pt x="696" y="374"/>
                      </a:cubicBezTo>
                      <a:cubicBezTo>
                        <a:pt x="690" y="381"/>
                        <a:pt x="690" y="381"/>
                        <a:pt x="690" y="381"/>
                      </a:cubicBezTo>
                      <a:cubicBezTo>
                        <a:pt x="687" y="383"/>
                        <a:pt x="685" y="384"/>
                        <a:pt x="681" y="384"/>
                      </a:cubicBezTo>
                      <a:cubicBezTo>
                        <a:pt x="677" y="384"/>
                        <a:pt x="677" y="384"/>
                        <a:pt x="677" y="384"/>
                      </a:cubicBezTo>
                      <a:cubicBezTo>
                        <a:pt x="675" y="383"/>
                        <a:pt x="675" y="382"/>
                        <a:pt x="677" y="381"/>
                      </a:cubicBezTo>
                      <a:cubicBezTo>
                        <a:pt x="683" y="378"/>
                        <a:pt x="683" y="378"/>
                        <a:pt x="683" y="378"/>
                      </a:cubicBezTo>
                      <a:cubicBezTo>
                        <a:pt x="683" y="378"/>
                        <a:pt x="685" y="377"/>
                        <a:pt x="688" y="374"/>
                      </a:cubicBezTo>
                      <a:cubicBezTo>
                        <a:pt x="694" y="367"/>
                        <a:pt x="694" y="367"/>
                        <a:pt x="694" y="367"/>
                      </a:cubicBezTo>
                      <a:cubicBezTo>
                        <a:pt x="696" y="365"/>
                        <a:pt x="698" y="363"/>
                        <a:pt x="699" y="360"/>
                      </a:cubicBezTo>
                      <a:cubicBezTo>
                        <a:pt x="700" y="358"/>
                        <a:pt x="701" y="357"/>
                        <a:pt x="703" y="355"/>
                      </a:cubicBezTo>
                      <a:cubicBezTo>
                        <a:pt x="708" y="351"/>
                        <a:pt x="711" y="345"/>
                        <a:pt x="714" y="335"/>
                      </a:cubicBezTo>
                      <a:cubicBezTo>
                        <a:pt x="716" y="325"/>
                        <a:pt x="718" y="322"/>
                        <a:pt x="722" y="323"/>
                      </a:cubicBezTo>
                      <a:lnTo>
                        <a:pt x="718" y="34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0" name="Google Shape;1030;p41"/>
                <p:cNvSpPr/>
                <p:nvPr/>
              </p:nvSpPr>
              <p:spPr>
                <a:xfrm>
                  <a:off x="7242175" y="1500188"/>
                  <a:ext cx="98425" cy="7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8" extrusionOk="0">
                      <a:moveTo>
                        <a:pt x="25" y="6"/>
                      </a:moveTo>
                      <a:cubicBezTo>
                        <a:pt x="24" y="5"/>
                        <a:pt x="24" y="4"/>
                        <a:pt x="23" y="4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9"/>
                        <a:pt x="2" y="10"/>
                        <a:pt x="3" y="11"/>
                      </a:cubicBezTo>
                      <a:cubicBezTo>
                        <a:pt x="5" y="14"/>
                        <a:pt x="7" y="16"/>
                        <a:pt x="9" y="19"/>
                      </a:cubicBezTo>
                      <a:cubicBezTo>
                        <a:pt x="10" y="19"/>
                        <a:pt x="11" y="19"/>
                        <a:pt x="12" y="20"/>
                      </a:cubicBezTo>
                      <a:cubicBezTo>
                        <a:pt x="16" y="21"/>
                        <a:pt x="20" y="23"/>
                        <a:pt x="24" y="26"/>
                      </a:cubicBezTo>
                      <a:cubicBezTo>
                        <a:pt x="33" y="24"/>
                        <a:pt x="33" y="24"/>
                        <a:pt x="33" y="24"/>
                      </a:cubicBezTo>
                      <a:cubicBezTo>
                        <a:pt x="34" y="28"/>
                        <a:pt x="34" y="28"/>
                        <a:pt x="34" y="28"/>
                      </a:cubicBezTo>
                      <a:cubicBezTo>
                        <a:pt x="37" y="28"/>
                        <a:pt x="37" y="28"/>
                        <a:pt x="37" y="28"/>
                      </a:cubicBezTo>
                      <a:cubicBezTo>
                        <a:pt x="37" y="18"/>
                        <a:pt x="37" y="18"/>
                        <a:pt x="37" y="18"/>
                      </a:cubicBezTo>
                      <a:cubicBezTo>
                        <a:pt x="33" y="14"/>
                        <a:pt x="30" y="10"/>
                        <a:pt x="25" y="6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1" name="Google Shape;1031;p41"/>
                <p:cNvSpPr/>
                <p:nvPr/>
              </p:nvSpPr>
              <p:spPr>
                <a:xfrm>
                  <a:off x="7416800" y="1504950"/>
                  <a:ext cx="10160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2" extrusionOk="0">
                      <a:moveTo>
                        <a:pt x="29" y="1"/>
                      </a:moveTo>
                      <a:cubicBezTo>
                        <a:pt x="24" y="1"/>
                        <a:pt x="20" y="2"/>
                        <a:pt x="14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4" y="10"/>
                        <a:pt x="18" y="11"/>
                        <a:pt x="21" y="11"/>
                      </a:cubicBezTo>
                      <a:cubicBezTo>
                        <a:pt x="27" y="12"/>
                        <a:pt x="32" y="12"/>
                        <a:pt x="37" y="11"/>
                      </a:cubicBezTo>
                      <a:cubicBezTo>
                        <a:pt x="38" y="8"/>
                        <a:pt x="38" y="8"/>
                        <a:pt x="38" y="8"/>
                      </a:cubicBezTo>
                      <a:lnTo>
                        <a:pt x="29" y="1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2" name="Google Shape;1032;p41"/>
                <p:cNvSpPr/>
                <p:nvPr/>
              </p:nvSpPr>
              <p:spPr>
                <a:xfrm>
                  <a:off x="7319962" y="1501775"/>
                  <a:ext cx="55562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2" extrusionOk="0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23" y="32"/>
                      </a:lnTo>
                      <a:lnTo>
                        <a:pt x="35" y="22"/>
                      </a:lnTo>
                      <a:lnTo>
                        <a:pt x="17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3" name="Google Shape;1033;p41"/>
                <p:cNvSpPr/>
                <p:nvPr/>
              </p:nvSpPr>
              <p:spPr>
                <a:xfrm>
                  <a:off x="7327900" y="1489075"/>
                  <a:ext cx="77787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16" extrusionOk="0">
                      <a:moveTo>
                        <a:pt x="29" y="15"/>
                      </a:move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18" y="4"/>
                        <a:pt x="10" y="2"/>
                        <a:pt x="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7" y="6"/>
                        <a:pt x="14" y="11"/>
                        <a:pt x="22" y="16"/>
                      </a:cubicBezTo>
                      <a:lnTo>
                        <a:pt x="29" y="1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4" name="Google Shape;1034;p41"/>
                <p:cNvSpPr/>
                <p:nvPr/>
              </p:nvSpPr>
              <p:spPr>
                <a:xfrm>
                  <a:off x="7383462" y="1585913"/>
                  <a:ext cx="61912" cy="3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14" extrusionOk="0">
                      <a:moveTo>
                        <a:pt x="3" y="3"/>
                      </a:move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18" y="5"/>
                        <a:pt x="12" y="2"/>
                        <a:pt x="7" y="0"/>
                      </a:cubicBezTo>
                      <a:lnTo>
                        <a:pt x="3" y="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5" name="Google Shape;1035;p41"/>
                <p:cNvSpPr/>
                <p:nvPr/>
              </p:nvSpPr>
              <p:spPr>
                <a:xfrm>
                  <a:off x="6529387" y="1427163"/>
                  <a:ext cx="7778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18" extrusionOk="0">
                      <a:moveTo>
                        <a:pt x="7" y="0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6" y="16"/>
                        <a:pt x="11" y="14"/>
                        <a:pt x="16" y="12"/>
                      </a:cubicBezTo>
                      <a:cubicBezTo>
                        <a:pt x="18" y="11"/>
                        <a:pt x="19" y="9"/>
                        <a:pt x="21" y="9"/>
                      </a:cubicBezTo>
                      <a:cubicBezTo>
                        <a:pt x="24" y="7"/>
                        <a:pt x="26" y="6"/>
                        <a:pt x="29" y="6"/>
                      </a:cubicBezTo>
                      <a:cubicBezTo>
                        <a:pt x="29" y="1"/>
                        <a:pt x="29" y="1"/>
                        <a:pt x="29" y="1"/>
                      </a:cubicBezTo>
                      <a:cubicBezTo>
                        <a:pt x="22" y="1"/>
                        <a:pt x="14" y="0"/>
                        <a:pt x="7" y="0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6" name="Google Shape;1036;p41"/>
                <p:cNvSpPr/>
                <p:nvPr/>
              </p:nvSpPr>
              <p:spPr>
                <a:xfrm>
                  <a:off x="6424612" y="1346200"/>
                  <a:ext cx="77787" cy="58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2" extrusionOk="0">
                      <a:moveTo>
                        <a:pt x="19" y="18"/>
                      </a:moveTo>
                      <a:cubicBezTo>
                        <a:pt x="23" y="16"/>
                        <a:pt x="26" y="13"/>
                        <a:pt x="29" y="10"/>
                      </a:cubicBezTo>
                      <a:cubicBezTo>
                        <a:pt x="22" y="5"/>
                        <a:pt x="22" y="5"/>
                        <a:pt x="22" y="5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2"/>
                        <a:pt x="16" y="4"/>
                        <a:pt x="14" y="6"/>
                      </a:cubicBezTo>
                      <a:cubicBezTo>
                        <a:pt x="13" y="7"/>
                        <a:pt x="12" y="8"/>
                        <a:pt x="10" y="9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4" y="21"/>
                        <a:pt x="17" y="20"/>
                        <a:pt x="19" y="18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7" name="Google Shape;1037;p41"/>
                <p:cNvSpPr/>
                <p:nvPr/>
              </p:nvSpPr>
              <p:spPr>
                <a:xfrm>
                  <a:off x="6454775" y="1403350"/>
                  <a:ext cx="825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" h="28" extrusionOk="0">
                      <a:moveTo>
                        <a:pt x="47" y="13"/>
                      </a:moveTo>
                      <a:lnTo>
                        <a:pt x="52" y="11"/>
                      </a:lnTo>
                      <a:lnTo>
                        <a:pt x="51" y="5"/>
                      </a:lnTo>
                      <a:lnTo>
                        <a:pt x="41" y="5"/>
                      </a:lnTo>
                      <a:lnTo>
                        <a:pt x="32" y="0"/>
                      </a:lnTo>
                      <a:lnTo>
                        <a:pt x="7" y="5"/>
                      </a:lnTo>
                      <a:lnTo>
                        <a:pt x="5" y="11"/>
                      </a:lnTo>
                      <a:lnTo>
                        <a:pt x="0" y="17"/>
                      </a:lnTo>
                      <a:lnTo>
                        <a:pt x="14" y="27"/>
                      </a:lnTo>
                      <a:lnTo>
                        <a:pt x="47" y="28"/>
                      </a:lnTo>
                      <a:lnTo>
                        <a:pt x="47" y="1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8" name="Google Shape;1038;p41"/>
                <p:cNvSpPr/>
                <p:nvPr/>
              </p:nvSpPr>
              <p:spPr>
                <a:xfrm>
                  <a:off x="8653462" y="2020888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" h="32" extrusionOk="0">
                      <a:moveTo>
                        <a:pt x="26" y="3"/>
                      </a:moveTo>
                      <a:lnTo>
                        <a:pt x="14" y="6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5" y="20"/>
                      </a:lnTo>
                      <a:lnTo>
                        <a:pt x="12" y="15"/>
                      </a:lnTo>
                      <a:lnTo>
                        <a:pt x="32" y="20"/>
                      </a:lnTo>
                      <a:lnTo>
                        <a:pt x="39" y="32"/>
                      </a:lnTo>
                      <a:lnTo>
                        <a:pt x="48" y="18"/>
                      </a:lnTo>
                      <a:lnTo>
                        <a:pt x="26" y="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9" name="Google Shape;1039;p41"/>
                <p:cNvSpPr/>
                <p:nvPr/>
              </p:nvSpPr>
              <p:spPr>
                <a:xfrm>
                  <a:off x="8248650" y="1587500"/>
                  <a:ext cx="61912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8" extrusionOk="0">
                      <a:moveTo>
                        <a:pt x="21" y="2"/>
                      </a:move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1" y="4"/>
                        <a:pt x="5" y="8"/>
                        <a:pt x="0" y="13"/>
                      </a:cubicBezTo>
                      <a:cubicBezTo>
                        <a:pt x="1" y="28"/>
                        <a:pt x="1" y="28"/>
                        <a:pt x="1" y="28"/>
                      </a:cubicBezTo>
                      <a:cubicBezTo>
                        <a:pt x="6" y="26"/>
                        <a:pt x="6" y="26"/>
                        <a:pt x="6" y="26"/>
                      </a:cubicBezTo>
                      <a:cubicBezTo>
                        <a:pt x="8" y="24"/>
                        <a:pt x="11" y="22"/>
                        <a:pt x="13" y="19"/>
                      </a:cubicBezTo>
                      <a:cubicBezTo>
                        <a:pt x="17" y="16"/>
                        <a:pt x="20" y="13"/>
                        <a:pt x="23" y="10"/>
                      </a:cubicBezTo>
                      <a:cubicBezTo>
                        <a:pt x="23" y="5"/>
                        <a:pt x="23" y="5"/>
                        <a:pt x="23" y="5"/>
                      </a:cubicBezTo>
                      <a:lnTo>
                        <a:pt x="21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0" name="Google Shape;1040;p41"/>
                <p:cNvSpPr/>
                <p:nvPr/>
              </p:nvSpPr>
              <p:spPr>
                <a:xfrm>
                  <a:off x="5595937" y="1490663"/>
                  <a:ext cx="369887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5" extrusionOk="0">
                      <a:moveTo>
                        <a:pt x="133" y="0"/>
                      </a:move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116" y="5"/>
                        <a:pt x="116" y="5"/>
                        <a:pt x="116" y="5"/>
                      </a:cubicBezTo>
                      <a:cubicBezTo>
                        <a:pt x="102" y="7"/>
                        <a:pt x="89" y="9"/>
                        <a:pt x="75" y="10"/>
                      </a:cubicBezTo>
                      <a:cubicBezTo>
                        <a:pt x="70" y="11"/>
                        <a:pt x="64" y="11"/>
                        <a:pt x="58" y="11"/>
                      </a:cubicBezTo>
                      <a:cubicBezTo>
                        <a:pt x="35" y="23"/>
                        <a:pt x="35" y="23"/>
                        <a:pt x="35" y="23"/>
                      </a:cubicBezTo>
                      <a:cubicBezTo>
                        <a:pt x="23" y="20"/>
                        <a:pt x="23" y="20"/>
                        <a:pt x="23" y="20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3" y="25"/>
                        <a:pt x="3" y="25"/>
                        <a:pt x="3" y="25"/>
                      </a:cubicBezTo>
                      <a:cubicBezTo>
                        <a:pt x="6" y="30"/>
                        <a:pt x="6" y="30"/>
                        <a:pt x="6" y="3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14" y="45"/>
                        <a:pt x="14" y="45"/>
                        <a:pt x="14" y="45"/>
                      </a:cubicBezTo>
                      <a:cubicBezTo>
                        <a:pt x="24" y="40"/>
                        <a:pt x="35" y="37"/>
                        <a:pt x="46" y="34"/>
                      </a:cubicBezTo>
                      <a:cubicBezTo>
                        <a:pt x="58" y="30"/>
                        <a:pt x="70" y="27"/>
                        <a:pt x="82" y="24"/>
                      </a:cubicBezTo>
                      <a:cubicBezTo>
                        <a:pt x="85" y="23"/>
                        <a:pt x="88" y="21"/>
                        <a:pt x="91" y="20"/>
                      </a:cubicBezTo>
                      <a:cubicBezTo>
                        <a:pt x="102" y="20"/>
                        <a:pt x="102" y="20"/>
                        <a:pt x="102" y="20"/>
                      </a:cubicBezTo>
                      <a:cubicBezTo>
                        <a:pt x="106" y="17"/>
                        <a:pt x="106" y="17"/>
                        <a:pt x="106" y="17"/>
                      </a:cubicBezTo>
                      <a:cubicBezTo>
                        <a:pt x="106" y="20"/>
                        <a:pt x="106" y="20"/>
                        <a:pt x="106" y="20"/>
                      </a:cubicBezTo>
                      <a:cubicBezTo>
                        <a:pt x="121" y="18"/>
                        <a:pt x="121" y="18"/>
                        <a:pt x="121" y="18"/>
                      </a:cubicBezTo>
                      <a:cubicBezTo>
                        <a:pt x="125" y="13"/>
                        <a:pt x="125" y="13"/>
                        <a:pt x="125" y="13"/>
                      </a:cubicBezTo>
                      <a:cubicBezTo>
                        <a:pt x="128" y="13"/>
                        <a:pt x="130" y="12"/>
                        <a:pt x="132" y="11"/>
                      </a:cubicBezTo>
                      <a:cubicBezTo>
                        <a:pt x="134" y="10"/>
                        <a:pt x="136" y="9"/>
                        <a:pt x="138" y="7"/>
                      </a:cubicBez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1" name="Google Shape;1041;p41"/>
                <p:cNvSpPr/>
                <p:nvPr/>
              </p:nvSpPr>
              <p:spPr>
                <a:xfrm>
                  <a:off x="5495925" y="1585913"/>
                  <a:ext cx="120650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52" extrusionOk="0">
                      <a:moveTo>
                        <a:pt x="33" y="0"/>
                      </a:moveTo>
                      <a:cubicBezTo>
                        <a:pt x="24" y="5"/>
                        <a:pt x="15" y="9"/>
                        <a:pt x="6" y="14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5" y="25"/>
                        <a:pt x="5" y="25"/>
                        <a:pt x="5" y="25"/>
                      </a:cubicBezTo>
                      <a:cubicBezTo>
                        <a:pt x="11" y="34"/>
                        <a:pt x="11" y="34"/>
                        <a:pt x="11" y="34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7" y="43"/>
                        <a:pt x="7" y="43"/>
                        <a:pt x="7" y="43"/>
                      </a:cubicBez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15" y="43"/>
                        <a:pt x="17" y="44"/>
                        <a:pt x="18" y="45"/>
                      </a:cubicBezTo>
                      <a:cubicBezTo>
                        <a:pt x="20" y="47"/>
                        <a:pt x="23" y="49"/>
                        <a:pt x="25" y="52"/>
                      </a:cubicBezTo>
                      <a:cubicBezTo>
                        <a:pt x="36" y="48"/>
                        <a:pt x="36" y="48"/>
                        <a:pt x="36" y="48"/>
                      </a:cubicBezTo>
                      <a:cubicBezTo>
                        <a:pt x="29" y="33"/>
                        <a:pt x="29" y="33"/>
                        <a:pt x="29" y="33"/>
                      </a:cubicBezTo>
                      <a:cubicBezTo>
                        <a:pt x="34" y="26"/>
                        <a:pt x="40" y="18"/>
                        <a:pt x="45" y="10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42" name="Google Shape;1042;p41"/>
              <p:cNvSpPr/>
              <p:nvPr/>
            </p:nvSpPr>
            <p:spPr>
              <a:xfrm>
                <a:off x="5772576" y="2463420"/>
                <a:ext cx="137353" cy="235965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9" extrusionOk="0">
                    <a:moveTo>
                      <a:pt x="66" y="95"/>
                    </a:moveTo>
                    <a:cubicBezTo>
                      <a:pt x="69" y="85"/>
                      <a:pt x="69" y="85"/>
                      <a:pt x="69" y="85"/>
                    </a:cubicBezTo>
                    <a:cubicBezTo>
                      <a:pt x="63" y="82"/>
                      <a:pt x="63" y="82"/>
                      <a:pt x="63" y="82"/>
                    </a:cubicBezTo>
                    <a:cubicBezTo>
                      <a:pt x="58" y="86"/>
                      <a:pt x="58" y="86"/>
                      <a:pt x="58" y="86"/>
                    </a:cubicBezTo>
                    <a:cubicBezTo>
                      <a:pt x="56" y="85"/>
                      <a:pt x="56" y="85"/>
                      <a:pt x="56" y="85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3" y="71"/>
                      <a:pt x="48" y="64"/>
                      <a:pt x="43" y="57"/>
                    </a:cubicBezTo>
                    <a:cubicBezTo>
                      <a:pt x="43" y="51"/>
                      <a:pt x="43" y="51"/>
                      <a:pt x="43" y="5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32" y="35"/>
                      <a:pt x="36" y="27"/>
                      <a:pt x="40" y="21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3"/>
                      <a:pt x="28" y="7"/>
                      <a:pt x="3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0"/>
                      <a:pt x="3" y="21"/>
                      <a:pt x="0" y="33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11" y="56"/>
                      <a:pt x="11" y="56"/>
                      <a:pt x="11" y="56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20" y="54"/>
                      <a:pt x="20" y="54"/>
                      <a:pt x="20" y="54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4" y="69"/>
                      <a:pt x="24" y="69"/>
                      <a:pt x="24" y="69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5" y="85"/>
                      <a:pt x="15" y="85"/>
                      <a:pt x="15" y="85"/>
                    </a:cubicBezTo>
                    <a:cubicBezTo>
                      <a:pt x="18" y="91"/>
                      <a:pt x="18" y="91"/>
                      <a:pt x="18" y="91"/>
                    </a:cubicBezTo>
                    <a:cubicBezTo>
                      <a:pt x="8" y="99"/>
                      <a:pt x="8" y="99"/>
                      <a:pt x="8" y="99"/>
                    </a:cubicBezTo>
                    <a:cubicBezTo>
                      <a:pt x="10" y="102"/>
                      <a:pt x="10" y="102"/>
                      <a:pt x="10" y="102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8" y="103"/>
                      <a:pt x="18" y="103"/>
                      <a:pt x="18" y="103"/>
                    </a:cubicBezTo>
                    <a:cubicBezTo>
                      <a:pt x="24" y="99"/>
                      <a:pt x="24" y="99"/>
                      <a:pt x="24" y="99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12" y="114"/>
                      <a:pt x="12" y="114"/>
                      <a:pt x="12" y="114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3" y="111"/>
                      <a:pt x="23" y="111"/>
                      <a:pt x="23" y="111"/>
                    </a:cubicBezTo>
                    <a:cubicBezTo>
                      <a:pt x="28" y="110"/>
                      <a:pt x="28" y="110"/>
                      <a:pt x="28" y="110"/>
                    </a:cubicBezTo>
                    <a:cubicBezTo>
                      <a:pt x="34" y="113"/>
                      <a:pt x="34" y="113"/>
                      <a:pt x="34" y="113"/>
                    </a:cubicBezTo>
                    <a:cubicBezTo>
                      <a:pt x="43" y="108"/>
                      <a:pt x="43" y="108"/>
                      <a:pt x="43" y="108"/>
                    </a:cubicBezTo>
                    <a:cubicBezTo>
                      <a:pt x="45" y="108"/>
                      <a:pt x="48" y="109"/>
                      <a:pt x="50" y="109"/>
                    </a:cubicBezTo>
                    <a:cubicBezTo>
                      <a:pt x="53" y="109"/>
                      <a:pt x="56" y="109"/>
                      <a:pt x="59" y="108"/>
                    </a:cubicBezTo>
                    <a:cubicBezTo>
                      <a:pt x="64" y="103"/>
                      <a:pt x="64" y="103"/>
                      <a:pt x="64" y="103"/>
                    </a:cubicBezTo>
                    <a:cubicBezTo>
                      <a:pt x="65" y="101"/>
                      <a:pt x="65" y="101"/>
                      <a:pt x="65" y="101"/>
                    </a:cubicBezTo>
                    <a:cubicBezTo>
                      <a:pt x="57" y="100"/>
                      <a:pt x="57" y="100"/>
                      <a:pt x="57" y="100"/>
                    </a:cubicBezTo>
                    <a:cubicBezTo>
                      <a:pt x="59" y="96"/>
                      <a:pt x="59" y="96"/>
                      <a:pt x="59" y="96"/>
                    </a:cubicBezTo>
                    <a:lnTo>
                      <a:pt x="66" y="9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5740878" y="2569077"/>
                <a:ext cx="37567" cy="32871"/>
              </a:xfrm>
              <a:custGeom>
                <a:avLst/>
                <a:gdLst/>
                <a:ahLst/>
                <a:cxnLst/>
                <a:rect l="l" t="t" r="r" b="b"/>
                <a:pathLst>
                  <a:path w="32" h="28" extrusionOk="0">
                    <a:moveTo>
                      <a:pt x="8" y="0"/>
                    </a:moveTo>
                    <a:lnTo>
                      <a:pt x="0" y="13"/>
                    </a:lnTo>
                    <a:lnTo>
                      <a:pt x="0" y="18"/>
                    </a:lnTo>
                    <a:lnTo>
                      <a:pt x="8" y="28"/>
                    </a:lnTo>
                    <a:lnTo>
                      <a:pt x="13" y="23"/>
                    </a:lnTo>
                    <a:lnTo>
                      <a:pt x="17" y="28"/>
                    </a:lnTo>
                    <a:lnTo>
                      <a:pt x="30" y="27"/>
                    </a:lnTo>
                    <a:lnTo>
                      <a:pt x="32" y="23"/>
                    </a:lnTo>
                    <a:lnTo>
                      <a:pt x="20" y="1"/>
                    </a:lnTo>
                    <a:lnTo>
                      <a:pt x="10" y="3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6231592" y="2751040"/>
                <a:ext cx="179615" cy="113874"/>
              </a:xfrm>
              <a:custGeom>
                <a:avLst/>
                <a:gdLst/>
                <a:ahLst/>
                <a:cxnLst/>
                <a:rect l="l" t="t" r="r" b="b"/>
                <a:pathLst>
                  <a:path w="91" h="57" extrusionOk="0">
                    <a:moveTo>
                      <a:pt x="28" y="2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8" y="9"/>
                      <a:pt x="9" y="16"/>
                      <a:pt x="0" y="24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46" y="57"/>
                      <a:pt x="46" y="57"/>
                      <a:pt x="46" y="57"/>
                    </a:cubicBezTo>
                    <a:cubicBezTo>
                      <a:pt x="58" y="56"/>
                      <a:pt x="70" y="54"/>
                      <a:pt x="82" y="52"/>
                    </a:cubicBezTo>
                    <a:cubicBezTo>
                      <a:pt x="81" y="47"/>
                      <a:pt x="81" y="47"/>
                      <a:pt x="81" y="47"/>
                    </a:cubicBezTo>
                    <a:cubicBezTo>
                      <a:pt x="89" y="44"/>
                      <a:pt x="89" y="44"/>
                      <a:pt x="89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0" y="35"/>
                      <a:pt x="90" y="33"/>
                      <a:pt x="91" y="31"/>
                    </a:cubicBezTo>
                    <a:cubicBezTo>
                      <a:pt x="90" y="31"/>
                      <a:pt x="90" y="30"/>
                      <a:pt x="90" y="3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1" y="15"/>
                      <a:pt x="80" y="12"/>
                      <a:pt x="79" y="9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37" y="5"/>
                      <a:pt x="37" y="5"/>
                      <a:pt x="37" y="5"/>
                    </a:cubicBez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6100109" y="2675906"/>
                <a:ext cx="103308" cy="57524"/>
              </a:xfrm>
              <a:custGeom>
                <a:avLst/>
                <a:gdLst/>
                <a:ahLst/>
                <a:cxnLst/>
                <a:rect l="l" t="t" r="r" b="b"/>
                <a:pathLst>
                  <a:path w="52" h="29" extrusionOk="0">
                    <a:moveTo>
                      <a:pt x="13" y="0"/>
                    </a:moveTo>
                    <a:cubicBezTo>
                      <a:pt x="8" y="2"/>
                      <a:pt x="5" y="3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8"/>
                      <a:pt x="1" y="11"/>
                      <a:pt x="2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4" y="19"/>
                      <a:pt x="6" y="21"/>
                      <a:pt x="8" y="25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52" y="19"/>
                      <a:pt x="52" y="19"/>
                      <a:pt x="52" y="19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2" y="0"/>
                      <a:pt x="22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8" y="0"/>
                      <a:pt x="16" y="0"/>
                      <a:pt x="13" y="0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6" name="Google Shape;1046;p41"/>
              <p:cNvSpPr/>
              <p:nvPr/>
            </p:nvSpPr>
            <p:spPr>
              <a:xfrm>
                <a:off x="5716226" y="2900133"/>
                <a:ext cx="48132" cy="119744"/>
              </a:xfrm>
              <a:custGeom>
                <a:avLst/>
                <a:gdLst/>
                <a:ahLst/>
                <a:cxnLst/>
                <a:rect l="l" t="t" r="r" b="b"/>
                <a:pathLst>
                  <a:path w="24" h="60" extrusionOk="0">
                    <a:moveTo>
                      <a:pt x="21" y="11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8"/>
                      <a:pt x="5" y="29"/>
                      <a:pt x="0" y="35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22" y="26"/>
                      <a:pt x="22" y="26"/>
                      <a:pt x="22" y="26"/>
                    </a:cubicBezTo>
                    <a:lnTo>
                      <a:pt x="21" y="1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7" name="Google Shape;1047;p41"/>
              <p:cNvSpPr/>
              <p:nvPr/>
            </p:nvSpPr>
            <p:spPr>
              <a:xfrm>
                <a:off x="6125937" y="2578468"/>
                <a:ext cx="172571" cy="145571"/>
              </a:xfrm>
              <a:custGeom>
                <a:avLst/>
                <a:gdLst/>
                <a:ahLst/>
                <a:cxnLst/>
                <a:rect l="l" t="t" r="r" b="b"/>
                <a:pathLst>
                  <a:path w="87" h="73" extrusionOk="0">
                    <a:moveTo>
                      <a:pt x="42" y="0"/>
                    </a:moveTo>
                    <a:cubicBezTo>
                      <a:pt x="40" y="0"/>
                      <a:pt x="39" y="0"/>
                      <a:pt x="38" y="0"/>
                    </a:cubicBezTo>
                    <a:cubicBezTo>
                      <a:pt x="25" y="5"/>
                      <a:pt x="13" y="10"/>
                      <a:pt x="1" y="1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49"/>
                      <a:pt x="10" y="49"/>
                      <a:pt x="10" y="50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50" y="70"/>
                      <a:pt x="62" y="71"/>
                      <a:pt x="74" y="73"/>
                    </a:cubicBezTo>
                    <a:cubicBezTo>
                      <a:pt x="74" y="65"/>
                      <a:pt x="74" y="65"/>
                      <a:pt x="74" y="65"/>
                    </a:cubicBezTo>
                    <a:cubicBezTo>
                      <a:pt x="87" y="51"/>
                      <a:pt x="87" y="51"/>
                      <a:pt x="87" y="51"/>
                    </a:cubicBezTo>
                    <a:cubicBezTo>
                      <a:pt x="86" y="47"/>
                      <a:pt x="86" y="47"/>
                      <a:pt x="86" y="47"/>
                    </a:cubicBezTo>
                    <a:cubicBezTo>
                      <a:pt x="82" y="42"/>
                      <a:pt x="82" y="42"/>
                      <a:pt x="82" y="42"/>
                    </a:cubicBezTo>
                    <a:cubicBezTo>
                      <a:pt x="82" y="37"/>
                      <a:pt x="82" y="37"/>
                      <a:pt x="82" y="37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5" y="22"/>
                      <a:pt x="85" y="21"/>
                      <a:pt x="84" y="19"/>
                    </a:cubicBezTo>
                    <a:cubicBezTo>
                      <a:pt x="83" y="17"/>
                      <a:pt x="82" y="14"/>
                      <a:pt x="80" y="12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0"/>
                      <a:pt x="79" y="10"/>
                      <a:pt x="78" y="9"/>
                    </a:cubicBezTo>
                    <a:cubicBezTo>
                      <a:pt x="78" y="9"/>
                      <a:pt x="78" y="9"/>
                      <a:pt x="78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5" y="7"/>
                      <a:pt x="73" y="6"/>
                      <a:pt x="71" y="6"/>
                    </a:cubicBezTo>
                    <a:cubicBezTo>
                      <a:pt x="66" y="5"/>
                      <a:pt x="61" y="5"/>
                      <a:pt x="56" y="5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40" y="4"/>
                      <a:pt x="40" y="4"/>
                      <a:pt x="40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8" name="Google Shape;1048;p41"/>
              <p:cNvSpPr/>
              <p:nvPr/>
            </p:nvSpPr>
            <p:spPr>
              <a:xfrm>
                <a:off x="5945147" y="2613687"/>
                <a:ext cx="59871" cy="70437"/>
              </a:xfrm>
              <a:custGeom>
                <a:avLst/>
                <a:gdLst/>
                <a:ahLst/>
                <a:cxnLst/>
                <a:rect l="l" t="t" r="r" b="b"/>
                <a:pathLst>
                  <a:path w="30" h="35" extrusionOk="0">
                    <a:moveTo>
                      <a:pt x="11" y="9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5" y="12"/>
                      <a:pt x="2" y="18"/>
                      <a:pt x="0" y="22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0" y="15"/>
                      <a:pt x="10" y="15"/>
                      <a:pt x="10" y="15"/>
                    </a:cubicBezTo>
                    <a:lnTo>
                      <a:pt x="11" y="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49" name="Google Shape;1049;p41"/>
              <p:cNvSpPr/>
              <p:nvPr/>
            </p:nvSpPr>
            <p:spPr>
              <a:xfrm>
                <a:off x="5979192" y="2030230"/>
                <a:ext cx="480148" cy="46723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5" extrusionOk="0">
                    <a:moveTo>
                      <a:pt x="242" y="15"/>
                    </a:moveTo>
                    <a:cubicBezTo>
                      <a:pt x="239" y="12"/>
                      <a:pt x="239" y="12"/>
                      <a:pt x="239" y="12"/>
                    </a:cubicBezTo>
                    <a:cubicBezTo>
                      <a:pt x="226" y="20"/>
                      <a:pt x="226" y="20"/>
                      <a:pt x="226" y="20"/>
                    </a:cubicBezTo>
                    <a:cubicBezTo>
                      <a:pt x="231" y="8"/>
                      <a:pt x="231" y="8"/>
                      <a:pt x="231" y="8"/>
                    </a:cubicBezTo>
                    <a:cubicBezTo>
                      <a:pt x="227" y="11"/>
                      <a:pt x="223" y="13"/>
                      <a:pt x="218" y="15"/>
                    </a:cubicBezTo>
                    <a:cubicBezTo>
                      <a:pt x="215" y="16"/>
                      <a:pt x="211" y="17"/>
                      <a:pt x="208" y="18"/>
                    </a:cubicBezTo>
                    <a:cubicBezTo>
                      <a:pt x="222" y="6"/>
                      <a:pt x="222" y="6"/>
                      <a:pt x="222" y="6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07" y="5"/>
                      <a:pt x="202" y="8"/>
                      <a:pt x="196" y="11"/>
                    </a:cubicBezTo>
                    <a:cubicBezTo>
                      <a:pt x="193" y="13"/>
                      <a:pt x="189" y="15"/>
                      <a:pt x="186" y="16"/>
                    </a:cubicBezTo>
                    <a:cubicBezTo>
                      <a:pt x="190" y="26"/>
                      <a:pt x="190" y="26"/>
                      <a:pt x="190" y="26"/>
                    </a:cubicBezTo>
                    <a:cubicBezTo>
                      <a:pt x="187" y="29"/>
                      <a:pt x="187" y="29"/>
                      <a:pt x="187" y="29"/>
                    </a:cubicBezTo>
                    <a:cubicBezTo>
                      <a:pt x="179" y="14"/>
                      <a:pt x="179" y="14"/>
                      <a:pt x="179" y="14"/>
                    </a:cubicBezTo>
                    <a:cubicBezTo>
                      <a:pt x="174" y="16"/>
                      <a:pt x="174" y="16"/>
                      <a:pt x="174" y="16"/>
                    </a:cubicBezTo>
                    <a:cubicBezTo>
                      <a:pt x="175" y="19"/>
                      <a:pt x="175" y="19"/>
                      <a:pt x="175" y="19"/>
                    </a:cubicBezTo>
                    <a:cubicBezTo>
                      <a:pt x="163" y="23"/>
                      <a:pt x="163" y="23"/>
                      <a:pt x="163" y="23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8" y="24"/>
                      <a:pt x="158" y="24"/>
                      <a:pt x="158" y="24"/>
                    </a:cubicBezTo>
                    <a:cubicBezTo>
                      <a:pt x="145" y="31"/>
                      <a:pt x="145" y="31"/>
                      <a:pt x="145" y="31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39" y="34"/>
                      <a:pt x="139" y="34"/>
                      <a:pt x="139" y="34"/>
                    </a:cubicBezTo>
                    <a:cubicBezTo>
                      <a:pt x="129" y="42"/>
                      <a:pt x="129" y="42"/>
                      <a:pt x="129" y="42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60"/>
                      <a:pt x="112" y="60"/>
                      <a:pt x="112" y="60"/>
                    </a:cubicBezTo>
                    <a:cubicBezTo>
                      <a:pt x="109" y="63"/>
                      <a:pt x="106" y="64"/>
                      <a:pt x="103" y="66"/>
                    </a:cubicBezTo>
                    <a:cubicBezTo>
                      <a:pt x="102" y="66"/>
                      <a:pt x="101" y="67"/>
                      <a:pt x="99" y="67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61" y="115"/>
                      <a:pt x="61" y="115"/>
                      <a:pt x="61" y="115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58" y="128"/>
                      <a:pt x="58" y="128"/>
                      <a:pt x="58" y="128"/>
                    </a:cubicBezTo>
                    <a:cubicBezTo>
                      <a:pt x="50" y="131"/>
                      <a:pt x="50" y="131"/>
                      <a:pt x="50" y="131"/>
                    </a:cubicBezTo>
                    <a:cubicBezTo>
                      <a:pt x="50" y="137"/>
                      <a:pt x="50" y="137"/>
                      <a:pt x="50" y="137"/>
                    </a:cubicBezTo>
                    <a:cubicBezTo>
                      <a:pt x="41" y="142"/>
                      <a:pt x="41" y="142"/>
                      <a:pt x="41" y="142"/>
                    </a:cubicBezTo>
                    <a:cubicBezTo>
                      <a:pt x="40" y="149"/>
                      <a:pt x="40" y="149"/>
                      <a:pt x="40" y="149"/>
                    </a:cubicBezTo>
                    <a:cubicBezTo>
                      <a:pt x="51" y="143"/>
                      <a:pt x="51" y="143"/>
                      <a:pt x="51" y="143"/>
                    </a:cubicBezTo>
                    <a:cubicBezTo>
                      <a:pt x="47" y="152"/>
                      <a:pt x="47" y="152"/>
                      <a:pt x="47" y="152"/>
                    </a:cubicBezTo>
                    <a:cubicBezTo>
                      <a:pt x="39" y="156"/>
                      <a:pt x="39" y="156"/>
                      <a:pt x="39" y="156"/>
                    </a:cubicBezTo>
                    <a:cubicBezTo>
                      <a:pt x="34" y="150"/>
                      <a:pt x="34" y="150"/>
                      <a:pt x="34" y="150"/>
                    </a:cubicBezTo>
                    <a:cubicBezTo>
                      <a:pt x="30" y="152"/>
                      <a:pt x="27" y="154"/>
                      <a:pt x="23" y="156"/>
                    </a:cubicBezTo>
                    <a:cubicBezTo>
                      <a:pt x="21" y="158"/>
                      <a:pt x="17" y="159"/>
                      <a:pt x="14" y="160"/>
                    </a:cubicBezTo>
                    <a:cubicBezTo>
                      <a:pt x="14" y="164"/>
                      <a:pt x="14" y="164"/>
                      <a:pt x="14" y="164"/>
                    </a:cubicBezTo>
                    <a:cubicBezTo>
                      <a:pt x="2" y="171"/>
                      <a:pt x="2" y="171"/>
                      <a:pt x="2" y="171"/>
                    </a:cubicBezTo>
                    <a:cubicBezTo>
                      <a:pt x="1" y="182"/>
                      <a:pt x="1" y="182"/>
                      <a:pt x="1" y="182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1" y="201"/>
                      <a:pt x="1" y="201"/>
                      <a:pt x="1" y="201"/>
                    </a:cubicBezTo>
                    <a:cubicBezTo>
                      <a:pt x="11" y="194"/>
                      <a:pt x="11" y="194"/>
                      <a:pt x="11" y="194"/>
                    </a:cubicBezTo>
                    <a:cubicBezTo>
                      <a:pt x="13" y="197"/>
                      <a:pt x="13" y="197"/>
                      <a:pt x="13" y="197"/>
                    </a:cubicBezTo>
                    <a:cubicBezTo>
                      <a:pt x="2" y="208"/>
                      <a:pt x="2" y="208"/>
                      <a:pt x="2" y="208"/>
                    </a:cubicBezTo>
                    <a:cubicBezTo>
                      <a:pt x="8" y="213"/>
                      <a:pt x="8" y="213"/>
                      <a:pt x="8" y="213"/>
                    </a:cubicBezTo>
                    <a:cubicBezTo>
                      <a:pt x="1" y="217"/>
                      <a:pt x="1" y="217"/>
                      <a:pt x="1" y="217"/>
                    </a:cubicBezTo>
                    <a:cubicBezTo>
                      <a:pt x="8" y="233"/>
                      <a:pt x="8" y="233"/>
                      <a:pt x="8" y="233"/>
                    </a:cubicBezTo>
                    <a:cubicBezTo>
                      <a:pt x="17" y="235"/>
                      <a:pt x="17" y="235"/>
                      <a:pt x="17" y="235"/>
                    </a:cubicBezTo>
                    <a:cubicBezTo>
                      <a:pt x="23" y="229"/>
                      <a:pt x="29" y="223"/>
                      <a:pt x="35" y="217"/>
                    </a:cubicBezTo>
                    <a:cubicBezTo>
                      <a:pt x="38" y="216"/>
                      <a:pt x="40" y="214"/>
                      <a:pt x="43" y="212"/>
                    </a:cubicBezTo>
                    <a:cubicBezTo>
                      <a:pt x="46" y="203"/>
                      <a:pt x="46" y="203"/>
                      <a:pt x="46" y="203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60" y="193"/>
                      <a:pt x="60" y="193"/>
                      <a:pt x="60" y="193"/>
                    </a:cubicBezTo>
                    <a:cubicBezTo>
                      <a:pt x="58" y="181"/>
                      <a:pt x="58" y="181"/>
                      <a:pt x="58" y="181"/>
                    </a:cubicBezTo>
                    <a:cubicBezTo>
                      <a:pt x="62" y="176"/>
                      <a:pt x="62" y="176"/>
                      <a:pt x="62" y="176"/>
                    </a:cubicBezTo>
                    <a:cubicBezTo>
                      <a:pt x="59" y="139"/>
                      <a:pt x="59" y="139"/>
                      <a:pt x="59" y="139"/>
                    </a:cubicBezTo>
                    <a:cubicBezTo>
                      <a:pt x="64" y="132"/>
                      <a:pt x="64" y="132"/>
                      <a:pt x="64" y="132"/>
                    </a:cubicBezTo>
                    <a:cubicBezTo>
                      <a:pt x="72" y="129"/>
                      <a:pt x="72" y="129"/>
                      <a:pt x="72" y="129"/>
                    </a:cubicBezTo>
                    <a:cubicBezTo>
                      <a:pt x="84" y="113"/>
                      <a:pt x="84" y="113"/>
                      <a:pt x="84" y="113"/>
                    </a:cubicBezTo>
                    <a:cubicBezTo>
                      <a:pt x="78" y="108"/>
                      <a:pt x="78" y="108"/>
                      <a:pt x="78" y="108"/>
                    </a:cubicBezTo>
                    <a:cubicBezTo>
                      <a:pt x="81" y="106"/>
                      <a:pt x="83" y="104"/>
                      <a:pt x="86" y="101"/>
                    </a:cubicBezTo>
                    <a:cubicBezTo>
                      <a:pt x="93" y="94"/>
                      <a:pt x="99" y="87"/>
                      <a:pt x="105" y="79"/>
                    </a:cubicBezTo>
                    <a:cubicBezTo>
                      <a:pt x="115" y="78"/>
                      <a:pt x="115" y="78"/>
                      <a:pt x="115" y="78"/>
                    </a:cubicBezTo>
                    <a:cubicBezTo>
                      <a:pt x="119" y="67"/>
                      <a:pt x="119" y="67"/>
                      <a:pt x="119" y="67"/>
                    </a:cubicBezTo>
                    <a:cubicBezTo>
                      <a:pt x="132" y="65"/>
                      <a:pt x="132" y="65"/>
                      <a:pt x="132" y="65"/>
                    </a:cubicBezTo>
                    <a:cubicBezTo>
                      <a:pt x="133" y="56"/>
                      <a:pt x="133" y="56"/>
                      <a:pt x="133" y="56"/>
                    </a:cubicBezTo>
                    <a:cubicBezTo>
                      <a:pt x="144" y="58"/>
                      <a:pt x="144" y="58"/>
                      <a:pt x="144" y="58"/>
                    </a:cubicBezTo>
                    <a:cubicBezTo>
                      <a:pt x="148" y="51"/>
                      <a:pt x="148" y="51"/>
                      <a:pt x="148" y="51"/>
                    </a:cubicBezTo>
                    <a:cubicBezTo>
                      <a:pt x="154" y="56"/>
                      <a:pt x="154" y="56"/>
                      <a:pt x="154" y="56"/>
                    </a:cubicBezTo>
                    <a:cubicBezTo>
                      <a:pt x="157" y="55"/>
                      <a:pt x="159" y="55"/>
                      <a:pt x="162" y="55"/>
                    </a:cubicBezTo>
                    <a:cubicBezTo>
                      <a:pt x="165" y="55"/>
                      <a:pt x="168" y="55"/>
                      <a:pt x="170" y="56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82" y="39"/>
                      <a:pt x="187" y="37"/>
                      <a:pt x="191" y="35"/>
                    </a:cubicBezTo>
                    <a:cubicBezTo>
                      <a:pt x="196" y="34"/>
                      <a:pt x="200" y="32"/>
                      <a:pt x="205" y="31"/>
                    </a:cubicBezTo>
                    <a:cubicBezTo>
                      <a:pt x="218" y="41"/>
                      <a:pt x="218" y="41"/>
                      <a:pt x="218" y="41"/>
                    </a:cubicBezTo>
                    <a:cubicBezTo>
                      <a:pt x="228" y="34"/>
                      <a:pt x="228" y="34"/>
                      <a:pt x="228" y="34"/>
                    </a:cubicBezTo>
                    <a:cubicBezTo>
                      <a:pt x="223" y="26"/>
                      <a:pt x="223" y="26"/>
                      <a:pt x="223" y="26"/>
                    </a:cubicBezTo>
                    <a:lnTo>
                      <a:pt x="242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0" name="Google Shape;1050;p41"/>
              <p:cNvSpPr/>
              <p:nvPr/>
            </p:nvSpPr>
            <p:spPr>
              <a:xfrm>
                <a:off x="6364250" y="2731083"/>
                <a:ext cx="55176" cy="5635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0"/>
                    </a:move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3" y="22"/>
                      <a:pt x="14" y="25"/>
                      <a:pt x="16" y="28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" y="4"/>
                      <a:pt x="3" y="4"/>
                      <a:pt x="3" y="4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1" name="Google Shape;1051;p41"/>
              <p:cNvSpPr/>
              <p:nvPr/>
            </p:nvSpPr>
            <p:spPr>
              <a:xfrm>
                <a:off x="6143546" y="3063312"/>
                <a:ext cx="2348" cy="1174"/>
              </a:xfrm>
              <a:custGeom>
                <a:avLst/>
                <a:gdLst/>
                <a:ahLst/>
                <a:cxnLst/>
                <a:rect l="l" t="t" r="r" b="b"/>
                <a:pathLst>
                  <a:path w="2" h="1" extrusionOk="0">
                    <a:moveTo>
                      <a:pt x="0" y="0"/>
                    </a:moveTo>
                    <a:lnTo>
                      <a:pt x="2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2" name="Google Shape;1052;p41"/>
              <p:cNvSpPr/>
              <p:nvPr/>
            </p:nvSpPr>
            <p:spPr>
              <a:xfrm>
                <a:off x="6240984" y="2890741"/>
                <a:ext cx="37567" cy="352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32" y="23"/>
                    </a:moveTo>
                    <a:lnTo>
                      <a:pt x="30" y="20"/>
                    </a:lnTo>
                    <a:lnTo>
                      <a:pt x="22" y="0"/>
                    </a:lnTo>
                    <a:lnTo>
                      <a:pt x="8" y="3"/>
                    </a:lnTo>
                    <a:lnTo>
                      <a:pt x="3" y="5"/>
                    </a:lnTo>
                    <a:lnTo>
                      <a:pt x="0" y="6"/>
                    </a:lnTo>
                    <a:lnTo>
                      <a:pt x="3" y="30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3" name="Google Shape;1053;p41"/>
              <p:cNvSpPr/>
              <p:nvPr/>
            </p:nvSpPr>
            <p:spPr>
              <a:xfrm>
                <a:off x="5967452" y="2693516"/>
                <a:ext cx="18783" cy="19957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6" y="17"/>
                    </a:moveTo>
                    <a:lnTo>
                      <a:pt x="11" y="0"/>
                    </a:lnTo>
                    <a:lnTo>
                      <a:pt x="0" y="7"/>
                    </a:lnTo>
                    <a:lnTo>
                      <a:pt x="10" y="15"/>
                    </a:lnTo>
                    <a:lnTo>
                      <a:pt x="16" y="1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4" name="Google Shape;1054;p41"/>
              <p:cNvSpPr/>
              <p:nvPr/>
            </p:nvSpPr>
            <p:spPr>
              <a:xfrm>
                <a:off x="6246855" y="2529162"/>
                <a:ext cx="88046" cy="86873"/>
              </a:xfrm>
              <a:custGeom>
                <a:avLst/>
                <a:gdLst/>
                <a:ahLst/>
                <a:cxnLst/>
                <a:rect l="l" t="t" r="r" b="b"/>
                <a:pathLst>
                  <a:path w="44" h="44" extrusionOk="0">
                    <a:moveTo>
                      <a:pt x="3" y="0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3" y="12"/>
                      <a:pt x="1" y="15"/>
                      <a:pt x="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8" y="35"/>
                      <a:pt x="18" y="35"/>
                      <a:pt x="19" y="36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5" name="Google Shape;1055;p41"/>
              <p:cNvSpPr/>
              <p:nvPr/>
            </p:nvSpPr>
            <p:spPr>
              <a:xfrm>
                <a:off x="6050803" y="2768649"/>
                <a:ext cx="9392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8" h="9" extrusionOk="0">
                    <a:moveTo>
                      <a:pt x="8" y="7"/>
                    </a:moveTo>
                    <a:lnTo>
                      <a:pt x="3" y="9"/>
                    </a:lnTo>
                    <a:lnTo>
                      <a:pt x="0" y="0"/>
                    </a:ln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6" name="Google Shape;1056;p41"/>
              <p:cNvSpPr/>
              <p:nvPr/>
            </p:nvSpPr>
            <p:spPr>
              <a:xfrm>
                <a:off x="6252724" y="2485725"/>
                <a:ext cx="117396" cy="75133"/>
              </a:xfrm>
              <a:custGeom>
                <a:avLst/>
                <a:gdLst/>
                <a:ahLst/>
                <a:cxnLst/>
                <a:rect l="l" t="t" r="r" b="b"/>
                <a:pathLst>
                  <a:path w="59" h="38" extrusionOk="0">
                    <a:moveTo>
                      <a:pt x="10" y="10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49" y="10"/>
                      <a:pt x="39" y="5"/>
                      <a:pt x="30" y="0"/>
                    </a:cubicBezTo>
                    <a:cubicBezTo>
                      <a:pt x="30" y="2"/>
                      <a:pt x="30" y="3"/>
                      <a:pt x="30" y="4"/>
                    </a:cubicBezTo>
                    <a:cubicBezTo>
                      <a:pt x="29" y="8"/>
                      <a:pt x="28" y="12"/>
                      <a:pt x="28" y="16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7" y="14"/>
                      <a:pt x="17" y="12"/>
                      <a:pt x="16" y="10"/>
                    </a:cubicBezTo>
                    <a:cubicBezTo>
                      <a:pt x="15" y="8"/>
                      <a:pt x="15" y="7"/>
                      <a:pt x="14" y="5"/>
                    </a:cubicBez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7" name="Google Shape;1057;p41"/>
              <p:cNvSpPr/>
              <p:nvPr/>
            </p:nvSpPr>
            <p:spPr>
              <a:xfrm>
                <a:off x="6103632" y="2994049"/>
                <a:ext cx="51654" cy="35219"/>
              </a:xfrm>
              <a:custGeom>
                <a:avLst/>
                <a:gdLst/>
                <a:ahLst/>
                <a:cxnLst/>
                <a:rect l="l" t="t" r="r" b="b"/>
                <a:pathLst>
                  <a:path w="26" h="18" extrusionOk="0">
                    <a:moveTo>
                      <a:pt x="26" y="0"/>
                    </a:moveTo>
                    <a:cubicBezTo>
                      <a:pt x="25" y="6"/>
                      <a:pt x="24" y="12"/>
                      <a:pt x="24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2" y="13"/>
                      <a:pt x="10" y="12"/>
                      <a:pt x="8" y="12"/>
                    </a:cubicBezTo>
                    <a:cubicBezTo>
                      <a:pt x="5" y="10"/>
                      <a:pt x="3" y="9"/>
                      <a:pt x="0" y="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58" name="Google Shape;1058;p41"/>
              <p:cNvSpPr/>
              <p:nvPr/>
            </p:nvSpPr>
            <p:spPr>
              <a:xfrm>
                <a:off x="6028498" y="2925960"/>
                <a:ext cx="28175" cy="49306"/>
              </a:xfrm>
              <a:custGeom>
                <a:avLst/>
                <a:gdLst/>
                <a:ahLst/>
                <a:cxnLst/>
                <a:rect l="l" t="t" r="r" b="b"/>
                <a:pathLst>
                  <a:path w="14" h="25" extrusionOk="0">
                    <a:moveTo>
                      <a:pt x="12" y="21"/>
                    </a:moveTo>
                    <a:cubicBezTo>
                      <a:pt x="3" y="25"/>
                      <a:pt x="3" y="25"/>
                      <a:pt x="3" y="25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11"/>
                      <a:pt x="13" y="16"/>
                      <a:pt x="12" y="21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59" name="Google Shape;1059;p41"/>
              <p:cNvGrpSpPr/>
              <p:nvPr/>
            </p:nvGrpSpPr>
            <p:grpSpPr>
              <a:xfrm>
                <a:off x="5994447" y="2768644"/>
                <a:ext cx="214834" cy="260618"/>
                <a:chOff x="4319587" y="2640013"/>
                <a:chExt cx="290512" cy="352425"/>
              </a:xfrm>
            </p:grpSpPr>
            <p:sp>
              <p:nvSpPr>
                <p:cNvPr id="1060" name="Google Shape;1060;p41"/>
                <p:cNvSpPr/>
                <p:nvPr/>
              </p:nvSpPr>
              <p:spPr>
                <a:xfrm>
                  <a:off x="4467225" y="2944813"/>
                  <a:ext cx="698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8" extrusionOk="0">
                      <a:moveTo>
                        <a:pt x="26" y="0"/>
                      </a:moveTo>
                      <a:cubicBezTo>
                        <a:pt x="25" y="6"/>
                        <a:pt x="24" y="12"/>
                        <a:pt x="24" y="18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2" y="13"/>
                        <a:pt x="10" y="12"/>
                        <a:pt x="8" y="12"/>
                      </a:cubicBezTo>
                      <a:cubicBezTo>
                        <a:pt x="5" y="10"/>
                        <a:pt x="3" y="9"/>
                        <a:pt x="0" y="8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6" y="0"/>
                        <a:pt x="26" y="0"/>
                        <a:pt x="26" y="0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1" name="Google Shape;1061;p41"/>
                <p:cNvSpPr/>
                <p:nvPr/>
              </p:nvSpPr>
              <p:spPr>
                <a:xfrm>
                  <a:off x="4365625" y="2852738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25" extrusionOk="0">
                      <a:moveTo>
                        <a:pt x="12" y="21"/>
                      </a:moveTo>
                      <a:cubicBezTo>
                        <a:pt x="3" y="25"/>
                        <a:pt x="3" y="25"/>
                        <a:pt x="3" y="25"/>
                      </a:cubicBez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3" y="11"/>
                        <a:pt x="13" y="16"/>
                        <a:pt x="12" y="21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2" name="Google Shape;1062;p41"/>
                <p:cNvSpPr/>
                <p:nvPr/>
              </p:nvSpPr>
              <p:spPr>
                <a:xfrm>
                  <a:off x="4319587" y="2640013"/>
                  <a:ext cx="290512" cy="312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16" extrusionOk="0">
                      <a:moveTo>
                        <a:pt x="14" y="48"/>
                      </a:move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34" y="44"/>
                        <a:pt x="34" y="44"/>
                        <a:pt x="34" y="44"/>
                      </a:cubicBezTo>
                      <a:cubicBezTo>
                        <a:pt x="42" y="61"/>
                        <a:pt x="42" y="61"/>
                        <a:pt x="42" y="61"/>
                      </a:cubicBezTo>
                      <a:cubicBezTo>
                        <a:pt x="48" y="65"/>
                        <a:pt x="48" y="65"/>
                        <a:pt x="48" y="65"/>
                      </a:cubicBezTo>
                      <a:cubicBezTo>
                        <a:pt x="49" y="68"/>
                        <a:pt x="49" y="68"/>
                        <a:pt x="49" y="68"/>
                      </a:cubicBezTo>
                      <a:cubicBezTo>
                        <a:pt x="54" y="70"/>
                        <a:pt x="54" y="70"/>
                        <a:pt x="54" y="70"/>
                      </a:cubicBezTo>
                      <a:cubicBezTo>
                        <a:pt x="61" y="78"/>
                        <a:pt x="61" y="78"/>
                        <a:pt x="61" y="78"/>
                      </a:cubicBezTo>
                      <a:cubicBezTo>
                        <a:pt x="63" y="78"/>
                        <a:pt x="63" y="78"/>
                        <a:pt x="63" y="78"/>
                      </a:cubicBezTo>
                      <a:cubicBezTo>
                        <a:pt x="64" y="81"/>
                        <a:pt x="64" y="81"/>
                        <a:pt x="64" y="81"/>
                      </a:cubicBezTo>
                      <a:cubicBezTo>
                        <a:pt x="72" y="83"/>
                        <a:pt x="72" y="83"/>
                        <a:pt x="72" y="83"/>
                      </a:cubicBezTo>
                      <a:cubicBezTo>
                        <a:pt x="76" y="86"/>
                        <a:pt x="76" y="86"/>
                        <a:pt x="76" y="86"/>
                      </a:cubicBezTo>
                      <a:cubicBezTo>
                        <a:pt x="77" y="89"/>
                        <a:pt x="77" y="89"/>
                        <a:pt x="77" y="89"/>
                      </a:cubicBezTo>
                      <a:cubicBezTo>
                        <a:pt x="84" y="92"/>
                        <a:pt x="84" y="92"/>
                        <a:pt x="84" y="92"/>
                      </a:cubicBezTo>
                      <a:cubicBezTo>
                        <a:pt x="86" y="99"/>
                        <a:pt x="86" y="99"/>
                        <a:pt x="86" y="99"/>
                      </a:cubicBezTo>
                      <a:cubicBezTo>
                        <a:pt x="87" y="105"/>
                        <a:pt x="87" y="105"/>
                        <a:pt x="87" y="105"/>
                      </a:cubicBezTo>
                      <a:cubicBezTo>
                        <a:pt x="84" y="111"/>
                        <a:pt x="84" y="111"/>
                        <a:pt x="84" y="111"/>
                      </a:cubicBezTo>
                      <a:cubicBezTo>
                        <a:pt x="87" y="116"/>
                        <a:pt x="87" y="116"/>
                        <a:pt x="87" y="116"/>
                      </a:cubicBezTo>
                      <a:cubicBezTo>
                        <a:pt x="91" y="112"/>
                        <a:pt x="91" y="112"/>
                        <a:pt x="91" y="112"/>
                      </a:cubicBezTo>
                      <a:cubicBezTo>
                        <a:pt x="92" y="109"/>
                        <a:pt x="92" y="109"/>
                        <a:pt x="92" y="109"/>
                      </a:cubicBezTo>
                      <a:cubicBezTo>
                        <a:pt x="98" y="105"/>
                        <a:pt x="98" y="105"/>
                        <a:pt x="98" y="105"/>
                      </a:cubicBezTo>
                      <a:cubicBezTo>
                        <a:pt x="97" y="99"/>
                        <a:pt x="97" y="99"/>
                        <a:pt x="97" y="99"/>
                      </a:cubicBezTo>
                      <a:cubicBezTo>
                        <a:pt x="91" y="96"/>
                        <a:pt x="91" y="96"/>
                        <a:pt x="91" y="96"/>
                      </a:cubicBezTo>
                      <a:cubicBezTo>
                        <a:pt x="96" y="89"/>
                        <a:pt x="96" y="89"/>
                        <a:pt x="96" y="89"/>
                      </a:cubicBezTo>
                      <a:cubicBezTo>
                        <a:pt x="102" y="90"/>
                        <a:pt x="102" y="90"/>
                        <a:pt x="102" y="90"/>
                      </a:cubicBezTo>
                      <a:cubicBezTo>
                        <a:pt x="105" y="95"/>
                        <a:pt x="105" y="95"/>
                        <a:pt x="105" y="95"/>
                      </a:cubicBezTo>
                      <a:cubicBezTo>
                        <a:pt x="108" y="92"/>
                        <a:pt x="108" y="92"/>
                        <a:pt x="108" y="92"/>
                      </a:cubicBezTo>
                      <a:cubicBezTo>
                        <a:pt x="105" y="84"/>
                        <a:pt x="105" y="84"/>
                        <a:pt x="105" y="84"/>
                      </a:cubicBezTo>
                      <a:cubicBezTo>
                        <a:pt x="96" y="81"/>
                        <a:pt x="96" y="81"/>
                        <a:pt x="96" y="81"/>
                      </a:cubicBezTo>
                      <a:cubicBezTo>
                        <a:pt x="91" y="76"/>
                        <a:pt x="91" y="76"/>
                        <a:pt x="91" y="76"/>
                      </a:cubicBezTo>
                      <a:cubicBezTo>
                        <a:pt x="91" y="73"/>
                        <a:pt x="91" y="73"/>
                        <a:pt x="91" y="73"/>
                      </a:cubicBezTo>
                      <a:cubicBezTo>
                        <a:pt x="88" y="70"/>
                        <a:pt x="88" y="70"/>
                        <a:pt x="88" y="70"/>
                      </a:cubicBezTo>
                      <a:cubicBezTo>
                        <a:pt x="85" y="71"/>
                        <a:pt x="85" y="71"/>
                        <a:pt x="85" y="71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69" y="52"/>
                        <a:pt x="69" y="52"/>
                        <a:pt x="69" y="52"/>
                      </a:cubicBezTo>
                      <a:cubicBezTo>
                        <a:pt x="64" y="51"/>
                        <a:pt x="64" y="51"/>
                        <a:pt x="64" y="51"/>
                      </a:cubicBezTo>
                      <a:cubicBezTo>
                        <a:pt x="56" y="43"/>
                        <a:pt x="56" y="43"/>
                        <a:pt x="56" y="43"/>
                      </a:cubicBezTo>
                      <a:cubicBezTo>
                        <a:pt x="56" y="32"/>
                        <a:pt x="56" y="32"/>
                        <a:pt x="56" y="32"/>
                      </a:cubicBezTo>
                      <a:cubicBezTo>
                        <a:pt x="58" y="29"/>
                        <a:pt x="60" y="26"/>
                        <a:pt x="63" y="26"/>
                      </a:cubicBezTo>
                      <a:cubicBezTo>
                        <a:pt x="60" y="21"/>
                        <a:pt x="60" y="21"/>
                        <a:pt x="60" y="21"/>
                      </a:cubicBezTo>
                      <a:cubicBezTo>
                        <a:pt x="63" y="6"/>
                        <a:pt x="63" y="6"/>
                        <a:pt x="63" y="6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30" y="5"/>
                        <a:pt x="30" y="5"/>
                        <a:pt x="30" y="5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8" y="52"/>
                        <a:pt x="8" y="52"/>
                        <a:pt x="8" y="52"/>
                      </a:cubicBezTo>
                      <a:lnTo>
                        <a:pt x="14" y="4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63" name="Google Shape;1063;p41"/>
              <p:cNvSpPr/>
              <p:nvPr/>
            </p:nvSpPr>
            <p:spPr>
              <a:xfrm>
                <a:off x="5456780" y="2234498"/>
                <a:ext cx="170223" cy="109178"/>
              </a:xfrm>
              <a:custGeom>
                <a:avLst/>
                <a:gdLst/>
                <a:ahLst/>
                <a:cxnLst/>
                <a:rect l="l" t="t" r="r" b="b"/>
                <a:pathLst>
                  <a:path w="86" h="55" extrusionOk="0">
                    <a:moveTo>
                      <a:pt x="82" y="36"/>
                    </a:moveTo>
                    <a:cubicBezTo>
                      <a:pt x="53" y="54"/>
                      <a:pt x="53" y="54"/>
                      <a:pt x="53" y="54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31" y="51"/>
                      <a:pt x="22" y="46"/>
                      <a:pt x="12" y="43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5" y="2"/>
                      <a:pt x="65" y="2"/>
                      <a:pt x="65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5" y="22"/>
                      <a:pt x="84" y="24"/>
                      <a:pt x="83" y="26"/>
                    </a:cubicBezTo>
                    <a:cubicBezTo>
                      <a:pt x="83" y="30"/>
                      <a:pt x="83" y="33"/>
                      <a:pt x="82" y="36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64" name="Google Shape;1064;p41"/>
              <p:cNvSpPr/>
              <p:nvPr/>
            </p:nvSpPr>
            <p:spPr>
              <a:xfrm>
                <a:off x="5698616" y="2566729"/>
                <a:ext cx="79829" cy="10683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1" extrusionOk="0">
                    <a:moveTo>
                      <a:pt x="68" y="25"/>
                    </a:moveTo>
                    <a:lnTo>
                      <a:pt x="66" y="29"/>
                    </a:lnTo>
                    <a:lnTo>
                      <a:pt x="53" y="30"/>
                    </a:lnTo>
                    <a:lnTo>
                      <a:pt x="49" y="25"/>
                    </a:lnTo>
                    <a:lnTo>
                      <a:pt x="44" y="30"/>
                    </a:lnTo>
                    <a:lnTo>
                      <a:pt x="36" y="20"/>
                    </a:lnTo>
                    <a:lnTo>
                      <a:pt x="36" y="15"/>
                    </a:lnTo>
                    <a:lnTo>
                      <a:pt x="44" y="2"/>
                    </a:lnTo>
                    <a:lnTo>
                      <a:pt x="34" y="0"/>
                    </a:lnTo>
                    <a:lnTo>
                      <a:pt x="24" y="12"/>
                    </a:lnTo>
                    <a:lnTo>
                      <a:pt x="31" y="18"/>
                    </a:lnTo>
                    <a:lnTo>
                      <a:pt x="27" y="22"/>
                    </a:lnTo>
                    <a:lnTo>
                      <a:pt x="27" y="24"/>
                    </a:lnTo>
                    <a:lnTo>
                      <a:pt x="7" y="24"/>
                    </a:lnTo>
                    <a:lnTo>
                      <a:pt x="4" y="32"/>
                    </a:lnTo>
                    <a:lnTo>
                      <a:pt x="10" y="35"/>
                    </a:lnTo>
                    <a:lnTo>
                      <a:pt x="0" y="46"/>
                    </a:lnTo>
                    <a:lnTo>
                      <a:pt x="5" y="51"/>
                    </a:lnTo>
                    <a:lnTo>
                      <a:pt x="22" y="46"/>
                    </a:lnTo>
                    <a:lnTo>
                      <a:pt x="21" y="56"/>
                    </a:lnTo>
                    <a:lnTo>
                      <a:pt x="5" y="61"/>
                    </a:lnTo>
                    <a:lnTo>
                      <a:pt x="4" y="69"/>
                    </a:lnTo>
                    <a:lnTo>
                      <a:pt x="17" y="69"/>
                    </a:lnTo>
                    <a:lnTo>
                      <a:pt x="0" y="79"/>
                    </a:lnTo>
                    <a:lnTo>
                      <a:pt x="4" y="91"/>
                    </a:lnTo>
                    <a:lnTo>
                      <a:pt x="27" y="88"/>
                    </a:lnTo>
                    <a:lnTo>
                      <a:pt x="41" y="76"/>
                    </a:lnTo>
                    <a:lnTo>
                      <a:pt x="53" y="74"/>
                    </a:lnTo>
                    <a:lnTo>
                      <a:pt x="59" y="68"/>
                    </a:lnTo>
                    <a:lnTo>
                      <a:pt x="58" y="39"/>
                    </a:lnTo>
                    <a:lnTo>
                      <a:pt x="63" y="30"/>
                    </a:lnTo>
                    <a:lnTo>
                      <a:pt x="68" y="2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65" name="Google Shape;1065;p41"/>
              <p:cNvSpPr/>
              <p:nvPr/>
            </p:nvSpPr>
            <p:spPr>
              <a:xfrm>
                <a:off x="6157634" y="2741648"/>
                <a:ext cx="126787" cy="63394"/>
              </a:xfrm>
              <a:custGeom>
                <a:avLst/>
                <a:gdLst/>
                <a:ahLst/>
                <a:cxnLst/>
                <a:rect l="l" t="t" r="r" b="b"/>
                <a:pathLst>
                  <a:path w="64" h="32" extrusionOk="0">
                    <a:moveTo>
                      <a:pt x="64" y="7"/>
                    </a:moveTo>
                    <a:cubicBezTo>
                      <a:pt x="59" y="5"/>
                      <a:pt x="57" y="2"/>
                      <a:pt x="54" y="1"/>
                    </a:cubicBezTo>
                    <a:cubicBezTo>
                      <a:pt x="49" y="0"/>
                      <a:pt x="46" y="0"/>
                      <a:pt x="40" y="0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24"/>
                      <a:pt x="8" y="26"/>
                      <a:pt x="15" y="32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46" y="21"/>
                      <a:pt x="55" y="14"/>
                      <a:pt x="64" y="7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66" name="Google Shape;1066;p41"/>
              <p:cNvSpPr/>
              <p:nvPr/>
            </p:nvSpPr>
            <p:spPr>
              <a:xfrm>
                <a:off x="6157634" y="2741648"/>
                <a:ext cx="126787" cy="63394"/>
              </a:xfrm>
              <a:custGeom>
                <a:avLst/>
                <a:gdLst/>
                <a:ahLst/>
                <a:cxnLst/>
                <a:rect l="l" t="t" r="r" b="b"/>
                <a:pathLst>
                  <a:path w="64" h="32" extrusionOk="0">
                    <a:moveTo>
                      <a:pt x="64" y="7"/>
                    </a:moveTo>
                    <a:cubicBezTo>
                      <a:pt x="59" y="5"/>
                      <a:pt x="57" y="2"/>
                      <a:pt x="54" y="1"/>
                    </a:cubicBezTo>
                    <a:cubicBezTo>
                      <a:pt x="49" y="0"/>
                      <a:pt x="46" y="0"/>
                      <a:pt x="40" y="0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24"/>
                      <a:pt x="8" y="26"/>
                      <a:pt x="15" y="32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46" y="21"/>
                      <a:pt x="55" y="14"/>
                      <a:pt x="64" y="7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67" name="Google Shape;1067;p41"/>
              <p:cNvSpPr/>
              <p:nvPr/>
            </p:nvSpPr>
            <p:spPr>
              <a:xfrm>
                <a:off x="6296161" y="3046877"/>
                <a:ext cx="48132" cy="17609"/>
              </a:xfrm>
              <a:custGeom>
                <a:avLst/>
                <a:gdLst/>
                <a:ahLst/>
                <a:cxnLst/>
                <a:rect l="l" t="t" r="r" b="b"/>
                <a:pathLst>
                  <a:path w="41" h="15" extrusionOk="0">
                    <a:moveTo>
                      <a:pt x="0" y="0"/>
                    </a:moveTo>
                    <a:lnTo>
                      <a:pt x="27" y="2"/>
                    </a:lnTo>
                    <a:lnTo>
                      <a:pt x="29" y="7"/>
                    </a:lnTo>
                    <a:lnTo>
                      <a:pt x="41" y="4"/>
                    </a:lnTo>
                    <a:lnTo>
                      <a:pt x="38" y="12"/>
                    </a:lnTo>
                    <a:lnTo>
                      <a:pt x="17" y="15"/>
                    </a:lnTo>
                    <a:lnTo>
                      <a:pt x="14" y="9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68" name="Google Shape;1068;p41"/>
              <p:cNvSpPr/>
              <p:nvPr/>
            </p:nvSpPr>
            <p:spPr>
              <a:xfrm>
                <a:off x="6231592" y="2914220"/>
                <a:ext cx="122092" cy="118569"/>
              </a:xfrm>
              <a:custGeom>
                <a:avLst/>
                <a:gdLst/>
                <a:ahLst/>
                <a:cxnLst/>
                <a:rect l="l" t="t" r="r" b="b"/>
                <a:pathLst>
                  <a:path w="62" h="60" extrusionOk="0">
                    <a:moveTo>
                      <a:pt x="0" y="23"/>
                    </a:moveTo>
                    <a:cubicBezTo>
                      <a:pt x="3" y="26"/>
                      <a:pt x="5" y="29"/>
                      <a:pt x="8" y="33"/>
                    </a:cubicBezTo>
                    <a:cubicBezTo>
                      <a:pt x="9" y="34"/>
                      <a:pt x="9" y="35"/>
                      <a:pt x="10" y="37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15" y="40"/>
                      <a:pt x="15" y="40"/>
                      <a:pt x="15" y="40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4" y="47"/>
                      <a:pt x="15" y="52"/>
                      <a:pt x="17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0" y="40"/>
                      <a:pt x="28" y="34"/>
                      <a:pt x="26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2" y="23"/>
                      <a:pt x="31" y="18"/>
                      <a:pt x="30" y="13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42" y="19"/>
                      <a:pt x="42" y="19"/>
                      <a:pt x="42" y="19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6" y="10"/>
                      <a:pt x="52" y="8"/>
                      <a:pt x="58" y="7"/>
                    </a:cubicBezTo>
                    <a:cubicBezTo>
                      <a:pt x="59" y="5"/>
                      <a:pt x="60" y="2"/>
                      <a:pt x="62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7" y="2"/>
                      <a:pt x="57" y="2"/>
                      <a:pt x="57" y="2"/>
                    </a:cubicBezTo>
                    <a:cubicBezTo>
                      <a:pt x="50" y="3"/>
                      <a:pt x="25" y="1"/>
                      <a:pt x="24" y="2"/>
                    </a:cubicBezTo>
                    <a:cubicBezTo>
                      <a:pt x="21" y="3"/>
                      <a:pt x="15" y="4"/>
                      <a:pt x="7" y="6"/>
                    </a:cubicBezTo>
                    <a:cubicBezTo>
                      <a:pt x="6" y="7"/>
                      <a:pt x="7" y="9"/>
                      <a:pt x="6" y="11"/>
                    </a:cubicBezTo>
                    <a:cubicBezTo>
                      <a:pt x="4" y="15"/>
                      <a:pt x="2" y="19"/>
                      <a:pt x="0" y="23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69" name="Google Shape;1069;p41"/>
              <p:cNvSpPr/>
              <p:nvPr/>
            </p:nvSpPr>
            <p:spPr>
              <a:xfrm>
                <a:off x="6037890" y="2877827"/>
                <a:ext cx="16435" cy="39915"/>
              </a:xfrm>
              <a:custGeom>
                <a:avLst/>
                <a:gdLst/>
                <a:ahLst/>
                <a:cxnLst/>
                <a:rect l="l" t="t" r="r" b="b"/>
                <a:pathLst>
                  <a:path w="8" h="20" extrusionOk="0">
                    <a:moveTo>
                      <a:pt x="8" y="0"/>
                    </a:moveTo>
                    <a:cubicBezTo>
                      <a:pt x="8" y="3"/>
                      <a:pt x="8" y="5"/>
                      <a:pt x="8" y="7"/>
                    </a:cubicBezTo>
                    <a:cubicBezTo>
                      <a:pt x="8" y="11"/>
                      <a:pt x="8" y="15"/>
                      <a:pt x="7" y="18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7"/>
                      <a:pt x="3" y="5"/>
                      <a:pt x="5" y="3"/>
                    </a:cubicBezTo>
                    <a:cubicBezTo>
                      <a:pt x="5" y="2"/>
                      <a:pt x="5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70" name="Google Shape;1070;p41"/>
              <p:cNvGrpSpPr/>
              <p:nvPr/>
            </p:nvGrpSpPr>
            <p:grpSpPr>
              <a:xfrm>
                <a:off x="5798397" y="2672381"/>
                <a:ext cx="255922" cy="245356"/>
                <a:chOff x="4054475" y="2509838"/>
                <a:chExt cx="346075" cy="331787"/>
              </a:xfrm>
            </p:grpSpPr>
            <p:sp>
              <p:nvSpPr>
                <p:cNvPr id="1071" name="Google Shape;1071;p41"/>
                <p:cNvSpPr/>
                <p:nvPr/>
              </p:nvSpPr>
              <p:spPr>
                <a:xfrm>
                  <a:off x="4378325" y="2787650"/>
                  <a:ext cx="2222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20" extrusionOk="0">
                      <a:moveTo>
                        <a:pt x="8" y="0"/>
                      </a:moveTo>
                      <a:cubicBezTo>
                        <a:pt x="8" y="3"/>
                        <a:pt x="8" y="5"/>
                        <a:pt x="8" y="7"/>
                      </a:cubicBezTo>
                      <a:cubicBezTo>
                        <a:pt x="8" y="11"/>
                        <a:pt x="8" y="15"/>
                        <a:pt x="7" y="18"/>
                      </a:cubicBezTo>
                      <a:cubicBezTo>
                        <a:pt x="4" y="20"/>
                        <a:pt x="4" y="20"/>
                        <a:pt x="4" y="20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2" y="7"/>
                        <a:pt x="3" y="5"/>
                        <a:pt x="5" y="3"/>
                      </a:cubicBezTo>
                      <a:cubicBezTo>
                        <a:pt x="5" y="2"/>
                        <a:pt x="5" y="1"/>
                        <a:pt x="5" y="0"/>
                      </a:cubicBezTo>
                      <a:cubicBezTo>
                        <a:pt x="8" y="0"/>
                        <a:pt x="8" y="0"/>
                        <a:pt x="8" y="0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72" name="Google Shape;1072;p41"/>
                <p:cNvSpPr/>
                <p:nvPr/>
              </p:nvSpPr>
              <p:spPr>
                <a:xfrm>
                  <a:off x="4054475" y="2509838"/>
                  <a:ext cx="295275" cy="300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112" extrusionOk="0">
                      <a:moveTo>
                        <a:pt x="91" y="20"/>
                      </a:moveTo>
                      <a:cubicBezTo>
                        <a:pt x="85" y="15"/>
                        <a:pt x="85" y="15"/>
                        <a:pt x="85" y="15"/>
                      </a:cubicBezTo>
                      <a:cubicBezTo>
                        <a:pt x="71" y="12"/>
                        <a:pt x="71" y="12"/>
                        <a:pt x="71" y="12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1" y="1"/>
                        <a:pt x="58" y="2"/>
                        <a:pt x="55" y="3"/>
                      </a:cubicBezTo>
                      <a:cubicBezTo>
                        <a:pt x="54" y="13"/>
                        <a:pt x="54" y="13"/>
                        <a:pt x="54" y="13"/>
                      </a:cubicBezTo>
                      <a:cubicBezTo>
                        <a:pt x="42" y="17"/>
                        <a:pt x="42" y="17"/>
                        <a:pt x="42" y="17"/>
                      </a:cubicBezTo>
                      <a:cubicBezTo>
                        <a:pt x="43" y="23"/>
                        <a:pt x="43" y="23"/>
                        <a:pt x="43" y="23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27" y="15"/>
                        <a:pt x="27" y="15"/>
                        <a:pt x="27" y="15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14" y="29"/>
                        <a:pt x="14" y="29"/>
                        <a:pt x="14" y="29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12" y="42"/>
                        <a:pt x="12" y="42"/>
                        <a:pt x="12" y="42"/>
                      </a:cubicBezTo>
                      <a:cubicBezTo>
                        <a:pt x="24" y="50"/>
                        <a:pt x="24" y="50"/>
                        <a:pt x="24" y="50"/>
                      </a:cubicBezTo>
                      <a:cubicBezTo>
                        <a:pt x="22" y="53"/>
                        <a:pt x="22" y="53"/>
                        <a:pt x="22" y="53"/>
                      </a:cubicBezTo>
                      <a:cubicBezTo>
                        <a:pt x="26" y="62"/>
                        <a:pt x="26" y="62"/>
                        <a:pt x="26" y="62"/>
                      </a:cubicBezTo>
                      <a:cubicBezTo>
                        <a:pt x="31" y="64"/>
                        <a:pt x="31" y="64"/>
                        <a:pt x="31" y="64"/>
                      </a:cubicBezTo>
                      <a:cubicBezTo>
                        <a:pt x="33" y="80"/>
                        <a:pt x="32" y="90"/>
                        <a:pt x="28" y="93"/>
                      </a:cubicBezTo>
                      <a:cubicBezTo>
                        <a:pt x="25" y="97"/>
                        <a:pt x="25" y="97"/>
                        <a:pt x="25" y="97"/>
                      </a:cubicBezTo>
                      <a:cubicBezTo>
                        <a:pt x="30" y="102"/>
                        <a:pt x="30" y="102"/>
                        <a:pt x="30" y="102"/>
                      </a:cubicBezTo>
                      <a:cubicBezTo>
                        <a:pt x="45" y="108"/>
                        <a:pt x="45" y="108"/>
                        <a:pt x="45" y="108"/>
                      </a:cubicBezTo>
                      <a:cubicBezTo>
                        <a:pt x="50" y="107"/>
                        <a:pt x="50" y="107"/>
                        <a:pt x="50" y="107"/>
                      </a:cubicBezTo>
                      <a:cubicBezTo>
                        <a:pt x="52" y="107"/>
                        <a:pt x="52" y="107"/>
                        <a:pt x="52" y="107"/>
                      </a:cubicBezTo>
                      <a:cubicBezTo>
                        <a:pt x="63" y="112"/>
                        <a:pt x="63" y="112"/>
                        <a:pt x="63" y="112"/>
                      </a:cubicBezTo>
                      <a:cubicBezTo>
                        <a:pt x="73" y="111"/>
                        <a:pt x="73" y="111"/>
                        <a:pt x="73" y="111"/>
                      </a:cubicBezTo>
                      <a:cubicBezTo>
                        <a:pt x="71" y="110"/>
                        <a:pt x="71" y="109"/>
                        <a:pt x="72" y="107"/>
                      </a:cubicBezTo>
                      <a:cubicBezTo>
                        <a:pt x="73" y="105"/>
                        <a:pt x="74" y="104"/>
                        <a:pt x="76" y="102"/>
                      </a:cubicBezTo>
                      <a:cubicBezTo>
                        <a:pt x="82" y="99"/>
                        <a:pt x="87" y="99"/>
                        <a:pt x="91" y="104"/>
                      </a:cubicBezTo>
                      <a:cubicBezTo>
                        <a:pt x="101" y="105"/>
                        <a:pt x="101" y="105"/>
                        <a:pt x="101" y="105"/>
                      </a:cubicBezTo>
                      <a:cubicBezTo>
                        <a:pt x="107" y="101"/>
                        <a:pt x="107" y="101"/>
                        <a:pt x="107" y="101"/>
                      </a:cubicBezTo>
                      <a:cubicBezTo>
                        <a:pt x="99" y="84"/>
                        <a:pt x="99" y="84"/>
                        <a:pt x="99" y="84"/>
                      </a:cubicBezTo>
                      <a:cubicBezTo>
                        <a:pt x="102" y="64"/>
                        <a:pt x="102" y="64"/>
                        <a:pt x="102" y="64"/>
                      </a:cubicBezTo>
                      <a:cubicBezTo>
                        <a:pt x="102" y="55"/>
                        <a:pt x="102" y="55"/>
                        <a:pt x="102" y="55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105" y="44"/>
                        <a:pt x="105" y="44"/>
                        <a:pt x="105" y="44"/>
                      </a:cubicBezTo>
                      <a:cubicBezTo>
                        <a:pt x="110" y="30"/>
                        <a:pt x="110" y="30"/>
                        <a:pt x="110" y="30"/>
                      </a:cubicBezTo>
                      <a:cubicBezTo>
                        <a:pt x="95" y="21"/>
                        <a:pt x="95" y="21"/>
                        <a:pt x="95" y="21"/>
                      </a:cubicBezTo>
                      <a:lnTo>
                        <a:pt x="91" y="2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73" name="Google Shape;1073;p41"/>
              <p:cNvSpPr/>
              <p:nvPr/>
            </p:nvSpPr>
            <p:spPr>
              <a:xfrm>
                <a:off x="6263290" y="2092450"/>
                <a:ext cx="162006" cy="339273"/>
              </a:xfrm>
              <a:custGeom>
                <a:avLst/>
                <a:gdLst/>
                <a:ahLst/>
                <a:cxnLst/>
                <a:rect l="l" t="t" r="r" b="b"/>
                <a:pathLst>
                  <a:path w="82" h="171" extrusionOk="0">
                    <a:moveTo>
                      <a:pt x="68" y="2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50" y="3"/>
                      <a:pt x="44" y="6"/>
                      <a:pt x="34" y="11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5" y="24"/>
                      <a:pt x="22" y="24"/>
                      <a:pt x="19" y="24"/>
                    </a:cubicBezTo>
                    <a:cubicBezTo>
                      <a:pt x="16" y="24"/>
                      <a:pt x="14" y="24"/>
                      <a:pt x="11" y="2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25" y="83"/>
                      <a:pt x="25" y="83"/>
                      <a:pt x="25" y="83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19" y="113"/>
                      <a:pt x="9" y="123"/>
                      <a:pt x="0" y="133"/>
                    </a:cubicBezTo>
                    <a:cubicBezTo>
                      <a:pt x="1" y="142"/>
                      <a:pt x="2" y="151"/>
                      <a:pt x="2" y="160"/>
                    </a:cubicBezTo>
                    <a:cubicBezTo>
                      <a:pt x="6" y="164"/>
                      <a:pt x="6" y="164"/>
                      <a:pt x="6" y="164"/>
                    </a:cubicBezTo>
                    <a:cubicBezTo>
                      <a:pt x="9" y="164"/>
                      <a:pt x="9" y="164"/>
                      <a:pt x="9" y="164"/>
                    </a:cubicBezTo>
                    <a:cubicBezTo>
                      <a:pt x="15" y="171"/>
                      <a:pt x="15" y="171"/>
                      <a:pt x="15" y="171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7" y="169"/>
                      <a:pt x="31" y="167"/>
                      <a:pt x="36" y="166"/>
                    </a:cubicBezTo>
                    <a:cubicBezTo>
                      <a:pt x="38" y="165"/>
                      <a:pt x="39" y="165"/>
                      <a:pt x="42" y="165"/>
                    </a:cubicBezTo>
                    <a:cubicBezTo>
                      <a:pt x="45" y="163"/>
                      <a:pt x="48" y="161"/>
                      <a:pt x="51" y="159"/>
                    </a:cubicBezTo>
                    <a:cubicBezTo>
                      <a:pt x="53" y="158"/>
                      <a:pt x="54" y="157"/>
                      <a:pt x="55" y="156"/>
                    </a:cubicBezTo>
                    <a:cubicBezTo>
                      <a:pt x="56" y="151"/>
                      <a:pt x="56" y="151"/>
                      <a:pt x="56" y="151"/>
                    </a:cubicBezTo>
                    <a:cubicBezTo>
                      <a:pt x="82" y="127"/>
                      <a:pt x="82" y="127"/>
                      <a:pt x="82" y="127"/>
                    </a:cubicBezTo>
                    <a:cubicBezTo>
                      <a:pt x="80" y="118"/>
                      <a:pt x="80" y="118"/>
                      <a:pt x="80" y="118"/>
                    </a:cubicBezTo>
                    <a:cubicBezTo>
                      <a:pt x="72" y="113"/>
                      <a:pt x="72" y="113"/>
                      <a:pt x="72" y="113"/>
                    </a:cubicBezTo>
                    <a:cubicBezTo>
                      <a:pt x="61" y="87"/>
                      <a:pt x="61" y="87"/>
                      <a:pt x="61" y="87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59" y="52"/>
                      <a:pt x="59" y="52"/>
                      <a:pt x="59" y="52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4" y="29"/>
                      <a:pt x="64" y="29"/>
                      <a:pt x="64" y="29"/>
                    </a:cubicBezTo>
                    <a:lnTo>
                      <a:pt x="68" y="2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74" name="Google Shape;1074;p41"/>
              <p:cNvSpPr/>
              <p:nvPr/>
            </p:nvSpPr>
            <p:spPr>
              <a:xfrm>
                <a:off x="6272682" y="2445811"/>
                <a:ext cx="16435" cy="1408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2" extrusionOk="0">
                    <a:moveTo>
                      <a:pt x="5" y="12"/>
                    </a:moveTo>
                    <a:lnTo>
                      <a:pt x="0" y="3"/>
                    </a:lnTo>
                    <a:lnTo>
                      <a:pt x="14" y="0"/>
                    </a:lnTo>
                    <a:lnTo>
                      <a:pt x="14" y="3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75" name="Google Shape;1075;p41"/>
              <p:cNvGrpSpPr/>
              <p:nvPr/>
            </p:nvGrpSpPr>
            <p:grpSpPr>
              <a:xfrm>
                <a:off x="6263295" y="2443460"/>
                <a:ext cx="110351" cy="73959"/>
                <a:chOff x="4683125" y="2200275"/>
                <a:chExt cx="149224" cy="100012"/>
              </a:xfrm>
            </p:grpSpPr>
            <p:sp>
              <p:nvSpPr>
                <p:cNvPr id="1076" name="Google Shape;1076;p41"/>
                <p:cNvSpPr/>
                <p:nvPr/>
              </p:nvSpPr>
              <p:spPr>
                <a:xfrm>
                  <a:off x="4683125" y="223043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8" extrusionOk="0">
                      <a:moveTo>
                        <a:pt x="3" y="18"/>
                      </a:moveTo>
                      <a:lnTo>
                        <a:pt x="0" y="5"/>
                      </a:lnTo>
                      <a:lnTo>
                        <a:pt x="13" y="0"/>
                      </a:lnTo>
                      <a:lnTo>
                        <a:pt x="18" y="5"/>
                      </a:lnTo>
                      <a:lnTo>
                        <a:pt x="3" y="1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77" name="Google Shape;1077;p41"/>
                <p:cNvSpPr/>
                <p:nvPr/>
              </p:nvSpPr>
              <p:spPr>
                <a:xfrm>
                  <a:off x="4725987" y="2200275"/>
                  <a:ext cx="10636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7" extrusionOk="0">
                      <a:moveTo>
                        <a:pt x="36" y="0"/>
                      </a:moveTo>
                      <a:cubicBezTo>
                        <a:pt x="36" y="3"/>
                        <a:pt x="36" y="3"/>
                        <a:pt x="36" y="3"/>
                      </a:cubicBezTo>
                      <a:cubicBezTo>
                        <a:pt x="28" y="2"/>
                        <a:pt x="21" y="1"/>
                        <a:pt x="13" y="1"/>
                      </a:cubicBezTo>
                      <a:cubicBezTo>
                        <a:pt x="9" y="1"/>
                        <a:pt x="6" y="1"/>
                        <a:pt x="2" y="2"/>
                      </a:cubicBezTo>
                      <a:cubicBezTo>
                        <a:pt x="1" y="5"/>
                        <a:pt x="0" y="8"/>
                        <a:pt x="0" y="11"/>
                      </a:cubicBezTo>
                      <a:cubicBezTo>
                        <a:pt x="0" y="13"/>
                        <a:pt x="0" y="15"/>
                        <a:pt x="1" y="17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9" y="21"/>
                        <a:pt x="9" y="21"/>
                        <a:pt x="9" y="21"/>
                      </a:cubicBezTo>
                      <a:cubicBezTo>
                        <a:pt x="18" y="26"/>
                        <a:pt x="28" y="31"/>
                        <a:pt x="37" y="37"/>
                      </a:cubicBezTo>
                      <a:cubicBezTo>
                        <a:pt x="40" y="29"/>
                        <a:pt x="40" y="29"/>
                        <a:pt x="40" y="29"/>
                      </a:cubicBezTo>
                      <a:cubicBezTo>
                        <a:pt x="35" y="22"/>
                        <a:pt x="35" y="22"/>
                        <a:pt x="35" y="22"/>
                      </a:cubicBezTo>
                      <a:cubicBezTo>
                        <a:pt x="38" y="2"/>
                        <a:pt x="38" y="2"/>
                        <a:pt x="38" y="2"/>
                      </a:cubicBez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78" name="Google Shape;1078;p41"/>
              <p:cNvSpPr/>
              <p:nvPr/>
            </p:nvSpPr>
            <p:spPr>
              <a:xfrm>
                <a:off x="5919319" y="2957656"/>
                <a:ext cx="23479" cy="23479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extrusionOk="0">
                    <a:moveTo>
                      <a:pt x="10" y="20"/>
                    </a:moveTo>
                    <a:lnTo>
                      <a:pt x="10" y="14"/>
                    </a:lnTo>
                    <a:lnTo>
                      <a:pt x="0" y="15"/>
                    </a:lnTo>
                    <a:lnTo>
                      <a:pt x="2" y="9"/>
                    </a:lnTo>
                    <a:lnTo>
                      <a:pt x="15" y="0"/>
                    </a:lnTo>
                    <a:lnTo>
                      <a:pt x="20" y="10"/>
                    </a:lnTo>
                    <a:lnTo>
                      <a:pt x="15" y="19"/>
                    </a:ln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79" name="Google Shape;1079;p41"/>
              <p:cNvSpPr/>
              <p:nvPr/>
            </p:nvSpPr>
            <p:spPr>
              <a:xfrm>
                <a:off x="5723269" y="2852000"/>
                <a:ext cx="221878" cy="186659"/>
              </a:xfrm>
              <a:custGeom>
                <a:avLst/>
                <a:gdLst/>
                <a:ahLst/>
                <a:cxnLst/>
                <a:rect l="l" t="t" r="r" b="b"/>
                <a:pathLst>
                  <a:path w="112" h="94" extrusionOk="0">
                    <a:moveTo>
                      <a:pt x="112" y="2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101" y="21"/>
                      <a:pt x="101" y="21"/>
                      <a:pt x="101" y="21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3" y="5"/>
                      <a:pt x="19" y="3"/>
                      <a:pt x="16" y="0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9" y="50"/>
                      <a:pt x="19" y="50"/>
                      <a:pt x="19" y="50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1" y="82"/>
                      <a:pt x="21" y="82"/>
                      <a:pt x="21" y="82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0"/>
                      <a:pt x="36" y="88"/>
                      <a:pt x="39" y="87"/>
                    </a:cubicBezTo>
                    <a:cubicBezTo>
                      <a:pt x="42" y="87"/>
                      <a:pt x="48" y="87"/>
                      <a:pt x="56" y="88"/>
                    </a:cubicBezTo>
                    <a:cubicBezTo>
                      <a:pt x="62" y="80"/>
                      <a:pt x="62" y="80"/>
                      <a:pt x="62" y="80"/>
                    </a:cubicBezTo>
                    <a:cubicBezTo>
                      <a:pt x="64" y="76"/>
                      <a:pt x="68" y="74"/>
                      <a:pt x="75" y="75"/>
                    </a:cubicBezTo>
                    <a:cubicBezTo>
                      <a:pt x="77" y="73"/>
                      <a:pt x="77" y="73"/>
                      <a:pt x="77" y="73"/>
                    </a:cubicBezTo>
                    <a:cubicBezTo>
                      <a:pt x="78" y="66"/>
                      <a:pt x="78" y="66"/>
                      <a:pt x="78" y="66"/>
                    </a:cubicBezTo>
                    <a:cubicBezTo>
                      <a:pt x="83" y="61"/>
                      <a:pt x="83" y="61"/>
                      <a:pt x="83" y="61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81" y="57"/>
                      <a:pt x="81" y="57"/>
                      <a:pt x="81" y="57"/>
                    </a:cubicBezTo>
                    <a:cubicBezTo>
                      <a:pt x="83" y="49"/>
                      <a:pt x="83" y="49"/>
                      <a:pt x="83" y="49"/>
                    </a:cubicBezTo>
                    <a:cubicBezTo>
                      <a:pt x="94" y="37"/>
                      <a:pt x="94" y="37"/>
                      <a:pt x="94" y="37"/>
                    </a:cubicBezTo>
                    <a:cubicBezTo>
                      <a:pt x="104" y="33"/>
                      <a:pt x="104" y="33"/>
                      <a:pt x="104" y="33"/>
                    </a:cubicBezTo>
                    <a:cubicBezTo>
                      <a:pt x="111" y="31"/>
                      <a:pt x="111" y="31"/>
                      <a:pt x="111" y="31"/>
                    </a:cubicBezTo>
                    <a:cubicBezTo>
                      <a:pt x="112" y="26"/>
                      <a:pt x="112" y="26"/>
                      <a:pt x="112" y="26"/>
                    </a:cubicBezTo>
                    <a:lnTo>
                      <a:pt x="112" y="2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80" name="Google Shape;1080;p41"/>
              <p:cNvSpPr/>
              <p:nvPr/>
            </p:nvSpPr>
            <p:spPr>
              <a:xfrm>
                <a:off x="6022628" y="2491595"/>
                <a:ext cx="45784" cy="89221"/>
              </a:xfrm>
              <a:custGeom>
                <a:avLst/>
                <a:gdLst/>
                <a:ahLst/>
                <a:cxnLst/>
                <a:rect l="l" t="t" r="r" b="b"/>
                <a:pathLst>
                  <a:path w="23" h="45" extrusionOk="0">
                    <a:moveTo>
                      <a:pt x="12" y="45"/>
                    </a:moveTo>
                    <a:cubicBezTo>
                      <a:pt x="4" y="45"/>
                      <a:pt x="4" y="45"/>
                      <a:pt x="4" y="45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34"/>
                      <a:pt x="0" y="23"/>
                      <a:pt x="0" y="12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9"/>
                      <a:pt x="15" y="32"/>
                      <a:pt x="14" y="34"/>
                    </a:cubicBezTo>
                    <a:cubicBezTo>
                      <a:pt x="14" y="37"/>
                      <a:pt x="12" y="39"/>
                      <a:pt x="11" y="42"/>
                    </a:cubicBezTo>
                    <a:cubicBezTo>
                      <a:pt x="12" y="45"/>
                      <a:pt x="12" y="45"/>
                      <a:pt x="12" y="45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81" name="Google Shape;1081;p41"/>
              <p:cNvSpPr/>
              <p:nvPr/>
            </p:nvSpPr>
            <p:spPr>
              <a:xfrm>
                <a:off x="6076630" y="2549118"/>
                <a:ext cx="21131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3" y="2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9"/>
                      <a:pt x="1" y="7"/>
                      <a:pt x="2" y="4"/>
                    </a:cubicBezTo>
                    <a:cubicBezTo>
                      <a:pt x="2" y="3"/>
                      <a:pt x="2" y="3"/>
                      <a:pt x="3" y="2"/>
                    </a:cubicBezTo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082" name="Google Shape;1082;p41"/>
              <p:cNvGrpSpPr/>
              <p:nvPr/>
            </p:nvGrpSpPr>
            <p:grpSpPr>
              <a:xfrm>
                <a:off x="6022637" y="2491589"/>
                <a:ext cx="75133" cy="89221"/>
                <a:chOff x="4357687" y="2265363"/>
                <a:chExt cx="101600" cy="120650"/>
              </a:xfrm>
            </p:grpSpPr>
            <p:sp>
              <p:nvSpPr>
                <p:cNvPr id="1083" name="Google Shape;1083;p41"/>
                <p:cNvSpPr/>
                <p:nvPr/>
              </p:nvSpPr>
              <p:spPr>
                <a:xfrm>
                  <a:off x="4357687" y="2265363"/>
                  <a:ext cx="61912" cy="1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45" extrusionOk="0">
                      <a:moveTo>
                        <a:pt x="12" y="45"/>
                      </a:moveTo>
                      <a:cubicBezTo>
                        <a:pt x="4" y="45"/>
                        <a:pt x="4" y="45"/>
                        <a:pt x="4" y="45"/>
                      </a:cubicBezTo>
                      <a:cubicBezTo>
                        <a:pt x="4" y="43"/>
                        <a:pt x="4" y="43"/>
                        <a:pt x="4" y="43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34"/>
                        <a:pt x="0" y="23"/>
                        <a:pt x="0" y="12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23" y="21"/>
                        <a:pt x="23" y="21"/>
                        <a:pt x="23" y="21"/>
                      </a:cubicBezTo>
                      <a:cubicBezTo>
                        <a:pt x="21" y="26"/>
                        <a:pt x="21" y="26"/>
                        <a:pt x="21" y="26"/>
                      </a:cubicBez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29"/>
                        <a:pt x="15" y="32"/>
                        <a:pt x="14" y="34"/>
                      </a:cubicBezTo>
                      <a:cubicBezTo>
                        <a:pt x="14" y="37"/>
                        <a:pt x="12" y="39"/>
                        <a:pt x="11" y="42"/>
                      </a:cubicBezTo>
                      <a:cubicBezTo>
                        <a:pt x="12" y="45"/>
                        <a:pt x="12" y="45"/>
                        <a:pt x="12" y="45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84" name="Google Shape;1084;p41"/>
                <p:cNvSpPr/>
                <p:nvPr/>
              </p:nvSpPr>
              <p:spPr>
                <a:xfrm>
                  <a:off x="4403725" y="2351088"/>
                  <a:ext cx="20637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20" extrusionOk="0">
                      <a:moveTo>
                        <a:pt x="8" y="0"/>
                      </a:moveTo>
                      <a:lnTo>
                        <a:pt x="13" y="7"/>
                      </a:lnTo>
                      <a:lnTo>
                        <a:pt x="13" y="13"/>
                      </a:lnTo>
                      <a:lnTo>
                        <a:pt x="3" y="20"/>
                      </a:lnTo>
                      <a:lnTo>
                        <a:pt x="0" y="7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85" name="Google Shape;1085;p41"/>
                <p:cNvSpPr/>
                <p:nvPr/>
              </p:nvSpPr>
              <p:spPr>
                <a:xfrm>
                  <a:off x="4430712" y="2343150"/>
                  <a:ext cx="2857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5" extrusionOk="0">
                      <a:moveTo>
                        <a:pt x="3" y="2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9"/>
                        <a:pt x="1" y="7"/>
                        <a:pt x="2" y="4"/>
                      </a:cubicBezTo>
                      <a:cubicBezTo>
                        <a:pt x="2" y="3"/>
                        <a:pt x="2" y="3"/>
                        <a:pt x="3" y="2"/>
                      </a:cubicBezTo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086" name="Google Shape;1086;p41"/>
              <p:cNvSpPr/>
              <p:nvPr/>
            </p:nvSpPr>
            <p:spPr>
              <a:xfrm>
                <a:off x="6114197" y="2794477"/>
                <a:ext cx="92742" cy="83351"/>
              </a:xfrm>
              <a:custGeom>
                <a:avLst/>
                <a:gdLst/>
                <a:ahLst/>
                <a:cxnLst/>
                <a:rect l="l" t="t" r="r" b="b"/>
                <a:pathLst>
                  <a:path w="47" h="42" extrusionOk="0">
                    <a:moveTo>
                      <a:pt x="0" y="8"/>
                    </a:move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6" y="13"/>
                      <a:pt x="8" y="13"/>
                      <a:pt x="10" y="11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3"/>
                      <a:pt x="47" y="7"/>
                      <a:pt x="46" y="1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12" y="3"/>
                      <a:pt x="12" y="3"/>
                      <a:pt x="12" y="3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87" name="Google Shape;1087;p41"/>
              <p:cNvSpPr/>
              <p:nvPr/>
            </p:nvSpPr>
            <p:spPr>
              <a:xfrm>
                <a:off x="6453471" y="3046877"/>
                <a:ext cx="35219" cy="24653"/>
              </a:xfrm>
              <a:custGeom>
                <a:avLst/>
                <a:gdLst/>
                <a:ahLst/>
                <a:cxnLst/>
                <a:rect l="l" t="t" r="r" b="b"/>
                <a:pathLst>
                  <a:path w="30" h="21" extrusionOk="0">
                    <a:moveTo>
                      <a:pt x="22" y="19"/>
                    </a:moveTo>
                    <a:lnTo>
                      <a:pt x="3" y="21"/>
                    </a:lnTo>
                    <a:lnTo>
                      <a:pt x="0" y="14"/>
                    </a:lnTo>
                    <a:lnTo>
                      <a:pt x="8" y="10"/>
                    </a:lnTo>
                    <a:lnTo>
                      <a:pt x="12" y="5"/>
                    </a:lnTo>
                    <a:lnTo>
                      <a:pt x="27" y="0"/>
                    </a:lnTo>
                    <a:lnTo>
                      <a:pt x="30" y="2"/>
                    </a:lnTo>
                    <a:lnTo>
                      <a:pt x="19" y="10"/>
                    </a:lnTo>
                    <a:lnTo>
                      <a:pt x="22" y="19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88" name="Google Shape;1088;p41"/>
              <p:cNvSpPr/>
              <p:nvPr/>
            </p:nvSpPr>
            <p:spPr>
              <a:xfrm>
                <a:off x="6263289" y="2839087"/>
                <a:ext cx="130309" cy="78655"/>
              </a:xfrm>
              <a:custGeom>
                <a:avLst/>
                <a:gdLst/>
                <a:ahLst/>
                <a:cxnLst/>
                <a:rect l="l" t="t" r="r" b="b"/>
                <a:pathLst>
                  <a:path w="66" h="40" extrusionOk="0">
                    <a:moveTo>
                      <a:pt x="2" y="5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2"/>
                      <a:pt x="1" y="16"/>
                      <a:pt x="1" y="18"/>
                    </a:cubicBezTo>
                    <a:cubicBezTo>
                      <a:pt x="1" y="21"/>
                      <a:pt x="1" y="24"/>
                      <a:pt x="2" y="26"/>
                    </a:cubicBezTo>
                    <a:cubicBezTo>
                      <a:pt x="3" y="31"/>
                      <a:pt x="5" y="35"/>
                      <a:pt x="7" y="38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24" y="40"/>
                      <a:pt x="32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8" y="37"/>
                      <a:pt x="51" y="36"/>
                      <a:pt x="53" y="36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5" y="35"/>
                      <a:pt x="57" y="35"/>
                      <a:pt x="58" y="3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54" y="10"/>
                      <a:pt x="42" y="12"/>
                      <a:pt x="30" y="13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7" y="0"/>
                      <a:pt x="7" y="0"/>
                      <a:pt x="7" y="0"/>
                    </a:cubicBezTo>
                    <a:lnTo>
                      <a:pt x="2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89" name="Google Shape;1089;p41"/>
              <p:cNvSpPr/>
              <p:nvPr/>
            </p:nvSpPr>
            <p:spPr>
              <a:xfrm>
                <a:off x="6165850" y="2830868"/>
                <a:ext cx="41088" cy="61046"/>
              </a:xfrm>
              <a:custGeom>
                <a:avLst/>
                <a:gdLst/>
                <a:ahLst/>
                <a:cxnLst/>
                <a:rect l="l" t="t" r="r" b="b"/>
                <a:pathLst>
                  <a:path w="21" h="31" extrusionOk="0">
                    <a:moveTo>
                      <a:pt x="0" y="4"/>
                    </a:moveTo>
                    <a:cubicBezTo>
                      <a:pt x="1" y="7"/>
                      <a:pt x="3" y="9"/>
                      <a:pt x="5" y="12"/>
                    </a:cubicBezTo>
                    <a:cubicBezTo>
                      <a:pt x="7" y="14"/>
                      <a:pt x="9" y="17"/>
                      <a:pt x="11" y="20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8" y="26"/>
                      <a:pt x="19" y="21"/>
                      <a:pt x="20" y="16"/>
                    </a:cubicBezTo>
                    <a:cubicBezTo>
                      <a:pt x="21" y="12"/>
                      <a:pt x="21" y="7"/>
                      <a:pt x="21" y="1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0" name="Google Shape;1090;p41"/>
              <p:cNvSpPr/>
              <p:nvPr/>
            </p:nvSpPr>
            <p:spPr>
              <a:xfrm>
                <a:off x="5925189" y="2658297"/>
                <a:ext cx="57524" cy="43436"/>
              </a:xfrm>
              <a:custGeom>
                <a:avLst/>
                <a:gdLst/>
                <a:ahLst/>
                <a:cxnLst/>
                <a:rect l="l" t="t" r="r" b="b"/>
                <a:pathLst>
                  <a:path w="29" h="22" extrusionOk="0">
                    <a:moveTo>
                      <a:pt x="28" y="18"/>
                    </a:moveTo>
                    <a:cubicBezTo>
                      <a:pt x="29" y="13"/>
                      <a:pt x="29" y="13"/>
                      <a:pt x="29" y="13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7" y="3"/>
                      <a:pt x="4" y="5"/>
                      <a:pt x="0" y="7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21" y="22"/>
                      <a:pt x="21" y="22"/>
                      <a:pt x="21" y="22"/>
                    </a:cubicBez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1" name="Google Shape;1091;p41"/>
              <p:cNvSpPr/>
              <p:nvPr/>
            </p:nvSpPr>
            <p:spPr>
              <a:xfrm>
                <a:off x="6289116" y="2532684"/>
                <a:ext cx="146744" cy="135005"/>
              </a:xfrm>
              <a:custGeom>
                <a:avLst/>
                <a:gdLst/>
                <a:ahLst/>
                <a:cxnLst/>
                <a:rect l="l" t="t" r="r" b="b"/>
                <a:pathLst>
                  <a:path w="74" h="68" extrusionOk="0">
                    <a:moveTo>
                      <a:pt x="0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3" y="60"/>
                      <a:pt x="19" y="66"/>
                      <a:pt x="29" y="67"/>
                    </a:cubicBezTo>
                    <a:cubicBezTo>
                      <a:pt x="39" y="68"/>
                      <a:pt x="49" y="65"/>
                      <a:pt x="59" y="65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7"/>
                      <a:pt x="4" y="47"/>
                      <a:pt x="4" y="47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2" name="Google Shape;1092;p41"/>
              <p:cNvSpPr/>
              <p:nvPr/>
            </p:nvSpPr>
            <p:spPr>
              <a:xfrm>
                <a:off x="6048455" y="2729908"/>
                <a:ext cx="126787" cy="5165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" extrusionOk="0">
                    <a:moveTo>
                      <a:pt x="66" y="3"/>
                    </a:moveTo>
                    <a:lnTo>
                      <a:pt x="59" y="0"/>
                    </a:lnTo>
                    <a:lnTo>
                      <a:pt x="35" y="10"/>
                    </a:lnTo>
                    <a:lnTo>
                      <a:pt x="41" y="23"/>
                    </a:lnTo>
                    <a:lnTo>
                      <a:pt x="0" y="23"/>
                    </a:lnTo>
                    <a:lnTo>
                      <a:pt x="5" y="42"/>
                    </a:lnTo>
                    <a:lnTo>
                      <a:pt x="32" y="33"/>
                    </a:lnTo>
                    <a:lnTo>
                      <a:pt x="61" y="44"/>
                    </a:lnTo>
                    <a:lnTo>
                      <a:pt x="93" y="39"/>
                    </a:lnTo>
                    <a:lnTo>
                      <a:pt x="101" y="20"/>
                    </a:lnTo>
                    <a:lnTo>
                      <a:pt x="108" y="18"/>
                    </a:lnTo>
                    <a:lnTo>
                      <a:pt x="106" y="3"/>
                    </a:lnTo>
                    <a:lnTo>
                      <a:pt x="76" y="0"/>
                    </a:lnTo>
                    <a:lnTo>
                      <a:pt x="66" y="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3" name="Google Shape;1093;p41"/>
              <p:cNvSpPr/>
              <p:nvPr/>
            </p:nvSpPr>
            <p:spPr>
              <a:xfrm>
                <a:off x="5895840" y="2884871"/>
                <a:ext cx="11740" cy="5869"/>
              </a:xfrm>
              <a:custGeom>
                <a:avLst/>
                <a:gdLst/>
                <a:ahLst/>
                <a:cxnLst/>
                <a:rect l="l" t="t" r="r" b="b"/>
                <a:pathLst>
                  <a:path w="10" h="5" extrusionOk="0">
                    <a:moveTo>
                      <a:pt x="5" y="5"/>
                    </a:moveTo>
                    <a:lnTo>
                      <a:pt x="10" y="1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4" name="Google Shape;1094;p41"/>
              <p:cNvSpPr/>
              <p:nvPr/>
            </p:nvSpPr>
            <p:spPr>
              <a:xfrm>
                <a:off x="5980365" y="2580816"/>
                <a:ext cx="147919" cy="178442"/>
              </a:xfrm>
              <a:custGeom>
                <a:avLst/>
                <a:gdLst/>
                <a:ahLst/>
                <a:cxnLst/>
                <a:rect l="l" t="t" r="r" b="b"/>
                <a:pathLst>
                  <a:path w="74" h="90" extrusionOk="0">
                    <a:moveTo>
                      <a:pt x="25" y="0"/>
                    </a:moveTo>
                    <a:cubicBezTo>
                      <a:pt x="27" y="4"/>
                      <a:pt x="27" y="10"/>
                      <a:pt x="25" y="16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1" y="52"/>
                      <a:pt x="1" y="52"/>
                      <a:pt x="1" y="5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3" y="90"/>
                      <a:pt x="13" y="90"/>
                      <a:pt x="13" y="90"/>
                    </a:cubicBezTo>
                    <a:cubicBezTo>
                      <a:pt x="34" y="89"/>
                      <a:pt x="34" y="89"/>
                      <a:pt x="34" y="89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3"/>
                      <a:pt x="68" y="73"/>
                      <a:pt x="68" y="73"/>
                    </a:cubicBezTo>
                    <a:cubicBezTo>
                      <a:pt x="62" y="62"/>
                      <a:pt x="62" y="62"/>
                      <a:pt x="62" y="62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73" y="48"/>
                      <a:pt x="73" y="48"/>
                      <a:pt x="73" y="48"/>
                    </a:cubicBezTo>
                    <a:cubicBezTo>
                      <a:pt x="74" y="15"/>
                      <a:pt x="74" y="15"/>
                      <a:pt x="74" y="15"/>
                    </a:cubicBezTo>
                    <a:cubicBezTo>
                      <a:pt x="70" y="15"/>
                      <a:pt x="70" y="15"/>
                      <a:pt x="70" y="1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5" name="Google Shape;1095;p41"/>
              <p:cNvSpPr/>
              <p:nvPr/>
            </p:nvSpPr>
            <p:spPr>
              <a:xfrm>
                <a:off x="6203417" y="2796824"/>
                <a:ext cx="72785" cy="100960"/>
              </a:xfrm>
              <a:custGeom>
                <a:avLst/>
                <a:gdLst/>
                <a:ahLst/>
                <a:cxnLst/>
                <a:rect l="l" t="t" r="r" b="b"/>
                <a:pathLst>
                  <a:path w="37" h="51" extrusionOk="0">
                    <a:moveTo>
                      <a:pt x="33" y="24"/>
                    </a:moveTo>
                    <a:cubicBezTo>
                      <a:pt x="37" y="21"/>
                      <a:pt x="37" y="21"/>
                      <a:pt x="37" y="21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6"/>
                      <a:pt x="2" y="12"/>
                      <a:pt x="2" y="18"/>
                    </a:cubicBezTo>
                    <a:cubicBezTo>
                      <a:pt x="2" y="24"/>
                      <a:pt x="2" y="29"/>
                      <a:pt x="1" y="33"/>
                    </a:cubicBezTo>
                    <a:cubicBezTo>
                      <a:pt x="1" y="35"/>
                      <a:pt x="1" y="36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21" y="50"/>
                      <a:pt x="21" y="50"/>
                      <a:pt x="21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1" y="41"/>
                      <a:pt x="30" y="36"/>
                      <a:pt x="30" y="30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7"/>
                      <a:pt x="30" y="27"/>
                      <a:pt x="30" y="27"/>
                    </a:cubicBezTo>
                    <a:lnTo>
                      <a:pt x="33" y="2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6" name="Google Shape;1096;p41"/>
              <p:cNvSpPr/>
              <p:nvPr/>
            </p:nvSpPr>
            <p:spPr>
              <a:xfrm>
                <a:off x="6212809" y="2882523"/>
                <a:ext cx="31696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16" h="39" extrusionOk="0">
                    <a:moveTo>
                      <a:pt x="0" y="1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" y="13"/>
                      <a:pt x="5" y="14"/>
                      <a:pt x="8" y="15"/>
                    </a:cubicBezTo>
                    <a:cubicBezTo>
                      <a:pt x="9" y="16"/>
                      <a:pt x="9" y="18"/>
                      <a:pt x="9" y="19"/>
                    </a:cubicBezTo>
                    <a:cubicBezTo>
                      <a:pt x="8" y="24"/>
                      <a:pt x="7" y="30"/>
                      <a:pt x="6" y="36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1" y="35"/>
                      <a:pt x="13" y="31"/>
                      <a:pt x="15" y="27"/>
                    </a:cubicBezTo>
                    <a:cubicBezTo>
                      <a:pt x="16" y="25"/>
                      <a:pt x="16" y="24"/>
                      <a:pt x="16" y="22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7" name="Google Shape;1097;p41"/>
              <p:cNvSpPr/>
              <p:nvPr/>
            </p:nvSpPr>
            <p:spPr>
              <a:xfrm>
                <a:off x="6195200" y="2870783"/>
                <a:ext cx="29349" cy="32871"/>
              </a:xfrm>
              <a:custGeom>
                <a:avLst/>
                <a:gdLst/>
                <a:ahLst/>
                <a:cxnLst/>
                <a:rect l="l" t="t" r="r" b="b"/>
                <a:pathLst>
                  <a:path w="15" h="17" extrusionOk="0">
                    <a:moveTo>
                      <a:pt x="11" y="2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3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1" y="9"/>
                      <a:pt x="0" y="11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8" y="17"/>
                      <a:pt x="8" y="17"/>
                      <a:pt x="9" y="17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5" y="6"/>
                      <a:pt x="15" y="6"/>
                      <a:pt x="15" y="6"/>
                    </a:cubicBez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098" name="Google Shape;1098;p41"/>
            <p:cNvGrpSpPr/>
            <p:nvPr/>
          </p:nvGrpSpPr>
          <p:grpSpPr>
            <a:xfrm>
              <a:off x="6367012" y="1752002"/>
              <a:ext cx="2504051" cy="3353990"/>
              <a:chOff x="2936294" y="1752002"/>
              <a:chExt cx="2504051" cy="3353990"/>
            </a:xfrm>
          </p:grpSpPr>
          <p:sp>
            <p:nvSpPr>
              <p:cNvPr id="1099" name="Google Shape;1099;p41"/>
              <p:cNvSpPr/>
              <p:nvPr/>
            </p:nvSpPr>
            <p:spPr>
              <a:xfrm>
                <a:off x="4586878" y="1752002"/>
                <a:ext cx="853467" cy="70789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56" extrusionOk="0">
                    <a:moveTo>
                      <a:pt x="411" y="178"/>
                    </a:moveTo>
                    <a:cubicBezTo>
                      <a:pt x="392" y="160"/>
                      <a:pt x="392" y="160"/>
                      <a:pt x="392" y="160"/>
                    </a:cubicBezTo>
                    <a:cubicBezTo>
                      <a:pt x="404" y="163"/>
                      <a:pt x="415" y="167"/>
                      <a:pt x="426" y="171"/>
                    </a:cubicBezTo>
                    <a:cubicBezTo>
                      <a:pt x="421" y="160"/>
                      <a:pt x="421" y="160"/>
                      <a:pt x="421" y="160"/>
                    </a:cubicBezTo>
                    <a:cubicBezTo>
                      <a:pt x="397" y="150"/>
                      <a:pt x="397" y="150"/>
                      <a:pt x="397" y="150"/>
                    </a:cubicBezTo>
                    <a:cubicBezTo>
                      <a:pt x="411" y="148"/>
                      <a:pt x="411" y="148"/>
                      <a:pt x="411" y="148"/>
                    </a:cubicBezTo>
                    <a:cubicBezTo>
                      <a:pt x="402" y="136"/>
                      <a:pt x="402" y="136"/>
                      <a:pt x="402" y="136"/>
                    </a:cubicBezTo>
                    <a:cubicBezTo>
                      <a:pt x="387" y="132"/>
                      <a:pt x="387" y="132"/>
                      <a:pt x="387" y="132"/>
                    </a:cubicBezTo>
                    <a:cubicBezTo>
                      <a:pt x="398" y="130"/>
                      <a:pt x="398" y="130"/>
                      <a:pt x="398" y="130"/>
                    </a:cubicBezTo>
                    <a:cubicBezTo>
                      <a:pt x="393" y="117"/>
                      <a:pt x="393" y="117"/>
                      <a:pt x="393" y="117"/>
                    </a:cubicBezTo>
                    <a:cubicBezTo>
                      <a:pt x="379" y="118"/>
                      <a:pt x="379" y="118"/>
                      <a:pt x="379" y="118"/>
                    </a:cubicBezTo>
                    <a:cubicBezTo>
                      <a:pt x="388" y="100"/>
                      <a:pt x="388" y="100"/>
                      <a:pt x="388" y="100"/>
                    </a:cubicBezTo>
                    <a:cubicBezTo>
                      <a:pt x="382" y="95"/>
                      <a:pt x="382" y="95"/>
                      <a:pt x="382" y="95"/>
                    </a:cubicBezTo>
                    <a:cubicBezTo>
                      <a:pt x="366" y="97"/>
                      <a:pt x="366" y="97"/>
                      <a:pt x="366" y="97"/>
                    </a:cubicBezTo>
                    <a:cubicBezTo>
                      <a:pt x="368" y="90"/>
                      <a:pt x="368" y="90"/>
                      <a:pt x="368" y="90"/>
                    </a:cubicBezTo>
                    <a:cubicBezTo>
                      <a:pt x="359" y="83"/>
                      <a:pt x="359" y="83"/>
                      <a:pt x="359" y="83"/>
                    </a:cubicBezTo>
                    <a:cubicBezTo>
                      <a:pt x="351" y="87"/>
                      <a:pt x="351" y="87"/>
                      <a:pt x="351" y="87"/>
                    </a:cubicBezTo>
                    <a:cubicBezTo>
                      <a:pt x="347" y="78"/>
                      <a:pt x="347" y="78"/>
                      <a:pt x="347" y="78"/>
                    </a:cubicBezTo>
                    <a:cubicBezTo>
                      <a:pt x="357" y="71"/>
                      <a:pt x="357" y="71"/>
                      <a:pt x="357" y="71"/>
                    </a:cubicBezTo>
                    <a:cubicBezTo>
                      <a:pt x="349" y="67"/>
                      <a:pt x="349" y="67"/>
                      <a:pt x="349" y="67"/>
                    </a:cubicBezTo>
                    <a:cubicBezTo>
                      <a:pt x="336" y="63"/>
                      <a:pt x="324" y="59"/>
                      <a:pt x="311" y="54"/>
                    </a:cubicBezTo>
                    <a:cubicBezTo>
                      <a:pt x="301" y="49"/>
                      <a:pt x="292" y="45"/>
                      <a:pt x="283" y="39"/>
                    </a:cubicBezTo>
                    <a:cubicBezTo>
                      <a:pt x="272" y="41"/>
                      <a:pt x="272" y="41"/>
                      <a:pt x="272" y="41"/>
                    </a:cubicBezTo>
                    <a:cubicBezTo>
                      <a:pt x="272" y="35"/>
                      <a:pt x="272" y="35"/>
                      <a:pt x="272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1" y="35"/>
                      <a:pt x="261" y="35"/>
                      <a:pt x="261" y="35"/>
                    </a:cubicBezTo>
                    <a:cubicBezTo>
                      <a:pt x="258" y="25"/>
                      <a:pt x="258" y="25"/>
                      <a:pt x="258" y="25"/>
                    </a:cubicBezTo>
                    <a:cubicBezTo>
                      <a:pt x="244" y="13"/>
                      <a:pt x="244" y="13"/>
                      <a:pt x="244" y="13"/>
                    </a:cubicBezTo>
                    <a:cubicBezTo>
                      <a:pt x="232" y="15"/>
                      <a:pt x="232" y="15"/>
                      <a:pt x="232" y="15"/>
                    </a:cubicBezTo>
                    <a:cubicBezTo>
                      <a:pt x="231" y="19"/>
                      <a:pt x="230" y="23"/>
                      <a:pt x="230" y="26"/>
                    </a:cubicBezTo>
                    <a:cubicBezTo>
                      <a:pt x="229" y="30"/>
                      <a:pt x="229" y="34"/>
                      <a:pt x="230" y="38"/>
                    </a:cubicBezTo>
                    <a:cubicBezTo>
                      <a:pt x="226" y="35"/>
                      <a:pt x="223" y="32"/>
                      <a:pt x="220" y="27"/>
                    </a:cubicBezTo>
                    <a:cubicBezTo>
                      <a:pt x="218" y="25"/>
                      <a:pt x="217" y="22"/>
                      <a:pt x="215" y="19"/>
                    </a:cubicBezTo>
                    <a:cubicBezTo>
                      <a:pt x="208" y="17"/>
                      <a:pt x="208" y="17"/>
                      <a:pt x="208" y="17"/>
                    </a:cubicBezTo>
                    <a:cubicBezTo>
                      <a:pt x="187" y="27"/>
                      <a:pt x="187" y="27"/>
                      <a:pt x="187" y="27"/>
                    </a:cubicBezTo>
                    <a:cubicBezTo>
                      <a:pt x="186" y="23"/>
                      <a:pt x="186" y="23"/>
                      <a:pt x="186" y="23"/>
                    </a:cubicBezTo>
                    <a:cubicBezTo>
                      <a:pt x="197" y="13"/>
                      <a:pt x="197" y="13"/>
                      <a:pt x="197" y="13"/>
                    </a:cubicBezTo>
                    <a:cubicBezTo>
                      <a:pt x="189" y="2"/>
                      <a:pt x="189" y="2"/>
                      <a:pt x="189" y="2"/>
                    </a:cubicBezTo>
                    <a:cubicBezTo>
                      <a:pt x="173" y="3"/>
                      <a:pt x="158" y="3"/>
                      <a:pt x="142" y="4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27" y="4"/>
                      <a:pt x="110" y="8"/>
                      <a:pt x="94" y="12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102" y="22"/>
                      <a:pt x="102" y="22"/>
                      <a:pt x="102" y="22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112" y="37"/>
                      <a:pt x="112" y="37"/>
                      <a:pt x="112" y="37"/>
                    </a:cubicBezTo>
                    <a:cubicBezTo>
                      <a:pt x="108" y="37"/>
                      <a:pt x="105" y="37"/>
                      <a:pt x="102" y="36"/>
                    </a:cubicBezTo>
                    <a:cubicBezTo>
                      <a:pt x="96" y="35"/>
                      <a:pt x="90" y="33"/>
                      <a:pt x="85" y="31"/>
                    </a:cubicBezTo>
                    <a:cubicBezTo>
                      <a:pt x="78" y="33"/>
                      <a:pt x="78" y="33"/>
                      <a:pt x="78" y="33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5" y="89"/>
                      <a:pt x="15" y="89"/>
                      <a:pt x="15" y="89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28" y="100"/>
                      <a:pt x="28" y="100"/>
                      <a:pt x="28" y="100"/>
                    </a:cubicBezTo>
                    <a:cubicBezTo>
                      <a:pt x="36" y="98"/>
                      <a:pt x="36" y="98"/>
                      <a:pt x="36" y="98"/>
                    </a:cubicBezTo>
                    <a:cubicBezTo>
                      <a:pt x="38" y="103"/>
                      <a:pt x="38" y="103"/>
                      <a:pt x="38" y="103"/>
                    </a:cubicBezTo>
                    <a:cubicBezTo>
                      <a:pt x="54" y="107"/>
                      <a:pt x="54" y="107"/>
                      <a:pt x="54" y="107"/>
                    </a:cubicBezTo>
                    <a:cubicBezTo>
                      <a:pt x="53" y="101"/>
                      <a:pt x="53" y="101"/>
                      <a:pt x="53" y="101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108" y="111"/>
                      <a:pt x="108" y="111"/>
                      <a:pt x="108" y="111"/>
                    </a:cubicBezTo>
                    <a:cubicBezTo>
                      <a:pt x="113" y="111"/>
                      <a:pt x="113" y="111"/>
                      <a:pt x="113" y="111"/>
                    </a:cubicBezTo>
                    <a:cubicBezTo>
                      <a:pt x="122" y="127"/>
                      <a:pt x="122" y="127"/>
                      <a:pt x="122" y="127"/>
                    </a:cubicBezTo>
                    <a:cubicBezTo>
                      <a:pt x="131" y="129"/>
                      <a:pt x="131" y="129"/>
                      <a:pt x="131" y="129"/>
                    </a:cubicBezTo>
                    <a:cubicBezTo>
                      <a:pt x="133" y="136"/>
                      <a:pt x="133" y="136"/>
                      <a:pt x="133" y="136"/>
                    </a:cubicBezTo>
                    <a:cubicBezTo>
                      <a:pt x="144" y="143"/>
                      <a:pt x="144" y="143"/>
                      <a:pt x="144" y="143"/>
                    </a:cubicBezTo>
                    <a:cubicBezTo>
                      <a:pt x="144" y="152"/>
                      <a:pt x="144" y="152"/>
                      <a:pt x="144" y="152"/>
                    </a:cubicBezTo>
                    <a:cubicBezTo>
                      <a:pt x="149" y="160"/>
                      <a:pt x="149" y="160"/>
                      <a:pt x="149" y="160"/>
                    </a:cubicBezTo>
                    <a:cubicBezTo>
                      <a:pt x="161" y="159"/>
                      <a:pt x="161" y="159"/>
                      <a:pt x="161" y="159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9" y="157"/>
                      <a:pt x="169" y="157"/>
                      <a:pt x="169" y="157"/>
                    </a:cubicBezTo>
                    <a:cubicBezTo>
                      <a:pt x="182" y="159"/>
                      <a:pt x="182" y="159"/>
                      <a:pt x="182" y="159"/>
                    </a:cubicBezTo>
                    <a:cubicBezTo>
                      <a:pt x="197" y="174"/>
                      <a:pt x="197" y="174"/>
                      <a:pt x="197" y="174"/>
                    </a:cubicBezTo>
                    <a:cubicBezTo>
                      <a:pt x="188" y="172"/>
                      <a:pt x="179" y="170"/>
                      <a:pt x="169" y="168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200" y="192"/>
                      <a:pt x="200" y="192"/>
                      <a:pt x="200" y="192"/>
                    </a:cubicBezTo>
                    <a:cubicBezTo>
                      <a:pt x="202" y="211"/>
                      <a:pt x="202" y="211"/>
                      <a:pt x="202" y="211"/>
                    </a:cubicBezTo>
                    <a:cubicBezTo>
                      <a:pt x="188" y="217"/>
                      <a:pt x="188" y="217"/>
                      <a:pt x="188" y="217"/>
                    </a:cubicBezTo>
                    <a:cubicBezTo>
                      <a:pt x="191" y="234"/>
                      <a:pt x="194" y="252"/>
                      <a:pt x="197" y="269"/>
                    </a:cubicBezTo>
                    <a:cubicBezTo>
                      <a:pt x="209" y="276"/>
                      <a:pt x="209" y="276"/>
                      <a:pt x="209" y="276"/>
                    </a:cubicBezTo>
                    <a:cubicBezTo>
                      <a:pt x="206" y="284"/>
                      <a:pt x="206" y="284"/>
                      <a:pt x="206" y="284"/>
                    </a:cubicBezTo>
                    <a:cubicBezTo>
                      <a:pt x="224" y="318"/>
                      <a:pt x="224" y="318"/>
                      <a:pt x="224" y="318"/>
                    </a:cubicBezTo>
                    <a:cubicBezTo>
                      <a:pt x="232" y="320"/>
                      <a:pt x="232" y="320"/>
                      <a:pt x="232" y="320"/>
                    </a:cubicBezTo>
                    <a:cubicBezTo>
                      <a:pt x="233" y="329"/>
                      <a:pt x="233" y="329"/>
                      <a:pt x="233" y="329"/>
                    </a:cubicBezTo>
                    <a:cubicBezTo>
                      <a:pt x="265" y="350"/>
                      <a:pt x="265" y="350"/>
                      <a:pt x="265" y="350"/>
                    </a:cubicBezTo>
                    <a:cubicBezTo>
                      <a:pt x="281" y="356"/>
                      <a:pt x="281" y="356"/>
                      <a:pt x="281" y="356"/>
                    </a:cubicBezTo>
                    <a:cubicBezTo>
                      <a:pt x="285" y="342"/>
                      <a:pt x="285" y="342"/>
                      <a:pt x="285" y="342"/>
                    </a:cubicBezTo>
                    <a:cubicBezTo>
                      <a:pt x="281" y="336"/>
                      <a:pt x="281" y="336"/>
                      <a:pt x="281" y="336"/>
                    </a:cubicBezTo>
                    <a:cubicBezTo>
                      <a:pt x="288" y="323"/>
                      <a:pt x="288" y="323"/>
                      <a:pt x="288" y="323"/>
                    </a:cubicBezTo>
                    <a:cubicBezTo>
                      <a:pt x="287" y="303"/>
                      <a:pt x="287" y="303"/>
                      <a:pt x="287" y="303"/>
                    </a:cubicBezTo>
                    <a:cubicBezTo>
                      <a:pt x="293" y="293"/>
                      <a:pt x="298" y="284"/>
                      <a:pt x="304" y="274"/>
                    </a:cubicBezTo>
                    <a:cubicBezTo>
                      <a:pt x="309" y="271"/>
                      <a:pt x="314" y="267"/>
                      <a:pt x="319" y="263"/>
                    </a:cubicBezTo>
                    <a:cubicBezTo>
                      <a:pt x="321" y="262"/>
                      <a:pt x="323" y="260"/>
                      <a:pt x="325" y="257"/>
                    </a:cubicBezTo>
                    <a:cubicBezTo>
                      <a:pt x="327" y="263"/>
                      <a:pt x="327" y="263"/>
                      <a:pt x="327" y="263"/>
                    </a:cubicBezTo>
                    <a:cubicBezTo>
                      <a:pt x="353" y="244"/>
                      <a:pt x="353" y="244"/>
                      <a:pt x="353" y="244"/>
                    </a:cubicBezTo>
                    <a:cubicBezTo>
                      <a:pt x="357" y="231"/>
                      <a:pt x="357" y="231"/>
                      <a:pt x="357" y="231"/>
                    </a:cubicBezTo>
                    <a:cubicBezTo>
                      <a:pt x="363" y="225"/>
                      <a:pt x="363" y="225"/>
                      <a:pt x="363" y="225"/>
                    </a:cubicBezTo>
                    <a:cubicBezTo>
                      <a:pt x="362" y="215"/>
                      <a:pt x="362" y="215"/>
                      <a:pt x="362" y="215"/>
                    </a:cubicBezTo>
                    <a:cubicBezTo>
                      <a:pt x="384" y="214"/>
                      <a:pt x="384" y="214"/>
                      <a:pt x="384" y="214"/>
                    </a:cubicBezTo>
                    <a:cubicBezTo>
                      <a:pt x="422" y="192"/>
                      <a:pt x="422" y="192"/>
                      <a:pt x="422" y="192"/>
                    </a:cubicBezTo>
                    <a:cubicBezTo>
                      <a:pt x="430" y="181"/>
                      <a:pt x="430" y="181"/>
                      <a:pt x="430" y="181"/>
                    </a:cubicBezTo>
                    <a:lnTo>
                      <a:pt x="411" y="17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0" name="Google Shape;1100;p41"/>
              <p:cNvSpPr/>
              <p:nvPr/>
            </p:nvSpPr>
            <p:spPr>
              <a:xfrm>
                <a:off x="4595096" y="3581028"/>
                <a:ext cx="233617" cy="23479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18" extrusionOk="0">
                    <a:moveTo>
                      <a:pt x="117" y="51"/>
                    </a:moveTo>
                    <a:cubicBezTo>
                      <a:pt x="115" y="46"/>
                      <a:pt x="115" y="46"/>
                      <a:pt x="115" y="46"/>
                    </a:cubicBezTo>
                    <a:cubicBezTo>
                      <a:pt x="113" y="45"/>
                      <a:pt x="113" y="45"/>
                      <a:pt x="113" y="45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8" y="38"/>
                      <a:pt x="118" y="38"/>
                      <a:pt x="118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10" y="34"/>
                      <a:pt x="110" y="34"/>
                      <a:pt x="110" y="34"/>
                    </a:cubicBezTo>
                    <a:cubicBezTo>
                      <a:pt x="109" y="29"/>
                      <a:pt x="109" y="29"/>
                      <a:pt x="109" y="29"/>
                    </a:cubicBezTo>
                    <a:cubicBezTo>
                      <a:pt x="103" y="23"/>
                      <a:pt x="103" y="23"/>
                      <a:pt x="103" y="23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100" y="14"/>
                      <a:pt x="100" y="14"/>
                      <a:pt x="100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98" y="13"/>
                      <a:pt x="93" y="13"/>
                      <a:pt x="87" y="13"/>
                    </a:cubicBezTo>
                    <a:cubicBezTo>
                      <a:pt x="86" y="13"/>
                      <a:pt x="85" y="13"/>
                      <a:pt x="84" y="13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75" y="17"/>
                      <a:pt x="75" y="17"/>
                      <a:pt x="75" y="17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68" y="14"/>
                      <a:pt x="63" y="15"/>
                      <a:pt x="58" y="16"/>
                    </a:cubicBezTo>
                    <a:cubicBezTo>
                      <a:pt x="56" y="16"/>
                      <a:pt x="54" y="16"/>
                      <a:pt x="51" y="16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6" y="5"/>
                      <a:pt x="36" y="4"/>
                      <a:pt x="35" y="3"/>
                    </a:cubicBezTo>
                    <a:cubicBezTo>
                      <a:pt x="34" y="2"/>
                      <a:pt x="34" y="1"/>
                      <a:pt x="33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4"/>
                      <a:pt x="19" y="15"/>
                      <a:pt x="19" y="17"/>
                    </a:cubicBezTo>
                    <a:cubicBezTo>
                      <a:pt x="19" y="20"/>
                      <a:pt x="19" y="22"/>
                      <a:pt x="20" y="25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1" y="31"/>
                      <a:pt x="2" y="33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6"/>
                      <a:pt x="5" y="37"/>
                      <a:pt x="5" y="39"/>
                    </a:cubicBezTo>
                    <a:cubicBezTo>
                      <a:pt x="6" y="40"/>
                      <a:pt x="6" y="43"/>
                      <a:pt x="7" y="46"/>
                    </a:cubicBezTo>
                    <a:cubicBezTo>
                      <a:pt x="7" y="48"/>
                      <a:pt x="8" y="50"/>
                      <a:pt x="8" y="53"/>
                    </a:cubicBezTo>
                    <a:cubicBezTo>
                      <a:pt x="10" y="54"/>
                      <a:pt x="12" y="55"/>
                      <a:pt x="15" y="55"/>
                    </a:cubicBezTo>
                    <a:cubicBezTo>
                      <a:pt x="19" y="57"/>
                      <a:pt x="25" y="57"/>
                      <a:pt x="30" y="58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51" y="65"/>
                      <a:pt x="51" y="65"/>
                      <a:pt x="51" y="65"/>
                    </a:cubicBezTo>
                    <a:cubicBezTo>
                      <a:pt x="50" y="89"/>
                      <a:pt x="50" y="89"/>
                      <a:pt x="50" y="89"/>
                    </a:cubicBezTo>
                    <a:cubicBezTo>
                      <a:pt x="50" y="89"/>
                      <a:pt x="51" y="91"/>
                      <a:pt x="51" y="92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7" y="102"/>
                      <a:pt x="59" y="107"/>
                      <a:pt x="62" y="112"/>
                    </a:cubicBezTo>
                    <a:cubicBezTo>
                      <a:pt x="66" y="117"/>
                      <a:pt x="66" y="117"/>
                      <a:pt x="66" y="117"/>
                    </a:cubicBezTo>
                    <a:cubicBezTo>
                      <a:pt x="66" y="117"/>
                      <a:pt x="66" y="117"/>
                      <a:pt x="67" y="118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4" y="110"/>
                      <a:pt x="74" y="110"/>
                      <a:pt x="74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7" y="104"/>
                      <a:pt x="87" y="104"/>
                      <a:pt x="87" y="104"/>
                    </a:cubicBezTo>
                    <a:cubicBezTo>
                      <a:pt x="89" y="102"/>
                      <a:pt x="89" y="102"/>
                      <a:pt x="89" y="102"/>
                    </a:cubicBezTo>
                    <a:cubicBezTo>
                      <a:pt x="88" y="101"/>
                      <a:pt x="88" y="101"/>
                      <a:pt x="88" y="101"/>
                    </a:cubicBezTo>
                    <a:cubicBezTo>
                      <a:pt x="85" y="100"/>
                      <a:pt x="85" y="100"/>
                      <a:pt x="85" y="100"/>
                    </a:cubicBezTo>
                    <a:cubicBezTo>
                      <a:pt x="82" y="97"/>
                      <a:pt x="82" y="97"/>
                      <a:pt x="82" y="97"/>
                    </a:cubicBezTo>
                    <a:cubicBezTo>
                      <a:pt x="81" y="97"/>
                      <a:pt x="81" y="96"/>
                      <a:pt x="81" y="96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3"/>
                      <a:pt x="81" y="92"/>
                      <a:pt x="81" y="90"/>
                    </a:cubicBezTo>
                    <a:cubicBezTo>
                      <a:pt x="81" y="89"/>
                      <a:pt x="81" y="87"/>
                      <a:pt x="80" y="86"/>
                    </a:cubicBezTo>
                    <a:cubicBezTo>
                      <a:pt x="80" y="85"/>
                      <a:pt x="80" y="85"/>
                      <a:pt x="80" y="85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95" y="84"/>
                      <a:pt x="95" y="84"/>
                      <a:pt x="95" y="84"/>
                    </a:cubicBezTo>
                    <a:cubicBezTo>
                      <a:pt x="108" y="82"/>
                      <a:pt x="108" y="82"/>
                      <a:pt x="108" y="82"/>
                    </a:cubicBezTo>
                    <a:cubicBezTo>
                      <a:pt x="113" y="75"/>
                      <a:pt x="113" y="75"/>
                      <a:pt x="113" y="75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55"/>
                      <a:pt x="106" y="55"/>
                      <a:pt x="106" y="55"/>
                    </a:cubicBezTo>
                    <a:cubicBezTo>
                      <a:pt x="110" y="53"/>
                      <a:pt x="113" y="52"/>
                      <a:pt x="117" y="51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1" name="Google Shape;1101;p41"/>
              <p:cNvSpPr/>
              <p:nvPr/>
            </p:nvSpPr>
            <p:spPr>
              <a:xfrm>
                <a:off x="4853366" y="4490845"/>
                <a:ext cx="95090" cy="117396"/>
              </a:xfrm>
              <a:custGeom>
                <a:avLst/>
                <a:gdLst/>
                <a:ahLst/>
                <a:cxnLst/>
                <a:rect l="l" t="t" r="r" b="b"/>
                <a:pathLst>
                  <a:path w="48" h="59" extrusionOk="0">
                    <a:moveTo>
                      <a:pt x="45" y="35"/>
                    </a:moveTo>
                    <a:cubicBezTo>
                      <a:pt x="47" y="27"/>
                      <a:pt x="47" y="27"/>
                      <a:pt x="47" y="27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3" y="41"/>
                      <a:pt x="4" y="43"/>
                      <a:pt x="5" y="45"/>
                    </a:cubicBezTo>
                    <a:cubicBezTo>
                      <a:pt x="5" y="45"/>
                      <a:pt x="5" y="47"/>
                      <a:pt x="6" y="48"/>
                    </a:cubicBezTo>
                    <a:cubicBezTo>
                      <a:pt x="6" y="49"/>
                      <a:pt x="7" y="50"/>
                      <a:pt x="7" y="51"/>
                    </a:cubicBezTo>
                    <a:cubicBezTo>
                      <a:pt x="8" y="51"/>
                      <a:pt x="9" y="52"/>
                      <a:pt x="10" y="53"/>
                    </a:cubicBezTo>
                    <a:cubicBezTo>
                      <a:pt x="11" y="53"/>
                      <a:pt x="13" y="54"/>
                      <a:pt x="14" y="55"/>
                    </a:cubicBezTo>
                    <a:cubicBezTo>
                      <a:pt x="17" y="56"/>
                      <a:pt x="19" y="57"/>
                      <a:pt x="21" y="58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58"/>
                      <a:pt x="29" y="58"/>
                      <a:pt x="31" y="57"/>
                    </a:cubicBezTo>
                    <a:cubicBezTo>
                      <a:pt x="34" y="57"/>
                      <a:pt x="36" y="56"/>
                      <a:pt x="38" y="56"/>
                    </a:cubicBezTo>
                    <a:cubicBezTo>
                      <a:pt x="40" y="54"/>
                      <a:pt x="43" y="51"/>
                      <a:pt x="44" y="48"/>
                    </a:cubicBezTo>
                    <a:cubicBezTo>
                      <a:pt x="46" y="46"/>
                      <a:pt x="47" y="43"/>
                      <a:pt x="48" y="41"/>
                    </a:cubicBezTo>
                    <a:cubicBezTo>
                      <a:pt x="48" y="40"/>
                      <a:pt x="48" y="40"/>
                      <a:pt x="48" y="40"/>
                    </a:cubicBezTo>
                    <a:lnTo>
                      <a:pt x="45" y="3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2" name="Google Shape;1102;p41"/>
              <p:cNvSpPr/>
              <p:nvPr/>
            </p:nvSpPr>
            <p:spPr>
              <a:xfrm>
                <a:off x="4874498" y="3706641"/>
                <a:ext cx="63394" cy="85699"/>
              </a:xfrm>
              <a:custGeom>
                <a:avLst/>
                <a:gdLst/>
                <a:ahLst/>
                <a:cxnLst/>
                <a:rect l="l" t="t" r="r" b="b"/>
                <a:pathLst>
                  <a:path w="32" h="43" extrusionOk="0">
                    <a:moveTo>
                      <a:pt x="1" y="26"/>
                    </a:moveTo>
                    <a:cubicBezTo>
                      <a:pt x="4" y="29"/>
                      <a:pt x="4" y="29"/>
                      <a:pt x="4" y="29"/>
                    </a:cubicBezTo>
                    <a:cubicBezTo>
                      <a:pt x="4" y="34"/>
                      <a:pt x="4" y="39"/>
                      <a:pt x="3" y="43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9" y="34"/>
                      <a:pt x="30" y="29"/>
                      <a:pt x="31" y="24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1" y="8"/>
                      <a:pt x="29" y="7"/>
                      <a:pt x="28" y="7"/>
                    </a:cubicBezTo>
                    <a:cubicBezTo>
                      <a:pt x="21" y="6"/>
                      <a:pt x="15" y="5"/>
                      <a:pt x="8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6"/>
                      <a:pt x="2" y="13"/>
                      <a:pt x="0" y="20"/>
                    </a:cubicBezTo>
                    <a:lnTo>
                      <a:pt x="1" y="2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3" name="Google Shape;1103;p41"/>
              <p:cNvSpPr/>
              <p:nvPr/>
            </p:nvSpPr>
            <p:spPr>
              <a:xfrm>
                <a:off x="4449525" y="3835777"/>
                <a:ext cx="223052" cy="3827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93" extrusionOk="0">
                    <a:moveTo>
                      <a:pt x="104" y="116"/>
                    </a:moveTo>
                    <a:cubicBezTo>
                      <a:pt x="98" y="117"/>
                      <a:pt x="98" y="117"/>
                      <a:pt x="98" y="117"/>
                    </a:cubicBezTo>
                    <a:cubicBezTo>
                      <a:pt x="97" y="103"/>
                      <a:pt x="97" y="103"/>
                      <a:pt x="97" y="103"/>
                    </a:cubicBezTo>
                    <a:cubicBezTo>
                      <a:pt x="91" y="104"/>
                      <a:pt x="91" y="104"/>
                      <a:pt x="91" y="104"/>
                    </a:cubicBezTo>
                    <a:cubicBezTo>
                      <a:pt x="80" y="95"/>
                      <a:pt x="80" y="95"/>
                      <a:pt x="80" y="95"/>
                    </a:cubicBezTo>
                    <a:cubicBezTo>
                      <a:pt x="72" y="94"/>
                      <a:pt x="72" y="94"/>
                      <a:pt x="72" y="94"/>
                    </a:cubicBezTo>
                    <a:cubicBezTo>
                      <a:pt x="72" y="88"/>
                      <a:pt x="72" y="88"/>
                      <a:pt x="72" y="88"/>
                    </a:cubicBezTo>
                    <a:cubicBezTo>
                      <a:pt x="69" y="84"/>
                      <a:pt x="69" y="84"/>
                      <a:pt x="69" y="84"/>
                    </a:cubicBezTo>
                    <a:cubicBezTo>
                      <a:pt x="69" y="68"/>
                      <a:pt x="69" y="68"/>
                      <a:pt x="69" y="68"/>
                    </a:cubicBezTo>
                    <a:cubicBezTo>
                      <a:pt x="70" y="67"/>
                      <a:pt x="70" y="67"/>
                      <a:pt x="70" y="67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74" y="58"/>
                      <a:pt x="74" y="58"/>
                      <a:pt x="74" y="58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80" y="55"/>
                      <a:pt x="80" y="55"/>
                      <a:pt x="80" y="55"/>
                    </a:cubicBezTo>
                    <a:cubicBezTo>
                      <a:pt x="82" y="51"/>
                      <a:pt x="82" y="51"/>
                      <a:pt x="82" y="51"/>
                    </a:cubicBezTo>
                    <a:cubicBezTo>
                      <a:pt x="95" y="43"/>
                      <a:pt x="95" y="43"/>
                      <a:pt x="95" y="43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96" y="37"/>
                      <a:pt x="96" y="37"/>
                      <a:pt x="96" y="3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94" y="25"/>
                      <a:pt x="88" y="22"/>
                      <a:pt x="83" y="18"/>
                    </a:cubicBezTo>
                    <a:cubicBezTo>
                      <a:pt x="76" y="13"/>
                      <a:pt x="70" y="7"/>
                      <a:pt x="64" y="2"/>
                    </a:cubicBezTo>
                    <a:cubicBezTo>
                      <a:pt x="64" y="1"/>
                      <a:pt x="63" y="1"/>
                      <a:pt x="63" y="1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4" y="6"/>
                      <a:pt x="54" y="9"/>
                      <a:pt x="53" y="11"/>
                    </a:cubicBezTo>
                    <a:cubicBezTo>
                      <a:pt x="53" y="13"/>
                      <a:pt x="53" y="15"/>
                      <a:pt x="52" y="17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6" y="41"/>
                      <a:pt x="26" y="43"/>
                    </a:cubicBezTo>
                    <a:cubicBezTo>
                      <a:pt x="25" y="46"/>
                      <a:pt x="24" y="48"/>
                      <a:pt x="23" y="51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3" y="68"/>
                      <a:pt x="8" y="72"/>
                      <a:pt x="13" y="75"/>
                    </a:cubicBezTo>
                    <a:cubicBezTo>
                      <a:pt x="14" y="76"/>
                      <a:pt x="15" y="77"/>
                      <a:pt x="16" y="77"/>
                    </a:cubicBezTo>
                    <a:cubicBezTo>
                      <a:pt x="40" y="129"/>
                      <a:pt x="40" y="129"/>
                      <a:pt x="40" y="129"/>
                    </a:cubicBezTo>
                    <a:cubicBezTo>
                      <a:pt x="52" y="149"/>
                      <a:pt x="52" y="149"/>
                      <a:pt x="52" y="149"/>
                    </a:cubicBezTo>
                    <a:cubicBezTo>
                      <a:pt x="50" y="154"/>
                      <a:pt x="50" y="154"/>
                      <a:pt x="50" y="154"/>
                    </a:cubicBezTo>
                    <a:cubicBezTo>
                      <a:pt x="62" y="170"/>
                      <a:pt x="62" y="170"/>
                      <a:pt x="62" y="17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95" y="193"/>
                      <a:pt x="95" y="193"/>
                      <a:pt x="95" y="193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5"/>
                      <a:pt x="103" y="175"/>
                      <a:pt x="103" y="175"/>
                    </a:cubicBezTo>
                    <a:cubicBezTo>
                      <a:pt x="107" y="171"/>
                      <a:pt x="107" y="171"/>
                      <a:pt x="107" y="171"/>
                    </a:cubicBezTo>
                    <a:cubicBezTo>
                      <a:pt x="107" y="150"/>
                      <a:pt x="107" y="150"/>
                      <a:pt x="107" y="150"/>
                    </a:cubicBezTo>
                    <a:cubicBezTo>
                      <a:pt x="112" y="135"/>
                      <a:pt x="112" y="135"/>
                      <a:pt x="112" y="135"/>
                    </a:cubicBezTo>
                    <a:lnTo>
                      <a:pt x="104" y="11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4" name="Google Shape;1104;p41"/>
              <p:cNvSpPr/>
              <p:nvPr/>
            </p:nvSpPr>
            <p:spPr>
              <a:xfrm>
                <a:off x="4789973" y="4254880"/>
                <a:ext cx="144396" cy="170224"/>
              </a:xfrm>
              <a:custGeom>
                <a:avLst/>
                <a:gdLst/>
                <a:ahLst/>
                <a:cxnLst/>
                <a:rect l="l" t="t" r="r" b="b"/>
                <a:pathLst>
                  <a:path w="73" h="86" extrusionOk="0">
                    <a:moveTo>
                      <a:pt x="5" y="5"/>
                    </a:moveTo>
                    <a:cubicBezTo>
                      <a:pt x="4" y="8"/>
                      <a:pt x="3" y="11"/>
                      <a:pt x="2" y="14"/>
                    </a:cubicBezTo>
                    <a:cubicBezTo>
                      <a:pt x="1" y="19"/>
                      <a:pt x="0" y="25"/>
                      <a:pt x="0" y="30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37" y="86"/>
                      <a:pt x="37" y="86"/>
                      <a:pt x="37" y="86"/>
                    </a:cubicBezTo>
                    <a:cubicBezTo>
                      <a:pt x="46" y="83"/>
                      <a:pt x="57" y="81"/>
                      <a:pt x="66" y="78"/>
                    </a:cubicBezTo>
                    <a:cubicBezTo>
                      <a:pt x="69" y="68"/>
                      <a:pt x="71" y="58"/>
                      <a:pt x="73" y="48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43" y="24"/>
                      <a:pt x="43" y="24"/>
                      <a:pt x="43" y="24"/>
                    </a:cubicBezTo>
                    <a:cubicBezTo>
                      <a:pt x="43" y="21"/>
                      <a:pt x="42" y="18"/>
                      <a:pt x="41" y="15"/>
                    </a:cubicBezTo>
                    <a:cubicBezTo>
                      <a:pt x="41" y="12"/>
                      <a:pt x="40" y="9"/>
                      <a:pt x="39" y="6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5" name="Google Shape;1105;p41"/>
              <p:cNvSpPr/>
              <p:nvPr/>
            </p:nvSpPr>
            <p:spPr>
              <a:xfrm>
                <a:off x="4930848" y="3721903"/>
                <a:ext cx="49306" cy="71611"/>
              </a:xfrm>
              <a:custGeom>
                <a:avLst/>
                <a:gdLst/>
                <a:ahLst/>
                <a:cxnLst/>
                <a:rect l="l" t="t" r="r" b="b"/>
                <a:pathLst>
                  <a:path w="25" h="36" extrusionOk="0">
                    <a:moveTo>
                      <a:pt x="1" y="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21"/>
                      <a:pt x="1" y="26"/>
                      <a:pt x="0" y="31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4" y="12"/>
                      <a:pt x="22" y="10"/>
                      <a:pt x="20" y="10"/>
                    </a:cubicBezTo>
                    <a:cubicBezTo>
                      <a:pt x="15" y="6"/>
                      <a:pt x="10" y="3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6" name="Google Shape;1106;p41"/>
              <p:cNvSpPr/>
              <p:nvPr/>
            </p:nvSpPr>
            <p:spPr>
              <a:xfrm>
                <a:off x="4805235" y="3660857"/>
                <a:ext cx="81003" cy="152615"/>
              </a:xfrm>
              <a:custGeom>
                <a:avLst/>
                <a:gdLst/>
                <a:ahLst/>
                <a:cxnLst/>
                <a:rect l="l" t="t" r="r" b="b"/>
                <a:pathLst>
                  <a:path w="41" h="77" extrusionOk="0">
                    <a:moveTo>
                      <a:pt x="9" y="6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7" y="12"/>
                      <a:pt x="4" y="13"/>
                      <a:pt x="0" y="1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15" y="65"/>
                      <a:pt x="16" y="67"/>
                      <a:pt x="17" y="68"/>
                    </a:cubicBezTo>
                    <a:cubicBezTo>
                      <a:pt x="19" y="71"/>
                      <a:pt x="19" y="71"/>
                      <a:pt x="19" y="71"/>
                    </a:cubicBezTo>
                    <a:cubicBezTo>
                      <a:pt x="19" y="71"/>
                      <a:pt x="19" y="71"/>
                      <a:pt x="20" y="72"/>
                    </a:cubicBezTo>
                    <a:cubicBezTo>
                      <a:pt x="21" y="74"/>
                      <a:pt x="23" y="75"/>
                      <a:pt x="25" y="77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34" y="69"/>
                      <a:pt x="34" y="69"/>
                      <a:pt x="34" y="6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9" y="62"/>
                      <a:pt x="39" y="57"/>
                      <a:pt x="39" y="52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5" y="43"/>
                      <a:pt x="35" y="43"/>
                      <a:pt x="35" y="43"/>
                    </a:cubicBezTo>
                    <a:cubicBezTo>
                      <a:pt x="37" y="36"/>
                      <a:pt x="39" y="29"/>
                      <a:pt x="41" y="23"/>
                    </a:cubicBezTo>
                    <a:cubicBezTo>
                      <a:pt x="38" y="21"/>
                      <a:pt x="34" y="19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2" y="2"/>
                      <a:pt x="17" y="1"/>
                      <a:pt x="13" y="0"/>
                    </a:cubicBezTo>
                    <a:cubicBezTo>
                      <a:pt x="11" y="0"/>
                      <a:pt x="9" y="0"/>
                      <a:pt x="6" y="1"/>
                    </a:cubicBezTo>
                    <a:cubicBezTo>
                      <a:pt x="7" y="5"/>
                      <a:pt x="7" y="5"/>
                      <a:pt x="7" y="5"/>
                    </a:cubicBezTo>
                    <a:lnTo>
                      <a:pt x="9" y="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7" name="Google Shape;1107;p41"/>
              <p:cNvSpPr/>
              <p:nvPr/>
            </p:nvSpPr>
            <p:spPr>
              <a:xfrm>
                <a:off x="4455395" y="3793514"/>
                <a:ext cx="105656" cy="143223"/>
              </a:xfrm>
              <a:custGeom>
                <a:avLst/>
                <a:gdLst/>
                <a:ahLst/>
                <a:cxnLst/>
                <a:rect l="l" t="t" r="r" b="b"/>
                <a:pathLst>
                  <a:path w="53" h="72" extrusionOk="0">
                    <a:moveTo>
                      <a:pt x="53" y="21"/>
                    </a:moveTo>
                    <a:cubicBezTo>
                      <a:pt x="44" y="16"/>
                      <a:pt x="35" y="11"/>
                      <a:pt x="27" y="5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4" y="9"/>
                      <a:pt x="9" y="17"/>
                      <a:pt x="5" y="26"/>
                    </a:cubicBezTo>
                    <a:cubicBezTo>
                      <a:pt x="3" y="29"/>
                      <a:pt x="1" y="31"/>
                      <a:pt x="0" y="32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1" y="55"/>
                      <a:pt x="9" y="59"/>
                      <a:pt x="8" y="62"/>
                    </a:cubicBezTo>
                    <a:cubicBezTo>
                      <a:pt x="8" y="63"/>
                      <a:pt x="7" y="64"/>
                      <a:pt x="6" y="64"/>
                    </a:cubicBezTo>
                    <a:cubicBezTo>
                      <a:pt x="8" y="70"/>
                      <a:pt x="8" y="70"/>
                      <a:pt x="8" y="70"/>
                    </a:cubicBezTo>
                    <a:cubicBezTo>
                      <a:pt x="10" y="70"/>
                      <a:pt x="10" y="70"/>
                      <a:pt x="10" y="70"/>
                    </a:cubicBezTo>
                    <a:cubicBezTo>
                      <a:pt x="14" y="69"/>
                      <a:pt x="14" y="69"/>
                      <a:pt x="14" y="69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69"/>
                      <a:pt x="22" y="67"/>
                      <a:pt x="23" y="64"/>
                    </a:cubicBezTo>
                    <a:cubicBezTo>
                      <a:pt x="23" y="62"/>
                      <a:pt x="24" y="60"/>
                      <a:pt x="24" y="58"/>
                    </a:cubicBezTo>
                    <a:cubicBezTo>
                      <a:pt x="33" y="54"/>
                      <a:pt x="33" y="54"/>
                      <a:pt x="33" y="54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50" y="36"/>
                      <a:pt x="50" y="34"/>
                      <a:pt x="50" y="32"/>
                    </a:cubicBezTo>
                    <a:cubicBezTo>
                      <a:pt x="51" y="30"/>
                      <a:pt x="51" y="27"/>
                      <a:pt x="50" y="24"/>
                    </a:cubicBezTo>
                    <a:lnTo>
                      <a:pt x="53" y="21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8" name="Google Shape;1108;p41"/>
              <p:cNvSpPr/>
              <p:nvPr/>
            </p:nvSpPr>
            <p:spPr>
              <a:xfrm>
                <a:off x="4491788" y="3572810"/>
                <a:ext cx="226573" cy="34044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1" extrusionOk="0">
                    <a:moveTo>
                      <a:pt x="106" y="101"/>
                    </a:moveTo>
                    <a:cubicBezTo>
                      <a:pt x="103" y="96"/>
                      <a:pt x="103" y="96"/>
                      <a:pt x="103" y="96"/>
                    </a:cubicBezTo>
                    <a:cubicBezTo>
                      <a:pt x="103" y="95"/>
                      <a:pt x="102" y="93"/>
                      <a:pt x="102" y="93"/>
                    </a:cubicBezTo>
                    <a:cubicBezTo>
                      <a:pt x="103" y="69"/>
                      <a:pt x="103" y="69"/>
                      <a:pt x="103" y="69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2" y="62"/>
                      <a:pt x="82" y="62"/>
                      <a:pt x="82" y="62"/>
                    </a:cubicBezTo>
                    <a:cubicBezTo>
                      <a:pt x="77" y="61"/>
                      <a:pt x="71" y="61"/>
                      <a:pt x="67" y="59"/>
                    </a:cubicBezTo>
                    <a:cubicBezTo>
                      <a:pt x="64" y="59"/>
                      <a:pt x="62" y="58"/>
                      <a:pt x="60" y="57"/>
                    </a:cubicBezTo>
                    <a:cubicBezTo>
                      <a:pt x="60" y="57"/>
                      <a:pt x="60" y="53"/>
                      <a:pt x="59" y="50"/>
                    </a:cubicBezTo>
                    <a:cubicBezTo>
                      <a:pt x="58" y="47"/>
                      <a:pt x="58" y="45"/>
                      <a:pt x="57" y="43"/>
                    </a:cubicBezTo>
                    <a:cubicBezTo>
                      <a:pt x="56" y="41"/>
                      <a:pt x="56" y="40"/>
                      <a:pt x="55" y="38"/>
                    </a:cubicBezTo>
                    <a:cubicBezTo>
                      <a:pt x="55" y="38"/>
                      <a:pt x="55" y="38"/>
                      <a:pt x="54" y="37"/>
                    </a:cubicBezTo>
                    <a:cubicBezTo>
                      <a:pt x="54" y="36"/>
                      <a:pt x="53" y="35"/>
                      <a:pt x="52" y="33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7" y="7"/>
                      <a:pt x="67" y="7"/>
                      <a:pt x="67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62" y="5"/>
                      <a:pt x="57" y="7"/>
                      <a:pt x="52" y="10"/>
                    </a:cubicBezTo>
                    <a:cubicBezTo>
                      <a:pt x="50" y="11"/>
                      <a:pt x="48" y="12"/>
                      <a:pt x="45" y="13"/>
                    </a:cubicBezTo>
                    <a:cubicBezTo>
                      <a:pt x="43" y="14"/>
                      <a:pt x="40" y="15"/>
                      <a:pt x="37" y="16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90"/>
                      <a:pt x="14" y="90"/>
                      <a:pt x="14" y="90"/>
                    </a:cubicBezTo>
                    <a:cubicBezTo>
                      <a:pt x="16" y="94"/>
                      <a:pt x="16" y="94"/>
                      <a:pt x="16" y="94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9" y="103"/>
                      <a:pt x="9" y="103"/>
                      <a:pt x="9" y="103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9" y="116"/>
                      <a:pt x="9" y="116"/>
                      <a:pt x="9" y="116"/>
                    </a:cubicBezTo>
                    <a:cubicBezTo>
                      <a:pt x="17" y="122"/>
                      <a:pt x="26" y="127"/>
                      <a:pt x="35" y="132"/>
                    </a:cubicBezTo>
                    <a:cubicBezTo>
                      <a:pt x="42" y="133"/>
                      <a:pt x="42" y="133"/>
                      <a:pt x="42" y="133"/>
                    </a:cubicBezTo>
                    <a:cubicBezTo>
                      <a:pt x="42" y="133"/>
                      <a:pt x="43" y="133"/>
                      <a:pt x="43" y="134"/>
                    </a:cubicBezTo>
                    <a:cubicBezTo>
                      <a:pt x="49" y="139"/>
                      <a:pt x="55" y="145"/>
                      <a:pt x="62" y="150"/>
                    </a:cubicBezTo>
                    <a:cubicBezTo>
                      <a:pt x="67" y="154"/>
                      <a:pt x="73" y="157"/>
                      <a:pt x="79" y="160"/>
                    </a:cubicBezTo>
                    <a:cubicBezTo>
                      <a:pt x="75" y="169"/>
                      <a:pt x="75" y="169"/>
                      <a:pt x="75" y="169"/>
                    </a:cubicBezTo>
                    <a:cubicBezTo>
                      <a:pt x="81" y="171"/>
                      <a:pt x="81" y="171"/>
                      <a:pt x="81" y="171"/>
                    </a:cubicBezTo>
                    <a:cubicBezTo>
                      <a:pt x="88" y="151"/>
                      <a:pt x="88" y="151"/>
                      <a:pt x="88" y="151"/>
                    </a:cubicBezTo>
                    <a:cubicBezTo>
                      <a:pt x="86" y="145"/>
                      <a:pt x="86" y="145"/>
                      <a:pt x="86" y="145"/>
                    </a:cubicBezTo>
                    <a:cubicBezTo>
                      <a:pt x="83" y="142"/>
                      <a:pt x="83" y="142"/>
                      <a:pt x="83" y="142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8" y="134"/>
                      <a:pt x="88" y="134"/>
                      <a:pt x="88" y="134"/>
                    </a:cubicBezTo>
                    <a:cubicBezTo>
                      <a:pt x="93" y="133"/>
                      <a:pt x="93" y="133"/>
                      <a:pt x="93" y="133"/>
                    </a:cubicBezTo>
                    <a:cubicBezTo>
                      <a:pt x="92" y="129"/>
                      <a:pt x="92" y="129"/>
                      <a:pt x="92" y="129"/>
                    </a:cubicBezTo>
                    <a:cubicBezTo>
                      <a:pt x="88" y="126"/>
                      <a:pt x="88" y="126"/>
                      <a:pt x="88" y="126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5" y="119"/>
                      <a:pt x="95" y="119"/>
                      <a:pt x="95" y="119"/>
                    </a:cubicBezTo>
                    <a:cubicBezTo>
                      <a:pt x="97" y="112"/>
                      <a:pt x="97" y="112"/>
                      <a:pt x="97" y="112"/>
                    </a:cubicBezTo>
                    <a:cubicBezTo>
                      <a:pt x="101" y="113"/>
                      <a:pt x="101" y="113"/>
                      <a:pt x="101" y="113"/>
                    </a:cubicBezTo>
                    <a:cubicBezTo>
                      <a:pt x="107" y="110"/>
                      <a:pt x="107" y="110"/>
                      <a:pt x="107" y="110"/>
                    </a:cubicBezTo>
                    <a:cubicBezTo>
                      <a:pt x="110" y="117"/>
                      <a:pt x="110" y="117"/>
                      <a:pt x="110" y="117"/>
                    </a:cubicBezTo>
                    <a:cubicBezTo>
                      <a:pt x="114" y="116"/>
                      <a:pt x="114" y="116"/>
                      <a:pt x="114" y="116"/>
                    </a:cubicBezTo>
                    <a:cubicBezTo>
                      <a:pt x="111" y="111"/>
                      <a:pt x="109" y="106"/>
                      <a:pt x="106" y="101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109" name="Google Shape;1109;p41"/>
              <p:cNvGrpSpPr/>
              <p:nvPr/>
            </p:nvGrpSpPr>
            <p:grpSpPr>
              <a:xfrm>
                <a:off x="4552836" y="4191483"/>
                <a:ext cx="154962" cy="893380"/>
                <a:chOff x="2370137" y="4564063"/>
                <a:chExt cx="209550" cy="1208087"/>
              </a:xfrm>
            </p:grpSpPr>
            <p:sp>
              <p:nvSpPr>
                <p:cNvPr id="1110" name="Google Shape;1110;p41"/>
                <p:cNvSpPr/>
                <p:nvPr/>
              </p:nvSpPr>
              <p:spPr>
                <a:xfrm>
                  <a:off x="2393950" y="5334000"/>
                  <a:ext cx="1905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2" extrusionOk="0">
                      <a:moveTo>
                        <a:pt x="12" y="19"/>
                      </a:moveTo>
                      <a:lnTo>
                        <a:pt x="12" y="0"/>
                      </a:lnTo>
                      <a:lnTo>
                        <a:pt x="2" y="2"/>
                      </a:lnTo>
                      <a:lnTo>
                        <a:pt x="0" y="32"/>
                      </a:lnTo>
                      <a:lnTo>
                        <a:pt x="7" y="32"/>
                      </a:lnTo>
                      <a:lnTo>
                        <a:pt x="12" y="1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1" name="Google Shape;1111;p41"/>
                <p:cNvSpPr/>
                <p:nvPr/>
              </p:nvSpPr>
              <p:spPr>
                <a:xfrm>
                  <a:off x="2386012" y="5441950"/>
                  <a:ext cx="17462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3" extrusionOk="0">
                      <a:moveTo>
                        <a:pt x="0" y="8"/>
                      </a:moveTo>
                      <a:lnTo>
                        <a:pt x="5" y="10"/>
                      </a:lnTo>
                      <a:lnTo>
                        <a:pt x="9" y="13"/>
                      </a:lnTo>
                      <a:lnTo>
                        <a:pt x="11" y="3"/>
                      </a:lnTo>
                      <a:lnTo>
                        <a:pt x="9" y="0"/>
                      </a:lnTo>
                      <a:lnTo>
                        <a:pt x="2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2" name="Google Shape;1112;p41"/>
                <p:cNvSpPr/>
                <p:nvPr/>
              </p:nvSpPr>
              <p:spPr>
                <a:xfrm>
                  <a:off x="2373312" y="5538788"/>
                  <a:ext cx="11112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" h="13" extrusionOk="0">
                      <a:moveTo>
                        <a:pt x="7" y="3"/>
                      </a:moveTo>
                      <a:lnTo>
                        <a:pt x="3" y="0"/>
                      </a:lnTo>
                      <a:lnTo>
                        <a:pt x="0" y="5"/>
                      </a:lnTo>
                      <a:lnTo>
                        <a:pt x="0" y="13"/>
                      </a:lnTo>
                      <a:lnTo>
                        <a:pt x="7" y="10"/>
                      </a:lnTo>
                      <a:lnTo>
                        <a:pt x="7" y="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3" name="Google Shape;1113;p41"/>
                <p:cNvSpPr/>
                <p:nvPr/>
              </p:nvSpPr>
              <p:spPr>
                <a:xfrm>
                  <a:off x="2384425" y="5610225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5" extrusionOk="0">
                      <a:moveTo>
                        <a:pt x="6" y="2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6" y="12"/>
                      </a:lnTo>
                      <a:lnTo>
                        <a:pt x="6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4" name="Google Shape;1114;p41"/>
                <p:cNvSpPr/>
                <p:nvPr/>
              </p:nvSpPr>
              <p:spPr>
                <a:xfrm>
                  <a:off x="2416175" y="5722938"/>
                  <a:ext cx="23812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10" extrusionOk="0">
                      <a:moveTo>
                        <a:pt x="0" y="4"/>
                      </a:moveTo>
                      <a:lnTo>
                        <a:pt x="5" y="10"/>
                      </a:lnTo>
                      <a:lnTo>
                        <a:pt x="12" y="10"/>
                      </a:lnTo>
                      <a:lnTo>
                        <a:pt x="15" y="7"/>
                      </a:lnTo>
                      <a:lnTo>
                        <a:pt x="5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5" name="Google Shape;1115;p41"/>
                <p:cNvSpPr/>
                <p:nvPr/>
              </p:nvSpPr>
              <p:spPr>
                <a:xfrm>
                  <a:off x="2446337" y="5738813"/>
                  <a:ext cx="17462" cy="14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9" extrusionOk="0">
                      <a:moveTo>
                        <a:pt x="0" y="6"/>
                      </a:moveTo>
                      <a:lnTo>
                        <a:pt x="0" y="9"/>
                      </a:lnTo>
                      <a:lnTo>
                        <a:pt x="10" y="9"/>
                      </a:lnTo>
                      <a:lnTo>
                        <a:pt x="11" y="2"/>
                      </a:lnTo>
                      <a:lnTo>
                        <a:pt x="1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6" name="Google Shape;1116;p41"/>
                <p:cNvSpPr/>
                <p:nvPr/>
              </p:nvSpPr>
              <p:spPr>
                <a:xfrm>
                  <a:off x="2393950" y="5653088"/>
                  <a:ext cx="1428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" h="12" extrusionOk="0">
                      <a:moveTo>
                        <a:pt x="9" y="7"/>
                      </a:move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9"/>
                      </a:lnTo>
                      <a:lnTo>
                        <a:pt x="4" y="12"/>
                      </a:lnTo>
                      <a:lnTo>
                        <a:pt x="9" y="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7" name="Google Shape;1117;p41"/>
                <p:cNvSpPr/>
                <p:nvPr/>
              </p:nvSpPr>
              <p:spPr>
                <a:xfrm>
                  <a:off x="2393950" y="5688013"/>
                  <a:ext cx="222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9" extrusionOk="0">
                      <a:moveTo>
                        <a:pt x="6" y="0"/>
                      </a:moveTo>
                      <a:lnTo>
                        <a:pt x="0" y="7"/>
                      </a:lnTo>
                      <a:lnTo>
                        <a:pt x="9" y="19"/>
                      </a:lnTo>
                      <a:lnTo>
                        <a:pt x="14" y="16"/>
                      </a:lnTo>
                      <a:lnTo>
                        <a:pt x="11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8" name="Google Shape;1118;p41"/>
                <p:cNvSpPr/>
                <p:nvPr/>
              </p:nvSpPr>
              <p:spPr>
                <a:xfrm>
                  <a:off x="2370137" y="4564063"/>
                  <a:ext cx="209550" cy="1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" h="433" extrusionOk="0">
                      <a:moveTo>
                        <a:pt x="32" y="399"/>
                      </a:moveTo>
                      <a:cubicBezTo>
                        <a:pt x="26" y="399"/>
                        <a:pt x="26" y="399"/>
                        <a:pt x="26" y="399"/>
                      </a:cubicBezTo>
                      <a:cubicBezTo>
                        <a:pt x="24" y="390"/>
                        <a:pt x="24" y="390"/>
                        <a:pt x="24" y="390"/>
                      </a:cubicBezTo>
                      <a:cubicBezTo>
                        <a:pt x="26" y="379"/>
                        <a:pt x="26" y="379"/>
                        <a:pt x="26" y="379"/>
                      </a:cubicBezTo>
                      <a:cubicBezTo>
                        <a:pt x="27" y="372"/>
                        <a:pt x="27" y="372"/>
                        <a:pt x="27" y="372"/>
                      </a:cubicBezTo>
                      <a:cubicBezTo>
                        <a:pt x="27" y="370"/>
                        <a:pt x="27" y="370"/>
                        <a:pt x="27" y="370"/>
                      </a:cubicBezTo>
                      <a:cubicBezTo>
                        <a:pt x="25" y="363"/>
                        <a:pt x="25" y="363"/>
                        <a:pt x="25" y="363"/>
                      </a:cubicBezTo>
                      <a:cubicBezTo>
                        <a:pt x="21" y="351"/>
                        <a:pt x="21" y="351"/>
                        <a:pt x="21" y="351"/>
                      </a:cubicBezTo>
                      <a:cubicBezTo>
                        <a:pt x="26" y="334"/>
                        <a:pt x="26" y="334"/>
                        <a:pt x="26" y="334"/>
                      </a:cubicBezTo>
                      <a:cubicBezTo>
                        <a:pt x="33" y="327"/>
                        <a:pt x="33" y="327"/>
                        <a:pt x="33" y="327"/>
                      </a:cubicBezTo>
                      <a:cubicBezTo>
                        <a:pt x="35" y="310"/>
                        <a:pt x="35" y="310"/>
                        <a:pt x="35" y="310"/>
                      </a:cubicBezTo>
                      <a:cubicBezTo>
                        <a:pt x="31" y="301"/>
                        <a:pt x="31" y="301"/>
                        <a:pt x="31" y="301"/>
                      </a:cubicBezTo>
                      <a:cubicBezTo>
                        <a:pt x="32" y="266"/>
                        <a:pt x="32" y="266"/>
                        <a:pt x="32" y="266"/>
                      </a:cubicBezTo>
                      <a:cubicBezTo>
                        <a:pt x="35" y="260"/>
                        <a:pt x="35" y="260"/>
                        <a:pt x="35" y="260"/>
                      </a:cubicBezTo>
                      <a:cubicBezTo>
                        <a:pt x="35" y="254"/>
                        <a:pt x="35" y="254"/>
                        <a:pt x="35" y="254"/>
                      </a:cubicBezTo>
                      <a:cubicBezTo>
                        <a:pt x="40" y="232"/>
                        <a:pt x="40" y="232"/>
                        <a:pt x="40" y="232"/>
                      </a:cubicBezTo>
                      <a:cubicBezTo>
                        <a:pt x="40" y="225"/>
                        <a:pt x="40" y="225"/>
                        <a:pt x="40" y="225"/>
                      </a:cubicBezTo>
                      <a:cubicBezTo>
                        <a:pt x="50" y="186"/>
                        <a:pt x="50" y="186"/>
                        <a:pt x="50" y="186"/>
                      </a:cubicBezTo>
                      <a:cubicBezTo>
                        <a:pt x="44" y="161"/>
                        <a:pt x="44" y="161"/>
                        <a:pt x="44" y="161"/>
                      </a:cubicBezTo>
                      <a:cubicBezTo>
                        <a:pt x="55" y="134"/>
                        <a:pt x="55" y="134"/>
                        <a:pt x="55" y="134"/>
                      </a:cubicBezTo>
                      <a:cubicBezTo>
                        <a:pt x="63" y="128"/>
                        <a:pt x="63" y="128"/>
                        <a:pt x="63" y="128"/>
                      </a:cubicBezTo>
                      <a:cubicBezTo>
                        <a:pt x="64" y="98"/>
                        <a:pt x="64" y="98"/>
                        <a:pt x="64" y="98"/>
                      </a:cubicBezTo>
                      <a:cubicBezTo>
                        <a:pt x="77" y="85"/>
                        <a:pt x="77" y="85"/>
                        <a:pt x="77" y="85"/>
                      </a:cubicBezTo>
                      <a:cubicBezTo>
                        <a:pt x="78" y="67"/>
                        <a:pt x="78" y="67"/>
                        <a:pt x="78" y="67"/>
                      </a:cubicBezTo>
                      <a:cubicBezTo>
                        <a:pt x="72" y="62"/>
                        <a:pt x="72" y="62"/>
                        <a:pt x="72" y="62"/>
                      </a:cubicBezTo>
                      <a:cubicBezTo>
                        <a:pt x="64" y="27"/>
                        <a:pt x="64" y="27"/>
                        <a:pt x="64" y="27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3" y="14"/>
                        <a:pt x="43" y="14"/>
                        <a:pt x="43" y="14"/>
                      </a:cubicBezTo>
                      <a:cubicBezTo>
                        <a:pt x="46" y="20"/>
                        <a:pt x="48" y="26"/>
                        <a:pt x="50" y="32"/>
                      </a:cubicBezTo>
                      <a:cubicBezTo>
                        <a:pt x="46" y="80"/>
                        <a:pt x="46" y="80"/>
                        <a:pt x="46" y="80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37" y="141"/>
                        <a:pt x="37" y="141"/>
                        <a:pt x="37" y="141"/>
                      </a:cubicBezTo>
                      <a:cubicBezTo>
                        <a:pt x="35" y="152"/>
                        <a:pt x="35" y="152"/>
                        <a:pt x="35" y="152"/>
                      </a:cubicBezTo>
                      <a:cubicBezTo>
                        <a:pt x="32" y="150"/>
                        <a:pt x="32" y="150"/>
                        <a:pt x="32" y="150"/>
                      </a:cubicBezTo>
                      <a:cubicBezTo>
                        <a:pt x="31" y="166"/>
                        <a:pt x="31" y="181"/>
                        <a:pt x="31" y="196"/>
                      </a:cubicBezTo>
                      <a:cubicBezTo>
                        <a:pt x="20" y="228"/>
                        <a:pt x="20" y="228"/>
                        <a:pt x="20" y="228"/>
                      </a:cubicBezTo>
                      <a:cubicBezTo>
                        <a:pt x="17" y="228"/>
                        <a:pt x="17" y="228"/>
                        <a:pt x="17" y="228"/>
                      </a:cubicBezTo>
                      <a:cubicBezTo>
                        <a:pt x="17" y="223"/>
                        <a:pt x="17" y="223"/>
                        <a:pt x="17" y="223"/>
                      </a:cubicBezTo>
                      <a:cubicBezTo>
                        <a:pt x="17" y="229"/>
                        <a:pt x="17" y="236"/>
                        <a:pt x="18" y="242"/>
                      </a:cubicBezTo>
                      <a:cubicBezTo>
                        <a:pt x="18" y="247"/>
                        <a:pt x="19" y="251"/>
                        <a:pt x="20" y="256"/>
                      </a:cubicBezTo>
                      <a:cubicBezTo>
                        <a:pt x="17" y="262"/>
                        <a:pt x="16" y="267"/>
                        <a:pt x="14" y="273"/>
                      </a:cubicBezTo>
                      <a:cubicBezTo>
                        <a:pt x="14" y="276"/>
                        <a:pt x="14" y="279"/>
                        <a:pt x="14" y="282"/>
                      </a:cubicBezTo>
                      <a:cubicBezTo>
                        <a:pt x="18" y="282"/>
                        <a:pt x="18" y="282"/>
                        <a:pt x="18" y="282"/>
                      </a:cubicBezTo>
                      <a:cubicBezTo>
                        <a:pt x="19" y="277"/>
                        <a:pt x="19" y="277"/>
                        <a:pt x="19" y="277"/>
                      </a:cubicBezTo>
                      <a:cubicBezTo>
                        <a:pt x="23" y="280"/>
                        <a:pt x="23" y="280"/>
                        <a:pt x="23" y="280"/>
                      </a:cubicBezTo>
                      <a:cubicBezTo>
                        <a:pt x="22" y="290"/>
                        <a:pt x="20" y="300"/>
                        <a:pt x="18" y="309"/>
                      </a:cubicBezTo>
                      <a:cubicBezTo>
                        <a:pt x="20" y="312"/>
                        <a:pt x="20" y="312"/>
                        <a:pt x="20" y="312"/>
                      </a:cubicBezTo>
                      <a:cubicBezTo>
                        <a:pt x="19" y="319"/>
                        <a:pt x="18" y="326"/>
                        <a:pt x="17" y="332"/>
                      </a:cubicBezTo>
                      <a:cubicBezTo>
                        <a:pt x="17" y="335"/>
                        <a:pt x="16" y="337"/>
                        <a:pt x="15" y="339"/>
                      </a:cubicBezTo>
                      <a:cubicBezTo>
                        <a:pt x="10" y="342"/>
                        <a:pt x="10" y="342"/>
                        <a:pt x="10" y="342"/>
                      </a:cubicBezTo>
                      <a:cubicBezTo>
                        <a:pt x="7" y="341"/>
                        <a:pt x="7" y="341"/>
                        <a:pt x="7" y="341"/>
                      </a:cubicBezTo>
                      <a:cubicBezTo>
                        <a:pt x="10" y="338"/>
                        <a:pt x="10" y="338"/>
                        <a:pt x="10" y="338"/>
                      </a:cubicBezTo>
                      <a:cubicBezTo>
                        <a:pt x="9" y="336"/>
                        <a:pt x="9" y="336"/>
                        <a:pt x="9" y="336"/>
                      </a:cubicBezTo>
                      <a:cubicBezTo>
                        <a:pt x="4" y="335"/>
                        <a:pt x="4" y="335"/>
                        <a:pt x="4" y="335"/>
                      </a:cubicBezTo>
                      <a:cubicBezTo>
                        <a:pt x="3" y="339"/>
                        <a:pt x="2" y="343"/>
                        <a:pt x="1" y="347"/>
                      </a:cubicBezTo>
                      <a:cubicBezTo>
                        <a:pt x="0" y="348"/>
                        <a:pt x="0" y="350"/>
                        <a:pt x="0" y="352"/>
                      </a:cubicBezTo>
                      <a:cubicBezTo>
                        <a:pt x="3" y="351"/>
                        <a:pt x="3" y="351"/>
                        <a:pt x="3" y="351"/>
                      </a:cubicBezTo>
                      <a:cubicBezTo>
                        <a:pt x="5" y="347"/>
                        <a:pt x="5" y="347"/>
                        <a:pt x="5" y="347"/>
                      </a:cubicBezTo>
                      <a:cubicBezTo>
                        <a:pt x="9" y="349"/>
                        <a:pt x="9" y="349"/>
                        <a:pt x="9" y="349"/>
                      </a:cubicBezTo>
                      <a:cubicBezTo>
                        <a:pt x="13" y="348"/>
                        <a:pt x="13" y="348"/>
                        <a:pt x="13" y="348"/>
                      </a:cubicBezTo>
                      <a:cubicBezTo>
                        <a:pt x="10" y="356"/>
                        <a:pt x="10" y="356"/>
                        <a:pt x="10" y="356"/>
                      </a:cubicBezTo>
                      <a:cubicBezTo>
                        <a:pt x="12" y="361"/>
                        <a:pt x="12" y="361"/>
                        <a:pt x="12" y="361"/>
                      </a:cubicBezTo>
                      <a:cubicBezTo>
                        <a:pt x="9" y="364"/>
                        <a:pt x="9" y="364"/>
                        <a:pt x="9" y="364"/>
                      </a:cubicBezTo>
                      <a:cubicBezTo>
                        <a:pt x="12" y="368"/>
                        <a:pt x="12" y="368"/>
                        <a:pt x="12" y="368"/>
                      </a:cubicBezTo>
                      <a:cubicBezTo>
                        <a:pt x="11" y="373"/>
                        <a:pt x="11" y="373"/>
                        <a:pt x="11" y="373"/>
                      </a:cubicBezTo>
                      <a:cubicBezTo>
                        <a:pt x="6" y="371"/>
                        <a:pt x="6" y="371"/>
                        <a:pt x="6" y="371"/>
                      </a:cubicBezTo>
                      <a:cubicBezTo>
                        <a:pt x="3" y="376"/>
                        <a:pt x="3" y="376"/>
                        <a:pt x="3" y="376"/>
                      </a:cubicBezTo>
                      <a:cubicBezTo>
                        <a:pt x="6" y="386"/>
                        <a:pt x="6" y="386"/>
                        <a:pt x="6" y="386"/>
                      </a:cubicBezTo>
                      <a:cubicBezTo>
                        <a:pt x="12" y="381"/>
                        <a:pt x="12" y="381"/>
                        <a:pt x="12" y="381"/>
                      </a:cubicBezTo>
                      <a:cubicBezTo>
                        <a:pt x="13" y="385"/>
                        <a:pt x="13" y="385"/>
                        <a:pt x="13" y="385"/>
                      </a:cubicBezTo>
                      <a:cubicBezTo>
                        <a:pt x="11" y="389"/>
                        <a:pt x="11" y="389"/>
                        <a:pt x="11" y="389"/>
                      </a:cubicBezTo>
                      <a:cubicBezTo>
                        <a:pt x="13" y="393"/>
                        <a:pt x="15" y="398"/>
                        <a:pt x="17" y="403"/>
                      </a:cubicBezTo>
                      <a:cubicBezTo>
                        <a:pt x="17" y="411"/>
                        <a:pt x="17" y="411"/>
                        <a:pt x="17" y="411"/>
                      </a:cubicBezTo>
                      <a:cubicBezTo>
                        <a:pt x="21" y="416"/>
                        <a:pt x="21" y="416"/>
                        <a:pt x="21" y="416"/>
                      </a:cubicBezTo>
                      <a:cubicBezTo>
                        <a:pt x="20" y="420"/>
                        <a:pt x="20" y="420"/>
                        <a:pt x="20" y="420"/>
                      </a:cubicBezTo>
                      <a:cubicBezTo>
                        <a:pt x="25" y="418"/>
                        <a:pt x="25" y="418"/>
                        <a:pt x="25" y="418"/>
                      </a:cubicBezTo>
                      <a:cubicBezTo>
                        <a:pt x="27" y="420"/>
                        <a:pt x="27" y="420"/>
                        <a:pt x="27" y="420"/>
                      </a:cubicBezTo>
                      <a:cubicBezTo>
                        <a:pt x="21" y="424"/>
                        <a:pt x="21" y="424"/>
                        <a:pt x="21" y="424"/>
                      </a:cubicBezTo>
                      <a:cubicBezTo>
                        <a:pt x="25" y="430"/>
                        <a:pt x="25" y="430"/>
                        <a:pt x="25" y="430"/>
                      </a:cubicBezTo>
                      <a:cubicBezTo>
                        <a:pt x="25" y="429"/>
                        <a:pt x="25" y="428"/>
                        <a:pt x="26" y="428"/>
                      </a:cubicBezTo>
                      <a:cubicBezTo>
                        <a:pt x="27" y="425"/>
                        <a:pt x="28" y="423"/>
                        <a:pt x="29" y="421"/>
                      </a:cubicBezTo>
                      <a:cubicBezTo>
                        <a:pt x="32" y="424"/>
                        <a:pt x="32" y="424"/>
                        <a:pt x="32" y="424"/>
                      </a:cubicBezTo>
                      <a:cubicBezTo>
                        <a:pt x="29" y="429"/>
                        <a:pt x="29" y="429"/>
                        <a:pt x="29" y="429"/>
                      </a:cubicBezTo>
                      <a:cubicBezTo>
                        <a:pt x="29" y="432"/>
                        <a:pt x="29" y="432"/>
                        <a:pt x="29" y="432"/>
                      </a:cubicBezTo>
                      <a:cubicBezTo>
                        <a:pt x="37" y="433"/>
                        <a:pt x="37" y="433"/>
                        <a:pt x="37" y="433"/>
                      </a:cubicBezTo>
                      <a:cubicBezTo>
                        <a:pt x="38" y="419"/>
                        <a:pt x="38" y="419"/>
                        <a:pt x="38" y="419"/>
                      </a:cubicBezTo>
                      <a:cubicBezTo>
                        <a:pt x="43" y="416"/>
                        <a:pt x="43" y="416"/>
                        <a:pt x="43" y="416"/>
                      </a:cubicBezTo>
                      <a:cubicBezTo>
                        <a:pt x="38" y="410"/>
                        <a:pt x="38" y="410"/>
                        <a:pt x="38" y="410"/>
                      </a:cubicBezTo>
                      <a:lnTo>
                        <a:pt x="32" y="39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19" name="Google Shape;1119;p41"/>
                <p:cNvSpPr/>
                <p:nvPr/>
              </p:nvSpPr>
              <p:spPr>
                <a:xfrm>
                  <a:off x="2474912" y="5688013"/>
                  <a:ext cx="66675" cy="84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31" extrusionOk="0">
                      <a:moveTo>
                        <a:pt x="22" y="5"/>
                      </a:move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6" y="27"/>
                        <a:pt x="13" y="28"/>
                        <a:pt x="19" y="29"/>
                      </a:cubicBezTo>
                      <a:cubicBezTo>
                        <a:pt x="22" y="31"/>
                        <a:pt x="22" y="31"/>
                        <a:pt x="22" y="31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lnTo>
                        <a:pt x="22" y="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120" name="Google Shape;1120;p41"/>
              <p:cNvSpPr/>
              <p:nvPr/>
            </p:nvSpPr>
            <p:spPr>
              <a:xfrm>
                <a:off x="4586878" y="3730120"/>
                <a:ext cx="692635" cy="841728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24" extrusionOk="0">
                    <a:moveTo>
                      <a:pt x="349" y="127"/>
                    </a:moveTo>
                    <a:cubicBezTo>
                      <a:pt x="347" y="118"/>
                      <a:pt x="347" y="118"/>
                      <a:pt x="347" y="118"/>
                    </a:cubicBezTo>
                    <a:cubicBezTo>
                      <a:pt x="342" y="114"/>
                      <a:pt x="342" y="114"/>
                      <a:pt x="342" y="114"/>
                    </a:cubicBezTo>
                    <a:cubicBezTo>
                      <a:pt x="323" y="106"/>
                      <a:pt x="323" y="106"/>
                      <a:pt x="323" y="106"/>
                    </a:cubicBezTo>
                    <a:cubicBezTo>
                      <a:pt x="313" y="99"/>
                      <a:pt x="313" y="99"/>
                      <a:pt x="313" y="99"/>
                    </a:cubicBezTo>
                    <a:cubicBezTo>
                      <a:pt x="304" y="89"/>
                      <a:pt x="304" y="89"/>
                      <a:pt x="304" y="89"/>
                    </a:cubicBezTo>
                    <a:cubicBezTo>
                      <a:pt x="300" y="87"/>
                      <a:pt x="300" y="87"/>
                      <a:pt x="300" y="87"/>
                    </a:cubicBezTo>
                    <a:cubicBezTo>
                      <a:pt x="293" y="88"/>
                      <a:pt x="293" y="88"/>
                      <a:pt x="293" y="88"/>
                    </a:cubicBezTo>
                    <a:cubicBezTo>
                      <a:pt x="278" y="85"/>
                      <a:pt x="278" y="85"/>
                      <a:pt x="278" y="85"/>
                    </a:cubicBezTo>
                    <a:cubicBezTo>
                      <a:pt x="272" y="81"/>
                      <a:pt x="272" y="81"/>
                      <a:pt x="272" y="81"/>
                    </a:cubicBezTo>
                    <a:cubicBezTo>
                      <a:pt x="270" y="81"/>
                      <a:pt x="270" y="81"/>
                      <a:pt x="270" y="81"/>
                    </a:cubicBezTo>
                    <a:cubicBezTo>
                      <a:pt x="267" y="85"/>
                      <a:pt x="267" y="85"/>
                      <a:pt x="267" y="85"/>
                    </a:cubicBezTo>
                    <a:cubicBezTo>
                      <a:pt x="266" y="76"/>
                      <a:pt x="266" y="76"/>
                      <a:pt x="266" y="76"/>
                    </a:cubicBezTo>
                    <a:cubicBezTo>
                      <a:pt x="262" y="73"/>
                      <a:pt x="262" y="73"/>
                      <a:pt x="262" y="73"/>
                    </a:cubicBezTo>
                    <a:cubicBezTo>
                      <a:pt x="240" y="66"/>
                      <a:pt x="240" y="66"/>
                      <a:pt x="240" y="66"/>
                    </a:cubicBezTo>
                    <a:cubicBezTo>
                      <a:pt x="236" y="66"/>
                      <a:pt x="236" y="66"/>
                      <a:pt x="236" y="66"/>
                    </a:cubicBezTo>
                    <a:cubicBezTo>
                      <a:pt x="232" y="69"/>
                      <a:pt x="232" y="69"/>
                      <a:pt x="232" y="69"/>
                    </a:cubicBezTo>
                    <a:cubicBezTo>
                      <a:pt x="224" y="75"/>
                      <a:pt x="224" y="75"/>
                      <a:pt x="224" y="75"/>
                    </a:cubicBezTo>
                    <a:cubicBezTo>
                      <a:pt x="222" y="77"/>
                      <a:pt x="222" y="77"/>
                      <a:pt x="222" y="77"/>
                    </a:cubicBezTo>
                    <a:cubicBezTo>
                      <a:pt x="217" y="76"/>
                      <a:pt x="217" y="76"/>
                      <a:pt x="217" y="76"/>
                    </a:cubicBezTo>
                    <a:cubicBezTo>
                      <a:pt x="223" y="72"/>
                      <a:pt x="223" y="72"/>
                      <a:pt x="223" y="72"/>
                    </a:cubicBezTo>
                    <a:cubicBezTo>
                      <a:pt x="228" y="64"/>
                      <a:pt x="228" y="64"/>
                      <a:pt x="228" y="64"/>
                    </a:cubicBezTo>
                    <a:cubicBezTo>
                      <a:pt x="227" y="59"/>
                      <a:pt x="227" y="59"/>
                      <a:pt x="227" y="59"/>
                    </a:cubicBezTo>
                    <a:cubicBezTo>
                      <a:pt x="218" y="57"/>
                      <a:pt x="218" y="57"/>
                      <a:pt x="218" y="57"/>
                    </a:cubicBezTo>
                    <a:cubicBezTo>
                      <a:pt x="215" y="58"/>
                      <a:pt x="215" y="58"/>
                      <a:pt x="215" y="58"/>
                    </a:cubicBezTo>
                    <a:cubicBezTo>
                      <a:pt x="209" y="61"/>
                      <a:pt x="209" y="61"/>
                      <a:pt x="209" y="61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9" y="54"/>
                      <a:pt x="209" y="54"/>
                      <a:pt x="209" y="54"/>
                    </a:cubicBezTo>
                    <a:cubicBezTo>
                      <a:pt x="204" y="54"/>
                      <a:pt x="204" y="54"/>
                      <a:pt x="204" y="54"/>
                    </a:cubicBezTo>
                    <a:cubicBezTo>
                      <a:pt x="210" y="48"/>
                      <a:pt x="210" y="48"/>
                      <a:pt x="210" y="48"/>
                    </a:cubicBezTo>
                    <a:cubicBezTo>
                      <a:pt x="212" y="41"/>
                      <a:pt x="212" y="41"/>
                      <a:pt x="212" y="41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06" y="29"/>
                      <a:pt x="206" y="29"/>
                      <a:pt x="206" y="29"/>
                    </a:cubicBezTo>
                    <a:cubicBezTo>
                      <a:pt x="200" y="11"/>
                      <a:pt x="200" y="11"/>
                      <a:pt x="200" y="11"/>
                    </a:cubicBezTo>
                    <a:cubicBezTo>
                      <a:pt x="198" y="9"/>
                      <a:pt x="198" y="9"/>
                      <a:pt x="198" y="9"/>
                    </a:cubicBezTo>
                    <a:cubicBezTo>
                      <a:pt x="193" y="25"/>
                      <a:pt x="193" y="25"/>
                      <a:pt x="193" y="25"/>
                    </a:cubicBezTo>
                    <a:cubicBezTo>
                      <a:pt x="184" y="32"/>
                      <a:pt x="184" y="32"/>
                      <a:pt x="184" y="32"/>
                    </a:cubicBezTo>
                    <a:cubicBezTo>
                      <a:pt x="180" y="27"/>
                      <a:pt x="180" y="27"/>
                      <a:pt x="180" y="27"/>
                    </a:cubicBezTo>
                    <a:cubicBezTo>
                      <a:pt x="167" y="28"/>
                      <a:pt x="167" y="28"/>
                      <a:pt x="167" y="28"/>
                    </a:cubicBezTo>
                    <a:cubicBezTo>
                      <a:pt x="164" y="25"/>
                      <a:pt x="164" y="25"/>
                      <a:pt x="164" y="25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4" y="29"/>
                      <a:pt x="154" y="29"/>
                      <a:pt x="154" y="29"/>
                    </a:cubicBezTo>
                    <a:cubicBezTo>
                      <a:pt x="148" y="31"/>
                      <a:pt x="148" y="31"/>
                      <a:pt x="148" y="31"/>
                    </a:cubicBezTo>
                    <a:cubicBezTo>
                      <a:pt x="144" y="34"/>
                      <a:pt x="144" y="34"/>
                      <a:pt x="144" y="34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5" y="42"/>
                      <a:pt x="135" y="42"/>
                      <a:pt x="135" y="42"/>
                    </a:cubicBezTo>
                    <a:cubicBezTo>
                      <a:pt x="130" y="37"/>
                      <a:pt x="130" y="37"/>
                      <a:pt x="130" y="37"/>
                    </a:cubicBezTo>
                    <a:cubicBezTo>
                      <a:pt x="129" y="36"/>
                      <a:pt x="129" y="36"/>
                      <a:pt x="129" y="36"/>
                    </a:cubicBezTo>
                    <a:cubicBezTo>
                      <a:pt x="128" y="35"/>
                      <a:pt x="128" y="34"/>
                      <a:pt x="127" y="33"/>
                    </a:cubicBezTo>
                    <a:cubicBezTo>
                      <a:pt x="124" y="29"/>
                      <a:pt x="124" y="29"/>
                      <a:pt x="124" y="29"/>
                    </a:cubicBezTo>
                    <a:cubicBezTo>
                      <a:pt x="126" y="20"/>
                      <a:pt x="126" y="20"/>
                      <a:pt x="126" y="20"/>
                    </a:cubicBezTo>
                    <a:cubicBezTo>
                      <a:pt x="126" y="14"/>
                      <a:pt x="126" y="14"/>
                      <a:pt x="126" y="14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9" y="9"/>
                      <a:pt x="99" y="9"/>
                      <a:pt x="99" y="9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5" y="20"/>
                      <a:pt x="85" y="20"/>
                      <a:pt x="85" y="20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21"/>
                      <a:pt x="85" y="22"/>
                      <a:pt x="86" y="22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82" y="35"/>
                      <a:pt x="82" y="35"/>
                      <a:pt x="82" y="35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6" y="40"/>
                      <a:pt x="76" y="40"/>
                      <a:pt x="76" y="40"/>
                    </a:cubicBezTo>
                    <a:cubicBezTo>
                      <a:pt x="71" y="43"/>
                      <a:pt x="71" y="43"/>
                      <a:pt x="71" y="43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66" y="37"/>
                      <a:pt x="66" y="37"/>
                      <a:pt x="66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6" y="57"/>
                      <a:pt x="36" y="57"/>
                      <a:pt x="36" y="57"/>
                    </a:cubicBezTo>
                    <a:cubicBezTo>
                      <a:pt x="35" y="63"/>
                      <a:pt x="35" y="63"/>
                      <a:pt x="35" y="63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33" y="92"/>
                      <a:pt x="33" y="92"/>
                      <a:pt x="33" y="92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26" y="96"/>
                      <a:pt x="26" y="96"/>
                      <a:pt x="26" y="96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1" y="108"/>
                      <a:pt x="11" y="108"/>
                      <a:pt x="11" y="108"/>
                    </a:cubicBezTo>
                    <a:cubicBezTo>
                      <a:pt x="6" y="110"/>
                      <a:pt x="6" y="110"/>
                      <a:pt x="6" y="110"/>
                    </a:cubicBezTo>
                    <a:cubicBezTo>
                      <a:pt x="5" y="111"/>
                      <a:pt x="5" y="111"/>
                      <a:pt x="5" y="111"/>
                    </a:cubicBezTo>
                    <a:cubicBezTo>
                      <a:pt x="5" y="114"/>
                      <a:pt x="5" y="114"/>
                      <a:pt x="5" y="114"/>
                    </a:cubicBezTo>
                    <a:cubicBezTo>
                      <a:pt x="1" y="120"/>
                      <a:pt x="1" y="120"/>
                      <a:pt x="1" y="12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3" y="141"/>
                      <a:pt x="3" y="141"/>
                      <a:pt x="3" y="141"/>
                    </a:cubicBezTo>
                    <a:cubicBezTo>
                      <a:pt x="3" y="147"/>
                      <a:pt x="3" y="147"/>
                      <a:pt x="3" y="147"/>
                    </a:cubicBezTo>
                    <a:cubicBezTo>
                      <a:pt x="11" y="148"/>
                      <a:pt x="11" y="148"/>
                      <a:pt x="11" y="148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8" y="156"/>
                      <a:pt x="28" y="156"/>
                      <a:pt x="28" y="156"/>
                    </a:cubicBezTo>
                    <a:cubicBezTo>
                      <a:pt x="29" y="170"/>
                      <a:pt x="29" y="170"/>
                      <a:pt x="29" y="170"/>
                    </a:cubicBezTo>
                    <a:cubicBezTo>
                      <a:pt x="35" y="169"/>
                      <a:pt x="35" y="169"/>
                      <a:pt x="35" y="169"/>
                    </a:cubicBezTo>
                    <a:cubicBezTo>
                      <a:pt x="38" y="168"/>
                      <a:pt x="41" y="168"/>
                      <a:pt x="44" y="167"/>
                    </a:cubicBezTo>
                    <a:cubicBezTo>
                      <a:pt x="52" y="165"/>
                      <a:pt x="60" y="163"/>
                      <a:pt x="68" y="160"/>
                    </a:cubicBezTo>
                    <a:cubicBezTo>
                      <a:pt x="79" y="161"/>
                      <a:pt x="79" y="161"/>
                      <a:pt x="79" y="161"/>
                    </a:cubicBezTo>
                    <a:cubicBezTo>
                      <a:pt x="78" y="179"/>
                      <a:pt x="78" y="179"/>
                      <a:pt x="78" y="179"/>
                    </a:cubicBezTo>
                    <a:cubicBezTo>
                      <a:pt x="82" y="185"/>
                      <a:pt x="82" y="185"/>
                      <a:pt x="82" y="185"/>
                    </a:cubicBezTo>
                    <a:cubicBezTo>
                      <a:pt x="104" y="193"/>
                      <a:pt x="104" y="193"/>
                      <a:pt x="104" y="193"/>
                    </a:cubicBezTo>
                    <a:cubicBezTo>
                      <a:pt x="104" y="193"/>
                      <a:pt x="104" y="193"/>
                      <a:pt x="104" y="193"/>
                    </a:cubicBezTo>
                    <a:cubicBezTo>
                      <a:pt x="105" y="193"/>
                      <a:pt x="105" y="193"/>
                      <a:pt x="105" y="193"/>
                    </a:cubicBezTo>
                    <a:cubicBezTo>
                      <a:pt x="109" y="197"/>
                      <a:pt x="109" y="197"/>
                      <a:pt x="109" y="197"/>
                    </a:cubicBezTo>
                    <a:cubicBezTo>
                      <a:pt x="116" y="199"/>
                      <a:pt x="116" y="199"/>
                      <a:pt x="116" y="199"/>
                    </a:cubicBezTo>
                    <a:cubicBezTo>
                      <a:pt x="118" y="223"/>
                      <a:pt x="118" y="223"/>
                      <a:pt x="118" y="223"/>
                    </a:cubicBezTo>
                    <a:cubicBezTo>
                      <a:pt x="135" y="225"/>
                      <a:pt x="135" y="225"/>
                      <a:pt x="135" y="225"/>
                    </a:cubicBezTo>
                    <a:cubicBezTo>
                      <a:pt x="136" y="237"/>
                      <a:pt x="136" y="237"/>
                      <a:pt x="136" y="237"/>
                    </a:cubicBezTo>
                    <a:cubicBezTo>
                      <a:pt x="141" y="242"/>
                      <a:pt x="141" y="242"/>
                      <a:pt x="141" y="242"/>
                    </a:cubicBezTo>
                    <a:cubicBezTo>
                      <a:pt x="142" y="244"/>
                      <a:pt x="142" y="244"/>
                      <a:pt x="142" y="244"/>
                    </a:cubicBezTo>
                    <a:cubicBezTo>
                      <a:pt x="144" y="254"/>
                      <a:pt x="144" y="254"/>
                      <a:pt x="144" y="254"/>
                    </a:cubicBezTo>
                    <a:cubicBezTo>
                      <a:pt x="142" y="262"/>
                      <a:pt x="142" y="262"/>
                      <a:pt x="142" y="262"/>
                    </a:cubicBezTo>
                    <a:cubicBezTo>
                      <a:pt x="142" y="263"/>
                      <a:pt x="142" y="263"/>
                      <a:pt x="142" y="263"/>
                    </a:cubicBezTo>
                    <a:cubicBezTo>
                      <a:pt x="144" y="266"/>
                      <a:pt x="144" y="266"/>
                      <a:pt x="144" y="266"/>
                    </a:cubicBezTo>
                    <a:cubicBezTo>
                      <a:pt x="140" y="269"/>
                      <a:pt x="140" y="269"/>
                      <a:pt x="140" y="269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2" y="273"/>
                      <a:pt x="143" y="276"/>
                      <a:pt x="143" y="279"/>
                    </a:cubicBezTo>
                    <a:cubicBezTo>
                      <a:pt x="144" y="282"/>
                      <a:pt x="145" y="285"/>
                      <a:pt x="145" y="288"/>
                    </a:cubicBezTo>
                    <a:cubicBezTo>
                      <a:pt x="145" y="290"/>
                      <a:pt x="145" y="290"/>
                      <a:pt x="145" y="290"/>
                    </a:cubicBezTo>
                    <a:cubicBezTo>
                      <a:pt x="157" y="290"/>
                      <a:pt x="157" y="290"/>
                      <a:pt x="157" y="290"/>
                    </a:cubicBezTo>
                    <a:cubicBezTo>
                      <a:pt x="162" y="294"/>
                      <a:pt x="162" y="294"/>
                      <a:pt x="162" y="294"/>
                    </a:cubicBezTo>
                    <a:cubicBezTo>
                      <a:pt x="164" y="312"/>
                      <a:pt x="164" y="312"/>
                      <a:pt x="164" y="312"/>
                    </a:cubicBezTo>
                    <a:cubicBezTo>
                      <a:pt x="170" y="310"/>
                      <a:pt x="170" y="310"/>
                      <a:pt x="170" y="310"/>
                    </a:cubicBezTo>
                    <a:cubicBezTo>
                      <a:pt x="175" y="312"/>
                      <a:pt x="175" y="312"/>
                      <a:pt x="175" y="312"/>
                    </a:cubicBezTo>
                    <a:cubicBezTo>
                      <a:pt x="171" y="330"/>
                      <a:pt x="171" y="330"/>
                      <a:pt x="171" y="330"/>
                    </a:cubicBezTo>
                    <a:cubicBezTo>
                      <a:pt x="178" y="341"/>
                      <a:pt x="178" y="341"/>
                      <a:pt x="178" y="341"/>
                    </a:cubicBezTo>
                    <a:cubicBezTo>
                      <a:pt x="177" y="353"/>
                      <a:pt x="177" y="353"/>
                      <a:pt x="177" y="353"/>
                    </a:cubicBezTo>
                    <a:cubicBezTo>
                      <a:pt x="171" y="357"/>
                      <a:pt x="159" y="367"/>
                      <a:pt x="158" y="367"/>
                    </a:cubicBezTo>
                    <a:cubicBezTo>
                      <a:pt x="142" y="383"/>
                      <a:pt x="142" y="383"/>
                      <a:pt x="142" y="383"/>
                    </a:cubicBezTo>
                    <a:cubicBezTo>
                      <a:pt x="146" y="384"/>
                      <a:pt x="146" y="384"/>
                      <a:pt x="146" y="384"/>
                    </a:cubicBezTo>
                    <a:cubicBezTo>
                      <a:pt x="150" y="384"/>
                      <a:pt x="150" y="384"/>
                      <a:pt x="150" y="384"/>
                    </a:cubicBezTo>
                    <a:cubicBezTo>
                      <a:pt x="151" y="384"/>
                      <a:pt x="151" y="384"/>
                      <a:pt x="151" y="384"/>
                    </a:cubicBezTo>
                    <a:cubicBezTo>
                      <a:pt x="151" y="384"/>
                      <a:pt x="151" y="384"/>
                      <a:pt x="151" y="384"/>
                    </a:cubicBezTo>
                    <a:cubicBezTo>
                      <a:pt x="158" y="388"/>
                      <a:pt x="158" y="388"/>
                      <a:pt x="158" y="388"/>
                    </a:cubicBezTo>
                    <a:cubicBezTo>
                      <a:pt x="160" y="393"/>
                      <a:pt x="160" y="393"/>
                      <a:pt x="160" y="393"/>
                    </a:cubicBezTo>
                    <a:cubicBezTo>
                      <a:pt x="163" y="391"/>
                      <a:pt x="163" y="391"/>
                      <a:pt x="163" y="391"/>
                    </a:cubicBezTo>
                    <a:cubicBezTo>
                      <a:pt x="165" y="393"/>
                      <a:pt x="165" y="393"/>
                      <a:pt x="165" y="393"/>
                    </a:cubicBezTo>
                    <a:cubicBezTo>
                      <a:pt x="176" y="403"/>
                      <a:pt x="176" y="403"/>
                      <a:pt x="176" y="403"/>
                    </a:cubicBezTo>
                    <a:cubicBezTo>
                      <a:pt x="181" y="410"/>
                      <a:pt x="181" y="410"/>
                      <a:pt x="181" y="410"/>
                    </a:cubicBezTo>
                    <a:cubicBezTo>
                      <a:pt x="179" y="418"/>
                      <a:pt x="179" y="418"/>
                      <a:pt x="179" y="418"/>
                    </a:cubicBezTo>
                    <a:cubicBezTo>
                      <a:pt x="182" y="424"/>
                      <a:pt x="182" y="424"/>
                      <a:pt x="182" y="424"/>
                    </a:cubicBezTo>
                    <a:cubicBezTo>
                      <a:pt x="190" y="411"/>
                      <a:pt x="190" y="411"/>
                      <a:pt x="190" y="411"/>
                    </a:cubicBezTo>
                    <a:cubicBezTo>
                      <a:pt x="191" y="407"/>
                      <a:pt x="191" y="407"/>
                      <a:pt x="191" y="407"/>
                    </a:cubicBezTo>
                    <a:cubicBezTo>
                      <a:pt x="189" y="402"/>
                      <a:pt x="189" y="402"/>
                      <a:pt x="189" y="402"/>
                    </a:cubicBezTo>
                    <a:cubicBezTo>
                      <a:pt x="196" y="390"/>
                      <a:pt x="196" y="390"/>
                      <a:pt x="196" y="390"/>
                    </a:cubicBezTo>
                    <a:cubicBezTo>
                      <a:pt x="203" y="383"/>
                      <a:pt x="203" y="383"/>
                      <a:pt x="203" y="383"/>
                    </a:cubicBezTo>
                    <a:cubicBezTo>
                      <a:pt x="206" y="384"/>
                      <a:pt x="206" y="384"/>
                      <a:pt x="206" y="384"/>
                    </a:cubicBezTo>
                    <a:cubicBezTo>
                      <a:pt x="201" y="392"/>
                      <a:pt x="201" y="392"/>
                      <a:pt x="201" y="392"/>
                    </a:cubicBezTo>
                    <a:cubicBezTo>
                      <a:pt x="199" y="396"/>
                      <a:pt x="199" y="396"/>
                      <a:pt x="199" y="396"/>
                    </a:cubicBezTo>
                    <a:cubicBezTo>
                      <a:pt x="194" y="402"/>
                      <a:pt x="193" y="405"/>
                      <a:pt x="193" y="404"/>
                    </a:cubicBezTo>
                    <a:cubicBezTo>
                      <a:pt x="201" y="396"/>
                      <a:pt x="201" y="396"/>
                      <a:pt x="201" y="396"/>
                    </a:cubicBezTo>
                    <a:cubicBezTo>
                      <a:pt x="220" y="362"/>
                      <a:pt x="220" y="362"/>
                      <a:pt x="220" y="362"/>
                    </a:cubicBezTo>
                    <a:cubicBezTo>
                      <a:pt x="219" y="356"/>
                      <a:pt x="219" y="356"/>
                      <a:pt x="219" y="356"/>
                    </a:cubicBezTo>
                    <a:cubicBezTo>
                      <a:pt x="220" y="338"/>
                      <a:pt x="220" y="338"/>
                      <a:pt x="220" y="338"/>
                    </a:cubicBezTo>
                    <a:cubicBezTo>
                      <a:pt x="222" y="333"/>
                      <a:pt x="222" y="333"/>
                      <a:pt x="222" y="333"/>
                    </a:cubicBezTo>
                    <a:cubicBezTo>
                      <a:pt x="246" y="315"/>
                      <a:pt x="246" y="315"/>
                      <a:pt x="246" y="315"/>
                    </a:cubicBezTo>
                    <a:cubicBezTo>
                      <a:pt x="251" y="315"/>
                      <a:pt x="251" y="315"/>
                      <a:pt x="251" y="315"/>
                    </a:cubicBezTo>
                    <a:cubicBezTo>
                      <a:pt x="258" y="308"/>
                      <a:pt x="258" y="308"/>
                      <a:pt x="258" y="308"/>
                    </a:cubicBezTo>
                    <a:cubicBezTo>
                      <a:pt x="256" y="306"/>
                      <a:pt x="256" y="306"/>
                      <a:pt x="256" y="306"/>
                    </a:cubicBezTo>
                    <a:cubicBezTo>
                      <a:pt x="260" y="303"/>
                      <a:pt x="260" y="303"/>
                      <a:pt x="260" y="303"/>
                    </a:cubicBezTo>
                    <a:cubicBezTo>
                      <a:pt x="263" y="303"/>
                      <a:pt x="263" y="303"/>
                      <a:pt x="263" y="303"/>
                    </a:cubicBezTo>
                    <a:cubicBezTo>
                      <a:pt x="264" y="305"/>
                      <a:pt x="264" y="305"/>
                      <a:pt x="264" y="305"/>
                    </a:cubicBezTo>
                    <a:cubicBezTo>
                      <a:pt x="270" y="304"/>
                      <a:pt x="270" y="304"/>
                      <a:pt x="270" y="304"/>
                    </a:cubicBezTo>
                    <a:cubicBezTo>
                      <a:pt x="278" y="305"/>
                      <a:pt x="278" y="305"/>
                      <a:pt x="278" y="305"/>
                    </a:cubicBezTo>
                    <a:cubicBezTo>
                      <a:pt x="280" y="302"/>
                      <a:pt x="280" y="302"/>
                      <a:pt x="280" y="302"/>
                    </a:cubicBezTo>
                    <a:cubicBezTo>
                      <a:pt x="281" y="297"/>
                      <a:pt x="281" y="297"/>
                      <a:pt x="281" y="297"/>
                    </a:cubicBezTo>
                    <a:cubicBezTo>
                      <a:pt x="288" y="292"/>
                      <a:pt x="288" y="292"/>
                      <a:pt x="288" y="292"/>
                    </a:cubicBezTo>
                    <a:cubicBezTo>
                      <a:pt x="288" y="285"/>
                      <a:pt x="288" y="285"/>
                      <a:pt x="288" y="285"/>
                    </a:cubicBezTo>
                    <a:cubicBezTo>
                      <a:pt x="292" y="279"/>
                      <a:pt x="292" y="279"/>
                      <a:pt x="292" y="279"/>
                    </a:cubicBezTo>
                    <a:cubicBezTo>
                      <a:pt x="293" y="271"/>
                      <a:pt x="293" y="271"/>
                      <a:pt x="293" y="271"/>
                    </a:cubicBezTo>
                    <a:cubicBezTo>
                      <a:pt x="298" y="264"/>
                      <a:pt x="298" y="264"/>
                      <a:pt x="298" y="264"/>
                    </a:cubicBezTo>
                    <a:cubicBezTo>
                      <a:pt x="299" y="257"/>
                      <a:pt x="299" y="257"/>
                      <a:pt x="299" y="257"/>
                    </a:cubicBezTo>
                    <a:cubicBezTo>
                      <a:pt x="306" y="249"/>
                      <a:pt x="306" y="249"/>
                      <a:pt x="306" y="249"/>
                    </a:cubicBezTo>
                    <a:cubicBezTo>
                      <a:pt x="304" y="239"/>
                      <a:pt x="304" y="239"/>
                      <a:pt x="304" y="239"/>
                    </a:cubicBezTo>
                    <a:cubicBezTo>
                      <a:pt x="308" y="234"/>
                      <a:pt x="308" y="234"/>
                      <a:pt x="308" y="234"/>
                    </a:cubicBezTo>
                    <a:cubicBezTo>
                      <a:pt x="307" y="229"/>
                      <a:pt x="307" y="229"/>
                      <a:pt x="307" y="229"/>
                    </a:cubicBezTo>
                    <a:cubicBezTo>
                      <a:pt x="306" y="223"/>
                      <a:pt x="306" y="223"/>
                      <a:pt x="306" y="223"/>
                    </a:cubicBezTo>
                    <a:cubicBezTo>
                      <a:pt x="309" y="217"/>
                      <a:pt x="309" y="217"/>
                      <a:pt x="309" y="217"/>
                    </a:cubicBezTo>
                    <a:cubicBezTo>
                      <a:pt x="309" y="204"/>
                      <a:pt x="309" y="204"/>
                      <a:pt x="309" y="204"/>
                    </a:cubicBezTo>
                    <a:cubicBezTo>
                      <a:pt x="309" y="203"/>
                      <a:pt x="310" y="200"/>
                      <a:pt x="312" y="194"/>
                    </a:cubicBezTo>
                    <a:cubicBezTo>
                      <a:pt x="314" y="194"/>
                      <a:pt x="314" y="194"/>
                      <a:pt x="314" y="194"/>
                    </a:cubicBezTo>
                    <a:cubicBezTo>
                      <a:pt x="315" y="197"/>
                      <a:pt x="315" y="197"/>
                      <a:pt x="315" y="197"/>
                    </a:cubicBezTo>
                    <a:cubicBezTo>
                      <a:pt x="317" y="192"/>
                      <a:pt x="317" y="192"/>
                      <a:pt x="317" y="192"/>
                    </a:cubicBezTo>
                    <a:cubicBezTo>
                      <a:pt x="330" y="170"/>
                      <a:pt x="330" y="170"/>
                      <a:pt x="330" y="170"/>
                    </a:cubicBezTo>
                    <a:cubicBezTo>
                      <a:pt x="337" y="163"/>
                      <a:pt x="337" y="163"/>
                      <a:pt x="337" y="163"/>
                    </a:cubicBezTo>
                    <a:cubicBezTo>
                      <a:pt x="344" y="153"/>
                      <a:pt x="344" y="153"/>
                      <a:pt x="344" y="153"/>
                    </a:cubicBezTo>
                    <a:cubicBezTo>
                      <a:pt x="349" y="139"/>
                      <a:pt x="349" y="139"/>
                      <a:pt x="349" y="139"/>
                    </a:cubicBezTo>
                    <a:cubicBezTo>
                      <a:pt x="347" y="139"/>
                      <a:pt x="347" y="139"/>
                      <a:pt x="347" y="139"/>
                    </a:cubicBezTo>
                    <a:lnTo>
                      <a:pt x="349" y="12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21" name="Google Shape;1121;p41"/>
              <p:cNvSpPr/>
              <p:nvPr/>
            </p:nvSpPr>
            <p:spPr>
              <a:xfrm>
                <a:off x="4654968" y="4048263"/>
                <a:ext cx="218356" cy="278228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0" extrusionOk="0">
                    <a:moveTo>
                      <a:pt x="4" y="43"/>
                    </a:moveTo>
                    <a:cubicBezTo>
                      <a:pt x="4" y="64"/>
                      <a:pt x="4" y="64"/>
                      <a:pt x="4" y="64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4" y="78"/>
                      <a:pt x="9" y="89"/>
                      <a:pt x="13" y="99"/>
                    </a:cubicBezTo>
                    <a:cubicBezTo>
                      <a:pt x="21" y="134"/>
                      <a:pt x="21" y="134"/>
                      <a:pt x="21" y="134"/>
                    </a:cubicBezTo>
                    <a:cubicBezTo>
                      <a:pt x="27" y="139"/>
                      <a:pt x="27" y="139"/>
                      <a:pt x="27" y="139"/>
                    </a:cubicBezTo>
                    <a:cubicBezTo>
                      <a:pt x="33" y="129"/>
                      <a:pt x="33" y="129"/>
                      <a:pt x="33" y="129"/>
                    </a:cubicBezTo>
                    <a:cubicBezTo>
                      <a:pt x="47" y="129"/>
                      <a:pt x="47" y="129"/>
                      <a:pt x="47" y="129"/>
                    </a:cubicBezTo>
                    <a:cubicBezTo>
                      <a:pt x="52" y="140"/>
                      <a:pt x="52" y="140"/>
                      <a:pt x="52" y="140"/>
                    </a:cubicBezTo>
                    <a:cubicBezTo>
                      <a:pt x="59" y="128"/>
                      <a:pt x="59" y="128"/>
                      <a:pt x="59" y="128"/>
                    </a:cubicBezTo>
                    <a:cubicBezTo>
                      <a:pt x="65" y="132"/>
                      <a:pt x="65" y="132"/>
                      <a:pt x="65" y="132"/>
                    </a:cubicBezTo>
                    <a:cubicBezTo>
                      <a:pt x="68" y="134"/>
                      <a:pt x="68" y="134"/>
                      <a:pt x="68" y="134"/>
                    </a:cubicBezTo>
                    <a:cubicBezTo>
                      <a:pt x="68" y="129"/>
                      <a:pt x="69" y="123"/>
                      <a:pt x="70" y="118"/>
                    </a:cubicBezTo>
                    <a:cubicBezTo>
                      <a:pt x="71" y="115"/>
                      <a:pt x="72" y="112"/>
                      <a:pt x="73" y="109"/>
                    </a:cubicBezTo>
                    <a:cubicBezTo>
                      <a:pt x="97" y="104"/>
                      <a:pt x="97" y="104"/>
                      <a:pt x="97" y="104"/>
                    </a:cubicBezTo>
                    <a:cubicBezTo>
                      <a:pt x="106" y="109"/>
                      <a:pt x="106" y="109"/>
                      <a:pt x="106" y="109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108" y="103"/>
                      <a:pt x="108" y="103"/>
                      <a:pt x="108" y="103"/>
                    </a:cubicBezTo>
                    <a:cubicBezTo>
                      <a:pt x="108" y="102"/>
                      <a:pt x="108" y="102"/>
                      <a:pt x="108" y="102"/>
                    </a:cubicBezTo>
                    <a:cubicBezTo>
                      <a:pt x="110" y="94"/>
                      <a:pt x="110" y="94"/>
                      <a:pt x="110" y="94"/>
                    </a:cubicBezTo>
                    <a:cubicBezTo>
                      <a:pt x="108" y="84"/>
                      <a:pt x="108" y="84"/>
                      <a:pt x="108" y="84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1" y="65"/>
                      <a:pt x="101" y="65"/>
                      <a:pt x="101" y="65"/>
                    </a:cubicBezTo>
                    <a:cubicBezTo>
                      <a:pt x="84" y="63"/>
                      <a:pt x="84" y="63"/>
                      <a:pt x="84" y="63"/>
                    </a:cubicBezTo>
                    <a:cubicBezTo>
                      <a:pt x="82" y="39"/>
                      <a:pt x="82" y="39"/>
                      <a:pt x="82" y="39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0" y="33"/>
                      <a:pt x="70" y="33"/>
                      <a:pt x="70" y="3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3"/>
                      <a:pt x="18" y="5"/>
                      <a:pt x="10" y="7"/>
                    </a:cubicBezTo>
                    <a:cubicBezTo>
                      <a:pt x="7" y="8"/>
                      <a:pt x="4" y="8"/>
                      <a:pt x="1" y="9"/>
                    </a:cubicBezTo>
                    <a:cubicBezTo>
                      <a:pt x="9" y="28"/>
                      <a:pt x="9" y="28"/>
                      <a:pt x="9" y="28"/>
                    </a:cubicBezTo>
                    <a:lnTo>
                      <a:pt x="4" y="43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122" name="Google Shape;1122;p41"/>
              <p:cNvGrpSpPr/>
              <p:nvPr/>
            </p:nvGrpSpPr>
            <p:grpSpPr>
              <a:xfrm>
                <a:off x="4595092" y="4301832"/>
                <a:ext cx="345143" cy="804160"/>
                <a:chOff x="2427287" y="4713288"/>
                <a:chExt cx="466725" cy="1087437"/>
              </a:xfrm>
            </p:grpSpPr>
            <p:sp>
              <p:nvSpPr>
                <p:cNvPr id="1123" name="Google Shape;1123;p41"/>
                <p:cNvSpPr/>
                <p:nvPr/>
              </p:nvSpPr>
              <p:spPr>
                <a:xfrm>
                  <a:off x="2427287" y="4713288"/>
                  <a:ext cx="466725" cy="973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362" extrusionOk="0">
                      <a:moveTo>
                        <a:pt x="132" y="127"/>
                      </a:moveTo>
                      <a:cubicBezTo>
                        <a:pt x="132" y="125"/>
                        <a:pt x="132" y="125"/>
                        <a:pt x="132" y="125"/>
                      </a:cubicBezTo>
                      <a:cubicBezTo>
                        <a:pt x="132" y="105"/>
                        <a:pt x="132" y="105"/>
                        <a:pt x="132" y="105"/>
                      </a:cubicBezTo>
                      <a:cubicBezTo>
                        <a:pt x="138" y="95"/>
                        <a:pt x="138" y="95"/>
                        <a:pt x="138" y="95"/>
                      </a:cubicBezTo>
                      <a:cubicBezTo>
                        <a:pt x="138" y="95"/>
                        <a:pt x="154" y="79"/>
                        <a:pt x="154" y="79"/>
                      </a:cubicBezTo>
                      <a:cubicBezTo>
                        <a:pt x="173" y="65"/>
                        <a:pt x="173" y="65"/>
                        <a:pt x="173" y="65"/>
                      </a:cubicBezTo>
                      <a:cubicBezTo>
                        <a:pt x="174" y="53"/>
                        <a:pt x="174" y="53"/>
                        <a:pt x="174" y="53"/>
                      </a:cubicBezTo>
                      <a:cubicBezTo>
                        <a:pt x="167" y="42"/>
                        <a:pt x="167" y="42"/>
                        <a:pt x="167" y="42"/>
                      </a:cubicBezTo>
                      <a:cubicBezTo>
                        <a:pt x="164" y="54"/>
                        <a:pt x="164" y="54"/>
                        <a:pt x="164" y="54"/>
                      </a:cubicBezTo>
                      <a:cubicBezTo>
                        <a:pt x="155" y="57"/>
                        <a:pt x="144" y="59"/>
                        <a:pt x="135" y="62"/>
                      </a:cubicBezTo>
                      <a:cubicBezTo>
                        <a:pt x="137" y="44"/>
                        <a:pt x="137" y="44"/>
                        <a:pt x="137" y="44"/>
                      </a:cubicBezTo>
                      <a:cubicBezTo>
                        <a:pt x="98" y="6"/>
                        <a:pt x="98" y="6"/>
                        <a:pt x="98" y="6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82" y="12"/>
                        <a:pt x="82" y="12"/>
                        <a:pt x="82" y="12"/>
                      </a:cubicBezTo>
                      <a:cubicBezTo>
                        <a:pt x="77" y="1"/>
                        <a:pt x="77" y="1"/>
                        <a:pt x="77" y="1"/>
                      </a:cubicBezTo>
                      <a:cubicBezTo>
                        <a:pt x="63" y="1"/>
                        <a:pt x="63" y="1"/>
                        <a:pt x="63" y="1"/>
                      </a:cubicBezTo>
                      <a:cubicBezTo>
                        <a:pt x="57" y="11"/>
                        <a:pt x="57" y="11"/>
                        <a:pt x="57" y="11"/>
                      </a:cubicBezTo>
                      <a:cubicBezTo>
                        <a:pt x="57" y="14"/>
                        <a:pt x="57" y="14"/>
                        <a:pt x="57" y="14"/>
                      </a:cubicBezTo>
                      <a:cubicBezTo>
                        <a:pt x="56" y="29"/>
                        <a:pt x="56" y="29"/>
                        <a:pt x="56" y="29"/>
                      </a:cubicBezTo>
                      <a:cubicBezTo>
                        <a:pt x="43" y="42"/>
                        <a:pt x="43" y="42"/>
                        <a:pt x="43" y="42"/>
                      </a:cubicBezTo>
                      <a:cubicBezTo>
                        <a:pt x="42" y="72"/>
                        <a:pt x="42" y="72"/>
                        <a:pt x="42" y="72"/>
                      </a:cubicBezTo>
                      <a:cubicBezTo>
                        <a:pt x="34" y="78"/>
                        <a:pt x="34" y="78"/>
                        <a:pt x="34" y="78"/>
                      </a:cubicBezTo>
                      <a:cubicBezTo>
                        <a:pt x="23" y="105"/>
                        <a:pt x="23" y="105"/>
                        <a:pt x="23" y="105"/>
                      </a:cubicBezTo>
                      <a:cubicBezTo>
                        <a:pt x="29" y="130"/>
                        <a:pt x="29" y="130"/>
                        <a:pt x="29" y="130"/>
                      </a:cubicBezTo>
                      <a:cubicBezTo>
                        <a:pt x="19" y="169"/>
                        <a:pt x="19" y="169"/>
                        <a:pt x="19" y="169"/>
                      </a:cubicBezTo>
                      <a:cubicBezTo>
                        <a:pt x="20" y="176"/>
                        <a:pt x="20" y="176"/>
                        <a:pt x="20" y="176"/>
                      </a:cubicBezTo>
                      <a:cubicBezTo>
                        <a:pt x="14" y="198"/>
                        <a:pt x="14" y="198"/>
                        <a:pt x="14" y="198"/>
                      </a:cubicBezTo>
                      <a:cubicBezTo>
                        <a:pt x="14" y="204"/>
                        <a:pt x="14" y="204"/>
                        <a:pt x="14" y="204"/>
                      </a:cubicBezTo>
                      <a:cubicBezTo>
                        <a:pt x="11" y="210"/>
                        <a:pt x="11" y="210"/>
                        <a:pt x="11" y="210"/>
                      </a:cubicBezTo>
                      <a:cubicBezTo>
                        <a:pt x="10" y="245"/>
                        <a:pt x="10" y="245"/>
                        <a:pt x="10" y="245"/>
                      </a:cubicBezTo>
                      <a:cubicBezTo>
                        <a:pt x="14" y="254"/>
                        <a:pt x="14" y="254"/>
                        <a:pt x="14" y="254"/>
                      </a:cubicBezTo>
                      <a:cubicBezTo>
                        <a:pt x="12" y="271"/>
                        <a:pt x="12" y="271"/>
                        <a:pt x="12" y="271"/>
                      </a:cubicBezTo>
                      <a:cubicBezTo>
                        <a:pt x="5" y="278"/>
                        <a:pt x="5" y="278"/>
                        <a:pt x="5" y="278"/>
                      </a:cubicBezTo>
                      <a:cubicBezTo>
                        <a:pt x="0" y="295"/>
                        <a:pt x="0" y="295"/>
                        <a:pt x="0" y="295"/>
                      </a:cubicBezTo>
                      <a:cubicBezTo>
                        <a:pt x="4" y="307"/>
                        <a:pt x="4" y="307"/>
                        <a:pt x="4" y="307"/>
                      </a:cubicBezTo>
                      <a:cubicBezTo>
                        <a:pt x="6" y="314"/>
                        <a:pt x="6" y="314"/>
                        <a:pt x="6" y="314"/>
                      </a:cubicBezTo>
                      <a:cubicBezTo>
                        <a:pt x="6" y="316"/>
                        <a:pt x="6" y="316"/>
                        <a:pt x="6" y="316"/>
                      </a:cubicBezTo>
                      <a:cubicBezTo>
                        <a:pt x="5" y="323"/>
                        <a:pt x="5" y="323"/>
                        <a:pt x="5" y="323"/>
                      </a:cubicBezTo>
                      <a:cubicBezTo>
                        <a:pt x="3" y="334"/>
                        <a:pt x="3" y="334"/>
                        <a:pt x="3" y="334"/>
                      </a:cubicBezTo>
                      <a:cubicBezTo>
                        <a:pt x="5" y="343"/>
                        <a:pt x="5" y="343"/>
                        <a:pt x="5" y="343"/>
                      </a:cubicBezTo>
                      <a:cubicBezTo>
                        <a:pt x="11" y="343"/>
                        <a:pt x="11" y="343"/>
                        <a:pt x="11" y="343"/>
                      </a:cubicBezTo>
                      <a:cubicBezTo>
                        <a:pt x="17" y="354"/>
                        <a:pt x="17" y="354"/>
                        <a:pt x="17" y="354"/>
                      </a:cubicBezTo>
                      <a:cubicBezTo>
                        <a:pt x="20" y="358"/>
                        <a:pt x="20" y="358"/>
                        <a:pt x="20" y="358"/>
                      </a:cubicBezTo>
                      <a:cubicBezTo>
                        <a:pt x="22" y="360"/>
                        <a:pt x="22" y="360"/>
                        <a:pt x="22" y="360"/>
                      </a:cubicBezTo>
                      <a:cubicBezTo>
                        <a:pt x="25" y="358"/>
                        <a:pt x="25" y="358"/>
                        <a:pt x="25" y="358"/>
                      </a:cubicBezTo>
                      <a:cubicBezTo>
                        <a:pt x="25" y="362"/>
                        <a:pt x="25" y="362"/>
                        <a:pt x="25" y="362"/>
                      </a:cubicBezTo>
                      <a:cubicBezTo>
                        <a:pt x="28" y="362"/>
                        <a:pt x="28" y="362"/>
                        <a:pt x="28" y="362"/>
                      </a:cubicBezTo>
                      <a:cubicBezTo>
                        <a:pt x="31" y="356"/>
                        <a:pt x="31" y="356"/>
                        <a:pt x="31" y="356"/>
                      </a:cubicBezTo>
                      <a:cubicBezTo>
                        <a:pt x="35" y="356"/>
                        <a:pt x="35" y="356"/>
                        <a:pt x="35" y="356"/>
                      </a:cubicBezTo>
                      <a:cubicBezTo>
                        <a:pt x="38" y="360"/>
                        <a:pt x="38" y="360"/>
                        <a:pt x="38" y="360"/>
                      </a:cubicBezTo>
                      <a:cubicBezTo>
                        <a:pt x="42" y="359"/>
                        <a:pt x="42" y="359"/>
                        <a:pt x="42" y="359"/>
                      </a:cubicBezTo>
                      <a:cubicBezTo>
                        <a:pt x="38" y="350"/>
                        <a:pt x="38" y="350"/>
                        <a:pt x="38" y="350"/>
                      </a:cubicBezTo>
                      <a:cubicBezTo>
                        <a:pt x="40" y="335"/>
                        <a:pt x="40" y="335"/>
                        <a:pt x="40" y="335"/>
                      </a:cubicBezTo>
                      <a:cubicBezTo>
                        <a:pt x="42" y="330"/>
                        <a:pt x="42" y="330"/>
                        <a:pt x="42" y="330"/>
                      </a:cubicBezTo>
                      <a:cubicBezTo>
                        <a:pt x="47" y="331"/>
                        <a:pt x="47" y="331"/>
                        <a:pt x="47" y="331"/>
                      </a:cubicBezTo>
                      <a:cubicBezTo>
                        <a:pt x="49" y="326"/>
                        <a:pt x="49" y="326"/>
                        <a:pt x="49" y="326"/>
                      </a:cubicBezTo>
                      <a:cubicBezTo>
                        <a:pt x="49" y="320"/>
                        <a:pt x="49" y="320"/>
                        <a:pt x="49" y="320"/>
                      </a:cubicBezTo>
                      <a:cubicBezTo>
                        <a:pt x="58" y="310"/>
                        <a:pt x="58" y="310"/>
                        <a:pt x="58" y="310"/>
                      </a:cubicBezTo>
                      <a:cubicBezTo>
                        <a:pt x="66" y="308"/>
                        <a:pt x="66" y="308"/>
                        <a:pt x="66" y="308"/>
                      </a:cubicBezTo>
                      <a:cubicBezTo>
                        <a:pt x="66" y="305"/>
                        <a:pt x="66" y="305"/>
                        <a:pt x="66" y="305"/>
                      </a:cubicBezTo>
                      <a:cubicBezTo>
                        <a:pt x="64" y="303"/>
                        <a:pt x="64" y="303"/>
                        <a:pt x="64" y="303"/>
                      </a:cubicBezTo>
                      <a:cubicBezTo>
                        <a:pt x="66" y="299"/>
                        <a:pt x="66" y="299"/>
                        <a:pt x="66" y="299"/>
                      </a:cubicBezTo>
                      <a:cubicBezTo>
                        <a:pt x="66" y="294"/>
                        <a:pt x="66" y="294"/>
                        <a:pt x="66" y="294"/>
                      </a:cubicBezTo>
                      <a:cubicBezTo>
                        <a:pt x="59" y="293"/>
                        <a:pt x="59" y="293"/>
                        <a:pt x="59" y="293"/>
                      </a:cubicBezTo>
                      <a:cubicBezTo>
                        <a:pt x="54" y="288"/>
                        <a:pt x="54" y="288"/>
                        <a:pt x="54" y="288"/>
                      </a:cubicBezTo>
                      <a:cubicBezTo>
                        <a:pt x="56" y="279"/>
                        <a:pt x="56" y="279"/>
                        <a:pt x="56" y="279"/>
                      </a:cubicBezTo>
                      <a:cubicBezTo>
                        <a:pt x="67" y="271"/>
                        <a:pt x="67" y="271"/>
                        <a:pt x="67" y="271"/>
                      </a:cubicBezTo>
                      <a:cubicBezTo>
                        <a:pt x="64" y="270"/>
                        <a:pt x="64" y="270"/>
                        <a:pt x="64" y="270"/>
                      </a:cubicBezTo>
                      <a:cubicBezTo>
                        <a:pt x="65" y="267"/>
                        <a:pt x="65" y="267"/>
                        <a:pt x="65" y="267"/>
                      </a:cubicBezTo>
                      <a:cubicBezTo>
                        <a:pt x="69" y="261"/>
                        <a:pt x="69" y="261"/>
                        <a:pt x="69" y="261"/>
                      </a:cubicBezTo>
                      <a:cubicBezTo>
                        <a:pt x="69" y="251"/>
                        <a:pt x="69" y="251"/>
                        <a:pt x="69" y="251"/>
                      </a:cubicBezTo>
                      <a:cubicBezTo>
                        <a:pt x="79" y="243"/>
                        <a:pt x="79" y="243"/>
                        <a:pt x="79" y="243"/>
                      </a:cubicBezTo>
                      <a:cubicBezTo>
                        <a:pt x="74" y="242"/>
                        <a:pt x="74" y="242"/>
                        <a:pt x="74" y="242"/>
                      </a:cubicBezTo>
                      <a:cubicBezTo>
                        <a:pt x="74" y="238"/>
                        <a:pt x="74" y="238"/>
                        <a:pt x="74" y="238"/>
                      </a:cubicBezTo>
                      <a:cubicBezTo>
                        <a:pt x="78" y="236"/>
                        <a:pt x="78" y="236"/>
                        <a:pt x="78" y="236"/>
                      </a:cubicBezTo>
                      <a:cubicBezTo>
                        <a:pt x="80" y="239"/>
                        <a:pt x="80" y="239"/>
                        <a:pt x="80" y="239"/>
                      </a:cubicBezTo>
                      <a:cubicBezTo>
                        <a:pt x="83" y="239"/>
                        <a:pt x="83" y="239"/>
                        <a:pt x="83" y="239"/>
                      </a:cubicBezTo>
                      <a:cubicBezTo>
                        <a:pt x="84" y="234"/>
                        <a:pt x="84" y="234"/>
                        <a:pt x="84" y="234"/>
                      </a:cubicBezTo>
                      <a:cubicBezTo>
                        <a:pt x="82" y="231"/>
                        <a:pt x="82" y="231"/>
                        <a:pt x="82" y="231"/>
                      </a:cubicBezTo>
                      <a:cubicBezTo>
                        <a:pt x="77" y="233"/>
                        <a:pt x="77" y="233"/>
                        <a:pt x="77" y="233"/>
                      </a:cubicBezTo>
                      <a:cubicBezTo>
                        <a:pt x="72" y="216"/>
                        <a:pt x="72" y="216"/>
                        <a:pt x="72" y="216"/>
                      </a:cubicBezTo>
                      <a:cubicBezTo>
                        <a:pt x="79" y="221"/>
                        <a:pt x="79" y="221"/>
                        <a:pt x="79" y="221"/>
                      </a:cubicBezTo>
                      <a:cubicBezTo>
                        <a:pt x="85" y="221"/>
                        <a:pt x="85" y="221"/>
                        <a:pt x="85" y="221"/>
                      </a:cubicBezTo>
                      <a:cubicBezTo>
                        <a:pt x="92" y="217"/>
                        <a:pt x="92" y="217"/>
                        <a:pt x="92" y="217"/>
                      </a:cubicBezTo>
                      <a:cubicBezTo>
                        <a:pt x="92" y="215"/>
                        <a:pt x="92" y="213"/>
                        <a:pt x="92" y="213"/>
                      </a:cubicBezTo>
                      <a:cubicBezTo>
                        <a:pt x="93" y="212"/>
                        <a:pt x="94" y="210"/>
                        <a:pt x="96" y="205"/>
                      </a:cubicBezTo>
                      <a:cubicBezTo>
                        <a:pt x="94" y="199"/>
                        <a:pt x="94" y="199"/>
                        <a:pt x="94" y="199"/>
                      </a:cubicBezTo>
                      <a:cubicBezTo>
                        <a:pt x="95" y="196"/>
                        <a:pt x="95" y="196"/>
                        <a:pt x="95" y="196"/>
                      </a:cubicBezTo>
                      <a:cubicBezTo>
                        <a:pt x="99" y="200"/>
                        <a:pt x="99" y="200"/>
                        <a:pt x="99" y="200"/>
                      </a:cubicBezTo>
                      <a:cubicBezTo>
                        <a:pt x="108" y="199"/>
                        <a:pt x="108" y="199"/>
                        <a:pt x="108" y="199"/>
                      </a:cubicBezTo>
                      <a:cubicBezTo>
                        <a:pt x="121" y="196"/>
                        <a:pt x="121" y="196"/>
                        <a:pt x="121" y="196"/>
                      </a:cubicBezTo>
                      <a:cubicBezTo>
                        <a:pt x="132" y="189"/>
                        <a:pt x="132" y="189"/>
                        <a:pt x="132" y="189"/>
                      </a:cubicBezTo>
                      <a:cubicBezTo>
                        <a:pt x="140" y="182"/>
                        <a:pt x="140" y="182"/>
                        <a:pt x="140" y="182"/>
                      </a:cubicBezTo>
                      <a:cubicBezTo>
                        <a:pt x="144" y="171"/>
                        <a:pt x="144" y="171"/>
                        <a:pt x="144" y="171"/>
                      </a:cubicBezTo>
                      <a:cubicBezTo>
                        <a:pt x="144" y="166"/>
                        <a:pt x="144" y="166"/>
                        <a:pt x="144" y="166"/>
                      </a:cubicBezTo>
                      <a:cubicBezTo>
                        <a:pt x="139" y="166"/>
                        <a:pt x="139" y="166"/>
                        <a:pt x="139" y="166"/>
                      </a:cubicBezTo>
                      <a:cubicBezTo>
                        <a:pt x="138" y="163"/>
                        <a:pt x="138" y="163"/>
                        <a:pt x="138" y="163"/>
                      </a:cubicBezTo>
                      <a:cubicBezTo>
                        <a:pt x="141" y="158"/>
                        <a:pt x="141" y="158"/>
                        <a:pt x="141" y="158"/>
                      </a:cubicBezTo>
                      <a:cubicBezTo>
                        <a:pt x="138" y="154"/>
                        <a:pt x="138" y="154"/>
                        <a:pt x="138" y="154"/>
                      </a:cubicBezTo>
                      <a:cubicBezTo>
                        <a:pt x="131" y="146"/>
                        <a:pt x="131" y="146"/>
                        <a:pt x="131" y="146"/>
                      </a:cubicBezTo>
                      <a:cubicBezTo>
                        <a:pt x="130" y="140"/>
                        <a:pt x="130" y="140"/>
                        <a:pt x="130" y="140"/>
                      </a:cubicBezTo>
                      <a:cubicBezTo>
                        <a:pt x="131" y="137"/>
                        <a:pt x="131" y="137"/>
                        <a:pt x="131" y="137"/>
                      </a:cubicBezTo>
                      <a:cubicBezTo>
                        <a:pt x="132" y="135"/>
                        <a:pt x="132" y="135"/>
                        <a:pt x="132" y="135"/>
                      </a:cubicBezTo>
                      <a:cubicBezTo>
                        <a:pt x="130" y="130"/>
                        <a:pt x="130" y="130"/>
                        <a:pt x="130" y="130"/>
                      </a:cubicBezTo>
                      <a:lnTo>
                        <a:pt x="132" y="12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24" name="Google Shape;1124;p41"/>
                <p:cNvSpPr/>
                <p:nvPr/>
              </p:nvSpPr>
              <p:spPr>
                <a:xfrm>
                  <a:off x="2540000" y="5781675"/>
                  <a:ext cx="2857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2" extrusionOk="0">
                      <a:moveTo>
                        <a:pt x="0" y="2"/>
                      </a:moveTo>
                      <a:lnTo>
                        <a:pt x="10" y="12"/>
                      </a:lnTo>
                      <a:lnTo>
                        <a:pt x="18" y="6"/>
                      </a:lnTo>
                      <a:lnTo>
                        <a:pt x="8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25" name="Google Shape;1125;p41"/>
                <p:cNvSpPr/>
                <p:nvPr/>
              </p:nvSpPr>
              <p:spPr>
                <a:xfrm>
                  <a:off x="2633662" y="5765800"/>
                  <a:ext cx="2698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2" extrusionOk="0">
                      <a:moveTo>
                        <a:pt x="0" y="5"/>
                      </a:moveTo>
                      <a:lnTo>
                        <a:pt x="0" y="10"/>
                      </a:lnTo>
                      <a:lnTo>
                        <a:pt x="5" y="12"/>
                      </a:lnTo>
                      <a:lnTo>
                        <a:pt x="14" y="10"/>
                      </a:lnTo>
                      <a:lnTo>
                        <a:pt x="17" y="5"/>
                      </a:lnTo>
                      <a:lnTo>
                        <a:pt x="8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26" name="Google Shape;1126;p41"/>
                <p:cNvSpPr/>
                <p:nvPr/>
              </p:nvSpPr>
              <p:spPr>
                <a:xfrm>
                  <a:off x="2533650" y="5729288"/>
                  <a:ext cx="80962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0" extrusionOk="0">
                      <a:moveTo>
                        <a:pt x="3" y="0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10" y="16"/>
                        <a:pt x="16" y="17"/>
                        <a:pt x="21" y="20"/>
                      </a:cubicBezTo>
                      <a:cubicBezTo>
                        <a:pt x="28" y="17"/>
                        <a:pt x="28" y="17"/>
                        <a:pt x="28" y="17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24" y="11"/>
                        <a:pt x="19" y="8"/>
                        <a:pt x="14" y="5"/>
                      </a:cubicBezTo>
                      <a:cubicBezTo>
                        <a:pt x="11" y="4"/>
                        <a:pt x="7" y="2"/>
                        <a:pt x="3" y="0"/>
                      </a:cubicBez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127" name="Google Shape;1127;p41"/>
              <p:cNvSpPr/>
              <p:nvPr/>
            </p:nvSpPr>
            <p:spPr>
              <a:xfrm>
                <a:off x="4622097" y="3408456"/>
                <a:ext cx="68090" cy="59871"/>
              </a:xfrm>
              <a:custGeom>
                <a:avLst/>
                <a:gdLst/>
                <a:ahLst/>
                <a:cxnLst/>
                <a:rect l="l" t="t" r="r" b="b"/>
                <a:pathLst>
                  <a:path w="34" h="30" extrusionOk="0">
                    <a:moveTo>
                      <a:pt x="24" y="6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8" y="23"/>
                      <a:pt x="21" y="23"/>
                      <a:pt x="24" y="23"/>
                    </a:cubicBezTo>
                    <a:cubicBezTo>
                      <a:pt x="26" y="23"/>
                      <a:pt x="29" y="24"/>
                      <a:pt x="32" y="24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23" y="10"/>
                      <a:pt x="23" y="10"/>
                      <a:pt x="23" y="10"/>
                    </a:cubicBez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28" name="Google Shape;1128;p41"/>
              <p:cNvSpPr/>
              <p:nvPr/>
            </p:nvSpPr>
            <p:spPr>
              <a:xfrm>
                <a:off x="4707796" y="3446023"/>
                <a:ext cx="34044" cy="11740"/>
              </a:xfrm>
              <a:custGeom>
                <a:avLst/>
                <a:gdLst/>
                <a:ahLst/>
                <a:cxnLst/>
                <a:rect l="l" t="t" r="r" b="b"/>
                <a:pathLst>
                  <a:path w="29" h="10" extrusionOk="0">
                    <a:moveTo>
                      <a:pt x="0" y="0"/>
                    </a:moveTo>
                    <a:lnTo>
                      <a:pt x="0" y="9"/>
                    </a:lnTo>
                    <a:lnTo>
                      <a:pt x="15" y="7"/>
                    </a:lnTo>
                    <a:lnTo>
                      <a:pt x="26" y="10"/>
                    </a:lnTo>
                    <a:lnTo>
                      <a:pt x="29" y="0"/>
                    </a:lnTo>
                    <a:lnTo>
                      <a:pt x="14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29" name="Google Shape;1129;p41"/>
              <p:cNvSpPr/>
              <p:nvPr/>
            </p:nvSpPr>
            <p:spPr>
              <a:xfrm>
                <a:off x="4426046" y="3626812"/>
                <a:ext cx="109178" cy="59871"/>
              </a:xfrm>
              <a:custGeom>
                <a:avLst/>
                <a:gdLst/>
                <a:ahLst/>
                <a:cxnLst/>
                <a:rect l="l" t="t" r="r" b="b"/>
                <a:pathLst>
                  <a:path w="55" h="30" extrusionOk="0">
                    <a:moveTo>
                      <a:pt x="52" y="17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2" y="14"/>
                      <a:pt x="52" y="12"/>
                      <a:pt x="51" y="11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18" y="4"/>
                      <a:pt x="11" y="3"/>
                      <a:pt x="4" y="2"/>
                    </a:cubicBezTo>
                    <a:cubicBezTo>
                      <a:pt x="3" y="2"/>
                      <a:pt x="2" y="1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2" y="18"/>
                      <a:pt x="52" y="17"/>
                      <a:pt x="52" y="17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0" name="Google Shape;1130;p41"/>
              <p:cNvSpPr/>
              <p:nvPr/>
            </p:nvSpPr>
            <p:spPr>
              <a:xfrm>
                <a:off x="4352087" y="3511764"/>
                <a:ext cx="65742" cy="86873"/>
              </a:xfrm>
              <a:custGeom>
                <a:avLst/>
                <a:gdLst/>
                <a:ahLst/>
                <a:cxnLst/>
                <a:rect l="l" t="t" r="r" b="b"/>
                <a:pathLst>
                  <a:path w="33" h="44" extrusionOk="0">
                    <a:moveTo>
                      <a:pt x="29" y="44"/>
                    </a:moveTo>
                    <a:cubicBezTo>
                      <a:pt x="27" y="42"/>
                      <a:pt x="27" y="42"/>
                      <a:pt x="27" y="42"/>
                    </a:cubicBezTo>
                    <a:cubicBezTo>
                      <a:pt x="29" y="30"/>
                      <a:pt x="31" y="18"/>
                      <a:pt x="32" y="6"/>
                    </a:cubicBezTo>
                    <a:cubicBezTo>
                      <a:pt x="32" y="4"/>
                      <a:pt x="32" y="2"/>
                      <a:pt x="33" y="0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8" y="15"/>
                      <a:pt x="5" y="17"/>
                      <a:pt x="3" y="20"/>
                    </a:cubicBezTo>
                    <a:cubicBezTo>
                      <a:pt x="1" y="20"/>
                      <a:pt x="0" y="21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2" y="43"/>
                      <a:pt x="12" y="43"/>
                      <a:pt x="12" y="43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22" y="43"/>
                      <a:pt x="25" y="44"/>
                      <a:pt x="29" y="44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1" name="Google Shape;1131;p41"/>
              <p:cNvSpPr/>
              <p:nvPr/>
            </p:nvSpPr>
            <p:spPr>
              <a:xfrm>
                <a:off x="3830850" y="3118490"/>
                <a:ext cx="537673" cy="387407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95" extrusionOk="0">
                    <a:moveTo>
                      <a:pt x="232" y="187"/>
                    </a:moveTo>
                    <a:cubicBezTo>
                      <a:pt x="232" y="185"/>
                      <a:pt x="232" y="185"/>
                      <a:pt x="232" y="185"/>
                    </a:cubicBezTo>
                    <a:cubicBezTo>
                      <a:pt x="225" y="176"/>
                      <a:pt x="225" y="176"/>
                      <a:pt x="225" y="176"/>
                    </a:cubicBezTo>
                    <a:cubicBezTo>
                      <a:pt x="228" y="176"/>
                      <a:pt x="228" y="176"/>
                      <a:pt x="228" y="176"/>
                    </a:cubicBezTo>
                    <a:cubicBezTo>
                      <a:pt x="228" y="170"/>
                      <a:pt x="228" y="170"/>
                      <a:pt x="228" y="170"/>
                    </a:cubicBezTo>
                    <a:cubicBezTo>
                      <a:pt x="244" y="170"/>
                      <a:pt x="244" y="170"/>
                      <a:pt x="244" y="170"/>
                    </a:cubicBezTo>
                    <a:cubicBezTo>
                      <a:pt x="246" y="166"/>
                      <a:pt x="246" y="166"/>
                      <a:pt x="246" y="166"/>
                    </a:cubicBezTo>
                    <a:cubicBezTo>
                      <a:pt x="249" y="166"/>
                      <a:pt x="249" y="166"/>
                      <a:pt x="249" y="166"/>
                    </a:cubicBezTo>
                    <a:cubicBezTo>
                      <a:pt x="252" y="158"/>
                      <a:pt x="252" y="158"/>
                      <a:pt x="252" y="158"/>
                    </a:cubicBezTo>
                    <a:cubicBezTo>
                      <a:pt x="258" y="160"/>
                      <a:pt x="258" y="160"/>
                      <a:pt x="258" y="160"/>
                    </a:cubicBezTo>
                    <a:cubicBezTo>
                      <a:pt x="258" y="157"/>
                      <a:pt x="258" y="157"/>
                      <a:pt x="258" y="157"/>
                    </a:cubicBezTo>
                    <a:cubicBezTo>
                      <a:pt x="261" y="162"/>
                      <a:pt x="261" y="162"/>
                      <a:pt x="261" y="162"/>
                    </a:cubicBezTo>
                    <a:cubicBezTo>
                      <a:pt x="262" y="160"/>
                      <a:pt x="262" y="159"/>
                      <a:pt x="263" y="157"/>
                    </a:cubicBezTo>
                    <a:cubicBezTo>
                      <a:pt x="263" y="153"/>
                      <a:pt x="264" y="149"/>
                      <a:pt x="266" y="144"/>
                    </a:cubicBezTo>
                    <a:cubicBezTo>
                      <a:pt x="267" y="140"/>
                      <a:pt x="268" y="137"/>
                      <a:pt x="271" y="134"/>
                    </a:cubicBezTo>
                    <a:cubicBezTo>
                      <a:pt x="270" y="129"/>
                      <a:pt x="270" y="129"/>
                      <a:pt x="270" y="129"/>
                    </a:cubicBezTo>
                    <a:cubicBezTo>
                      <a:pt x="267" y="129"/>
                      <a:pt x="263" y="129"/>
                      <a:pt x="260" y="130"/>
                    </a:cubicBezTo>
                    <a:cubicBezTo>
                      <a:pt x="257" y="130"/>
                      <a:pt x="254" y="131"/>
                      <a:pt x="251" y="132"/>
                    </a:cubicBezTo>
                    <a:cubicBezTo>
                      <a:pt x="239" y="131"/>
                      <a:pt x="239" y="131"/>
                      <a:pt x="239" y="131"/>
                    </a:cubicBezTo>
                    <a:cubicBezTo>
                      <a:pt x="235" y="134"/>
                      <a:pt x="235" y="134"/>
                      <a:pt x="235" y="134"/>
                    </a:cubicBezTo>
                    <a:cubicBezTo>
                      <a:pt x="234" y="138"/>
                      <a:pt x="233" y="141"/>
                      <a:pt x="232" y="145"/>
                    </a:cubicBezTo>
                    <a:cubicBezTo>
                      <a:pt x="231" y="148"/>
                      <a:pt x="231" y="151"/>
                      <a:pt x="230" y="153"/>
                    </a:cubicBezTo>
                    <a:cubicBezTo>
                      <a:pt x="229" y="156"/>
                      <a:pt x="228" y="158"/>
                      <a:pt x="227" y="160"/>
                    </a:cubicBezTo>
                    <a:cubicBezTo>
                      <a:pt x="225" y="161"/>
                      <a:pt x="222" y="161"/>
                      <a:pt x="219" y="162"/>
                    </a:cubicBezTo>
                    <a:cubicBezTo>
                      <a:pt x="213" y="162"/>
                      <a:pt x="213" y="162"/>
                      <a:pt x="213" y="162"/>
                    </a:cubicBezTo>
                    <a:cubicBezTo>
                      <a:pt x="208" y="166"/>
                      <a:pt x="208" y="166"/>
                      <a:pt x="208" y="166"/>
                    </a:cubicBezTo>
                    <a:cubicBezTo>
                      <a:pt x="200" y="166"/>
                      <a:pt x="200" y="166"/>
                      <a:pt x="200" y="166"/>
                    </a:cubicBezTo>
                    <a:cubicBezTo>
                      <a:pt x="198" y="163"/>
                      <a:pt x="195" y="160"/>
                      <a:pt x="192" y="158"/>
                    </a:cubicBezTo>
                    <a:cubicBezTo>
                      <a:pt x="190" y="156"/>
                      <a:pt x="187" y="154"/>
                      <a:pt x="184" y="152"/>
                    </a:cubicBezTo>
                    <a:cubicBezTo>
                      <a:pt x="179" y="143"/>
                      <a:pt x="176" y="134"/>
                      <a:pt x="173" y="125"/>
                    </a:cubicBezTo>
                    <a:cubicBezTo>
                      <a:pt x="171" y="115"/>
                      <a:pt x="169" y="105"/>
                      <a:pt x="169" y="94"/>
                    </a:cubicBezTo>
                    <a:cubicBezTo>
                      <a:pt x="175" y="86"/>
                      <a:pt x="175" y="86"/>
                      <a:pt x="175" y="86"/>
                    </a:cubicBezTo>
                    <a:cubicBezTo>
                      <a:pt x="175" y="82"/>
                      <a:pt x="175" y="82"/>
                      <a:pt x="175" y="82"/>
                    </a:cubicBezTo>
                    <a:cubicBezTo>
                      <a:pt x="172" y="80"/>
                      <a:pt x="172" y="80"/>
                      <a:pt x="172" y="80"/>
                    </a:cubicBezTo>
                    <a:cubicBezTo>
                      <a:pt x="167" y="78"/>
                      <a:pt x="163" y="75"/>
                      <a:pt x="158" y="72"/>
                    </a:cubicBezTo>
                    <a:cubicBezTo>
                      <a:pt x="156" y="70"/>
                      <a:pt x="154" y="68"/>
                      <a:pt x="151" y="66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50" y="65"/>
                      <a:pt x="150" y="65"/>
                      <a:pt x="150" y="65"/>
                    </a:cubicBezTo>
                    <a:cubicBezTo>
                      <a:pt x="146" y="56"/>
                      <a:pt x="142" y="46"/>
                      <a:pt x="138" y="38"/>
                    </a:cubicBezTo>
                    <a:cubicBezTo>
                      <a:pt x="136" y="36"/>
                      <a:pt x="135" y="35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25" y="33"/>
                      <a:pt x="125" y="33"/>
                      <a:pt x="125" y="33"/>
                    </a:cubicBezTo>
                    <a:cubicBezTo>
                      <a:pt x="119" y="42"/>
                      <a:pt x="119" y="42"/>
                      <a:pt x="119" y="42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93" y="13"/>
                      <a:pt x="93" y="13"/>
                      <a:pt x="93" y="13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60" y="12"/>
                      <a:pt x="44" y="8"/>
                      <a:pt x="28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10"/>
                      <a:pt x="4" y="17"/>
                      <a:pt x="6" y="24"/>
                    </a:cubicBezTo>
                    <a:cubicBezTo>
                      <a:pt x="7" y="26"/>
                      <a:pt x="7" y="29"/>
                      <a:pt x="7" y="31"/>
                    </a:cubicBezTo>
                    <a:cubicBezTo>
                      <a:pt x="25" y="54"/>
                      <a:pt x="25" y="54"/>
                      <a:pt x="25" y="54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26" y="66"/>
                      <a:pt x="34" y="73"/>
                      <a:pt x="43" y="81"/>
                    </a:cubicBezTo>
                    <a:cubicBezTo>
                      <a:pt x="43" y="94"/>
                      <a:pt x="43" y="94"/>
                      <a:pt x="43" y="94"/>
                    </a:cubicBezTo>
                    <a:cubicBezTo>
                      <a:pt x="46" y="96"/>
                      <a:pt x="49" y="97"/>
                      <a:pt x="52" y="99"/>
                    </a:cubicBezTo>
                    <a:cubicBezTo>
                      <a:pt x="57" y="102"/>
                      <a:pt x="60" y="105"/>
                      <a:pt x="64" y="108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7"/>
                      <a:pt x="66" y="97"/>
                      <a:pt x="66" y="97"/>
                    </a:cubicBezTo>
                    <a:cubicBezTo>
                      <a:pt x="58" y="97"/>
                      <a:pt x="58" y="97"/>
                      <a:pt x="58" y="97"/>
                    </a:cubicBezTo>
                    <a:cubicBezTo>
                      <a:pt x="53" y="87"/>
                      <a:pt x="48" y="77"/>
                      <a:pt x="42" y="68"/>
                    </a:cubicBezTo>
                    <a:cubicBezTo>
                      <a:pt x="35" y="56"/>
                      <a:pt x="28" y="43"/>
                      <a:pt x="21" y="31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30"/>
                      <a:pt x="46" y="41"/>
                      <a:pt x="52" y="51"/>
                    </a:cubicBezTo>
                    <a:cubicBezTo>
                      <a:pt x="57" y="60"/>
                      <a:pt x="64" y="69"/>
                      <a:pt x="71" y="77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102" y="118"/>
                      <a:pt x="102" y="118"/>
                      <a:pt x="102" y="118"/>
                    </a:cubicBezTo>
                    <a:cubicBezTo>
                      <a:pt x="104" y="129"/>
                      <a:pt x="104" y="129"/>
                      <a:pt x="104" y="129"/>
                    </a:cubicBezTo>
                    <a:cubicBezTo>
                      <a:pt x="98" y="135"/>
                      <a:pt x="98" y="135"/>
                      <a:pt x="98" y="135"/>
                    </a:cubicBezTo>
                    <a:cubicBezTo>
                      <a:pt x="101" y="143"/>
                      <a:pt x="101" y="143"/>
                      <a:pt x="101" y="143"/>
                    </a:cubicBezTo>
                    <a:cubicBezTo>
                      <a:pt x="129" y="168"/>
                      <a:pt x="129" y="168"/>
                      <a:pt x="129" y="168"/>
                    </a:cubicBezTo>
                    <a:cubicBezTo>
                      <a:pt x="135" y="168"/>
                      <a:pt x="135" y="168"/>
                      <a:pt x="135" y="168"/>
                    </a:cubicBezTo>
                    <a:cubicBezTo>
                      <a:pt x="142" y="175"/>
                      <a:pt x="142" y="175"/>
                      <a:pt x="142" y="175"/>
                    </a:cubicBezTo>
                    <a:cubicBezTo>
                      <a:pt x="176" y="192"/>
                      <a:pt x="176" y="192"/>
                      <a:pt x="176" y="192"/>
                    </a:cubicBezTo>
                    <a:cubicBezTo>
                      <a:pt x="181" y="192"/>
                      <a:pt x="186" y="192"/>
                      <a:pt x="191" y="191"/>
                    </a:cubicBezTo>
                    <a:cubicBezTo>
                      <a:pt x="195" y="190"/>
                      <a:pt x="198" y="189"/>
                      <a:pt x="202" y="188"/>
                    </a:cubicBezTo>
                    <a:cubicBezTo>
                      <a:pt x="212" y="195"/>
                      <a:pt x="212" y="195"/>
                      <a:pt x="212" y="195"/>
                    </a:cubicBezTo>
                    <a:cubicBezTo>
                      <a:pt x="221" y="187"/>
                      <a:pt x="221" y="187"/>
                      <a:pt x="221" y="187"/>
                    </a:cubicBezTo>
                    <a:lnTo>
                      <a:pt x="232" y="18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2" name="Google Shape;1132;p41"/>
              <p:cNvSpPr/>
              <p:nvPr/>
            </p:nvSpPr>
            <p:spPr>
              <a:xfrm>
                <a:off x="4500006" y="3442502"/>
                <a:ext cx="44610" cy="15261"/>
              </a:xfrm>
              <a:custGeom>
                <a:avLst/>
                <a:gdLst/>
                <a:ahLst/>
                <a:cxnLst/>
                <a:rect l="l" t="t" r="r" b="b"/>
                <a:pathLst>
                  <a:path w="38" h="13" extrusionOk="0">
                    <a:moveTo>
                      <a:pt x="28" y="0"/>
                    </a:moveTo>
                    <a:lnTo>
                      <a:pt x="6" y="0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11" y="8"/>
                    </a:lnTo>
                    <a:lnTo>
                      <a:pt x="16" y="13"/>
                    </a:lnTo>
                    <a:lnTo>
                      <a:pt x="38" y="12"/>
                    </a:lnTo>
                    <a:lnTo>
                      <a:pt x="38" y="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3" name="Google Shape;1133;p41"/>
              <p:cNvSpPr/>
              <p:nvPr/>
            </p:nvSpPr>
            <p:spPr>
              <a:xfrm>
                <a:off x="4566922" y="3406109"/>
                <a:ext cx="62219" cy="51654"/>
              </a:xfrm>
              <a:custGeom>
                <a:avLst/>
                <a:gdLst/>
                <a:ahLst/>
                <a:cxnLst/>
                <a:rect l="l" t="t" r="r" b="b"/>
                <a:pathLst>
                  <a:path w="31" h="26" extrusionOk="0">
                    <a:moveTo>
                      <a:pt x="30" y="4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3"/>
                      <a:pt x="19" y="24"/>
                      <a:pt x="28" y="2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31" y="4"/>
                      <a:pt x="31" y="4"/>
                      <a:pt x="31" y="4"/>
                    </a:cubicBezTo>
                    <a:lnTo>
                      <a:pt x="30" y="4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4" name="Google Shape;1134;p41"/>
              <p:cNvSpPr/>
              <p:nvPr/>
            </p:nvSpPr>
            <p:spPr>
              <a:xfrm>
                <a:off x="4251127" y="3456589"/>
                <a:ext cx="89221" cy="78655"/>
              </a:xfrm>
              <a:custGeom>
                <a:avLst/>
                <a:gdLst/>
                <a:ahLst/>
                <a:cxnLst/>
                <a:rect l="l" t="t" r="r" b="b"/>
                <a:pathLst>
                  <a:path w="45" h="40" extrusionOk="0">
                    <a:moveTo>
                      <a:pt x="27" y="34"/>
                    </a:moveTo>
                    <a:cubicBezTo>
                      <a:pt x="29" y="33"/>
                      <a:pt x="29" y="33"/>
                      <a:pt x="29" y="33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1" y="29"/>
                      <a:pt x="31" y="29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6" y="26"/>
                      <a:pt x="40" y="25"/>
                      <a:pt x="45" y="24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2" y="38"/>
                      <a:pt x="25" y="36"/>
                      <a:pt x="27" y="34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5" name="Google Shape;1135;p41"/>
              <p:cNvSpPr/>
              <p:nvPr/>
            </p:nvSpPr>
            <p:spPr>
              <a:xfrm>
                <a:off x="4308651" y="3494155"/>
                <a:ext cx="109178" cy="61046"/>
              </a:xfrm>
              <a:custGeom>
                <a:avLst/>
                <a:gdLst/>
                <a:ahLst/>
                <a:cxnLst/>
                <a:rect l="l" t="t" r="r" b="b"/>
                <a:pathLst>
                  <a:path w="55" h="31" extrusionOk="0">
                    <a:moveTo>
                      <a:pt x="50" y="4"/>
                    </a:moveTo>
                    <a:cubicBezTo>
                      <a:pt x="48" y="4"/>
                      <a:pt x="46" y="3"/>
                      <a:pt x="44" y="3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4" y="1"/>
                      <a:pt x="28" y="2"/>
                      <a:pt x="22" y="3"/>
                    </a:cubicBezTo>
                    <a:cubicBezTo>
                      <a:pt x="20" y="4"/>
                      <a:pt x="18" y="4"/>
                      <a:pt x="16" y="5"/>
                    </a:cubicBezTo>
                    <a:cubicBezTo>
                      <a:pt x="11" y="6"/>
                      <a:pt x="7" y="7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3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7" y="30"/>
                      <a:pt x="17" y="31"/>
                      <a:pt x="17" y="31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2" y="30"/>
                      <a:pt x="23" y="29"/>
                      <a:pt x="25" y="29"/>
                    </a:cubicBezTo>
                    <a:cubicBezTo>
                      <a:pt x="27" y="26"/>
                      <a:pt x="30" y="24"/>
                      <a:pt x="32" y="22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3" y="5"/>
                      <a:pt x="51" y="4"/>
                      <a:pt x="50" y="4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6" name="Google Shape;1136;p41"/>
              <p:cNvSpPr/>
              <p:nvPr/>
            </p:nvSpPr>
            <p:spPr>
              <a:xfrm>
                <a:off x="4288693" y="3522330"/>
                <a:ext cx="57524" cy="32871"/>
              </a:xfrm>
              <a:custGeom>
                <a:avLst/>
                <a:gdLst/>
                <a:ahLst/>
                <a:cxnLst/>
                <a:rect l="l" t="t" r="r" b="b"/>
                <a:pathLst>
                  <a:path w="29" h="17" extrusionOk="0">
                    <a:moveTo>
                      <a:pt x="29" y="7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9" y="0"/>
                      <a:pt x="8" y="1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17"/>
                      <a:pt x="27" y="16"/>
                      <a:pt x="27" y="16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8"/>
                      <a:pt x="29" y="8"/>
                      <a:pt x="29" y="8"/>
                    </a:cubicBezTo>
                    <a:lnTo>
                      <a:pt x="29" y="7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7" name="Google Shape;1137;p41"/>
              <p:cNvSpPr/>
              <p:nvPr/>
            </p:nvSpPr>
            <p:spPr>
              <a:xfrm>
                <a:off x="4396697" y="3342714"/>
                <a:ext cx="190181" cy="65742"/>
              </a:xfrm>
              <a:custGeom>
                <a:avLst/>
                <a:gdLst/>
                <a:ahLst/>
                <a:cxnLst/>
                <a:rect l="l" t="t" r="r" b="b"/>
                <a:pathLst>
                  <a:path w="96" h="33" extrusionOk="0">
                    <a:moveTo>
                      <a:pt x="22" y="6"/>
                    </a:moveTo>
                    <a:cubicBezTo>
                      <a:pt x="24" y="5"/>
                      <a:pt x="25" y="5"/>
                      <a:pt x="27" y="5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8" y="24"/>
                      <a:pt x="58" y="24"/>
                      <a:pt x="58" y="24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7" y="27"/>
                      <a:pt x="67" y="27"/>
                      <a:pt x="67" y="27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58" y="31"/>
                      <a:pt x="58" y="31"/>
                      <a:pt x="58" y="31"/>
                    </a:cubicBezTo>
                    <a:cubicBezTo>
                      <a:pt x="70" y="32"/>
                      <a:pt x="82" y="33"/>
                      <a:pt x="93" y="33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3" y="30"/>
                      <a:pt x="93" y="30"/>
                      <a:pt x="93" y="30"/>
                    </a:cubicBezTo>
                    <a:cubicBezTo>
                      <a:pt x="89" y="27"/>
                      <a:pt x="89" y="27"/>
                      <a:pt x="89" y="27"/>
                    </a:cubicBezTo>
                    <a:cubicBezTo>
                      <a:pt x="83" y="27"/>
                      <a:pt x="83" y="27"/>
                      <a:pt x="83" y="27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77" y="23"/>
                      <a:pt x="77" y="23"/>
                      <a:pt x="77" y="23"/>
                    </a:cubicBezTo>
                    <a:cubicBezTo>
                      <a:pt x="70" y="19"/>
                      <a:pt x="63" y="15"/>
                      <a:pt x="56" y="11"/>
                    </a:cubicBezTo>
                    <a:cubicBezTo>
                      <a:pt x="50" y="7"/>
                      <a:pt x="44" y="4"/>
                      <a:pt x="38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14" y="10"/>
                      <a:pt x="18" y="8"/>
                      <a:pt x="22" y="6"/>
                    </a:cubicBez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8" name="Google Shape;1138;p41"/>
              <p:cNvSpPr/>
              <p:nvPr/>
            </p:nvSpPr>
            <p:spPr>
              <a:xfrm>
                <a:off x="4368522" y="3597464"/>
                <a:ext cx="59871" cy="57524"/>
              </a:xfrm>
              <a:custGeom>
                <a:avLst/>
                <a:gdLst/>
                <a:ahLst/>
                <a:cxnLst/>
                <a:rect l="l" t="t" r="r" b="b"/>
                <a:pathLst>
                  <a:path w="30" h="29" extrusionOk="0">
                    <a:moveTo>
                      <a:pt x="30" y="15"/>
                    </a:moveTo>
                    <a:cubicBezTo>
                      <a:pt x="27" y="11"/>
                      <a:pt x="24" y="6"/>
                      <a:pt x="21" y="1"/>
                    </a:cubicBezTo>
                    <a:cubicBezTo>
                      <a:pt x="17" y="1"/>
                      <a:pt x="14" y="0"/>
                      <a:pt x="1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5" y="16"/>
                      <a:pt x="20" y="22"/>
                      <a:pt x="25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29" y="16"/>
                      <a:pt x="29" y="16"/>
                      <a:pt x="29" y="16"/>
                    </a:cubicBezTo>
                    <a:lnTo>
                      <a:pt x="30" y="15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39" name="Google Shape;1139;p41"/>
              <p:cNvSpPr/>
              <p:nvPr/>
            </p:nvSpPr>
            <p:spPr>
              <a:xfrm>
                <a:off x="4313346" y="3431935"/>
                <a:ext cx="29349" cy="59871"/>
              </a:xfrm>
              <a:custGeom>
                <a:avLst/>
                <a:gdLst/>
                <a:ahLst/>
                <a:cxnLst/>
                <a:rect l="l" t="t" r="r" b="b"/>
                <a:pathLst>
                  <a:path w="15" h="30" extrusionOk="0">
                    <a:moveTo>
                      <a:pt x="6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0" y="30"/>
                      <a:pt x="0" y="30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4" y="20"/>
                      <a:pt x="14" y="11"/>
                      <a:pt x="15" y="2"/>
                    </a:cubicBezTo>
                    <a:cubicBezTo>
                      <a:pt x="9" y="0"/>
                      <a:pt x="9" y="0"/>
                      <a:pt x="9" y="0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140" name="Google Shape;1140;p41"/>
              <p:cNvGrpSpPr/>
              <p:nvPr/>
            </p:nvGrpSpPr>
            <p:grpSpPr>
              <a:xfrm>
                <a:off x="3174607" y="2489244"/>
                <a:ext cx="1539056" cy="813551"/>
                <a:chOff x="506412" y="2262188"/>
                <a:chExt cx="2081212" cy="1100137"/>
              </a:xfrm>
            </p:grpSpPr>
            <p:sp>
              <p:nvSpPr>
                <p:cNvPr id="1141" name="Google Shape;1141;p41"/>
                <p:cNvSpPr/>
                <p:nvPr/>
              </p:nvSpPr>
              <p:spPr>
                <a:xfrm>
                  <a:off x="506412" y="2266950"/>
                  <a:ext cx="50800" cy="46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29" extrusionOk="0">
                      <a:moveTo>
                        <a:pt x="0" y="12"/>
                      </a:moveTo>
                      <a:lnTo>
                        <a:pt x="4" y="29"/>
                      </a:lnTo>
                      <a:lnTo>
                        <a:pt x="19" y="22"/>
                      </a:lnTo>
                      <a:lnTo>
                        <a:pt x="29" y="14"/>
                      </a:lnTo>
                      <a:lnTo>
                        <a:pt x="32" y="2"/>
                      </a:lnTo>
                      <a:lnTo>
                        <a:pt x="19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42" name="Google Shape;1142;p41"/>
                <p:cNvSpPr/>
                <p:nvPr/>
              </p:nvSpPr>
              <p:spPr>
                <a:xfrm>
                  <a:off x="966787" y="2262188"/>
                  <a:ext cx="20637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22" extrusionOk="0">
                      <a:moveTo>
                        <a:pt x="0" y="12"/>
                      </a:moveTo>
                      <a:lnTo>
                        <a:pt x="8" y="22"/>
                      </a:lnTo>
                      <a:lnTo>
                        <a:pt x="13" y="17"/>
                      </a:lnTo>
                      <a:lnTo>
                        <a:pt x="1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43" name="Google Shape;1143;p41"/>
                <p:cNvSpPr/>
                <p:nvPr/>
              </p:nvSpPr>
              <p:spPr>
                <a:xfrm>
                  <a:off x="990600" y="2336800"/>
                  <a:ext cx="42862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2" extrusionOk="0">
                      <a:moveTo>
                        <a:pt x="27" y="26"/>
                      </a:moveTo>
                      <a:lnTo>
                        <a:pt x="22" y="16"/>
                      </a:lnTo>
                      <a:lnTo>
                        <a:pt x="7" y="0"/>
                      </a:lnTo>
                      <a:lnTo>
                        <a:pt x="0" y="5"/>
                      </a:lnTo>
                      <a:lnTo>
                        <a:pt x="7" y="24"/>
                      </a:lnTo>
                      <a:lnTo>
                        <a:pt x="23" y="32"/>
                      </a:lnTo>
                      <a:lnTo>
                        <a:pt x="27" y="26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44" name="Google Shape;1144;p41"/>
                <p:cNvSpPr/>
                <p:nvPr/>
              </p:nvSpPr>
              <p:spPr>
                <a:xfrm>
                  <a:off x="1014412" y="2401888"/>
                  <a:ext cx="26987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2" extrusionOk="0">
                      <a:moveTo>
                        <a:pt x="17" y="0"/>
                      </a:moveTo>
                      <a:lnTo>
                        <a:pt x="12" y="7"/>
                      </a:lnTo>
                      <a:lnTo>
                        <a:pt x="0" y="0"/>
                      </a:lnTo>
                      <a:lnTo>
                        <a:pt x="0" y="15"/>
                      </a:lnTo>
                      <a:lnTo>
                        <a:pt x="8" y="22"/>
                      </a:lnTo>
                      <a:lnTo>
                        <a:pt x="17" y="17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45" name="Google Shape;1145;p41"/>
                <p:cNvSpPr/>
                <p:nvPr/>
              </p:nvSpPr>
              <p:spPr>
                <a:xfrm>
                  <a:off x="1033462" y="2444750"/>
                  <a:ext cx="26987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4" extrusionOk="0">
                      <a:moveTo>
                        <a:pt x="8" y="0"/>
                      </a:moveTo>
                      <a:lnTo>
                        <a:pt x="0" y="2"/>
                      </a:lnTo>
                      <a:lnTo>
                        <a:pt x="0" y="15"/>
                      </a:lnTo>
                      <a:lnTo>
                        <a:pt x="12" y="24"/>
                      </a:lnTo>
                      <a:lnTo>
                        <a:pt x="17" y="22"/>
                      </a:lnTo>
                      <a:lnTo>
                        <a:pt x="12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46" name="Google Shape;1146;p41"/>
                <p:cNvSpPr/>
                <p:nvPr/>
              </p:nvSpPr>
              <p:spPr>
                <a:xfrm>
                  <a:off x="1204912" y="2570163"/>
                  <a:ext cx="1382712" cy="792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" h="295" extrusionOk="0">
                      <a:moveTo>
                        <a:pt x="513" y="44"/>
                      </a:moveTo>
                      <a:cubicBezTo>
                        <a:pt x="508" y="38"/>
                        <a:pt x="508" y="38"/>
                        <a:pt x="508" y="38"/>
                      </a:cubicBezTo>
                      <a:cubicBezTo>
                        <a:pt x="503" y="29"/>
                        <a:pt x="503" y="29"/>
                        <a:pt x="503" y="29"/>
                      </a:cubicBezTo>
                      <a:cubicBezTo>
                        <a:pt x="488" y="37"/>
                        <a:pt x="488" y="37"/>
                        <a:pt x="488" y="37"/>
                      </a:cubicBezTo>
                      <a:cubicBezTo>
                        <a:pt x="474" y="51"/>
                        <a:pt x="474" y="51"/>
                        <a:pt x="474" y="51"/>
                      </a:cubicBezTo>
                      <a:cubicBezTo>
                        <a:pt x="439" y="52"/>
                        <a:pt x="439" y="52"/>
                        <a:pt x="439" y="52"/>
                      </a:cubicBezTo>
                      <a:cubicBezTo>
                        <a:pt x="429" y="67"/>
                        <a:pt x="429" y="67"/>
                        <a:pt x="429" y="67"/>
                      </a:cubicBezTo>
                      <a:cubicBezTo>
                        <a:pt x="432" y="66"/>
                        <a:pt x="432" y="66"/>
                        <a:pt x="432" y="66"/>
                      </a:cubicBezTo>
                      <a:cubicBezTo>
                        <a:pt x="431" y="70"/>
                        <a:pt x="431" y="70"/>
                        <a:pt x="431" y="70"/>
                      </a:cubicBezTo>
                      <a:cubicBezTo>
                        <a:pt x="431" y="73"/>
                        <a:pt x="431" y="73"/>
                        <a:pt x="431" y="73"/>
                      </a:cubicBezTo>
                      <a:cubicBezTo>
                        <a:pt x="428" y="78"/>
                        <a:pt x="428" y="78"/>
                        <a:pt x="428" y="78"/>
                      </a:cubicBezTo>
                      <a:cubicBezTo>
                        <a:pt x="406" y="80"/>
                        <a:pt x="406" y="80"/>
                        <a:pt x="406" y="80"/>
                      </a:cubicBezTo>
                      <a:cubicBezTo>
                        <a:pt x="402" y="84"/>
                        <a:pt x="402" y="84"/>
                        <a:pt x="402" y="84"/>
                      </a:cubicBezTo>
                      <a:cubicBezTo>
                        <a:pt x="404" y="84"/>
                        <a:pt x="404" y="84"/>
                        <a:pt x="404" y="84"/>
                      </a:cubicBezTo>
                      <a:cubicBezTo>
                        <a:pt x="408" y="85"/>
                        <a:pt x="408" y="85"/>
                        <a:pt x="408" y="85"/>
                      </a:cubicBezTo>
                      <a:cubicBezTo>
                        <a:pt x="405" y="88"/>
                        <a:pt x="405" y="88"/>
                        <a:pt x="405" y="88"/>
                      </a:cubicBezTo>
                      <a:cubicBezTo>
                        <a:pt x="399" y="89"/>
                        <a:pt x="399" y="89"/>
                        <a:pt x="399" y="89"/>
                      </a:cubicBezTo>
                      <a:cubicBezTo>
                        <a:pt x="393" y="95"/>
                        <a:pt x="393" y="95"/>
                        <a:pt x="393" y="95"/>
                      </a:cubicBezTo>
                      <a:cubicBezTo>
                        <a:pt x="376" y="102"/>
                        <a:pt x="376" y="102"/>
                        <a:pt x="376" y="102"/>
                      </a:cubicBezTo>
                      <a:cubicBezTo>
                        <a:pt x="370" y="99"/>
                        <a:pt x="370" y="99"/>
                        <a:pt x="370" y="99"/>
                      </a:cubicBezTo>
                      <a:cubicBezTo>
                        <a:pt x="372" y="95"/>
                        <a:pt x="372" y="95"/>
                        <a:pt x="372" y="95"/>
                      </a:cubicBezTo>
                      <a:cubicBezTo>
                        <a:pt x="370" y="93"/>
                        <a:pt x="370" y="93"/>
                        <a:pt x="370" y="93"/>
                      </a:cubicBezTo>
                      <a:cubicBezTo>
                        <a:pt x="368" y="88"/>
                        <a:pt x="368" y="88"/>
                        <a:pt x="368" y="88"/>
                      </a:cubicBezTo>
                      <a:cubicBezTo>
                        <a:pt x="373" y="82"/>
                        <a:pt x="373" y="82"/>
                        <a:pt x="373" y="82"/>
                      </a:cubicBezTo>
                      <a:cubicBezTo>
                        <a:pt x="373" y="69"/>
                        <a:pt x="373" y="69"/>
                        <a:pt x="373" y="69"/>
                      </a:cubicBezTo>
                      <a:cubicBezTo>
                        <a:pt x="368" y="71"/>
                        <a:pt x="368" y="71"/>
                        <a:pt x="368" y="71"/>
                      </a:cubicBezTo>
                      <a:cubicBezTo>
                        <a:pt x="363" y="77"/>
                        <a:pt x="363" y="77"/>
                        <a:pt x="363" y="77"/>
                      </a:cubicBezTo>
                      <a:cubicBezTo>
                        <a:pt x="361" y="76"/>
                        <a:pt x="360" y="75"/>
                        <a:pt x="360" y="74"/>
                      </a:cubicBezTo>
                      <a:cubicBezTo>
                        <a:pt x="360" y="73"/>
                        <a:pt x="362" y="71"/>
                        <a:pt x="366" y="67"/>
                      </a:cubicBezTo>
                      <a:cubicBezTo>
                        <a:pt x="369" y="60"/>
                        <a:pt x="369" y="60"/>
                        <a:pt x="369" y="60"/>
                      </a:cubicBezTo>
                      <a:cubicBezTo>
                        <a:pt x="366" y="50"/>
                        <a:pt x="366" y="50"/>
                        <a:pt x="366" y="50"/>
                      </a:cubicBezTo>
                      <a:cubicBezTo>
                        <a:pt x="362" y="48"/>
                        <a:pt x="362" y="48"/>
                        <a:pt x="362" y="48"/>
                      </a:cubicBezTo>
                      <a:cubicBezTo>
                        <a:pt x="356" y="49"/>
                        <a:pt x="356" y="49"/>
                        <a:pt x="356" y="49"/>
                      </a:cubicBezTo>
                      <a:cubicBezTo>
                        <a:pt x="352" y="54"/>
                        <a:pt x="352" y="54"/>
                        <a:pt x="352" y="54"/>
                      </a:cubicBezTo>
                      <a:cubicBezTo>
                        <a:pt x="349" y="52"/>
                        <a:pt x="349" y="52"/>
                        <a:pt x="349" y="52"/>
                      </a:cubicBezTo>
                      <a:cubicBezTo>
                        <a:pt x="342" y="65"/>
                        <a:pt x="342" y="65"/>
                        <a:pt x="342" y="65"/>
                      </a:cubicBezTo>
                      <a:cubicBezTo>
                        <a:pt x="344" y="78"/>
                        <a:pt x="344" y="78"/>
                        <a:pt x="344" y="78"/>
                      </a:cubicBezTo>
                      <a:cubicBezTo>
                        <a:pt x="342" y="88"/>
                        <a:pt x="342" y="88"/>
                        <a:pt x="342" y="88"/>
                      </a:cubicBezTo>
                      <a:cubicBezTo>
                        <a:pt x="337" y="93"/>
                        <a:pt x="337" y="93"/>
                        <a:pt x="337" y="93"/>
                      </a:cubicBezTo>
                      <a:cubicBezTo>
                        <a:pt x="333" y="92"/>
                        <a:pt x="333" y="92"/>
                        <a:pt x="333" y="92"/>
                      </a:cubicBezTo>
                      <a:cubicBezTo>
                        <a:pt x="330" y="87"/>
                        <a:pt x="330" y="87"/>
                        <a:pt x="330" y="87"/>
                      </a:cubicBezTo>
                      <a:cubicBezTo>
                        <a:pt x="330" y="70"/>
                        <a:pt x="330" y="70"/>
                        <a:pt x="330" y="70"/>
                      </a:cubicBezTo>
                      <a:cubicBezTo>
                        <a:pt x="331" y="62"/>
                        <a:pt x="331" y="62"/>
                        <a:pt x="331" y="62"/>
                      </a:cubicBezTo>
                      <a:cubicBezTo>
                        <a:pt x="335" y="54"/>
                        <a:pt x="335" y="54"/>
                        <a:pt x="335" y="54"/>
                      </a:cubicBezTo>
                      <a:cubicBezTo>
                        <a:pt x="331" y="56"/>
                        <a:pt x="331" y="56"/>
                        <a:pt x="331" y="56"/>
                      </a:cubicBezTo>
                      <a:cubicBezTo>
                        <a:pt x="327" y="61"/>
                        <a:pt x="327" y="61"/>
                        <a:pt x="327" y="61"/>
                      </a:cubicBezTo>
                      <a:cubicBezTo>
                        <a:pt x="329" y="53"/>
                        <a:pt x="329" y="53"/>
                        <a:pt x="329" y="53"/>
                      </a:cubicBezTo>
                      <a:cubicBezTo>
                        <a:pt x="332" y="48"/>
                        <a:pt x="332" y="48"/>
                        <a:pt x="332" y="48"/>
                      </a:cubicBezTo>
                      <a:cubicBezTo>
                        <a:pt x="340" y="45"/>
                        <a:pt x="340" y="45"/>
                        <a:pt x="340" y="45"/>
                      </a:cubicBezTo>
                      <a:cubicBezTo>
                        <a:pt x="345" y="47"/>
                        <a:pt x="345" y="47"/>
                        <a:pt x="345" y="47"/>
                      </a:cubicBezTo>
                      <a:cubicBezTo>
                        <a:pt x="350" y="42"/>
                        <a:pt x="350" y="42"/>
                        <a:pt x="350" y="42"/>
                      </a:cubicBezTo>
                      <a:cubicBezTo>
                        <a:pt x="359" y="42"/>
                        <a:pt x="359" y="42"/>
                        <a:pt x="359" y="42"/>
                      </a:cubicBezTo>
                      <a:cubicBezTo>
                        <a:pt x="353" y="37"/>
                        <a:pt x="353" y="37"/>
                        <a:pt x="353" y="37"/>
                      </a:cubicBezTo>
                      <a:cubicBezTo>
                        <a:pt x="352" y="32"/>
                        <a:pt x="352" y="32"/>
                        <a:pt x="352" y="32"/>
                      </a:cubicBezTo>
                      <a:cubicBezTo>
                        <a:pt x="343" y="36"/>
                        <a:pt x="343" y="36"/>
                        <a:pt x="343" y="36"/>
                      </a:cubicBezTo>
                      <a:cubicBezTo>
                        <a:pt x="337" y="37"/>
                        <a:pt x="337" y="37"/>
                        <a:pt x="337" y="37"/>
                      </a:cubicBezTo>
                      <a:cubicBezTo>
                        <a:pt x="334" y="32"/>
                        <a:pt x="334" y="32"/>
                        <a:pt x="334" y="32"/>
                      </a:cubicBezTo>
                      <a:cubicBezTo>
                        <a:pt x="325" y="31"/>
                        <a:pt x="325" y="31"/>
                        <a:pt x="325" y="31"/>
                      </a:cubicBezTo>
                      <a:cubicBezTo>
                        <a:pt x="331" y="24"/>
                        <a:pt x="331" y="24"/>
                        <a:pt x="331" y="24"/>
                      </a:cubicBezTo>
                      <a:cubicBezTo>
                        <a:pt x="311" y="35"/>
                        <a:pt x="311" y="35"/>
                        <a:pt x="311" y="35"/>
                      </a:cubicBezTo>
                      <a:cubicBezTo>
                        <a:pt x="307" y="35"/>
                        <a:pt x="307" y="35"/>
                        <a:pt x="307" y="35"/>
                      </a:cubicBezTo>
                      <a:cubicBezTo>
                        <a:pt x="306" y="31"/>
                        <a:pt x="306" y="31"/>
                        <a:pt x="306" y="31"/>
                      </a:cubicBezTo>
                      <a:cubicBezTo>
                        <a:pt x="301" y="31"/>
                        <a:pt x="301" y="31"/>
                        <a:pt x="301" y="31"/>
                      </a:cubicBezTo>
                      <a:cubicBezTo>
                        <a:pt x="298" y="34"/>
                        <a:pt x="298" y="34"/>
                        <a:pt x="298" y="34"/>
                      </a:cubicBezTo>
                      <a:cubicBezTo>
                        <a:pt x="293" y="32"/>
                        <a:pt x="293" y="32"/>
                        <a:pt x="293" y="32"/>
                      </a:cubicBezTo>
                      <a:cubicBezTo>
                        <a:pt x="297" y="27"/>
                        <a:pt x="297" y="27"/>
                        <a:pt x="297" y="27"/>
                      </a:cubicBezTo>
                      <a:cubicBezTo>
                        <a:pt x="307" y="23"/>
                        <a:pt x="307" y="23"/>
                        <a:pt x="307" y="23"/>
                      </a:cubicBezTo>
                      <a:cubicBezTo>
                        <a:pt x="308" y="22"/>
                        <a:pt x="308" y="22"/>
                        <a:pt x="308" y="22"/>
                      </a:cubicBezTo>
                      <a:cubicBezTo>
                        <a:pt x="293" y="15"/>
                        <a:pt x="293" y="15"/>
                        <a:pt x="293" y="15"/>
                      </a:cubicBezTo>
                      <a:cubicBezTo>
                        <a:pt x="286" y="15"/>
                        <a:pt x="286" y="15"/>
                        <a:pt x="286" y="15"/>
                      </a:cubicBezTo>
                      <a:cubicBezTo>
                        <a:pt x="276" y="9"/>
                        <a:pt x="276" y="9"/>
                        <a:pt x="276" y="9"/>
                      </a:cubicBezTo>
                      <a:cubicBezTo>
                        <a:pt x="272" y="1"/>
                        <a:pt x="272" y="1"/>
                        <a:pt x="272" y="1"/>
                      </a:cubicBezTo>
                      <a:cubicBezTo>
                        <a:pt x="266" y="0"/>
                        <a:pt x="266" y="0"/>
                        <a:pt x="266" y="0"/>
                      </a:cubicBezTo>
                      <a:cubicBezTo>
                        <a:pt x="264" y="3"/>
                        <a:pt x="264" y="3"/>
                        <a:pt x="264" y="3"/>
                      </a:cubicBezTo>
                      <a:cubicBezTo>
                        <a:pt x="17" y="3"/>
                        <a:pt x="17" y="3"/>
                        <a:pt x="17" y="3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3" y="21"/>
                        <a:pt x="23" y="21"/>
                        <a:pt x="23" y="21"/>
                      </a:cubicBezTo>
                      <a:cubicBezTo>
                        <a:pt x="18" y="16"/>
                        <a:pt x="18" y="16"/>
                        <a:pt x="18" y="16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7" y="35"/>
                        <a:pt x="7" y="35"/>
                        <a:pt x="7" y="35"/>
                      </a:cubicBezTo>
                      <a:cubicBezTo>
                        <a:pt x="13" y="39"/>
                        <a:pt x="13" y="39"/>
                        <a:pt x="13" y="39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3" y="84"/>
                        <a:pt x="3" y="84"/>
                        <a:pt x="3" y="84"/>
                      </a:cubicBezTo>
                      <a:cubicBezTo>
                        <a:pt x="8" y="97"/>
                        <a:pt x="8" y="97"/>
                        <a:pt x="8" y="97"/>
                      </a:cubicBezTo>
                      <a:cubicBezTo>
                        <a:pt x="8" y="105"/>
                        <a:pt x="8" y="105"/>
                        <a:pt x="8" y="105"/>
                      </a:cubicBezTo>
                      <a:cubicBezTo>
                        <a:pt x="5" y="112"/>
                        <a:pt x="5" y="112"/>
                        <a:pt x="5" y="112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27" y="161"/>
                        <a:pt x="27" y="161"/>
                        <a:pt x="27" y="161"/>
                      </a:cubicBezTo>
                      <a:cubicBezTo>
                        <a:pt x="37" y="170"/>
                        <a:pt x="37" y="170"/>
                        <a:pt x="37" y="170"/>
                      </a:cubicBezTo>
                      <a:cubicBezTo>
                        <a:pt x="38" y="179"/>
                        <a:pt x="38" y="179"/>
                        <a:pt x="38" y="179"/>
                      </a:cubicBezTo>
                      <a:cubicBezTo>
                        <a:pt x="57" y="187"/>
                        <a:pt x="57" y="187"/>
                        <a:pt x="57" y="187"/>
                      </a:cubicBezTo>
                      <a:cubicBezTo>
                        <a:pt x="66" y="194"/>
                        <a:pt x="66" y="194"/>
                        <a:pt x="66" y="194"/>
                      </a:cubicBezTo>
                      <a:cubicBezTo>
                        <a:pt x="70" y="206"/>
                        <a:pt x="70" y="206"/>
                        <a:pt x="70" y="206"/>
                      </a:cubicBezTo>
                      <a:cubicBezTo>
                        <a:pt x="98" y="202"/>
                        <a:pt x="98" y="202"/>
                        <a:pt x="98" y="202"/>
                      </a:cubicBezTo>
                      <a:cubicBezTo>
                        <a:pt x="98" y="206"/>
                        <a:pt x="98" y="206"/>
                        <a:pt x="98" y="206"/>
                      </a:cubicBezTo>
                      <a:cubicBezTo>
                        <a:pt x="114" y="210"/>
                        <a:pt x="130" y="214"/>
                        <a:pt x="145" y="218"/>
                      </a:cubicBezTo>
                      <a:cubicBezTo>
                        <a:pt x="145" y="215"/>
                        <a:pt x="145" y="215"/>
                        <a:pt x="145" y="215"/>
                      </a:cubicBezTo>
                      <a:cubicBezTo>
                        <a:pt x="163" y="215"/>
                        <a:pt x="163" y="215"/>
                        <a:pt x="163" y="215"/>
                      </a:cubicBezTo>
                      <a:cubicBezTo>
                        <a:pt x="177" y="227"/>
                        <a:pt x="177" y="227"/>
                        <a:pt x="177" y="227"/>
                      </a:cubicBezTo>
                      <a:cubicBezTo>
                        <a:pt x="178" y="235"/>
                        <a:pt x="178" y="235"/>
                        <a:pt x="178" y="235"/>
                      </a:cubicBezTo>
                      <a:cubicBezTo>
                        <a:pt x="189" y="244"/>
                        <a:pt x="189" y="244"/>
                        <a:pt x="189" y="244"/>
                      </a:cubicBezTo>
                      <a:cubicBezTo>
                        <a:pt x="195" y="235"/>
                        <a:pt x="195" y="235"/>
                        <a:pt x="195" y="235"/>
                      </a:cubicBezTo>
                      <a:cubicBezTo>
                        <a:pt x="203" y="235"/>
                        <a:pt x="203" y="235"/>
                        <a:pt x="203" y="235"/>
                      </a:cubicBezTo>
                      <a:cubicBezTo>
                        <a:pt x="203" y="235"/>
                        <a:pt x="203" y="235"/>
                        <a:pt x="203" y="235"/>
                      </a:cubicBezTo>
                      <a:cubicBezTo>
                        <a:pt x="208" y="240"/>
                        <a:pt x="208" y="240"/>
                        <a:pt x="208" y="240"/>
                      </a:cubicBezTo>
                      <a:cubicBezTo>
                        <a:pt x="220" y="267"/>
                        <a:pt x="220" y="267"/>
                        <a:pt x="220" y="267"/>
                      </a:cubicBezTo>
                      <a:cubicBezTo>
                        <a:pt x="221" y="267"/>
                        <a:pt x="221" y="267"/>
                        <a:pt x="221" y="267"/>
                      </a:cubicBezTo>
                      <a:cubicBezTo>
                        <a:pt x="221" y="268"/>
                        <a:pt x="221" y="268"/>
                        <a:pt x="221" y="268"/>
                      </a:cubicBezTo>
                      <a:cubicBezTo>
                        <a:pt x="224" y="270"/>
                        <a:pt x="226" y="272"/>
                        <a:pt x="228" y="274"/>
                      </a:cubicBezTo>
                      <a:cubicBezTo>
                        <a:pt x="233" y="277"/>
                        <a:pt x="237" y="280"/>
                        <a:pt x="242" y="282"/>
                      </a:cubicBezTo>
                      <a:cubicBezTo>
                        <a:pt x="245" y="284"/>
                        <a:pt x="245" y="284"/>
                        <a:pt x="245" y="284"/>
                      </a:cubicBezTo>
                      <a:cubicBezTo>
                        <a:pt x="246" y="265"/>
                        <a:pt x="246" y="265"/>
                        <a:pt x="246" y="265"/>
                      </a:cubicBezTo>
                      <a:cubicBezTo>
                        <a:pt x="250" y="259"/>
                        <a:pt x="250" y="259"/>
                        <a:pt x="250" y="259"/>
                      </a:cubicBezTo>
                      <a:cubicBezTo>
                        <a:pt x="265" y="246"/>
                        <a:pt x="265" y="246"/>
                        <a:pt x="265" y="246"/>
                      </a:cubicBezTo>
                      <a:cubicBezTo>
                        <a:pt x="271" y="244"/>
                        <a:pt x="271" y="244"/>
                        <a:pt x="271" y="244"/>
                      </a:cubicBezTo>
                      <a:cubicBezTo>
                        <a:pt x="277" y="239"/>
                        <a:pt x="277" y="239"/>
                        <a:pt x="277" y="239"/>
                      </a:cubicBezTo>
                      <a:cubicBezTo>
                        <a:pt x="288" y="235"/>
                        <a:pt x="288" y="235"/>
                        <a:pt x="288" y="235"/>
                      </a:cubicBezTo>
                      <a:cubicBezTo>
                        <a:pt x="298" y="238"/>
                        <a:pt x="298" y="238"/>
                        <a:pt x="298" y="238"/>
                      </a:cubicBezTo>
                      <a:cubicBezTo>
                        <a:pt x="303" y="243"/>
                        <a:pt x="303" y="243"/>
                        <a:pt x="303" y="243"/>
                      </a:cubicBezTo>
                      <a:cubicBezTo>
                        <a:pt x="308" y="243"/>
                        <a:pt x="308" y="243"/>
                        <a:pt x="308" y="243"/>
                      </a:cubicBezTo>
                      <a:cubicBezTo>
                        <a:pt x="309" y="239"/>
                        <a:pt x="309" y="239"/>
                        <a:pt x="309" y="239"/>
                      </a:cubicBezTo>
                      <a:cubicBezTo>
                        <a:pt x="313" y="240"/>
                        <a:pt x="313" y="240"/>
                        <a:pt x="313" y="240"/>
                      </a:cubicBezTo>
                      <a:cubicBezTo>
                        <a:pt x="318" y="243"/>
                        <a:pt x="318" y="243"/>
                        <a:pt x="318" y="243"/>
                      </a:cubicBezTo>
                      <a:cubicBezTo>
                        <a:pt x="319" y="240"/>
                        <a:pt x="319" y="240"/>
                        <a:pt x="319" y="240"/>
                      </a:cubicBezTo>
                      <a:cubicBezTo>
                        <a:pt x="316" y="238"/>
                        <a:pt x="316" y="238"/>
                        <a:pt x="316" y="238"/>
                      </a:cubicBezTo>
                      <a:cubicBezTo>
                        <a:pt x="317" y="235"/>
                        <a:pt x="317" y="235"/>
                        <a:pt x="317" y="235"/>
                      </a:cubicBezTo>
                      <a:cubicBezTo>
                        <a:pt x="310" y="231"/>
                        <a:pt x="310" y="231"/>
                        <a:pt x="310" y="231"/>
                      </a:cubicBezTo>
                      <a:cubicBezTo>
                        <a:pt x="307" y="227"/>
                        <a:pt x="307" y="227"/>
                        <a:pt x="307" y="227"/>
                      </a:cubicBezTo>
                      <a:cubicBezTo>
                        <a:pt x="306" y="224"/>
                        <a:pt x="306" y="224"/>
                        <a:pt x="306" y="224"/>
                      </a:cubicBezTo>
                      <a:cubicBezTo>
                        <a:pt x="311" y="226"/>
                        <a:pt x="311" y="226"/>
                        <a:pt x="311" y="226"/>
                      </a:cubicBezTo>
                      <a:cubicBezTo>
                        <a:pt x="314" y="229"/>
                        <a:pt x="314" y="229"/>
                        <a:pt x="314" y="229"/>
                      </a:cubicBezTo>
                      <a:cubicBezTo>
                        <a:pt x="321" y="231"/>
                        <a:pt x="321" y="231"/>
                        <a:pt x="321" y="231"/>
                      </a:cubicBezTo>
                      <a:cubicBezTo>
                        <a:pt x="327" y="229"/>
                        <a:pt x="327" y="229"/>
                        <a:pt x="327" y="229"/>
                      </a:cubicBezTo>
                      <a:cubicBezTo>
                        <a:pt x="333" y="229"/>
                        <a:pt x="333" y="229"/>
                        <a:pt x="333" y="229"/>
                      </a:cubicBezTo>
                      <a:cubicBezTo>
                        <a:pt x="337" y="231"/>
                        <a:pt x="337" y="231"/>
                        <a:pt x="337" y="231"/>
                      </a:cubicBezTo>
                      <a:cubicBezTo>
                        <a:pt x="341" y="230"/>
                        <a:pt x="341" y="230"/>
                        <a:pt x="341" y="230"/>
                      </a:cubicBezTo>
                      <a:cubicBezTo>
                        <a:pt x="345" y="228"/>
                        <a:pt x="345" y="228"/>
                        <a:pt x="345" y="228"/>
                      </a:cubicBezTo>
                      <a:cubicBezTo>
                        <a:pt x="351" y="230"/>
                        <a:pt x="351" y="230"/>
                        <a:pt x="351" y="230"/>
                      </a:cubicBezTo>
                      <a:cubicBezTo>
                        <a:pt x="353" y="236"/>
                        <a:pt x="353" y="236"/>
                        <a:pt x="353" y="236"/>
                      </a:cubicBezTo>
                      <a:cubicBezTo>
                        <a:pt x="356" y="238"/>
                        <a:pt x="356" y="238"/>
                        <a:pt x="356" y="238"/>
                      </a:cubicBezTo>
                      <a:cubicBezTo>
                        <a:pt x="364" y="234"/>
                        <a:pt x="364" y="234"/>
                        <a:pt x="364" y="234"/>
                      </a:cubicBezTo>
                      <a:cubicBezTo>
                        <a:pt x="366" y="234"/>
                        <a:pt x="366" y="234"/>
                        <a:pt x="366" y="234"/>
                      </a:cubicBezTo>
                      <a:cubicBezTo>
                        <a:pt x="372" y="243"/>
                        <a:pt x="372" y="243"/>
                        <a:pt x="372" y="243"/>
                      </a:cubicBezTo>
                      <a:cubicBezTo>
                        <a:pt x="373" y="250"/>
                        <a:pt x="373" y="250"/>
                        <a:pt x="373" y="250"/>
                      </a:cubicBezTo>
                      <a:cubicBezTo>
                        <a:pt x="371" y="261"/>
                        <a:pt x="371" y="261"/>
                        <a:pt x="371" y="261"/>
                      </a:cubicBezTo>
                      <a:cubicBezTo>
                        <a:pt x="373" y="268"/>
                        <a:pt x="373" y="268"/>
                        <a:pt x="373" y="268"/>
                      </a:cubicBezTo>
                      <a:cubicBezTo>
                        <a:pt x="378" y="271"/>
                        <a:pt x="378" y="271"/>
                        <a:pt x="378" y="271"/>
                      </a:cubicBezTo>
                      <a:cubicBezTo>
                        <a:pt x="385" y="285"/>
                        <a:pt x="385" y="285"/>
                        <a:pt x="385" y="285"/>
                      </a:cubicBezTo>
                      <a:cubicBezTo>
                        <a:pt x="391" y="288"/>
                        <a:pt x="391" y="288"/>
                        <a:pt x="391" y="288"/>
                      </a:cubicBezTo>
                      <a:cubicBezTo>
                        <a:pt x="392" y="290"/>
                        <a:pt x="392" y="290"/>
                        <a:pt x="392" y="290"/>
                      </a:cubicBezTo>
                      <a:cubicBezTo>
                        <a:pt x="389" y="295"/>
                        <a:pt x="389" y="295"/>
                        <a:pt x="389" y="295"/>
                      </a:cubicBezTo>
                      <a:cubicBezTo>
                        <a:pt x="395" y="289"/>
                        <a:pt x="395" y="289"/>
                        <a:pt x="395" y="289"/>
                      </a:cubicBezTo>
                      <a:cubicBezTo>
                        <a:pt x="398" y="279"/>
                        <a:pt x="398" y="279"/>
                        <a:pt x="398" y="279"/>
                      </a:cubicBezTo>
                      <a:cubicBezTo>
                        <a:pt x="397" y="261"/>
                        <a:pt x="397" y="261"/>
                        <a:pt x="397" y="261"/>
                      </a:cubicBezTo>
                      <a:cubicBezTo>
                        <a:pt x="387" y="232"/>
                        <a:pt x="387" y="232"/>
                        <a:pt x="387" y="232"/>
                      </a:cubicBezTo>
                      <a:cubicBezTo>
                        <a:pt x="387" y="221"/>
                        <a:pt x="387" y="221"/>
                        <a:pt x="387" y="221"/>
                      </a:cubicBezTo>
                      <a:cubicBezTo>
                        <a:pt x="391" y="206"/>
                        <a:pt x="391" y="206"/>
                        <a:pt x="391" y="206"/>
                      </a:cubicBezTo>
                      <a:cubicBezTo>
                        <a:pt x="401" y="201"/>
                        <a:pt x="401" y="201"/>
                        <a:pt x="401" y="201"/>
                      </a:cubicBezTo>
                      <a:cubicBezTo>
                        <a:pt x="415" y="191"/>
                        <a:pt x="415" y="191"/>
                        <a:pt x="415" y="191"/>
                      </a:cubicBezTo>
                      <a:cubicBezTo>
                        <a:pt x="433" y="170"/>
                        <a:pt x="433" y="170"/>
                        <a:pt x="433" y="170"/>
                      </a:cubicBezTo>
                      <a:cubicBezTo>
                        <a:pt x="434" y="156"/>
                        <a:pt x="434" y="156"/>
                        <a:pt x="434" y="156"/>
                      </a:cubicBezTo>
                      <a:cubicBezTo>
                        <a:pt x="428" y="152"/>
                        <a:pt x="428" y="152"/>
                        <a:pt x="428" y="152"/>
                      </a:cubicBezTo>
                      <a:cubicBezTo>
                        <a:pt x="426" y="147"/>
                        <a:pt x="426" y="147"/>
                        <a:pt x="426" y="147"/>
                      </a:cubicBezTo>
                      <a:cubicBezTo>
                        <a:pt x="426" y="133"/>
                        <a:pt x="426" y="133"/>
                        <a:pt x="426" y="133"/>
                      </a:cubicBezTo>
                      <a:cubicBezTo>
                        <a:pt x="431" y="122"/>
                        <a:pt x="431" y="122"/>
                        <a:pt x="431" y="122"/>
                      </a:cubicBezTo>
                      <a:cubicBezTo>
                        <a:pt x="431" y="130"/>
                        <a:pt x="431" y="130"/>
                        <a:pt x="431" y="130"/>
                      </a:cubicBezTo>
                      <a:cubicBezTo>
                        <a:pt x="432" y="133"/>
                        <a:pt x="432" y="133"/>
                        <a:pt x="432" y="133"/>
                      </a:cubicBezTo>
                      <a:cubicBezTo>
                        <a:pt x="431" y="137"/>
                        <a:pt x="431" y="137"/>
                        <a:pt x="431" y="137"/>
                      </a:cubicBezTo>
                      <a:cubicBezTo>
                        <a:pt x="435" y="143"/>
                        <a:pt x="435" y="143"/>
                        <a:pt x="435" y="143"/>
                      </a:cubicBezTo>
                      <a:cubicBezTo>
                        <a:pt x="434" y="150"/>
                        <a:pt x="434" y="150"/>
                        <a:pt x="434" y="150"/>
                      </a:cubicBezTo>
                      <a:cubicBezTo>
                        <a:pt x="442" y="136"/>
                        <a:pt x="442" y="136"/>
                        <a:pt x="442" y="136"/>
                      </a:cubicBezTo>
                      <a:cubicBezTo>
                        <a:pt x="443" y="130"/>
                        <a:pt x="443" y="130"/>
                        <a:pt x="443" y="130"/>
                      </a:cubicBezTo>
                      <a:cubicBezTo>
                        <a:pt x="438" y="125"/>
                        <a:pt x="438" y="125"/>
                        <a:pt x="438" y="125"/>
                      </a:cubicBezTo>
                      <a:cubicBezTo>
                        <a:pt x="439" y="115"/>
                        <a:pt x="439" y="115"/>
                        <a:pt x="439" y="115"/>
                      </a:cubicBezTo>
                      <a:cubicBezTo>
                        <a:pt x="443" y="121"/>
                        <a:pt x="443" y="121"/>
                        <a:pt x="443" y="121"/>
                      </a:cubicBezTo>
                      <a:cubicBezTo>
                        <a:pt x="445" y="127"/>
                        <a:pt x="445" y="127"/>
                        <a:pt x="445" y="127"/>
                      </a:cubicBezTo>
                      <a:cubicBezTo>
                        <a:pt x="455" y="108"/>
                        <a:pt x="455" y="108"/>
                        <a:pt x="455" y="108"/>
                      </a:cubicBezTo>
                      <a:cubicBezTo>
                        <a:pt x="451" y="107"/>
                        <a:pt x="451" y="107"/>
                        <a:pt x="451" y="107"/>
                      </a:cubicBezTo>
                      <a:cubicBezTo>
                        <a:pt x="452" y="104"/>
                        <a:pt x="452" y="104"/>
                        <a:pt x="452" y="104"/>
                      </a:cubicBezTo>
                      <a:cubicBezTo>
                        <a:pt x="458" y="97"/>
                        <a:pt x="458" y="97"/>
                        <a:pt x="458" y="97"/>
                      </a:cubicBezTo>
                      <a:cubicBezTo>
                        <a:pt x="473" y="93"/>
                        <a:pt x="473" y="93"/>
                        <a:pt x="473" y="93"/>
                      </a:cubicBezTo>
                      <a:cubicBezTo>
                        <a:pt x="484" y="91"/>
                        <a:pt x="484" y="91"/>
                        <a:pt x="484" y="91"/>
                      </a:cubicBezTo>
                      <a:cubicBezTo>
                        <a:pt x="485" y="88"/>
                        <a:pt x="485" y="88"/>
                        <a:pt x="485" y="88"/>
                      </a:cubicBezTo>
                      <a:cubicBezTo>
                        <a:pt x="481" y="84"/>
                        <a:pt x="481" y="84"/>
                        <a:pt x="481" y="84"/>
                      </a:cubicBezTo>
                      <a:cubicBezTo>
                        <a:pt x="482" y="77"/>
                        <a:pt x="482" y="77"/>
                        <a:pt x="482" y="77"/>
                      </a:cubicBezTo>
                      <a:cubicBezTo>
                        <a:pt x="494" y="69"/>
                        <a:pt x="494" y="69"/>
                        <a:pt x="494" y="69"/>
                      </a:cubicBezTo>
                      <a:cubicBezTo>
                        <a:pt x="496" y="64"/>
                        <a:pt x="496" y="64"/>
                        <a:pt x="496" y="64"/>
                      </a:cubicBezTo>
                      <a:cubicBezTo>
                        <a:pt x="498" y="66"/>
                        <a:pt x="498" y="66"/>
                        <a:pt x="498" y="66"/>
                      </a:cubicBezTo>
                      <a:cubicBezTo>
                        <a:pt x="498" y="69"/>
                        <a:pt x="498" y="69"/>
                        <a:pt x="498" y="69"/>
                      </a:cubicBezTo>
                      <a:cubicBezTo>
                        <a:pt x="511" y="61"/>
                        <a:pt x="511" y="61"/>
                        <a:pt x="511" y="61"/>
                      </a:cubicBezTo>
                      <a:cubicBezTo>
                        <a:pt x="511" y="54"/>
                        <a:pt x="511" y="54"/>
                        <a:pt x="511" y="54"/>
                      </a:cubicBezTo>
                      <a:cubicBezTo>
                        <a:pt x="515" y="54"/>
                        <a:pt x="515" y="54"/>
                        <a:pt x="515" y="54"/>
                      </a:cubicBezTo>
                      <a:lnTo>
                        <a:pt x="513" y="44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1147" name="Google Shape;1147;p41"/>
              <p:cNvSpPr/>
              <p:nvPr/>
            </p:nvSpPr>
            <p:spPr>
              <a:xfrm>
                <a:off x="2936294" y="2026707"/>
                <a:ext cx="649198" cy="543543"/>
              </a:xfrm>
              <a:custGeom>
                <a:avLst/>
                <a:gdLst/>
                <a:ahLst/>
                <a:cxnLst/>
                <a:rect l="l" t="t" r="r" b="b"/>
                <a:pathLst>
                  <a:path w="327" h="274" extrusionOk="0">
                    <a:moveTo>
                      <a:pt x="321" y="240"/>
                    </a:moveTo>
                    <a:cubicBezTo>
                      <a:pt x="314" y="227"/>
                      <a:pt x="314" y="227"/>
                      <a:pt x="314" y="227"/>
                    </a:cubicBezTo>
                    <a:cubicBezTo>
                      <a:pt x="307" y="215"/>
                      <a:pt x="307" y="215"/>
                      <a:pt x="307" y="215"/>
                    </a:cubicBezTo>
                    <a:cubicBezTo>
                      <a:pt x="273" y="206"/>
                      <a:pt x="273" y="206"/>
                      <a:pt x="273" y="206"/>
                    </a:cubicBezTo>
                    <a:cubicBezTo>
                      <a:pt x="255" y="194"/>
                      <a:pt x="255" y="194"/>
                      <a:pt x="255" y="194"/>
                    </a:cubicBezTo>
                    <a:cubicBezTo>
                      <a:pt x="243" y="194"/>
                      <a:pt x="243" y="194"/>
                      <a:pt x="243" y="194"/>
                    </a:cubicBezTo>
                    <a:cubicBezTo>
                      <a:pt x="235" y="188"/>
                      <a:pt x="235" y="188"/>
                      <a:pt x="235" y="188"/>
                    </a:cubicBezTo>
                    <a:cubicBezTo>
                      <a:pt x="235" y="35"/>
                      <a:pt x="235" y="35"/>
                      <a:pt x="235" y="35"/>
                    </a:cubicBezTo>
                    <a:cubicBezTo>
                      <a:pt x="233" y="35"/>
                      <a:pt x="230" y="35"/>
                      <a:pt x="227" y="34"/>
                    </a:cubicBezTo>
                    <a:cubicBezTo>
                      <a:pt x="218" y="33"/>
                      <a:pt x="209" y="30"/>
                      <a:pt x="200" y="28"/>
                    </a:cubicBezTo>
                    <a:cubicBezTo>
                      <a:pt x="200" y="23"/>
                      <a:pt x="200" y="23"/>
                      <a:pt x="200" y="23"/>
                    </a:cubicBezTo>
                    <a:cubicBezTo>
                      <a:pt x="197" y="21"/>
                      <a:pt x="195" y="21"/>
                      <a:pt x="193" y="20"/>
                    </a:cubicBezTo>
                    <a:cubicBezTo>
                      <a:pt x="188" y="19"/>
                      <a:pt x="184" y="18"/>
                      <a:pt x="180" y="18"/>
                    </a:cubicBezTo>
                    <a:cubicBezTo>
                      <a:pt x="179" y="11"/>
                      <a:pt x="179" y="11"/>
                      <a:pt x="179" y="11"/>
                    </a:cubicBezTo>
                    <a:cubicBezTo>
                      <a:pt x="160" y="10"/>
                      <a:pt x="160" y="10"/>
                      <a:pt x="160" y="1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37" y="4"/>
                      <a:pt x="137" y="4"/>
                      <a:pt x="137" y="4"/>
                    </a:cubicBezTo>
                    <a:cubicBezTo>
                      <a:pt x="134" y="4"/>
                      <a:pt x="131" y="3"/>
                      <a:pt x="129" y="3"/>
                    </a:cubicBezTo>
                    <a:cubicBezTo>
                      <a:pt x="122" y="3"/>
                      <a:pt x="116" y="3"/>
                      <a:pt x="110" y="4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59" y="39"/>
                      <a:pt x="59" y="39"/>
                      <a:pt x="59" y="39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35" y="60"/>
                      <a:pt x="35" y="60"/>
                      <a:pt x="35" y="60"/>
                    </a:cubicBezTo>
                    <a:cubicBezTo>
                      <a:pt x="35" y="63"/>
                      <a:pt x="36" y="66"/>
                      <a:pt x="38" y="68"/>
                    </a:cubicBezTo>
                    <a:cubicBezTo>
                      <a:pt x="42" y="76"/>
                      <a:pt x="46" y="82"/>
                      <a:pt x="50" y="89"/>
                    </a:cubicBezTo>
                    <a:cubicBezTo>
                      <a:pt x="63" y="100"/>
                      <a:pt x="63" y="100"/>
                      <a:pt x="63" y="100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9" y="109"/>
                      <a:pt x="59" y="109"/>
                      <a:pt x="59" y="109"/>
                    </a:cubicBezTo>
                    <a:cubicBezTo>
                      <a:pt x="55" y="109"/>
                      <a:pt x="51" y="110"/>
                      <a:pt x="47" y="109"/>
                    </a:cubicBezTo>
                    <a:cubicBezTo>
                      <a:pt x="44" y="109"/>
                      <a:pt x="40" y="108"/>
                      <a:pt x="37" y="10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2" y="123"/>
                      <a:pt x="2" y="123"/>
                      <a:pt x="2" y="123"/>
                    </a:cubicBezTo>
                    <a:cubicBezTo>
                      <a:pt x="14" y="124"/>
                      <a:pt x="14" y="124"/>
                      <a:pt x="14" y="124"/>
                    </a:cubicBezTo>
                    <a:cubicBezTo>
                      <a:pt x="11" y="128"/>
                      <a:pt x="11" y="128"/>
                      <a:pt x="11" y="128"/>
                    </a:cubicBezTo>
                    <a:cubicBezTo>
                      <a:pt x="23" y="136"/>
                      <a:pt x="23" y="136"/>
                      <a:pt x="23" y="136"/>
                    </a:cubicBezTo>
                    <a:cubicBezTo>
                      <a:pt x="34" y="135"/>
                      <a:pt x="34" y="135"/>
                      <a:pt x="34" y="135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54" y="131"/>
                      <a:pt x="54" y="131"/>
                      <a:pt x="54" y="131"/>
                    </a:cubicBezTo>
                    <a:cubicBezTo>
                      <a:pt x="62" y="125"/>
                      <a:pt x="62" y="125"/>
                      <a:pt x="62" y="125"/>
                    </a:cubicBezTo>
                    <a:cubicBezTo>
                      <a:pt x="67" y="128"/>
                      <a:pt x="67" y="128"/>
                      <a:pt x="67" y="128"/>
                    </a:cubicBezTo>
                    <a:cubicBezTo>
                      <a:pt x="59" y="137"/>
                      <a:pt x="59" y="137"/>
                      <a:pt x="59" y="137"/>
                    </a:cubicBezTo>
                    <a:cubicBezTo>
                      <a:pt x="63" y="138"/>
                      <a:pt x="63" y="138"/>
                      <a:pt x="63" y="138"/>
                    </a:cubicBezTo>
                    <a:cubicBezTo>
                      <a:pt x="63" y="150"/>
                      <a:pt x="63" y="150"/>
                      <a:pt x="63" y="150"/>
                    </a:cubicBezTo>
                    <a:cubicBezTo>
                      <a:pt x="45" y="158"/>
                      <a:pt x="45" y="158"/>
                      <a:pt x="45" y="158"/>
                    </a:cubicBezTo>
                    <a:cubicBezTo>
                      <a:pt x="40" y="157"/>
                      <a:pt x="40" y="157"/>
                      <a:pt x="40" y="157"/>
                    </a:cubicBezTo>
                    <a:cubicBezTo>
                      <a:pt x="37" y="162"/>
                      <a:pt x="33" y="166"/>
                      <a:pt x="31" y="171"/>
                    </a:cubicBezTo>
                    <a:cubicBezTo>
                      <a:pt x="29" y="173"/>
                      <a:pt x="28" y="176"/>
                      <a:pt x="27" y="179"/>
                    </a:cubicBezTo>
                    <a:cubicBezTo>
                      <a:pt x="20" y="182"/>
                      <a:pt x="20" y="182"/>
                      <a:pt x="20" y="182"/>
                    </a:cubicBezTo>
                    <a:cubicBezTo>
                      <a:pt x="20" y="187"/>
                      <a:pt x="20" y="187"/>
                      <a:pt x="20" y="187"/>
                    </a:cubicBezTo>
                    <a:cubicBezTo>
                      <a:pt x="28" y="189"/>
                      <a:pt x="28" y="189"/>
                      <a:pt x="28" y="189"/>
                    </a:cubicBezTo>
                    <a:cubicBezTo>
                      <a:pt x="32" y="194"/>
                      <a:pt x="32" y="194"/>
                      <a:pt x="32" y="194"/>
                    </a:cubicBezTo>
                    <a:cubicBezTo>
                      <a:pt x="32" y="201"/>
                      <a:pt x="32" y="201"/>
                      <a:pt x="32" y="201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12"/>
                      <a:pt x="47" y="212"/>
                      <a:pt x="47" y="212"/>
                    </a:cubicBezTo>
                    <a:cubicBezTo>
                      <a:pt x="53" y="201"/>
                      <a:pt x="53" y="201"/>
                      <a:pt x="53" y="201"/>
                    </a:cubicBezTo>
                    <a:cubicBezTo>
                      <a:pt x="59" y="213"/>
                      <a:pt x="59" y="213"/>
                      <a:pt x="59" y="213"/>
                    </a:cubicBezTo>
                    <a:cubicBezTo>
                      <a:pt x="54" y="224"/>
                      <a:pt x="54" y="224"/>
                      <a:pt x="54" y="224"/>
                    </a:cubicBezTo>
                    <a:cubicBezTo>
                      <a:pt x="59" y="227"/>
                      <a:pt x="59" y="227"/>
                      <a:pt x="59" y="227"/>
                    </a:cubicBezTo>
                    <a:cubicBezTo>
                      <a:pt x="71" y="218"/>
                      <a:pt x="71" y="218"/>
                      <a:pt x="71" y="218"/>
                    </a:cubicBezTo>
                    <a:cubicBezTo>
                      <a:pt x="83" y="229"/>
                      <a:pt x="83" y="229"/>
                      <a:pt x="83" y="229"/>
                    </a:cubicBezTo>
                    <a:cubicBezTo>
                      <a:pt x="87" y="219"/>
                      <a:pt x="87" y="219"/>
                      <a:pt x="87" y="219"/>
                    </a:cubicBezTo>
                    <a:cubicBezTo>
                      <a:pt x="90" y="221"/>
                      <a:pt x="90" y="221"/>
                      <a:pt x="90" y="221"/>
                    </a:cubicBezTo>
                    <a:cubicBezTo>
                      <a:pt x="103" y="217"/>
                      <a:pt x="103" y="217"/>
                      <a:pt x="103" y="217"/>
                    </a:cubicBezTo>
                    <a:cubicBezTo>
                      <a:pt x="100" y="220"/>
                      <a:pt x="97" y="223"/>
                      <a:pt x="95" y="227"/>
                    </a:cubicBezTo>
                    <a:cubicBezTo>
                      <a:pt x="91" y="232"/>
                      <a:pt x="88" y="238"/>
                      <a:pt x="85" y="244"/>
                    </a:cubicBezTo>
                    <a:cubicBezTo>
                      <a:pt x="70" y="253"/>
                      <a:pt x="70" y="253"/>
                      <a:pt x="70" y="253"/>
                    </a:cubicBezTo>
                    <a:cubicBezTo>
                      <a:pt x="65" y="261"/>
                      <a:pt x="65" y="261"/>
                      <a:pt x="65" y="261"/>
                    </a:cubicBezTo>
                    <a:cubicBezTo>
                      <a:pt x="61" y="257"/>
                      <a:pt x="61" y="257"/>
                      <a:pt x="61" y="257"/>
                    </a:cubicBezTo>
                    <a:cubicBezTo>
                      <a:pt x="54" y="260"/>
                      <a:pt x="54" y="260"/>
                      <a:pt x="54" y="260"/>
                    </a:cubicBezTo>
                    <a:cubicBezTo>
                      <a:pt x="51" y="266"/>
                      <a:pt x="51" y="266"/>
                      <a:pt x="51" y="266"/>
                    </a:cubicBezTo>
                    <a:cubicBezTo>
                      <a:pt x="44" y="269"/>
                      <a:pt x="44" y="269"/>
                      <a:pt x="44" y="269"/>
                    </a:cubicBezTo>
                    <a:cubicBezTo>
                      <a:pt x="44" y="274"/>
                      <a:pt x="44" y="274"/>
                      <a:pt x="44" y="274"/>
                    </a:cubicBezTo>
                    <a:cubicBezTo>
                      <a:pt x="53" y="271"/>
                      <a:pt x="53" y="271"/>
                      <a:pt x="53" y="271"/>
                    </a:cubicBezTo>
                    <a:cubicBezTo>
                      <a:pt x="57" y="266"/>
                      <a:pt x="57" y="266"/>
                      <a:pt x="57" y="266"/>
                    </a:cubicBezTo>
                    <a:cubicBezTo>
                      <a:pt x="59" y="270"/>
                      <a:pt x="59" y="270"/>
                      <a:pt x="59" y="270"/>
                    </a:cubicBezTo>
                    <a:cubicBezTo>
                      <a:pt x="89" y="257"/>
                      <a:pt x="89" y="257"/>
                      <a:pt x="89" y="257"/>
                    </a:cubicBezTo>
                    <a:cubicBezTo>
                      <a:pt x="88" y="251"/>
                      <a:pt x="88" y="251"/>
                      <a:pt x="88" y="251"/>
                    </a:cubicBezTo>
                    <a:cubicBezTo>
                      <a:pt x="97" y="252"/>
                      <a:pt x="97" y="252"/>
                      <a:pt x="97" y="252"/>
                    </a:cubicBezTo>
                    <a:cubicBezTo>
                      <a:pt x="130" y="221"/>
                      <a:pt x="130" y="221"/>
                      <a:pt x="130" y="221"/>
                    </a:cubicBezTo>
                    <a:cubicBezTo>
                      <a:pt x="124" y="218"/>
                      <a:pt x="124" y="218"/>
                      <a:pt x="124" y="218"/>
                    </a:cubicBezTo>
                    <a:cubicBezTo>
                      <a:pt x="135" y="204"/>
                      <a:pt x="135" y="204"/>
                      <a:pt x="135" y="204"/>
                    </a:cubicBezTo>
                    <a:cubicBezTo>
                      <a:pt x="139" y="203"/>
                      <a:pt x="139" y="203"/>
                      <a:pt x="139" y="203"/>
                    </a:cubicBezTo>
                    <a:cubicBezTo>
                      <a:pt x="154" y="186"/>
                      <a:pt x="154" y="186"/>
                      <a:pt x="154" y="186"/>
                    </a:cubicBezTo>
                    <a:cubicBezTo>
                      <a:pt x="164" y="184"/>
                      <a:pt x="164" y="184"/>
                      <a:pt x="164" y="184"/>
                    </a:cubicBezTo>
                    <a:cubicBezTo>
                      <a:pt x="164" y="192"/>
                      <a:pt x="164" y="192"/>
                      <a:pt x="164" y="192"/>
                    </a:cubicBezTo>
                    <a:cubicBezTo>
                      <a:pt x="157" y="192"/>
                      <a:pt x="157" y="192"/>
                      <a:pt x="157" y="192"/>
                    </a:cubicBezTo>
                    <a:cubicBezTo>
                      <a:pt x="145" y="207"/>
                      <a:pt x="145" y="207"/>
                      <a:pt x="145" y="207"/>
                    </a:cubicBezTo>
                    <a:cubicBezTo>
                      <a:pt x="147" y="212"/>
                      <a:pt x="147" y="212"/>
                      <a:pt x="147" y="212"/>
                    </a:cubicBezTo>
                    <a:cubicBezTo>
                      <a:pt x="143" y="218"/>
                      <a:pt x="143" y="218"/>
                      <a:pt x="143" y="218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68" y="207"/>
                      <a:pt x="168" y="207"/>
                      <a:pt x="168" y="207"/>
                    </a:cubicBezTo>
                    <a:cubicBezTo>
                      <a:pt x="177" y="207"/>
                      <a:pt x="177" y="207"/>
                      <a:pt x="177" y="207"/>
                    </a:cubicBezTo>
                    <a:cubicBezTo>
                      <a:pt x="175" y="196"/>
                      <a:pt x="175" y="196"/>
                      <a:pt x="175" y="196"/>
                    </a:cubicBezTo>
                    <a:cubicBezTo>
                      <a:pt x="180" y="192"/>
                      <a:pt x="180" y="192"/>
                      <a:pt x="180" y="192"/>
                    </a:cubicBezTo>
                    <a:cubicBezTo>
                      <a:pt x="186" y="193"/>
                      <a:pt x="186" y="193"/>
                      <a:pt x="186" y="193"/>
                    </a:cubicBezTo>
                    <a:cubicBezTo>
                      <a:pt x="193" y="190"/>
                      <a:pt x="193" y="190"/>
                      <a:pt x="193" y="190"/>
                    </a:cubicBezTo>
                    <a:cubicBezTo>
                      <a:pt x="192" y="196"/>
                      <a:pt x="192" y="196"/>
                      <a:pt x="192" y="196"/>
                    </a:cubicBezTo>
                    <a:cubicBezTo>
                      <a:pt x="194" y="198"/>
                      <a:pt x="196" y="199"/>
                      <a:pt x="197" y="200"/>
                    </a:cubicBezTo>
                    <a:cubicBezTo>
                      <a:pt x="199" y="201"/>
                      <a:pt x="201" y="202"/>
                      <a:pt x="203" y="202"/>
                    </a:cubicBezTo>
                    <a:cubicBezTo>
                      <a:pt x="207" y="204"/>
                      <a:pt x="212" y="206"/>
                      <a:pt x="216" y="207"/>
                    </a:cubicBezTo>
                    <a:cubicBezTo>
                      <a:pt x="222" y="204"/>
                      <a:pt x="222" y="204"/>
                      <a:pt x="222" y="204"/>
                    </a:cubicBezTo>
                    <a:cubicBezTo>
                      <a:pt x="224" y="210"/>
                      <a:pt x="224" y="210"/>
                      <a:pt x="224" y="210"/>
                    </a:cubicBezTo>
                    <a:cubicBezTo>
                      <a:pt x="235" y="209"/>
                      <a:pt x="235" y="209"/>
                      <a:pt x="235" y="209"/>
                    </a:cubicBezTo>
                    <a:cubicBezTo>
                      <a:pt x="237" y="209"/>
                      <a:pt x="237" y="209"/>
                      <a:pt x="237" y="209"/>
                    </a:cubicBezTo>
                    <a:cubicBezTo>
                      <a:pt x="248" y="218"/>
                      <a:pt x="248" y="218"/>
                      <a:pt x="248" y="218"/>
                    </a:cubicBezTo>
                    <a:cubicBezTo>
                      <a:pt x="257" y="215"/>
                      <a:pt x="257" y="215"/>
                      <a:pt x="257" y="215"/>
                    </a:cubicBezTo>
                    <a:cubicBezTo>
                      <a:pt x="258" y="223"/>
                      <a:pt x="258" y="223"/>
                      <a:pt x="258" y="223"/>
                    </a:cubicBezTo>
                    <a:cubicBezTo>
                      <a:pt x="276" y="232"/>
                      <a:pt x="276" y="232"/>
                      <a:pt x="276" y="232"/>
                    </a:cubicBezTo>
                    <a:cubicBezTo>
                      <a:pt x="279" y="229"/>
                      <a:pt x="279" y="229"/>
                      <a:pt x="279" y="229"/>
                    </a:cubicBezTo>
                    <a:cubicBezTo>
                      <a:pt x="287" y="228"/>
                      <a:pt x="287" y="228"/>
                      <a:pt x="287" y="228"/>
                    </a:cubicBezTo>
                    <a:cubicBezTo>
                      <a:pt x="290" y="223"/>
                      <a:pt x="290" y="223"/>
                      <a:pt x="290" y="223"/>
                    </a:cubicBezTo>
                    <a:cubicBezTo>
                      <a:pt x="302" y="235"/>
                      <a:pt x="302" y="235"/>
                      <a:pt x="302" y="235"/>
                    </a:cubicBezTo>
                    <a:cubicBezTo>
                      <a:pt x="304" y="242"/>
                      <a:pt x="304" y="242"/>
                      <a:pt x="304" y="242"/>
                    </a:cubicBezTo>
                    <a:cubicBezTo>
                      <a:pt x="309" y="249"/>
                      <a:pt x="309" y="249"/>
                      <a:pt x="309" y="249"/>
                    </a:cubicBezTo>
                    <a:cubicBezTo>
                      <a:pt x="316" y="261"/>
                      <a:pt x="316" y="261"/>
                      <a:pt x="316" y="261"/>
                    </a:cubicBezTo>
                    <a:cubicBezTo>
                      <a:pt x="320" y="267"/>
                      <a:pt x="320" y="267"/>
                      <a:pt x="320" y="267"/>
                    </a:cubicBezTo>
                    <a:cubicBezTo>
                      <a:pt x="327" y="263"/>
                      <a:pt x="327" y="263"/>
                      <a:pt x="327" y="263"/>
                    </a:cubicBezTo>
                    <a:cubicBezTo>
                      <a:pt x="321" y="252"/>
                      <a:pt x="321" y="252"/>
                      <a:pt x="321" y="252"/>
                    </a:cubicBezTo>
                    <a:lnTo>
                      <a:pt x="321" y="240"/>
                    </a:lnTo>
                    <a:close/>
                  </a:path>
                </a:pathLst>
              </a:custGeom>
              <a:solidFill>
                <a:srgbClr val="C8C9C7"/>
              </a:solidFill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933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1148" name="Google Shape;1148;p41"/>
              <p:cNvGrpSpPr/>
              <p:nvPr/>
            </p:nvGrpSpPr>
            <p:grpSpPr>
              <a:xfrm>
                <a:off x="3403528" y="1783696"/>
                <a:ext cx="1562535" cy="1122302"/>
                <a:chOff x="815975" y="1308100"/>
                <a:chExt cx="2112962" cy="1517650"/>
              </a:xfrm>
            </p:grpSpPr>
            <p:sp>
              <p:nvSpPr>
                <p:cNvPr id="1149" name="Google Shape;1149;p41"/>
                <p:cNvSpPr/>
                <p:nvPr/>
              </p:nvSpPr>
              <p:spPr>
                <a:xfrm>
                  <a:off x="1123950" y="2522538"/>
                  <a:ext cx="115887" cy="7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28" extrusionOk="0">
                      <a:moveTo>
                        <a:pt x="37" y="17"/>
                      </a:move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9" y="11"/>
                        <a:pt x="19" y="18"/>
                        <a:pt x="29" y="24"/>
                      </a:cubicBezTo>
                      <a:cubicBezTo>
                        <a:pt x="33" y="26"/>
                        <a:pt x="38" y="27"/>
                        <a:pt x="43" y="28"/>
                      </a:cubicBezTo>
                      <a:lnTo>
                        <a:pt x="37" y="1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0" name="Google Shape;1150;p41"/>
                <p:cNvSpPr/>
                <p:nvPr/>
              </p:nvSpPr>
              <p:spPr>
                <a:xfrm>
                  <a:off x="2074862" y="1354138"/>
                  <a:ext cx="1238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7" extrusionOk="0">
                      <a:moveTo>
                        <a:pt x="2" y="40"/>
                      </a:move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9" y="47"/>
                        <a:pt x="9" y="47"/>
                        <a:pt x="9" y="47"/>
                      </a:cubicBezTo>
                      <a:cubicBezTo>
                        <a:pt x="21" y="41"/>
                        <a:pt x="34" y="36"/>
                        <a:pt x="46" y="30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36" y="26"/>
                        <a:pt x="36" y="26"/>
                        <a:pt x="36" y="26"/>
                      </a:cubicBezTo>
                      <a:cubicBezTo>
                        <a:pt x="42" y="18"/>
                        <a:pt x="42" y="18"/>
                        <a:pt x="42" y="18"/>
                      </a:cubicBezTo>
                      <a:cubicBezTo>
                        <a:pt x="26" y="8"/>
                        <a:pt x="26" y="8"/>
                        <a:pt x="26" y="8"/>
                      </a:cubicBezTo>
                      <a:cubicBezTo>
                        <a:pt x="26" y="1"/>
                        <a:pt x="26" y="1"/>
                        <a:pt x="26" y="1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9" y="11"/>
                        <a:pt x="9" y="11"/>
                        <a:pt x="9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9" y="34"/>
                        <a:pt x="9" y="34"/>
                        <a:pt x="9" y="34"/>
                      </a:cubicBezTo>
                      <a:cubicBezTo>
                        <a:pt x="5" y="39"/>
                        <a:pt x="5" y="39"/>
                        <a:pt x="5" y="39"/>
                      </a:cubicBezTo>
                      <a:lnTo>
                        <a:pt x="2" y="4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1" name="Google Shape;1151;p41"/>
                <p:cNvSpPr/>
                <p:nvPr/>
              </p:nvSpPr>
              <p:spPr>
                <a:xfrm>
                  <a:off x="1997075" y="1408113"/>
                  <a:ext cx="31750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9" extrusionOk="0">
                      <a:moveTo>
                        <a:pt x="20" y="17"/>
                      </a:moveTo>
                      <a:lnTo>
                        <a:pt x="17" y="8"/>
                      </a:lnTo>
                      <a:lnTo>
                        <a:pt x="20" y="2"/>
                      </a:lnTo>
                      <a:lnTo>
                        <a:pt x="7" y="0"/>
                      </a:lnTo>
                      <a:lnTo>
                        <a:pt x="0" y="7"/>
                      </a:lnTo>
                      <a:lnTo>
                        <a:pt x="10" y="19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2" name="Google Shape;1152;p41"/>
                <p:cNvSpPr/>
                <p:nvPr/>
              </p:nvSpPr>
              <p:spPr>
                <a:xfrm>
                  <a:off x="1903412" y="1447800"/>
                  <a:ext cx="69850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3" extrusionOk="0">
                      <a:moveTo>
                        <a:pt x="12" y="22"/>
                      </a:moveTo>
                      <a:lnTo>
                        <a:pt x="19" y="17"/>
                      </a:lnTo>
                      <a:lnTo>
                        <a:pt x="25" y="17"/>
                      </a:lnTo>
                      <a:lnTo>
                        <a:pt x="22" y="26"/>
                      </a:lnTo>
                      <a:lnTo>
                        <a:pt x="24" y="33"/>
                      </a:lnTo>
                      <a:lnTo>
                        <a:pt x="35" y="29"/>
                      </a:lnTo>
                      <a:lnTo>
                        <a:pt x="35" y="17"/>
                      </a:lnTo>
                      <a:lnTo>
                        <a:pt x="44" y="11"/>
                      </a:lnTo>
                      <a:lnTo>
                        <a:pt x="44" y="2"/>
                      </a:lnTo>
                      <a:lnTo>
                        <a:pt x="20" y="9"/>
                      </a:lnTo>
                      <a:lnTo>
                        <a:pt x="19" y="0"/>
                      </a:lnTo>
                      <a:lnTo>
                        <a:pt x="0" y="12"/>
                      </a:lnTo>
                      <a:lnTo>
                        <a:pt x="7" y="14"/>
                      </a:lnTo>
                      <a:lnTo>
                        <a:pt x="12" y="2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3" name="Google Shape;1153;p41"/>
                <p:cNvSpPr/>
                <p:nvPr/>
              </p:nvSpPr>
              <p:spPr>
                <a:xfrm>
                  <a:off x="1985962" y="1508125"/>
                  <a:ext cx="312737" cy="109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" h="41" extrusionOk="0">
                      <a:moveTo>
                        <a:pt x="6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5" y="37"/>
                        <a:pt x="25" y="37"/>
                        <a:pt x="25" y="37"/>
                      </a:cubicBezTo>
                      <a:cubicBezTo>
                        <a:pt x="37" y="41"/>
                        <a:pt x="37" y="41"/>
                        <a:pt x="37" y="41"/>
                      </a:cubicBezTo>
                      <a:cubicBezTo>
                        <a:pt x="76" y="41"/>
                        <a:pt x="76" y="41"/>
                        <a:pt x="76" y="41"/>
                      </a:cubicBezTo>
                      <a:cubicBezTo>
                        <a:pt x="83" y="33"/>
                        <a:pt x="83" y="33"/>
                        <a:pt x="83" y="33"/>
                      </a:cubicBezTo>
                      <a:cubicBezTo>
                        <a:pt x="89" y="37"/>
                        <a:pt x="89" y="37"/>
                        <a:pt x="89" y="37"/>
                      </a:cubicBezTo>
                      <a:cubicBezTo>
                        <a:pt x="94" y="36"/>
                        <a:pt x="98" y="35"/>
                        <a:pt x="102" y="35"/>
                      </a:cubicBezTo>
                      <a:cubicBezTo>
                        <a:pt x="105" y="35"/>
                        <a:pt x="109" y="35"/>
                        <a:pt x="112" y="35"/>
                      </a:cubicBezTo>
                      <a:cubicBezTo>
                        <a:pt x="116" y="25"/>
                        <a:pt x="116" y="25"/>
                        <a:pt x="116" y="25"/>
                      </a:cubicBezTo>
                      <a:cubicBezTo>
                        <a:pt x="103" y="24"/>
                        <a:pt x="91" y="24"/>
                        <a:pt x="78" y="26"/>
                      </a:cubicBezTo>
                      <a:cubicBezTo>
                        <a:pt x="75" y="26"/>
                        <a:pt x="71" y="27"/>
                        <a:pt x="68" y="29"/>
                      </a:cubicBezTo>
                      <a:cubicBezTo>
                        <a:pt x="59" y="28"/>
                        <a:pt x="49" y="26"/>
                        <a:pt x="39" y="25"/>
                      </a:cubicBezTo>
                      <a:cubicBezTo>
                        <a:pt x="37" y="20"/>
                        <a:pt x="37" y="20"/>
                        <a:pt x="37" y="20"/>
                      </a:cubicBezTo>
                      <a:cubicBezTo>
                        <a:pt x="45" y="16"/>
                        <a:pt x="45" y="16"/>
                        <a:pt x="45" y="16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32" y="11"/>
                        <a:pt x="32" y="11"/>
                        <a:pt x="32" y="11"/>
                      </a:cubicBez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11" y="4"/>
                        <a:pt x="11" y="4"/>
                        <a:pt x="11" y="4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4" name="Google Shape;1154;p41"/>
                <p:cNvSpPr/>
                <p:nvPr/>
              </p:nvSpPr>
              <p:spPr>
                <a:xfrm>
                  <a:off x="1981200" y="1455738"/>
                  <a:ext cx="42862" cy="46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17" extrusionOk="0">
                      <a:moveTo>
                        <a:pt x="13" y="17"/>
                      </a:move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5"/>
                        <a:pt x="1" y="9"/>
                        <a:pt x="0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lnTo>
                        <a:pt x="13" y="1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5" name="Google Shape;1155;p41"/>
                <p:cNvSpPr/>
                <p:nvPr/>
              </p:nvSpPr>
              <p:spPr>
                <a:xfrm>
                  <a:off x="1949450" y="1571625"/>
                  <a:ext cx="63500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26" extrusionOk="0">
                      <a:moveTo>
                        <a:pt x="0" y="9"/>
                      </a:moveTo>
                      <a:lnTo>
                        <a:pt x="3" y="12"/>
                      </a:lnTo>
                      <a:lnTo>
                        <a:pt x="10" y="10"/>
                      </a:lnTo>
                      <a:lnTo>
                        <a:pt x="5" y="22"/>
                      </a:lnTo>
                      <a:lnTo>
                        <a:pt x="34" y="26"/>
                      </a:lnTo>
                      <a:lnTo>
                        <a:pt x="40" y="19"/>
                      </a:lnTo>
                      <a:lnTo>
                        <a:pt x="37" y="12"/>
                      </a:lnTo>
                      <a:lnTo>
                        <a:pt x="20" y="0"/>
                      </a:lnTo>
                      <a:lnTo>
                        <a:pt x="5" y="2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6" name="Google Shape;1156;p41"/>
                <p:cNvSpPr/>
                <p:nvPr/>
              </p:nvSpPr>
              <p:spPr>
                <a:xfrm>
                  <a:off x="1943100" y="1630363"/>
                  <a:ext cx="115887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38" extrusionOk="0">
                      <a:moveTo>
                        <a:pt x="10" y="0"/>
                      </a:moveTo>
                      <a:lnTo>
                        <a:pt x="0" y="26"/>
                      </a:lnTo>
                      <a:lnTo>
                        <a:pt x="10" y="36"/>
                      </a:lnTo>
                      <a:lnTo>
                        <a:pt x="26" y="38"/>
                      </a:lnTo>
                      <a:lnTo>
                        <a:pt x="26" y="31"/>
                      </a:lnTo>
                      <a:lnTo>
                        <a:pt x="21" y="26"/>
                      </a:lnTo>
                      <a:lnTo>
                        <a:pt x="34" y="21"/>
                      </a:lnTo>
                      <a:lnTo>
                        <a:pt x="56" y="27"/>
                      </a:lnTo>
                      <a:lnTo>
                        <a:pt x="66" y="24"/>
                      </a:lnTo>
                      <a:lnTo>
                        <a:pt x="66" y="12"/>
                      </a:lnTo>
                      <a:lnTo>
                        <a:pt x="73" y="4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7" name="Google Shape;1157;p41"/>
                <p:cNvSpPr/>
                <p:nvPr/>
              </p:nvSpPr>
              <p:spPr>
                <a:xfrm>
                  <a:off x="2265362" y="1625600"/>
                  <a:ext cx="889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4" extrusionOk="0">
                      <a:moveTo>
                        <a:pt x="33" y="8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5" y="1"/>
                        <a:pt x="9" y="2"/>
                        <a:pt x="4" y="3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14" y="14"/>
                        <a:pt x="22" y="13"/>
                        <a:pt x="29" y="12"/>
                      </a:cubicBezTo>
                      <a:lnTo>
                        <a:pt x="33" y="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8" name="Google Shape;1158;p41"/>
                <p:cNvSpPr/>
                <p:nvPr/>
              </p:nvSpPr>
              <p:spPr>
                <a:xfrm>
                  <a:off x="2109787" y="1944688"/>
                  <a:ext cx="147637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41" extrusionOk="0">
                      <a:moveTo>
                        <a:pt x="55" y="30"/>
                      </a:moveTo>
                      <a:cubicBezTo>
                        <a:pt x="50" y="27"/>
                        <a:pt x="45" y="24"/>
                        <a:pt x="41" y="20"/>
                      </a:cubicBezTo>
                      <a:cubicBezTo>
                        <a:pt x="38" y="18"/>
                        <a:pt x="35" y="14"/>
                        <a:pt x="32" y="11"/>
                      </a:cubicBezTo>
                      <a:cubicBezTo>
                        <a:pt x="29" y="11"/>
                        <a:pt x="27" y="11"/>
                        <a:pt x="24" y="10"/>
                      </a:cubicBezTo>
                      <a:cubicBezTo>
                        <a:pt x="22" y="10"/>
                        <a:pt x="20" y="9"/>
                        <a:pt x="18" y="8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1" y="28"/>
                        <a:pt x="1" y="28"/>
                        <a:pt x="1" y="28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11" y="34"/>
                        <a:pt x="11" y="34"/>
                        <a:pt x="11" y="34"/>
                      </a:cubicBezTo>
                      <a:cubicBezTo>
                        <a:pt x="13" y="41"/>
                        <a:pt x="13" y="41"/>
                        <a:pt x="13" y="41"/>
                      </a:cubicBezTo>
                      <a:cubicBezTo>
                        <a:pt x="23" y="39"/>
                        <a:pt x="23" y="39"/>
                        <a:pt x="23" y="39"/>
                      </a:cubicBezTo>
                      <a:cubicBezTo>
                        <a:pt x="25" y="36"/>
                        <a:pt x="28" y="33"/>
                        <a:pt x="30" y="30"/>
                      </a:cubicBezTo>
                      <a:cubicBezTo>
                        <a:pt x="32" y="28"/>
                        <a:pt x="33" y="28"/>
                        <a:pt x="35" y="27"/>
                      </a:cubicBezTo>
                      <a:cubicBezTo>
                        <a:pt x="36" y="33"/>
                        <a:pt x="36" y="33"/>
                        <a:pt x="36" y="33"/>
                      </a:cubicBezTo>
                      <a:cubicBezTo>
                        <a:pt x="42" y="32"/>
                        <a:pt x="42" y="32"/>
                        <a:pt x="42" y="32"/>
                      </a:cubicBezTo>
                      <a:cubicBezTo>
                        <a:pt x="52" y="36"/>
                        <a:pt x="52" y="36"/>
                        <a:pt x="52" y="36"/>
                      </a:cubicBezTo>
                      <a:lnTo>
                        <a:pt x="55" y="3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59" name="Google Shape;1159;p41"/>
                <p:cNvSpPr/>
                <p:nvPr/>
              </p:nvSpPr>
              <p:spPr>
                <a:xfrm>
                  <a:off x="2190750" y="2055813"/>
                  <a:ext cx="539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28" extrusionOk="0">
                      <a:moveTo>
                        <a:pt x="0" y="25"/>
                      </a:moveTo>
                      <a:lnTo>
                        <a:pt x="7" y="28"/>
                      </a:lnTo>
                      <a:lnTo>
                        <a:pt x="25" y="22"/>
                      </a:lnTo>
                      <a:lnTo>
                        <a:pt x="34" y="0"/>
                      </a:lnTo>
                      <a:lnTo>
                        <a:pt x="27" y="1"/>
                      </a:lnTo>
                      <a:lnTo>
                        <a:pt x="12" y="10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0" name="Google Shape;1160;p41"/>
                <p:cNvSpPr/>
                <p:nvPr/>
              </p:nvSpPr>
              <p:spPr>
                <a:xfrm>
                  <a:off x="2611437" y="2111375"/>
                  <a:ext cx="26987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4" extrusionOk="0">
                      <a:moveTo>
                        <a:pt x="0" y="10"/>
                      </a:moveTo>
                      <a:lnTo>
                        <a:pt x="12" y="24"/>
                      </a:lnTo>
                      <a:lnTo>
                        <a:pt x="17" y="4"/>
                      </a:lnTo>
                      <a:lnTo>
                        <a:pt x="12" y="0"/>
                      </a:lnTo>
                      <a:lnTo>
                        <a:pt x="7" y="2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1" name="Google Shape;1161;p41"/>
                <p:cNvSpPr/>
                <p:nvPr/>
              </p:nvSpPr>
              <p:spPr>
                <a:xfrm>
                  <a:off x="1465262" y="1454150"/>
                  <a:ext cx="188912" cy="7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28" extrusionOk="0">
                      <a:moveTo>
                        <a:pt x="8" y="21"/>
                      </a:moveTo>
                      <a:cubicBezTo>
                        <a:pt x="10" y="28"/>
                        <a:pt x="10" y="28"/>
                        <a:pt x="10" y="28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8" y="27"/>
                        <a:pt x="18" y="27"/>
                        <a:pt x="18" y="27"/>
                      </a:cubicBezTo>
                      <a:cubicBezTo>
                        <a:pt x="27" y="21"/>
                        <a:pt x="37" y="15"/>
                        <a:pt x="47" y="10"/>
                      </a:cubicBezTo>
                      <a:cubicBezTo>
                        <a:pt x="43" y="16"/>
                        <a:pt x="43" y="16"/>
                        <a:pt x="43" y="16"/>
                      </a:cubicBezTo>
                      <a:cubicBezTo>
                        <a:pt x="47" y="19"/>
                        <a:pt x="47" y="19"/>
                        <a:pt x="47" y="19"/>
                      </a:cubicBezTo>
                      <a:cubicBezTo>
                        <a:pt x="55" y="14"/>
                        <a:pt x="63" y="9"/>
                        <a:pt x="70" y="5"/>
                      </a:cubicBezTo>
                      <a:cubicBezTo>
                        <a:pt x="67" y="1"/>
                        <a:pt x="67" y="1"/>
                        <a:pt x="67" y="1"/>
                      </a:cubicBezTo>
                      <a:cubicBezTo>
                        <a:pt x="62" y="2"/>
                        <a:pt x="57" y="3"/>
                        <a:pt x="53" y="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2" y="5"/>
                        <a:pt x="31" y="8"/>
                        <a:pt x="21" y="12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4" y="23"/>
                        <a:pt x="4" y="23"/>
                        <a:pt x="4" y="23"/>
                      </a:cubicBezTo>
                      <a:lnTo>
                        <a:pt x="8" y="21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2" name="Google Shape;1162;p41"/>
                <p:cNvSpPr/>
                <p:nvPr/>
              </p:nvSpPr>
              <p:spPr>
                <a:xfrm>
                  <a:off x="1516062" y="1520825"/>
                  <a:ext cx="50800" cy="26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17" extrusionOk="0">
                      <a:moveTo>
                        <a:pt x="14" y="0"/>
                      </a:moveTo>
                      <a:lnTo>
                        <a:pt x="0" y="7"/>
                      </a:lnTo>
                      <a:lnTo>
                        <a:pt x="5" y="17"/>
                      </a:lnTo>
                      <a:lnTo>
                        <a:pt x="32" y="2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3" name="Google Shape;1163;p41"/>
                <p:cNvSpPr/>
                <p:nvPr/>
              </p:nvSpPr>
              <p:spPr>
                <a:xfrm>
                  <a:off x="1290637" y="1577975"/>
                  <a:ext cx="225425" cy="147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55" extrusionOk="0">
                      <a:moveTo>
                        <a:pt x="4" y="53"/>
                      </a:moveTo>
                      <a:cubicBezTo>
                        <a:pt x="8" y="55"/>
                        <a:pt x="8" y="55"/>
                        <a:pt x="8" y="55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cubicBezTo>
                        <a:pt x="23" y="43"/>
                        <a:pt x="23" y="43"/>
                        <a:pt x="23" y="43"/>
                      </a:cubicBezTo>
                      <a:cubicBezTo>
                        <a:pt x="32" y="46"/>
                        <a:pt x="32" y="46"/>
                        <a:pt x="32" y="46"/>
                      </a:cubicBezTo>
                      <a:cubicBezTo>
                        <a:pt x="38" y="40"/>
                        <a:pt x="45" y="34"/>
                        <a:pt x="51" y="28"/>
                      </a:cubicBezTo>
                      <a:cubicBezTo>
                        <a:pt x="78" y="20"/>
                        <a:pt x="78" y="20"/>
                        <a:pt x="78" y="20"/>
                      </a:cubicBezTo>
                      <a:cubicBezTo>
                        <a:pt x="84" y="12"/>
                        <a:pt x="84" y="12"/>
                        <a:pt x="84" y="12"/>
                      </a:cubicBezTo>
                      <a:cubicBezTo>
                        <a:pt x="78" y="11"/>
                        <a:pt x="73" y="10"/>
                        <a:pt x="68" y="9"/>
                      </a:cubicBezTo>
                      <a:cubicBezTo>
                        <a:pt x="64" y="8"/>
                        <a:pt x="61" y="8"/>
                        <a:pt x="58" y="8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5" y="12"/>
                        <a:pt x="25" y="12"/>
                        <a:pt x="25" y="12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3" y="23"/>
                        <a:pt x="13" y="23"/>
                        <a:pt x="13" y="23"/>
                      </a:cubicBezTo>
                      <a:cubicBezTo>
                        <a:pt x="6" y="24"/>
                        <a:pt x="6" y="24"/>
                        <a:pt x="6" y="24"/>
                      </a:cubicBezTo>
                      <a:cubicBezTo>
                        <a:pt x="0" y="34"/>
                        <a:pt x="0" y="34"/>
                        <a:pt x="0" y="34"/>
                      </a:cubicBezTo>
                      <a:cubicBezTo>
                        <a:pt x="8" y="42"/>
                        <a:pt x="8" y="42"/>
                        <a:pt x="8" y="42"/>
                      </a:cubicBezTo>
                      <a:lnTo>
                        <a:pt x="4" y="5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4" name="Google Shape;1164;p41"/>
                <p:cNvSpPr/>
                <p:nvPr/>
              </p:nvSpPr>
              <p:spPr>
                <a:xfrm>
                  <a:off x="1725612" y="1435100"/>
                  <a:ext cx="857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15" extrusionOk="0">
                      <a:moveTo>
                        <a:pt x="29" y="8"/>
                      </a:moveTo>
                      <a:cubicBezTo>
                        <a:pt x="32" y="3"/>
                        <a:pt x="32" y="3"/>
                        <a:pt x="32" y="3"/>
                      </a:cubicBezTo>
                      <a:cubicBezTo>
                        <a:pt x="26" y="2"/>
                        <a:pt x="18" y="1"/>
                        <a:pt x="11" y="0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2" y="6"/>
                        <a:pt x="7" y="7"/>
                        <a:pt x="1" y="8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lnTo>
                        <a:pt x="29" y="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5" name="Google Shape;1165;p41"/>
                <p:cNvSpPr/>
                <p:nvPr/>
              </p:nvSpPr>
              <p:spPr>
                <a:xfrm>
                  <a:off x="1822450" y="1517650"/>
                  <a:ext cx="120650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" h="51" extrusionOk="0">
                      <a:moveTo>
                        <a:pt x="14" y="22"/>
                      </a:moveTo>
                      <a:lnTo>
                        <a:pt x="10" y="34"/>
                      </a:lnTo>
                      <a:lnTo>
                        <a:pt x="20" y="41"/>
                      </a:lnTo>
                      <a:lnTo>
                        <a:pt x="37" y="39"/>
                      </a:lnTo>
                      <a:lnTo>
                        <a:pt x="39" y="51"/>
                      </a:lnTo>
                      <a:lnTo>
                        <a:pt x="63" y="51"/>
                      </a:lnTo>
                      <a:lnTo>
                        <a:pt x="64" y="38"/>
                      </a:lnTo>
                      <a:lnTo>
                        <a:pt x="76" y="22"/>
                      </a:lnTo>
                      <a:lnTo>
                        <a:pt x="73" y="11"/>
                      </a:lnTo>
                      <a:lnTo>
                        <a:pt x="53" y="9"/>
                      </a:lnTo>
                      <a:lnTo>
                        <a:pt x="59" y="27"/>
                      </a:lnTo>
                      <a:lnTo>
                        <a:pt x="49" y="29"/>
                      </a:lnTo>
                      <a:lnTo>
                        <a:pt x="37" y="12"/>
                      </a:lnTo>
                      <a:lnTo>
                        <a:pt x="29" y="22"/>
                      </a:lnTo>
                      <a:lnTo>
                        <a:pt x="15" y="0"/>
                      </a:lnTo>
                      <a:lnTo>
                        <a:pt x="0" y="9"/>
                      </a:lnTo>
                      <a:lnTo>
                        <a:pt x="7" y="22"/>
                      </a:lnTo>
                      <a:lnTo>
                        <a:pt x="14" y="2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6" name="Google Shape;1166;p41"/>
                <p:cNvSpPr/>
                <p:nvPr/>
              </p:nvSpPr>
              <p:spPr>
                <a:xfrm>
                  <a:off x="1782762" y="1630363"/>
                  <a:ext cx="1333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41" extrusionOk="0">
                      <a:moveTo>
                        <a:pt x="5" y="9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5" y="31"/>
                        <a:pt x="5" y="31"/>
                        <a:pt x="5" y="31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16" y="27"/>
                        <a:pt x="16" y="27"/>
                        <a:pt x="16" y="27"/>
                      </a:cubicBezTo>
                      <a:cubicBezTo>
                        <a:pt x="26" y="41"/>
                        <a:pt x="26" y="41"/>
                        <a:pt x="26" y="41"/>
                      </a:cubicBezTo>
                      <a:cubicBezTo>
                        <a:pt x="33" y="38"/>
                        <a:pt x="40" y="34"/>
                        <a:pt x="48" y="31"/>
                      </a:cubicBezTo>
                      <a:cubicBezTo>
                        <a:pt x="50" y="20"/>
                        <a:pt x="50" y="20"/>
                        <a:pt x="50" y="20"/>
                      </a:cubicBezTo>
                      <a:cubicBezTo>
                        <a:pt x="44" y="18"/>
                        <a:pt x="44" y="18"/>
                        <a:pt x="44" y="18"/>
                      </a:cubicBezTo>
                      <a:cubicBezTo>
                        <a:pt x="38" y="20"/>
                        <a:pt x="38" y="20"/>
                        <a:pt x="38" y="20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48" y="12"/>
                        <a:pt x="48" y="12"/>
                        <a:pt x="48" y="12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39" y="0"/>
                        <a:pt x="31" y="0"/>
                        <a:pt x="22" y="0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12" y="15"/>
                        <a:pt x="12" y="15"/>
                        <a:pt x="12" y="15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lnTo>
                        <a:pt x="5" y="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7" name="Google Shape;1167;p41"/>
                <p:cNvSpPr/>
                <p:nvPr/>
              </p:nvSpPr>
              <p:spPr>
                <a:xfrm>
                  <a:off x="1814512" y="1770063"/>
                  <a:ext cx="101600" cy="84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53" extrusionOk="0">
                      <a:moveTo>
                        <a:pt x="32" y="2"/>
                      </a:moveTo>
                      <a:lnTo>
                        <a:pt x="0" y="34"/>
                      </a:lnTo>
                      <a:lnTo>
                        <a:pt x="3" y="39"/>
                      </a:lnTo>
                      <a:lnTo>
                        <a:pt x="17" y="39"/>
                      </a:lnTo>
                      <a:lnTo>
                        <a:pt x="27" y="51"/>
                      </a:lnTo>
                      <a:lnTo>
                        <a:pt x="46" y="53"/>
                      </a:lnTo>
                      <a:lnTo>
                        <a:pt x="64" y="36"/>
                      </a:lnTo>
                      <a:lnTo>
                        <a:pt x="51" y="17"/>
                      </a:lnTo>
                      <a:lnTo>
                        <a:pt x="42" y="19"/>
                      </a:lnTo>
                      <a:lnTo>
                        <a:pt x="37" y="0"/>
                      </a:lnTo>
                      <a:lnTo>
                        <a:pt x="32" y="2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8" name="Google Shape;1168;p41"/>
                <p:cNvSpPr/>
                <p:nvPr/>
              </p:nvSpPr>
              <p:spPr>
                <a:xfrm>
                  <a:off x="2714625" y="2659063"/>
                  <a:ext cx="31750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6" extrusionOk="0">
                      <a:moveTo>
                        <a:pt x="10" y="0"/>
                      </a:move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4" y="5"/>
                        <a:pt x="2" y="8"/>
                        <a:pt x="0" y="11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2" y="2"/>
                        <a:pt x="12" y="2"/>
                        <a:pt x="12" y="2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69" name="Google Shape;1169;p41"/>
                <p:cNvSpPr/>
                <p:nvPr/>
              </p:nvSpPr>
              <p:spPr>
                <a:xfrm>
                  <a:off x="2738437" y="2681288"/>
                  <a:ext cx="127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8" extrusionOk="0">
                      <a:moveTo>
                        <a:pt x="3" y="5"/>
                      </a:moveTo>
                      <a:lnTo>
                        <a:pt x="0" y="13"/>
                      </a:lnTo>
                      <a:lnTo>
                        <a:pt x="3" y="18"/>
                      </a:lnTo>
                      <a:lnTo>
                        <a:pt x="8" y="7"/>
                      </a:lnTo>
                      <a:lnTo>
                        <a:pt x="7" y="0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0" name="Google Shape;1170;p41"/>
                <p:cNvSpPr/>
                <p:nvPr/>
              </p:nvSpPr>
              <p:spPr>
                <a:xfrm>
                  <a:off x="2655887" y="2657475"/>
                  <a:ext cx="476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5" extrusionOk="0">
                      <a:moveTo>
                        <a:pt x="16" y="13"/>
                      </a:moveTo>
                      <a:lnTo>
                        <a:pt x="11" y="11"/>
                      </a:lnTo>
                      <a:lnTo>
                        <a:pt x="8" y="1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5" y="18"/>
                      </a:lnTo>
                      <a:lnTo>
                        <a:pt x="13" y="18"/>
                      </a:lnTo>
                      <a:lnTo>
                        <a:pt x="15" y="25"/>
                      </a:lnTo>
                      <a:lnTo>
                        <a:pt x="20" y="25"/>
                      </a:lnTo>
                      <a:lnTo>
                        <a:pt x="30" y="13"/>
                      </a:lnTo>
                      <a:lnTo>
                        <a:pt x="25" y="10"/>
                      </a:lnTo>
                      <a:lnTo>
                        <a:pt x="16" y="13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1" name="Google Shape;1171;p41"/>
                <p:cNvSpPr/>
                <p:nvPr/>
              </p:nvSpPr>
              <p:spPr>
                <a:xfrm>
                  <a:off x="2768600" y="2479675"/>
                  <a:ext cx="160337" cy="19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" h="73" extrusionOk="0">
                      <a:moveTo>
                        <a:pt x="56" y="61"/>
                      </a:move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50" y="60"/>
                        <a:pt x="50" y="60"/>
                        <a:pt x="50" y="60"/>
                      </a:cubicBezTo>
                      <a:cubicBezTo>
                        <a:pt x="48" y="53"/>
                        <a:pt x="48" y="53"/>
                        <a:pt x="48" y="53"/>
                      </a:cubicBezTo>
                      <a:cubicBezTo>
                        <a:pt x="56" y="43"/>
                        <a:pt x="56" y="43"/>
                        <a:pt x="56" y="43"/>
                      </a:cubicBezTo>
                      <a:cubicBezTo>
                        <a:pt x="54" y="43"/>
                        <a:pt x="54" y="43"/>
                        <a:pt x="54" y="43"/>
                      </a:cubicBezTo>
                      <a:cubicBezTo>
                        <a:pt x="48" y="46"/>
                        <a:pt x="48" y="46"/>
                        <a:pt x="48" y="46"/>
                      </a:cubicBezTo>
                      <a:cubicBezTo>
                        <a:pt x="47" y="42"/>
                        <a:pt x="47" y="42"/>
                        <a:pt x="47" y="42"/>
                      </a:cubicBezTo>
                      <a:cubicBezTo>
                        <a:pt x="49" y="37"/>
                        <a:pt x="49" y="37"/>
                        <a:pt x="49" y="37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37" y="39"/>
                        <a:pt x="37" y="39"/>
                        <a:pt x="37" y="39"/>
                      </a:cubicBezTo>
                      <a:cubicBezTo>
                        <a:pt x="32" y="35"/>
                        <a:pt x="32" y="35"/>
                        <a:pt x="32" y="35"/>
                      </a:cubicBezTo>
                      <a:cubicBezTo>
                        <a:pt x="35" y="29"/>
                        <a:pt x="35" y="29"/>
                        <a:pt x="35" y="29"/>
                      </a:cubicBezTo>
                      <a:cubicBezTo>
                        <a:pt x="31" y="28"/>
                        <a:pt x="31" y="28"/>
                        <a:pt x="31" y="28"/>
                      </a:cubicBezTo>
                      <a:cubicBezTo>
                        <a:pt x="23" y="34"/>
                        <a:pt x="23" y="34"/>
                        <a:pt x="23" y="34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2" y="9"/>
                        <a:pt x="32" y="9"/>
                        <a:pt x="32" y="9"/>
                      </a:cubicBezTo>
                      <a:cubicBezTo>
                        <a:pt x="37" y="7"/>
                        <a:pt x="37" y="7"/>
                        <a:pt x="37" y="7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29" y="5"/>
                        <a:pt x="29" y="5"/>
                        <a:pt x="29" y="5"/>
                      </a:cubicBezTo>
                      <a:cubicBezTo>
                        <a:pt x="20" y="22"/>
                        <a:pt x="14" y="31"/>
                        <a:pt x="14" y="31"/>
                      </a:cubicBezTo>
                      <a:cubicBezTo>
                        <a:pt x="13" y="32"/>
                        <a:pt x="10" y="37"/>
                        <a:pt x="5" y="45"/>
                      </a:cubicBezTo>
                      <a:cubicBezTo>
                        <a:pt x="5" y="47"/>
                        <a:pt x="5" y="47"/>
                        <a:pt x="5" y="47"/>
                      </a:cubicBezTo>
                      <a:cubicBezTo>
                        <a:pt x="9" y="50"/>
                        <a:pt x="9" y="50"/>
                        <a:pt x="9" y="50"/>
                      </a:cubicBezTo>
                      <a:cubicBezTo>
                        <a:pt x="5" y="53"/>
                        <a:pt x="5" y="53"/>
                        <a:pt x="5" y="53"/>
                      </a:cubicBezTo>
                      <a:cubicBezTo>
                        <a:pt x="0" y="61"/>
                        <a:pt x="0" y="61"/>
                        <a:pt x="0" y="61"/>
                      </a:cubicBezTo>
                      <a:cubicBezTo>
                        <a:pt x="2" y="65"/>
                        <a:pt x="2" y="65"/>
                        <a:pt x="2" y="65"/>
                      </a:cubicBezTo>
                      <a:cubicBezTo>
                        <a:pt x="10" y="59"/>
                        <a:pt x="10" y="59"/>
                        <a:pt x="10" y="59"/>
                      </a:cubicBezTo>
                      <a:cubicBezTo>
                        <a:pt x="19" y="59"/>
                        <a:pt x="19" y="59"/>
                        <a:pt x="19" y="59"/>
                      </a:cubicBezTo>
                      <a:cubicBezTo>
                        <a:pt x="24" y="61"/>
                        <a:pt x="24" y="61"/>
                        <a:pt x="24" y="61"/>
                      </a:cubicBezTo>
                      <a:cubicBezTo>
                        <a:pt x="29" y="59"/>
                        <a:pt x="29" y="59"/>
                        <a:pt x="29" y="59"/>
                      </a:cubicBezTo>
                      <a:cubicBezTo>
                        <a:pt x="30" y="61"/>
                        <a:pt x="30" y="61"/>
                        <a:pt x="30" y="61"/>
                      </a:cubicBezTo>
                      <a:cubicBezTo>
                        <a:pt x="37" y="59"/>
                        <a:pt x="37" y="59"/>
                        <a:pt x="37" y="59"/>
                      </a:cubicBezTo>
                      <a:cubicBezTo>
                        <a:pt x="37" y="62"/>
                        <a:pt x="37" y="62"/>
                        <a:pt x="37" y="62"/>
                      </a:cubicBezTo>
                      <a:cubicBezTo>
                        <a:pt x="28" y="69"/>
                        <a:pt x="28" y="69"/>
                        <a:pt x="28" y="69"/>
                      </a:cubicBezTo>
                      <a:cubicBezTo>
                        <a:pt x="30" y="70"/>
                        <a:pt x="30" y="70"/>
                        <a:pt x="30" y="70"/>
                      </a:cubicBezTo>
                      <a:cubicBezTo>
                        <a:pt x="39" y="66"/>
                        <a:pt x="39" y="66"/>
                        <a:pt x="39" y="66"/>
                      </a:cubicBezTo>
                      <a:cubicBezTo>
                        <a:pt x="44" y="58"/>
                        <a:pt x="44" y="58"/>
                        <a:pt x="44" y="58"/>
                      </a:cubicBezTo>
                      <a:cubicBezTo>
                        <a:pt x="46" y="62"/>
                        <a:pt x="46" y="62"/>
                        <a:pt x="46" y="62"/>
                      </a:cubicBezTo>
                      <a:cubicBezTo>
                        <a:pt x="45" y="69"/>
                        <a:pt x="45" y="69"/>
                        <a:pt x="45" y="69"/>
                      </a:cubicBezTo>
                      <a:cubicBezTo>
                        <a:pt x="46" y="71"/>
                        <a:pt x="46" y="71"/>
                        <a:pt x="46" y="71"/>
                      </a:cubicBezTo>
                      <a:cubicBezTo>
                        <a:pt x="50" y="67"/>
                        <a:pt x="50" y="67"/>
                        <a:pt x="50" y="67"/>
                      </a:cubicBezTo>
                      <a:cubicBezTo>
                        <a:pt x="51" y="73"/>
                        <a:pt x="51" y="73"/>
                        <a:pt x="51" y="73"/>
                      </a:cubicBezTo>
                      <a:cubicBezTo>
                        <a:pt x="57" y="70"/>
                        <a:pt x="57" y="70"/>
                        <a:pt x="57" y="70"/>
                      </a:cubicBezTo>
                      <a:cubicBezTo>
                        <a:pt x="60" y="63"/>
                        <a:pt x="60" y="63"/>
                        <a:pt x="60" y="63"/>
                      </a:cubicBezTo>
                      <a:cubicBezTo>
                        <a:pt x="59" y="61"/>
                        <a:pt x="59" y="61"/>
                        <a:pt x="59" y="61"/>
                      </a:cubicBezTo>
                      <a:lnTo>
                        <a:pt x="56" y="61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2" name="Google Shape;1172;p41"/>
                <p:cNvSpPr/>
                <p:nvPr/>
              </p:nvSpPr>
              <p:spPr>
                <a:xfrm>
                  <a:off x="2649537" y="2557463"/>
                  <a:ext cx="65087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12" extrusionOk="0">
                      <a:moveTo>
                        <a:pt x="21" y="8"/>
                      </a:moveTo>
                      <a:cubicBezTo>
                        <a:pt x="20" y="7"/>
                        <a:pt x="18" y="6"/>
                        <a:pt x="18" y="6"/>
                      </a:cubicBezTo>
                      <a:cubicBezTo>
                        <a:pt x="15" y="4"/>
                        <a:pt x="12" y="2"/>
                        <a:pt x="1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4"/>
                        <a:pt x="8" y="8"/>
                        <a:pt x="12" y="10"/>
                      </a:cubicBezTo>
                      <a:cubicBezTo>
                        <a:pt x="13" y="11"/>
                        <a:pt x="15" y="12"/>
                        <a:pt x="18" y="12"/>
                      </a:cubicBezTo>
                      <a:cubicBezTo>
                        <a:pt x="24" y="9"/>
                        <a:pt x="24" y="9"/>
                        <a:pt x="24" y="9"/>
                      </a:cubicBezTo>
                      <a:lnTo>
                        <a:pt x="21" y="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3" name="Google Shape;1173;p41"/>
                <p:cNvSpPr/>
                <p:nvPr/>
              </p:nvSpPr>
              <p:spPr>
                <a:xfrm>
                  <a:off x="2105025" y="1308100"/>
                  <a:ext cx="357187" cy="239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89" extrusionOk="0">
                      <a:moveTo>
                        <a:pt x="36" y="30"/>
                      </a:moveTo>
                      <a:cubicBezTo>
                        <a:pt x="39" y="30"/>
                        <a:pt x="42" y="30"/>
                        <a:pt x="45" y="29"/>
                      </a:cubicBezTo>
                      <a:cubicBezTo>
                        <a:pt x="53" y="27"/>
                        <a:pt x="60" y="24"/>
                        <a:pt x="67" y="21"/>
                      </a:cubicBezTo>
                      <a:cubicBezTo>
                        <a:pt x="66" y="22"/>
                        <a:pt x="64" y="24"/>
                        <a:pt x="63" y="25"/>
                      </a:cubicBezTo>
                      <a:cubicBezTo>
                        <a:pt x="60" y="28"/>
                        <a:pt x="56" y="31"/>
                        <a:pt x="53" y="33"/>
                      </a:cubicBezTo>
                      <a:cubicBezTo>
                        <a:pt x="58" y="39"/>
                        <a:pt x="58" y="39"/>
                        <a:pt x="58" y="39"/>
                      </a:cubicBezTo>
                      <a:cubicBezTo>
                        <a:pt x="55" y="38"/>
                        <a:pt x="51" y="37"/>
                        <a:pt x="48" y="37"/>
                      </a:cubicBezTo>
                      <a:cubicBezTo>
                        <a:pt x="45" y="36"/>
                        <a:pt x="42" y="36"/>
                        <a:pt x="38" y="36"/>
                      </a:cubicBezTo>
                      <a:cubicBezTo>
                        <a:pt x="35" y="42"/>
                        <a:pt x="35" y="42"/>
                        <a:pt x="35" y="42"/>
                      </a:cubicBezTo>
                      <a:cubicBezTo>
                        <a:pt x="41" y="44"/>
                        <a:pt x="41" y="44"/>
                        <a:pt x="41" y="44"/>
                      </a:cubicBezTo>
                      <a:cubicBezTo>
                        <a:pt x="39" y="50"/>
                        <a:pt x="39" y="50"/>
                        <a:pt x="39" y="50"/>
                      </a:cubicBezTo>
                      <a:cubicBezTo>
                        <a:pt x="51" y="50"/>
                        <a:pt x="51" y="50"/>
                        <a:pt x="51" y="50"/>
                      </a:cubicBezTo>
                      <a:cubicBezTo>
                        <a:pt x="45" y="54"/>
                        <a:pt x="45" y="54"/>
                        <a:pt x="45" y="54"/>
                      </a:cubicBezTo>
                      <a:cubicBezTo>
                        <a:pt x="37" y="54"/>
                        <a:pt x="37" y="54"/>
                        <a:pt x="37" y="54"/>
                      </a:cubicBezTo>
                      <a:cubicBezTo>
                        <a:pt x="29" y="62"/>
                        <a:pt x="29" y="62"/>
                        <a:pt x="29" y="62"/>
                      </a:cubicBezTo>
                      <a:cubicBezTo>
                        <a:pt x="35" y="62"/>
                        <a:pt x="35" y="62"/>
                        <a:pt x="35" y="62"/>
                      </a:cubicBezTo>
                      <a:cubicBezTo>
                        <a:pt x="40" y="70"/>
                        <a:pt x="40" y="70"/>
                        <a:pt x="40" y="70"/>
                      </a:cubicBezTo>
                      <a:cubicBezTo>
                        <a:pt x="36" y="71"/>
                        <a:pt x="36" y="71"/>
                        <a:pt x="36" y="71"/>
                      </a:cubicBezTo>
                      <a:cubicBezTo>
                        <a:pt x="30" y="65"/>
                        <a:pt x="30" y="65"/>
                        <a:pt x="30" y="65"/>
                      </a:cubicBezTo>
                      <a:cubicBezTo>
                        <a:pt x="22" y="67"/>
                        <a:pt x="22" y="67"/>
                        <a:pt x="22" y="67"/>
                      </a:cubicBezTo>
                      <a:cubicBezTo>
                        <a:pt x="21" y="74"/>
                        <a:pt x="21" y="74"/>
                        <a:pt x="21" y="74"/>
                      </a:cubicBezTo>
                      <a:cubicBezTo>
                        <a:pt x="8" y="74"/>
                        <a:pt x="8" y="74"/>
                        <a:pt x="8" y="74"/>
                      </a:cubicBezTo>
                      <a:cubicBezTo>
                        <a:pt x="0" y="82"/>
                        <a:pt x="0" y="82"/>
                        <a:pt x="0" y="82"/>
                      </a:cubicBezTo>
                      <a:cubicBezTo>
                        <a:pt x="2" y="83"/>
                        <a:pt x="4" y="84"/>
                        <a:pt x="6" y="86"/>
                      </a:cubicBezTo>
                      <a:cubicBezTo>
                        <a:pt x="7" y="87"/>
                        <a:pt x="8" y="88"/>
                        <a:pt x="9" y="89"/>
                      </a:cubicBezTo>
                      <a:cubicBezTo>
                        <a:pt x="13" y="86"/>
                        <a:pt x="13" y="86"/>
                        <a:pt x="13" y="86"/>
                      </a:cubicBezTo>
                      <a:cubicBezTo>
                        <a:pt x="29" y="88"/>
                        <a:pt x="29" y="88"/>
                        <a:pt x="29" y="88"/>
                      </a:cubicBezTo>
                      <a:cubicBezTo>
                        <a:pt x="34" y="81"/>
                        <a:pt x="34" y="81"/>
                        <a:pt x="34" y="81"/>
                      </a:cubicBezTo>
                      <a:cubicBezTo>
                        <a:pt x="51" y="82"/>
                        <a:pt x="51" y="82"/>
                        <a:pt x="51" y="82"/>
                      </a:cubicBezTo>
                      <a:cubicBezTo>
                        <a:pt x="51" y="87"/>
                        <a:pt x="51" y="87"/>
                        <a:pt x="51" y="87"/>
                      </a:cubicBezTo>
                      <a:cubicBezTo>
                        <a:pt x="64" y="86"/>
                        <a:pt x="64" y="86"/>
                        <a:pt x="64" y="86"/>
                      </a:cubicBezTo>
                      <a:cubicBezTo>
                        <a:pt x="77" y="77"/>
                        <a:pt x="77" y="77"/>
                        <a:pt x="77" y="77"/>
                      </a:cubicBezTo>
                      <a:cubicBezTo>
                        <a:pt x="69" y="71"/>
                        <a:pt x="69" y="71"/>
                        <a:pt x="69" y="71"/>
                      </a:cubicBezTo>
                      <a:cubicBezTo>
                        <a:pt x="61" y="71"/>
                        <a:pt x="61" y="71"/>
                        <a:pt x="61" y="71"/>
                      </a:cubicBezTo>
                      <a:cubicBezTo>
                        <a:pt x="66" y="67"/>
                        <a:pt x="66" y="67"/>
                        <a:pt x="66" y="67"/>
                      </a:cubicBezTo>
                      <a:cubicBezTo>
                        <a:pt x="70" y="66"/>
                        <a:pt x="75" y="66"/>
                        <a:pt x="79" y="65"/>
                      </a:cubicBezTo>
                      <a:cubicBezTo>
                        <a:pt x="82" y="65"/>
                        <a:pt x="84" y="65"/>
                        <a:pt x="86" y="66"/>
                      </a:cubicBezTo>
                      <a:cubicBezTo>
                        <a:pt x="90" y="62"/>
                        <a:pt x="90" y="62"/>
                        <a:pt x="90" y="62"/>
                      </a:cubicBezTo>
                      <a:cubicBezTo>
                        <a:pt x="82" y="58"/>
                        <a:pt x="82" y="58"/>
                        <a:pt x="82" y="58"/>
                      </a:cubicBezTo>
                      <a:cubicBezTo>
                        <a:pt x="87" y="56"/>
                        <a:pt x="87" y="56"/>
                        <a:pt x="87" y="56"/>
                      </a:cubicBezTo>
                      <a:cubicBezTo>
                        <a:pt x="96" y="57"/>
                        <a:pt x="96" y="57"/>
                        <a:pt x="96" y="57"/>
                      </a:cubicBezTo>
                      <a:cubicBezTo>
                        <a:pt x="102" y="51"/>
                        <a:pt x="102" y="51"/>
                        <a:pt x="102" y="51"/>
                      </a:cubicBezTo>
                      <a:cubicBezTo>
                        <a:pt x="93" y="49"/>
                        <a:pt x="93" y="49"/>
                        <a:pt x="93" y="49"/>
                      </a:cubicBezTo>
                      <a:cubicBezTo>
                        <a:pt x="97" y="46"/>
                        <a:pt x="97" y="46"/>
                        <a:pt x="97" y="46"/>
                      </a:cubicBezTo>
                      <a:cubicBezTo>
                        <a:pt x="110" y="46"/>
                        <a:pt x="110" y="46"/>
                        <a:pt x="110" y="46"/>
                      </a:cubicBezTo>
                      <a:cubicBezTo>
                        <a:pt x="113" y="44"/>
                        <a:pt x="115" y="42"/>
                        <a:pt x="117" y="40"/>
                      </a:cubicBezTo>
                      <a:cubicBezTo>
                        <a:pt x="122" y="34"/>
                        <a:pt x="128" y="29"/>
                        <a:pt x="133" y="23"/>
                      </a:cubicBezTo>
                      <a:cubicBezTo>
                        <a:pt x="124" y="19"/>
                        <a:pt x="124" y="19"/>
                        <a:pt x="124" y="19"/>
                      </a:cubicBezTo>
                      <a:cubicBezTo>
                        <a:pt x="133" y="15"/>
                        <a:pt x="133" y="15"/>
                        <a:pt x="133" y="15"/>
                      </a:cubicBezTo>
                      <a:cubicBezTo>
                        <a:pt x="132" y="8"/>
                        <a:pt x="132" y="8"/>
                        <a:pt x="132" y="8"/>
                      </a:cubicBezTo>
                      <a:cubicBezTo>
                        <a:pt x="130" y="7"/>
                        <a:pt x="128" y="6"/>
                        <a:pt x="125" y="5"/>
                      </a:cubicBezTo>
                      <a:cubicBezTo>
                        <a:pt x="117" y="3"/>
                        <a:pt x="109" y="1"/>
                        <a:pt x="101" y="0"/>
                      </a:cubicBezTo>
                      <a:cubicBezTo>
                        <a:pt x="68" y="5"/>
                        <a:pt x="68" y="5"/>
                        <a:pt x="68" y="5"/>
                      </a:cubicBezTo>
                      <a:cubicBezTo>
                        <a:pt x="64" y="8"/>
                        <a:pt x="60" y="10"/>
                        <a:pt x="56" y="11"/>
                      </a:cubicBezTo>
                      <a:cubicBezTo>
                        <a:pt x="53" y="12"/>
                        <a:pt x="51" y="12"/>
                        <a:pt x="48" y="13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ubicBezTo>
                        <a:pt x="39" y="16"/>
                        <a:pt x="35" y="16"/>
                        <a:pt x="29" y="16"/>
                      </a:cubicBezTo>
                      <a:cubicBezTo>
                        <a:pt x="28" y="16"/>
                        <a:pt x="26" y="17"/>
                        <a:pt x="24" y="18"/>
                      </a:cubicBezTo>
                      <a:cubicBezTo>
                        <a:pt x="29" y="26"/>
                        <a:pt x="29" y="26"/>
                        <a:pt x="29" y="26"/>
                      </a:cubicBezTo>
                      <a:lnTo>
                        <a:pt x="36" y="30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4" name="Google Shape;1174;p41"/>
                <p:cNvSpPr/>
                <p:nvPr/>
              </p:nvSpPr>
              <p:spPr>
                <a:xfrm>
                  <a:off x="2058987" y="1636713"/>
                  <a:ext cx="649287" cy="477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78" extrusionOk="0">
                      <a:moveTo>
                        <a:pt x="133" y="27"/>
                      </a:moveTo>
                      <a:cubicBezTo>
                        <a:pt x="128" y="21"/>
                        <a:pt x="128" y="21"/>
                        <a:pt x="128" y="21"/>
                      </a:cubicBezTo>
                      <a:cubicBezTo>
                        <a:pt x="123" y="22"/>
                        <a:pt x="123" y="22"/>
                        <a:pt x="123" y="22"/>
                      </a:cubicBezTo>
                      <a:cubicBezTo>
                        <a:pt x="123" y="14"/>
                        <a:pt x="123" y="14"/>
                        <a:pt x="123" y="14"/>
                      </a:cubicBezTo>
                      <a:cubicBezTo>
                        <a:pt x="118" y="10"/>
                        <a:pt x="118" y="10"/>
                        <a:pt x="118" y="10"/>
                      </a:cubicBezTo>
                      <a:cubicBezTo>
                        <a:pt x="110" y="12"/>
                        <a:pt x="101" y="13"/>
                        <a:pt x="93" y="15"/>
                      </a:cubicBezTo>
                      <a:cubicBezTo>
                        <a:pt x="96" y="19"/>
                        <a:pt x="96" y="19"/>
                        <a:pt x="96" y="19"/>
                      </a:cubicBezTo>
                      <a:cubicBezTo>
                        <a:pt x="90" y="24"/>
                        <a:pt x="90" y="24"/>
                        <a:pt x="90" y="24"/>
                      </a:cubicBezTo>
                      <a:cubicBezTo>
                        <a:pt x="77" y="22"/>
                        <a:pt x="77" y="22"/>
                        <a:pt x="77" y="22"/>
                      </a:cubicBezTo>
                      <a:cubicBezTo>
                        <a:pt x="70" y="25"/>
                        <a:pt x="70" y="25"/>
                        <a:pt x="70" y="25"/>
                      </a:cubicBezTo>
                      <a:cubicBezTo>
                        <a:pt x="72" y="21"/>
                        <a:pt x="72" y="15"/>
                        <a:pt x="72" y="10"/>
                      </a:cubicBezTo>
                      <a:cubicBezTo>
                        <a:pt x="72" y="7"/>
                        <a:pt x="71" y="4"/>
                        <a:pt x="70" y="0"/>
                      </a:cubicBezTo>
                      <a:cubicBezTo>
                        <a:pt x="62" y="0"/>
                        <a:pt x="62" y="0"/>
                        <a:pt x="62" y="0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43" y="30"/>
                        <a:pt x="43" y="30"/>
                        <a:pt x="43" y="30"/>
                      </a:cubicBezTo>
                      <a:cubicBezTo>
                        <a:pt x="40" y="27"/>
                        <a:pt x="38" y="23"/>
                        <a:pt x="35" y="19"/>
                      </a:cubicBezTo>
                      <a:cubicBezTo>
                        <a:pt x="34" y="18"/>
                        <a:pt x="33" y="15"/>
                        <a:pt x="32" y="13"/>
                      </a:cubicBez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28" y="4"/>
                        <a:pt x="20" y="8"/>
                        <a:pt x="12" y="13"/>
                      </a:cubicBezTo>
                      <a:cubicBezTo>
                        <a:pt x="7" y="15"/>
                        <a:pt x="4" y="18"/>
                        <a:pt x="0" y="22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17" y="33"/>
                        <a:pt x="17" y="33"/>
                      </a:cubicBezTo>
                      <a:cubicBezTo>
                        <a:pt x="17" y="38"/>
                        <a:pt x="17" y="38"/>
                        <a:pt x="17" y="38"/>
                      </a:cubicBezTo>
                      <a:cubicBezTo>
                        <a:pt x="24" y="41"/>
                        <a:pt x="32" y="44"/>
                        <a:pt x="39" y="48"/>
                      </a:cubicBezTo>
                      <a:cubicBezTo>
                        <a:pt x="41" y="50"/>
                        <a:pt x="41" y="50"/>
                        <a:pt x="41" y="50"/>
                      </a:cubicBezTo>
                      <a:cubicBezTo>
                        <a:pt x="49" y="51"/>
                        <a:pt x="56" y="52"/>
                        <a:pt x="63" y="53"/>
                      </a:cubicBezTo>
                      <a:cubicBezTo>
                        <a:pt x="63" y="47"/>
                        <a:pt x="63" y="47"/>
                        <a:pt x="63" y="47"/>
                      </a:cubicBezTo>
                      <a:cubicBezTo>
                        <a:pt x="69" y="53"/>
                        <a:pt x="69" y="53"/>
                        <a:pt x="69" y="53"/>
                      </a:cubicBezTo>
                      <a:cubicBezTo>
                        <a:pt x="77" y="49"/>
                        <a:pt x="77" y="49"/>
                        <a:pt x="77" y="49"/>
                      </a:cubicBezTo>
                      <a:cubicBezTo>
                        <a:pt x="87" y="53"/>
                        <a:pt x="87" y="53"/>
                        <a:pt x="87" y="53"/>
                      </a:cubicBezTo>
                      <a:cubicBezTo>
                        <a:pt x="93" y="51"/>
                        <a:pt x="93" y="51"/>
                        <a:pt x="93" y="51"/>
                      </a:cubicBezTo>
                      <a:cubicBezTo>
                        <a:pt x="92" y="44"/>
                        <a:pt x="92" y="44"/>
                        <a:pt x="92" y="44"/>
                      </a:cubicBezTo>
                      <a:cubicBezTo>
                        <a:pt x="98" y="46"/>
                        <a:pt x="98" y="46"/>
                        <a:pt x="98" y="46"/>
                      </a:cubicBezTo>
                      <a:cubicBezTo>
                        <a:pt x="100" y="56"/>
                        <a:pt x="100" y="56"/>
                        <a:pt x="100" y="56"/>
                      </a:cubicBezTo>
                      <a:cubicBezTo>
                        <a:pt x="107" y="60"/>
                        <a:pt x="107" y="60"/>
                        <a:pt x="107" y="60"/>
                      </a:cubicBezTo>
                      <a:cubicBezTo>
                        <a:pt x="110" y="67"/>
                        <a:pt x="110" y="67"/>
                        <a:pt x="110" y="67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17" y="68"/>
                        <a:pt x="117" y="68"/>
                        <a:pt x="117" y="68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23" y="70"/>
                        <a:pt x="123" y="70"/>
                        <a:pt x="123" y="70"/>
                      </a:cubicBezTo>
                      <a:cubicBezTo>
                        <a:pt x="130" y="82"/>
                        <a:pt x="136" y="94"/>
                        <a:pt x="143" y="107"/>
                      </a:cubicBezTo>
                      <a:cubicBezTo>
                        <a:pt x="134" y="117"/>
                        <a:pt x="134" y="117"/>
                        <a:pt x="134" y="117"/>
                      </a:cubicBezTo>
                      <a:cubicBezTo>
                        <a:pt x="136" y="123"/>
                        <a:pt x="136" y="123"/>
                        <a:pt x="136" y="123"/>
                      </a:cubicBezTo>
                      <a:cubicBezTo>
                        <a:pt x="113" y="122"/>
                        <a:pt x="113" y="122"/>
                        <a:pt x="113" y="122"/>
                      </a:cubicBezTo>
                      <a:cubicBezTo>
                        <a:pt x="111" y="118"/>
                        <a:pt x="111" y="118"/>
                        <a:pt x="111" y="118"/>
                      </a:cubicBezTo>
                      <a:cubicBezTo>
                        <a:pt x="104" y="116"/>
                        <a:pt x="104" y="116"/>
                        <a:pt x="104" y="116"/>
                      </a:cubicBezTo>
                      <a:cubicBezTo>
                        <a:pt x="102" y="120"/>
                        <a:pt x="102" y="120"/>
                        <a:pt x="102" y="120"/>
                      </a:cubicBezTo>
                      <a:cubicBezTo>
                        <a:pt x="103" y="125"/>
                        <a:pt x="103" y="125"/>
                        <a:pt x="103" y="125"/>
                      </a:cubicBezTo>
                      <a:cubicBezTo>
                        <a:pt x="97" y="131"/>
                        <a:pt x="97" y="131"/>
                        <a:pt x="97" y="131"/>
                      </a:cubicBezTo>
                      <a:cubicBezTo>
                        <a:pt x="97" y="138"/>
                        <a:pt x="97" y="138"/>
                        <a:pt x="97" y="138"/>
                      </a:cubicBezTo>
                      <a:cubicBezTo>
                        <a:pt x="99" y="139"/>
                        <a:pt x="102" y="140"/>
                        <a:pt x="105" y="141"/>
                      </a:cubicBezTo>
                      <a:cubicBezTo>
                        <a:pt x="107" y="142"/>
                        <a:pt x="110" y="142"/>
                        <a:pt x="112" y="142"/>
                      </a:cubicBezTo>
                      <a:cubicBezTo>
                        <a:pt x="116" y="137"/>
                        <a:pt x="116" y="137"/>
                        <a:pt x="116" y="137"/>
                      </a:cubicBezTo>
                      <a:cubicBezTo>
                        <a:pt x="119" y="137"/>
                        <a:pt x="122" y="137"/>
                        <a:pt x="124" y="137"/>
                      </a:cubicBezTo>
                      <a:cubicBezTo>
                        <a:pt x="126" y="137"/>
                        <a:pt x="128" y="136"/>
                        <a:pt x="129" y="136"/>
                      </a:cubicBezTo>
                      <a:cubicBezTo>
                        <a:pt x="136" y="144"/>
                        <a:pt x="144" y="152"/>
                        <a:pt x="151" y="160"/>
                      </a:cubicBezTo>
                      <a:cubicBezTo>
                        <a:pt x="153" y="160"/>
                        <a:pt x="154" y="160"/>
                        <a:pt x="156" y="161"/>
                      </a:cubicBezTo>
                      <a:cubicBezTo>
                        <a:pt x="159" y="163"/>
                        <a:pt x="162" y="164"/>
                        <a:pt x="165" y="166"/>
                      </a:cubicBezTo>
                      <a:cubicBezTo>
                        <a:pt x="168" y="164"/>
                        <a:pt x="168" y="164"/>
                        <a:pt x="168" y="164"/>
                      </a:cubicBezTo>
                      <a:cubicBezTo>
                        <a:pt x="175" y="169"/>
                        <a:pt x="181" y="173"/>
                        <a:pt x="187" y="178"/>
                      </a:cubicBezTo>
                      <a:cubicBezTo>
                        <a:pt x="190" y="177"/>
                        <a:pt x="192" y="177"/>
                        <a:pt x="194" y="177"/>
                      </a:cubicBezTo>
                      <a:cubicBezTo>
                        <a:pt x="197" y="177"/>
                        <a:pt x="200" y="178"/>
                        <a:pt x="203" y="178"/>
                      </a:cubicBezTo>
                      <a:cubicBezTo>
                        <a:pt x="203" y="173"/>
                        <a:pt x="203" y="173"/>
                        <a:pt x="203" y="173"/>
                      </a:cubicBezTo>
                      <a:cubicBezTo>
                        <a:pt x="197" y="166"/>
                        <a:pt x="190" y="160"/>
                        <a:pt x="184" y="152"/>
                      </a:cubicBezTo>
                      <a:cubicBezTo>
                        <a:pt x="197" y="157"/>
                        <a:pt x="197" y="157"/>
                        <a:pt x="197" y="157"/>
                      </a:cubicBezTo>
                      <a:cubicBezTo>
                        <a:pt x="199" y="162"/>
                        <a:pt x="199" y="162"/>
                        <a:pt x="199" y="162"/>
                      </a:cubicBezTo>
                      <a:cubicBezTo>
                        <a:pt x="217" y="172"/>
                        <a:pt x="217" y="172"/>
                        <a:pt x="217" y="172"/>
                      </a:cubicBezTo>
                      <a:cubicBezTo>
                        <a:pt x="217" y="171"/>
                        <a:pt x="217" y="170"/>
                        <a:pt x="217" y="169"/>
                      </a:cubicBezTo>
                      <a:cubicBezTo>
                        <a:pt x="217" y="167"/>
                        <a:pt x="217" y="166"/>
                        <a:pt x="217" y="164"/>
                      </a:cubicBezTo>
                      <a:cubicBezTo>
                        <a:pt x="221" y="163"/>
                        <a:pt x="221" y="163"/>
                        <a:pt x="221" y="163"/>
                      </a:cubicBezTo>
                      <a:cubicBezTo>
                        <a:pt x="215" y="155"/>
                        <a:pt x="215" y="155"/>
                        <a:pt x="215" y="155"/>
                      </a:cubicBezTo>
                      <a:cubicBezTo>
                        <a:pt x="215" y="150"/>
                        <a:pt x="215" y="150"/>
                        <a:pt x="215" y="150"/>
                      </a:cubicBezTo>
                      <a:cubicBezTo>
                        <a:pt x="211" y="147"/>
                        <a:pt x="211" y="147"/>
                        <a:pt x="211" y="147"/>
                      </a:cubicBezTo>
                      <a:cubicBezTo>
                        <a:pt x="206" y="147"/>
                        <a:pt x="206" y="147"/>
                        <a:pt x="206" y="147"/>
                      </a:cubicBezTo>
                      <a:cubicBezTo>
                        <a:pt x="206" y="142"/>
                        <a:pt x="206" y="142"/>
                        <a:pt x="206" y="142"/>
                      </a:cubicBezTo>
                      <a:cubicBezTo>
                        <a:pt x="191" y="129"/>
                        <a:pt x="191" y="129"/>
                        <a:pt x="191" y="129"/>
                      </a:cubicBezTo>
                      <a:cubicBezTo>
                        <a:pt x="184" y="108"/>
                        <a:pt x="184" y="108"/>
                        <a:pt x="184" y="108"/>
                      </a:cubicBezTo>
                      <a:cubicBezTo>
                        <a:pt x="189" y="108"/>
                        <a:pt x="189" y="108"/>
                        <a:pt x="189" y="108"/>
                      </a:cubicBezTo>
                      <a:cubicBezTo>
                        <a:pt x="197" y="114"/>
                        <a:pt x="206" y="120"/>
                        <a:pt x="214" y="125"/>
                      </a:cubicBezTo>
                      <a:cubicBezTo>
                        <a:pt x="222" y="129"/>
                        <a:pt x="229" y="131"/>
                        <a:pt x="238" y="134"/>
                      </a:cubicBezTo>
                      <a:cubicBezTo>
                        <a:pt x="240" y="128"/>
                        <a:pt x="240" y="128"/>
                        <a:pt x="240" y="128"/>
                      </a:cubicBezTo>
                      <a:cubicBezTo>
                        <a:pt x="233" y="123"/>
                        <a:pt x="233" y="123"/>
                        <a:pt x="233" y="123"/>
                      </a:cubicBezTo>
                      <a:cubicBezTo>
                        <a:pt x="242" y="113"/>
                        <a:pt x="242" y="113"/>
                        <a:pt x="242" y="113"/>
                      </a:cubicBezTo>
                      <a:cubicBezTo>
                        <a:pt x="241" y="108"/>
                        <a:pt x="241" y="108"/>
                        <a:pt x="241" y="108"/>
                      </a:cubicBezTo>
                      <a:cubicBezTo>
                        <a:pt x="227" y="107"/>
                        <a:pt x="227" y="107"/>
                        <a:pt x="227" y="107"/>
                      </a:cubicBezTo>
                      <a:cubicBezTo>
                        <a:pt x="228" y="101"/>
                        <a:pt x="228" y="101"/>
                        <a:pt x="228" y="101"/>
                      </a:cubicBezTo>
                      <a:cubicBezTo>
                        <a:pt x="233" y="100"/>
                        <a:pt x="233" y="100"/>
                        <a:pt x="233" y="100"/>
                      </a:cubicBezTo>
                      <a:cubicBezTo>
                        <a:pt x="227" y="94"/>
                        <a:pt x="227" y="94"/>
                        <a:pt x="227" y="94"/>
                      </a:cubicBezTo>
                      <a:cubicBezTo>
                        <a:pt x="221" y="97"/>
                        <a:pt x="221" y="97"/>
                        <a:pt x="221" y="97"/>
                      </a:cubicBezTo>
                      <a:cubicBezTo>
                        <a:pt x="214" y="95"/>
                        <a:pt x="208" y="92"/>
                        <a:pt x="202" y="88"/>
                      </a:cubicBezTo>
                      <a:cubicBezTo>
                        <a:pt x="198" y="86"/>
                        <a:pt x="194" y="82"/>
                        <a:pt x="191" y="78"/>
                      </a:cubicBezTo>
                      <a:cubicBezTo>
                        <a:pt x="198" y="78"/>
                        <a:pt x="198" y="78"/>
                        <a:pt x="198" y="78"/>
                      </a:cubicBezTo>
                      <a:cubicBezTo>
                        <a:pt x="198" y="73"/>
                        <a:pt x="198" y="73"/>
                        <a:pt x="198" y="73"/>
                      </a:cubicBezTo>
                      <a:cubicBezTo>
                        <a:pt x="188" y="69"/>
                        <a:pt x="188" y="69"/>
                        <a:pt x="188" y="69"/>
                      </a:cubicBezTo>
                      <a:cubicBezTo>
                        <a:pt x="185" y="71"/>
                        <a:pt x="185" y="71"/>
                        <a:pt x="185" y="71"/>
                      </a:cubicBezTo>
                      <a:cubicBezTo>
                        <a:pt x="180" y="65"/>
                        <a:pt x="180" y="65"/>
                        <a:pt x="180" y="65"/>
                      </a:cubicBezTo>
                      <a:cubicBezTo>
                        <a:pt x="188" y="59"/>
                        <a:pt x="188" y="59"/>
                        <a:pt x="188" y="59"/>
                      </a:cubicBezTo>
                      <a:cubicBezTo>
                        <a:pt x="185" y="56"/>
                        <a:pt x="184" y="53"/>
                        <a:pt x="182" y="50"/>
                      </a:cubicBezTo>
                      <a:cubicBezTo>
                        <a:pt x="180" y="48"/>
                        <a:pt x="180" y="46"/>
                        <a:pt x="179" y="43"/>
                      </a:cubicBezTo>
                      <a:cubicBezTo>
                        <a:pt x="171" y="46"/>
                        <a:pt x="171" y="46"/>
                        <a:pt x="171" y="46"/>
                      </a:cubicBezTo>
                      <a:cubicBezTo>
                        <a:pt x="175" y="39"/>
                        <a:pt x="175" y="39"/>
                        <a:pt x="175" y="39"/>
                      </a:cubicBezTo>
                      <a:cubicBezTo>
                        <a:pt x="160" y="33"/>
                        <a:pt x="160" y="33"/>
                        <a:pt x="160" y="33"/>
                      </a:cubicBezTo>
                      <a:cubicBezTo>
                        <a:pt x="154" y="39"/>
                        <a:pt x="154" y="39"/>
                        <a:pt x="154" y="39"/>
                      </a:cubicBezTo>
                      <a:cubicBezTo>
                        <a:pt x="154" y="31"/>
                        <a:pt x="154" y="31"/>
                        <a:pt x="154" y="31"/>
                      </a:cubicBezTo>
                      <a:cubicBezTo>
                        <a:pt x="151" y="29"/>
                        <a:pt x="151" y="29"/>
                        <a:pt x="151" y="29"/>
                      </a:cubicBezTo>
                      <a:cubicBezTo>
                        <a:pt x="145" y="30"/>
                        <a:pt x="138" y="31"/>
                        <a:pt x="131" y="32"/>
                      </a:cubicBezTo>
                      <a:lnTo>
                        <a:pt x="133" y="27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5" name="Google Shape;1175;p41"/>
                <p:cNvSpPr/>
                <p:nvPr/>
              </p:nvSpPr>
              <p:spPr>
                <a:xfrm>
                  <a:off x="1541462" y="1489075"/>
                  <a:ext cx="252412" cy="109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41" extrusionOk="0">
                      <a:moveTo>
                        <a:pt x="36" y="9"/>
                      </a:move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28" y="4"/>
                        <a:pt x="28" y="4"/>
                        <a:pt x="28" y="4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7" y="22"/>
                        <a:pt x="7" y="22"/>
                        <a:pt x="7" y="22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7" y="26"/>
                        <a:pt x="14" y="28"/>
                        <a:pt x="22" y="31"/>
                      </a:cubicBezTo>
                      <a:cubicBezTo>
                        <a:pt x="27" y="24"/>
                        <a:pt x="27" y="24"/>
                        <a:pt x="27" y="24"/>
                      </a:cubicBezTo>
                      <a:cubicBezTo>
                        <a:pt x="30" y="24"/>
                        <a:pt x="30" y="24"/>
                        <a:pt x="30" y="24"/>
                      </a:cubicBezTo>
                      <a:cubicBezTo>
                        <a:pt x="30" y="30"/>
                        <a:pt x="30" y="30"/>
                        <a:pt x="30" y="30"/>
                      </a:cubicBezTo>
                      <a:cubicBezTo>
                        <a:pt x="45" y="26"/>
                        <a:pt x="45" y="26"/>
                        <a:pt x="45" y="26"/>
                      </a:cubicBezTo>
                      <a:cubicBezTo>
                        <a:pt x="47" y="29"/>
                        <a:pt x="47" y="29"/>
                        <a:pt x="47" y="29"/>
                      </a:cubicBezTo>
                      <a:cubicBezTo>
                        <a:pt x="40" y="31"/>
                        <a:pt x="32" y="34"/>
                        <a:pt x="25" y="36"/>
                      </a:cubicBezTo>
                      <a:cubicBezTo>
                        <a:pt x="27" y="41"/>
                        <a:pt x="27" y="41"/>
                        <a:pt x="27" y="41"/>
                      </a:cubicBezTo>
                      <a:cubicBezTo>
                        <a:pt x="34" y="41"/>
                        <a:pt x="41" y="39"/>
                        <a:pt x="48" y="37"/>
                      </a:cubicBezTo>
                      <a:cubicBezTo>
                        <a:pt x="53" y="36"/>
                        <a:pt x="57" y="34"/>
                        <a:pt x="61" y="31"/>
                      </a:cubicBezTo>
                      <a:cubicBezTo>
                        <a:pt x="63" y="36"/>
                        <a:pt x="63" y="36"/>
                        <a:pt x="63" y="36"/>
                      </a:cubicBezTo>
                      <a:cubicBezTo>
                        <a:pt x="80" y="36"/>
                        <a:pt x="80" y="36"/>
                        <a:pt x="80" y="36"/>
                      </a:cubicBezTo>
                      <a:cubicBezTo>
                        <a:pt x="83" y="28"/>
                        <a:pt x="83" y="28"/>
                        <a:pt x="83" y="28"/>
                      </a:cubicBezTo>
                      <a:cubicBezTo>
                        <a:pt x="89" y="26"/>
                        <a:pt x="89" y="26"/>
                        <a:pt x="89" y="26"/>
                      </a:cubicBezTo>
                      <a:cubicBezTo>
                        <a:pt x="94" y="19"/>
                        <a:pt x="94" y="19"/>
                        <a:pt x="94" y="19"/>
                      </a:cubicBezTo>
                      <a:cubicBezTo>
                        <a:pt x="89" y="13"/>
                        <a:pt x="89" y="13"/>
                        <a:pt x="89" y="13"/>
                      </a:cubicBezTo>
                      <a:cubicBezTo>
                        <a:pt x="83" y="18"/>
                        <a:pt x="83" y="18"/>
                        <a:pt x="83" y="18"/>
                      </a:cubicBezTo>
                      <a:cubicBezTo>
                        <a:pt x="78" y="8"/>
                        <a:pt x="78" y="8"/>
                        <a:pt x="78" y="8"/>
                      </a:cubicBezTo>
                      <a:cubicBezTo>
                        <a:pt x="83" y="2"/>
                        <a:pt x="83" y="2"/>
                        <a:pt x="83" y="2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69" y="5"/>
                        <a:pt x="69" y="5"/>
                        <a:pt x="69" y="5"/>
                      </a:cubicBezTo>
                      <a:cubicBezTo>
                        <a:pt x="69" y="10"/>
                        <a:pt x="69" y="10"/>
                        <a:pt x="69" y="10"/>
                      </a:cubicBezTo>
                      <a:cubicBezTo>
                        <a:pt x="64" y="14"/>
                        <a:pt x="64" y="14"/>
                        <a:pt x="64" y="14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5" y="21"/>
                        <a:pt x="65" y="21"/>
                        <a:pt x="65" y="21"/>
                      </a:cubicBezTo>
                      <a:cubicBezTo>
                        <a:pt x="59" y="19"/>
                        <a:pt x="59" y="19"/>
                        <a:pt x="59" y="19"/>
                      </a:cubicBezTo>
                      <a:cubicBezTo>
                        <a:pt x="54" y="21"/>
                        <a:pt x="54" y="21"/>
                        <a:pt x="54" y="21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lnTo>
                        <a:pt x="36" y="9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6" name="Google Shape;1176;p41"/>
                <p:cNvSpPr/>
                <p:nvPr/>
              </p:nvSpPr>
              <p:spPr>
                <a:xfrm>
                  <a:off x="1414462" y="1622425"/>
                  <a:ext cx="3619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78" extrusionOk="0">
                      <a:moveTo>
                        <a:pt x="135" y="55"/>
                      </a:moveTo>
                      <a:cubicBezTo>
                        <a:pt x="129" y="48"/>
                        <a:pt x="124" y="41"/>
                        <a:pt x="121" y="32"/>
                      </a:cubicBezTo>
                      <a:cubicBezTo>
                        <a:pt x="119" y="27"/>
                        <a:pt x="118" y="21"/>
                        <a:pt x="119" y="15"/>
                      </a:cubicBezTo>
                      <a:cubicBezTo>
                        <a:pt x="108" y="3"/>
                        <a:pt x="108" y="3"/>
                        <a:pt x="108" y="3"/>
                      </a:cubicBezTo>
                      <a:cubicBezTo>
                        <a:pt x="104" y="7"/>
                        <a:pt x="104" y="7"/>
                        <a:pt x="104" y="7"/>
                      </a:cubicBezTo>
                      <a:cubicBezTo>
                        <a:pt x="103" y="15"/>
                        <a:pt x="103" y="15"/>
                        <a:pt x="103" y="15"/>
                      </a:cubicBezTo>
                      <a:cubicBezTo>
                        <a:pt x="92" y="26"/>
                        <a:pt x="92" y="26"/>
                        <a:pt x="92" y="26"/>
                      </a:cubicBezTo>
                      <a:cubicBezTo>
                        <a:pt x="89" y="21"/>
                        <a:pt x="89" y="21"/>
                        <a:pt x="89" y="21"/>
                      </a:cubicBez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2" y="13"/>
                        <a:pt x="91" y="12"/>
                        <a:pt x="90" y="10"/>
                      </a:cubicBezTo>
                      <a:cubicBezTo>
                        <a:pt x="89" y="9"/>
                        <a:pt x="87" y="8"/>
                        <a:pt x="86" y="7"/>
                      </a:cubicBezTo>
                      <a:cubicBezTo>
                        <a:pt x="75" y="13"/>
                        <a:pt x="75" y="13"/>
                        <a:pt x="75" y="13"/>
                      </a:cubicBezTo>
                      <a:cubicBezTo>
                        <a:pt x="63" y="2"/>
                        <a:pt x="63" y="2"/>
                        <a:pt x="63" y="2"/>
                      </a:cubicBezTo>
                      <a:cubicBezTo>
                        <a:pt x="60" y="4"/>
                        <a:pt x="60" y="4"/>
                        <a:pt x="60" y="4"/>
                      </a:cubicBezTo>
                      <a:cubicBezTo>
                        <a:pt x="61" y="9"/>
                        <a:pt x="61" y="9"/>
                        <a:pt x="61" y="9"/>
                      </a:cubicBezTo>
                      <a:cubicBezTo>
                        <a:pt x="57" y="13"/>
                        <a:pt x="57" y="13"/>
                        <a:pt x="57" y="13"/>
                      </a:cubicBezTo>
                      <a:cubicBezTo>
                        <a:pt x="57" y="18"/>
                        <a:pt x="57" y="18"/>
                        <a:pt x="57" y="18"/>
                      </a:cubicBezTo>
                      <a:cubicBezTo>
                        <a:pt x="50" y="19"/>
                        <a:pt x="50" y="19"/>
                        <a:pt x="50" y="19"/>
                      </a:cubicBezTo>
                      <a:cubicBezTo>
                        <a:pt x="44" y="13"/>
                        <a:pt x="44" y="13"/>
                        <a:pt x="44" y="1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35" y="5"/>
                        <a:pt x="25" y="9"/>
                        <a:pt x="14" y="14"/>
                      </a:cubicBezTo>
                      <a:cubicBezTo>
                        <a:pt x="15" y="20"/>
                        <a:pt x="15" y="20"/>
                        <a:pt x="15" y="20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3" y="27"/>
                        <a:pt x="3" y="27"/>
                        <a:pt x="3" y="27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3" y="39"/>
                        <a:pt x="3" y="39"/>
                        <a:pt x="3" y="39"/>
                      </a:cubicBezTo>
                      <a:cubicBezTo>
                        <a:pt x="7" y="40"/>
                        <a:pt x="12" y="40"/>
                        <a:pt x="17" y="40"/>
                      </a:cubicBezTo>
                      <a:cubicBezTo>
                        <a:pt x="20" y="40"/>
                        <a:pt x="22" y="39"/>
                        <a:pt x="25" y="38"/>
                      </a:cubicBezTo>
                      <a:cubicBezTo>
                        <a:pt x="38" y="40"/>
                        <a:pt x="50" y="42"/>
                        <a:pt x="63" y="43"/>
                      </a:cubicBezTo>
                      <a:cubicBezTo>
                        <a:pt x="64" y="46"/>
                        <a:pt x="64" y="46"/>
                        <a:pt x="64" y="46"/>
                      </a:cubicBezTo>
                      <a:cubicBezTo>
                        <a:pt x="57" y="49"/>
                        <a:pt x="50" y="50"/>
                        <a:pt x="43" y="50"/>
                      </a:cubicBezTo>
                      <a:cubicBezTo>
                        <a:pt x="37" y="50"/>
                        <a:pt x="32" y="50"/>
                        <a:pt x="26" y="48"/>
                      </a:cubicBezTo>
                      <a:cubicBezTo>
                        <a:pt x="22" y="51"/>
                        <a:pt x="22" y="51"/>
                        <a:pt x="22" y="51"/>
                      </a:cubicBezTo>
                      <a:cubicBezTo>
                        <a:pt x="9" y="47"/>
                        <a:pt x="9" y="47"/>
                        <a:pt x="9" y="47"/>
                      </a:cubicBezTo>
                      <a:cubicBezTo>
                        <a:pt x="4" y="54"/>
                        <a:pt x="4" y="54"/>
                        <a:pt x="4" y="54"/>
                      </a:cubicBezTo>
                      <a:cubicBezTo>
                        <a:pt x="19" y="67"/>
                        <a:pt x="19" y="67"/>
                        <a:pt x="19" y="67"/>
                      </a:cubicBezTo>
                      <a:cubicBezTo>
                        <a:pt x="26" y="65"/>
                        <a:pt x="26" y="65"/>
                        <a:pt x="26" y="65"/>
                      </a:cubicBezTo>
                      <a:cubicBezTo>
                        <a:pt x="31" y="68"/>
                        <a:pt x="31" y="68"/>
                        <a:pt x="31" y="68"/>
                      </a:cubicBezTo>
                      <a:cubicBezTo>
                        <a:pt x="26" y="78"/>
                        <a:pt x="26" y="78"/>
                        <a:pt x="26" y="78"/>
                      </a:cubicBezTo>
                      <a:cubicBezTo>
                        <a:pt x="36" y="78"/>
                        <a:pt x="46" y="77"/>
                        <a:pt x="56" y="76"/>
                      </a:cubicBezTo>
                      <a:cubicBezTo>
                        <a:pt x="70" y="74"/>
                        <a:pt x="84" y="72"/>
                        <a:pt x="97" y="68"/>
                      </a:cubicBezTo>
                      <a:cubicBezTo>
                        <a:pt x="104" y="59"/>
                        <a:pt x="104" y="59"/>
                        <a:pt x="104" y="59"/>
                      </a:cubicBezTo>
                      <a:cubicBezTo>
                        <a:pt x="107" y="60"/>
                        <a:pt x="107" y="60"/>
                        <a:pt x="107" y="60"/>
                      </a:cubicBezTo>
                      <a:cubicBezTo>
                        <a:pt x="104" y="67"/>
                        <a:pt x="104" y="67"/>
                        <a:pt x="104" y="67"/>
                      </a:cubicBezTo>
                      <a:cubicBezTo>
                        <a:pt x="110" y="70"/>
                        <a:pt x="116" y="71"/>
                        <a:pt x="121" y="73"/>
                      </a:cubicBezTo>
                      <a:cubicBezTo>
                        <a:pt x="123" y="73"/>
                        <a:pt x="126" y="73"/>
                        <a:pt x="129" y="73"/>
                      </a:cubicBezTo>
                      <a:cubicBezTo>
                        <a:pt x="130" y="66"/>
                        <a:pt x="130" y="66"/>
                        <a:pt x="130" y="66"/>
                      </a:cubicBezTo>
                      <a:cubicBezTo>
                        <a:pt x="123" y="64"/>
                        <a:pt x="123" y="64"/>
                        <a:pt x="123" y="64"/>
                      </a:cubicBezTo>
                      <a:cubicBezTo>
                        <a:pt x="123" y="60"/>
                        <a:pt x="123" y="60"/>
                        <a:pt x="123" y="60"/>
                      </a:cubicBezTo>
                      <a:cubicBezTo>
                        <a:pt x="135" y="61"/>
                        <a:pt x="135" y="61"/>
                        <a:pt x="135" y="61"/>
                      </a:cubicBezTo>
                      <a:lnTo>
                        <a:pt x="135" y="55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177" name="Google Shape;1177;p41"/>
                <p:cNvSpPr/>
                <p:nvPr/>
              </p:nvSpPr>
              <p:spPr>
                <a:xfrm>
                  <a:off x="815975" y="1700213"/>
                  <a:ext cx="2024062" cy="1125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419" extrusionOk="0">
                      <a:moveTo>
                        <a:pt x="732" y="299"/>
                      </a:moveTo>
                      <a:cubicBezTo>
                        <a:pt x="749" y="295"/>
                        <a:pt x="749" y="295"/>
                        <a:pt x="749" y="295"/>
                      </a:cubicBezTo>
                      <a:cubicBezTo>
                        <a:pt x="753" y="291"/>
                        <a:pt x="753" y="291"/>
                        <a:pt x="753" y="291"/>
                      </a:cubicBezTo>
                      <a:cubicBezTo>
                        <a:pt x="754" y="276"/>
                        <a:pt x="754" y="276"/>
                        <a:pt x="754" y="276"/>
                      </a:cubicBezTo>
                      <a:cubicBezTo>
                        <a:pt x="752" y="273"/>
                        <a:pt x="752" y="273"/>
                        <a:pt x="752" y="273"/>
                      </a:cubicBezTo>
                      <a:cubicBezTo>
                        <a:pt x="747" y="275"/>
                        <a:pt x="747" y="275"/>
                        <a:pt x="747" y="275"/>
                      </a:cubicBezTo>
                      <a:cubicBezTo>
                        <a:pt x="747" y="270"/>
                        <a:pt x="747" y="270"/>
                        <a:pt x="747" y="270"/>
                      </a:cubicBezTo>
                      <a:cubicBezTo>
                        <a:pt x="741" y="267"/>
                        <a:pt x="741" y="267"/>
                        <a:pt x="741" y="267"/>
                      </a:cubicBezTo>
                      <a:cubicBezTo>
                        <a:pt x="736" y="271"/>
                        <a:pt x="736" y="271"/>
                        <a:pt x="736" y="271"/>
                      </a:cubicBezTo>
                      <a:cubicBezTo>
                        <a:pt x="727" y="277"/>
                        <a:pt x="727" y="277"/>
                        <a:pt x="727" y="277"/>
                      </a:cubicBezTo>
                      <a:cubicBezTo>
                        <a:pt x="720" y="278"/>
                        <a:pt x="720" y="278"/>
                        <a:pt x="720" y="278"/>
                      </a:cubicBezTo>
                      <a:cubicBezTo>
                        <a:pt x="722" y="274"/>
                        <a:pt x="722" y="274"/>
                        <a:pt x="722" y="274"/>
                      </a:cubicBezTo>
                      <a:cubicBezTo>
                        <a:pt x="728" y="271"/>
                        <a:pt x="728" y="271"/>
                        <a:pt x="728" y="271"/>
                      </a:cubicBezTo>
                      <a:cubicBezTo>
                        <a:pt x="730" y="268"/>
                        <a:pt x="730" y="268"/>
                        <a:pt x="730" y="268"/>
                      </a:cubicBezTo>
                      <a:cubicBezTo>
                        <a:pt x="734" y="267"/>
                        <a:pt x="734" y="267"/>
                        <a:pt x="734" y="267"/>
                      </a:cubicBezTo>
                      <a:cubicBezTo>
                        <a:pt x="740" y="264"/>
                        <a:pt x="740" y="264"/>
                        <a:pt x="740" y="264"/>
                      </a:cubicBezTo>
                      <a:cubicBezTo>
                        <a:pt x="740" y="260"/>
                        <a:pt x="740" y="260"/>
                        <a:pt x="740" y="260"/>
                      </a:cubicBezTo>
                      <a:cubicBezTo>
                        <a:pt x="733" y="255"/>
                        <a:pt x="733" y="255"/>
                        <a:pt x="733" y="255"/>
                      </a:cubicBezTo>
                      <a:cubicBezTo>
                        <a:pt x="721" y="251"/>
                        <a:pt x="721" y="251"/>
                        <a:pt x="721" y="251"/>
                      </a:cubicBezTo>
                      <a:cubicBezTo>
                        <a:pt x="715" y="244"/>
                        <a:pt x="715" y="244"/>
                        <a:pt x="715" y="244"/>
                      </a:cubicBezTo>
                      <a:cubicBezTo>
                        <a:pt x="711" y="244"/>
                        <a:pt x="711" y="244"/>
                        <a:pt x="711" y="244"/>
                      </a:cubicBezTo>
                      <a:cubicBezTo>
                        <a:pt x="704" y="238"/>
                        <a:pt x="704" y="238"/>
                        <a:pt x="704" y="238"/>
                      </a:cubicBezTo>
                      <a:cubicBezTo>
                        <a:pt x="706" y="228"/>
                        <a:pt x="706" y="228"/>
                        <a:pt x="706" y="228"/>
                      </a:cubicBezTo>
                      <a:cubicBezTo>
                        <a:pt x="679" y="181"/>
                        <a:pt x="679" y="181"/>
                        <a:pt x="679" y="181"/>
                      </a:cubicBezTo>
                      <a:cubicBezTo>
                        <a:pt x="676" y="174"/>
                        <a:pt x="676" y="174"/>
                        <a:pt x="676" y="174"/>
                      </a:cubicBezTo>
                      <a:cubicBezTo>
                        <a:pt x="674" y="176"/>
                        <a:pt x="674" y="176"/>
                        <a:pt x="674" y="176"/>
                      </a:cubicBezTo>
                      <a:cubicBezTo>
                        <a:pt x="674" y="182"/>
                        <a:pt x="674" y="182"/>
                        <a:pt x="674" y="182"/>
                      </a:cubicBezTo>
                      <a:cubicBezTo>
                        <a:pt x="672" y="185"/>
                        <a:pt x="672" y="185"/>
                        <a:pt x="672" y="185"/>
                      </a:cubicBezTo>
                      <a:cubicBezTo>
                        <a:pt x="671" y="190"/>
                        <a:pt x="671" y="190"/>
                        <a:pt x="671" y="190"/>
                      </a:cubicBezTo>
                      <a:cubicBezTo>
                        <a:pt x="665" y="194"/>
                        <a:pt x="665" y="194"/>
                        <a:pt x="665" y="194"/>
                      </a:cubicBezTo>
                      <a:cubicBezTo>
                        <a:pt x="665" y="198"/>
                        <a:pt x="665" y="198"/>
                        <a:pt x="665" y="198"/>
                      </a:cubicBezTo>
                      <a:cubicBezTo>
                        <a:pt x="656" y="207"/>
                        <a:pt x="656" y="207"/>
                        <a:pt x="656" y="207"/>
                      </a:cubicBezTo>
                      <a:cubicBezTo>
                        <a:pt x="648" y="199"/>
                        <a:pt x="648" y="199"/>
                        <a:pt x="648" y="199"/>
                      </a:cubicBezTo>
                      <a:cubicBezTo>
                        <a:pt x="644" y="197"/>
                        <a:pt x="644" y="197"/>
                        <a:pt x="644" y="197"/>
                      </a:cubicBezTo>
                      <a:cubicBezTo>
                        <a:pt x="639" y="198"/>
                        <a:pt x="639" y="198"/>
                        <a:pt x="639" y="198"/>
                      </a:cubicBezTo>
                      <a:cubicBezTo>
                        <a:pt x="637" y="194"/>
                        <a:pt x="635" y="192"/>
                        <a:pt x="635" y="192"/>
                      </a:cubicBezTo>
                      <a:cubicBezTo>
                        <a:pt x="636" y="167"/>
                        <a:pt x="636" y="167"/>
                        <a:pt x="636" y="167"/>
                      </a:cubicBezTo>
                      <a:cubicBezTo>
                        <a:pt x="632" y="169"/>
                        <a:pt x="632" y="169"/>
                        <a:pt x="632" y="169"/>
                      </a:cubicBezTo>
                      <a:cubicBezTo>
                        <a:pt x="619" y="162"/>
                        <a:pt x="619" y="162"/>
                        <a:pt x="619" y="162"/>
                      </a:cubicBezTo>
                      <a:cubicBezTo>
                        <a:pt x="619" y="155"/>
                        <a:pt x="619" y="155"/>
                        <a:pt x="619" y="155"/>
                      </a:cubicBezTo>
                      <a:cubicBezTo>
                        <a:pt x="599" y="148"/>
                        <a:pt x="599" y="148"/>
                        <a:pt x="599" y="148"/>
                      </a:cubicBezTo>
                      <a:cubicBezTo>
                        <a:pt x="590" y="151"/>
                        <a:pt x="590" y="151"/>
                        <a:pt x="590" y="151"/>
                      </a:cubicBezTo>
                      <a:cubicBezTo>
                        <a:pt x="583" y="153"/>
                        <a:pt x="583" y="153"/>
                        <a:pt x="583" y="153"/>
                      </a:cubicBezTo>
                      <a:cubicBezTo>
                        <a:pt x="567" y="145"/>
                        <a:pt x="567" y="145"/>
                        <a:pt x="567" y="145"/>
                      </a:cubicBezTo>
                      <a:cubicBezTo>
                        <a:pt x="562" y="145"/>
                        <a:pt x="562" y="145"/>
                        <a:pt x="562" y="145"/>
                      </a:cubicBezTo>
                      <a:cubicBezTo>
                        <a:pt x="559" y="147"/>
                        <a:pt x="559" y="147"/>
                        <a:pt x="559" y="147"/>
                      </a:cubicBezTo>
                      <a:cubicBezTo>
                        <a:pt x="557" y="172"/>
                        <a:pt x="557" y="172"/>
                        <a:pt x="557" y="172"/>
                      </a:cubicBezTo>
                      <a:cubicBezTo>
                        <a:pt x="562" y="175"/>
                        <a:pt x="562" y="175"/>
                        <a:pt x="562" y="175"/>
                      </a:cubicBezTo>
                      <a:cubicBezTo>
                        <a:pt x="561" y="187"/>
                        <a:pt x="561" y="187"/>
                        <a:pt x="561" y="187"/>
                      </a:cubicBezTo>
                      <a:cubicBezTo>
                        <a:pt x="553" y="200"/>
                        <a:pt x="553" y="200"/>
                        <a:pt x="553" y="200"/>
                      </a:cubicBezTo>
                      <a:cubicBezTo>
                        <a:pt x="553" y="204"/>
                        <a:pt x="553" y="204"/>
                        <a:pt x="553" y="204"/>
                      </a:cubicBezTo>
                      <a:cubicBezTo>
                        <a:pt x="562" y="218"/>
                        <a:pt x="562" y="218"/>
                        <a:pt x="562" y="218"/>
                      </a:cubicBezTo>
                      <a:cubicBezTo>
                        <a:pt x="564" y="229"/>
                        <a:pt x="564" y="229"/>
                        <a:pt x="564" y="229"/>
                      </a:cubicBezTo>
                      <a:cubicBezTo>
                        <a:pt x="564" y="241"/>
                        <a:pt x="564" y="241"/>
                        <a:pt x="564" y="241"/>
                      </a:cubicBezTo>
                      <a:cubicBezTo>
                        <a:pt x="561" y="250"/>
                        <a:pt x="561" y="250"/>
                        <a:pt x="561" y="250"/>
                      </a:cubicBezTo>
                      <a:cubicBezTo>
                        <a:pt x="556" y="256"/>
                        <a:pt x="556" y="256"/>
                        <a:pt x="556" y="256"/>
                      </a:cubicBezTo>
                      <a:cubicBezTo>
                        <a:pt x="548" y="261"/>
                        <a:pt x="548" y="261"/>
                        <a:pt x="548" y="261"/>
                      </a:cubicBezTo>
                      <a:cubicBezTo>
                        <a:pt x="550" y="267"/>
                        <a:pt x="550" y="267"/>
                        <a:pt x="550" y="267"/>
                      </a:cubicBezTo>
                      <a:cubicBezTo>
                        <a:pt x="551" y="274"/>
                        <a:pt x="551" y="274"/>
                        <a:pt x="551" y="274"/>
                      </a:cubicBezTo>
                      <a:cubicBezTo>
                        <a:pt x="555" y="284"/>
                        <a:pt x="555" y="284"/>
                        <a:pt x="555" y="284"/>
                      </a:cubicBezTo>
                      <a:cubicBezTo>
                        <a:pt x="554" y="296"/>
                        <a:pt x="554" y="296"/>
                        <a:pt x="554" y="296"/>
                      </a:cubicBezTo>
                      <a:cubicBezTo>
                        <a:pt x="542" y="306"/>
                        <a:pt x="542" y="306"/>
                        <a:pt x="542" y="306"/>
                      </a:cubicBezTo>
                      <a:cubicBezTo>
                        <a:pt x="534" y="292"/>
                        <a:pt x="534" y="292"/>
                        <a:pt x="534" y="292"/>
                      </a:cubicBezTo>
                      <a:cubicBezTo>
                        <a:pt x="528" y="287"/>
                        <a:pt x="528" y="287"/>
                        <a:pt x="528" y="287"/>
                      </a:cubicBezTo>
                      <a:cubicBezTo>
                        <a:pt x="521" y="277"/>
                        <a:pt x="521" y="277"/>
                        <a:pt x="521" y="277"/>
                      </a:cubicBezTo>
                      <a:cubicBezTo>
                        <a:pt x="518" y="263"/>
                        <a:pt x="518" y="263"/>
                        <a:pt x="518" y="263"/>
                      </a:cubicBezTo>
                      <a:cubicBezTo>
                        <a:pt x="518" y="254"/>
                        <a:pt x="518" y="254"/>
                        <a:pt x="518" y="254"/>
                      </a:cubicBezTo>
                      <a:cubicBezTo>
                        <a:pt x="514" y="251"/>
                        <a:pt x="514" y="251"/>
                        <a:pt x="514" y="251"/>
                      </a:cubicBezTo>
                      <a:cubicBezTo>
                        <a:pt x="499" y="252"/>
                        <a:pt x="499" y="252"/>
                        <a:pt x="499" y="252"/>
                      </a:cubicBezTo>
                      <a:cubicBezTo>
                        <a:pt x="483" y="250"/>
                        <a:pt x="483" y="250"/>
                        <a:pt x="483" y="250"/>
                      </a:cubicBezTo>
                      <a:cubicBezTo>
                        <a:pt x="472" y="243"/>
                        <a:pt x="472" y="243"/>
                        <a:pt x="472" y="243"/>
                      </a:cubicBezTo>
                      <a:cubicBezTo>
                        <a:pt x="466" y="242"/>
                        <a:pt x="466" y="242"/>
                        <a:pt x="466" y="242"/>
                      </a:cubicBezTo>
                      <a:cubicBezTo>
                        <a:pt x="465" y="237"/>
                        <a:pt x="465" y="237"/>
                        <a:pt x="465" y="237"/>
                      </a:cubicBezTo>
                      <a:cubicBezTo>
                        <a:pt x="446" y="220"/>
                        <a:pt x="446" y="220"/>
                        <a:pt x="446" y="220"/>
                      </a:cubicBezTo>
                      <a:cubicBezTo>
                        <a:pt x="431" y="226"/>
                        <a:pt x="431" y="226"/>
                        <a:pt x="431" y="226"/>
                      </a:cubicBezTo>
                      <a:cubicBezTo>
                        <a:pt x="423" y="198"/>
                        <a:pt x="423" y="198"/>
                        <a:pt x="423" y="198"/>
                      </a:cubicBezTo>
                      <a:cubicBezTo>
                        <a:pt x="412" y="196"/>
                        <a:pt x="412" y="196"/>
                        <a:pt x="412" y="196"/>
                      </a:cubicBezTo>
                      <a:cubicBezTo>
                        <a:pt x="411" y="188"/>
                        <a:pt x="411" y="188"/>
                        <a:pt x="411" y="188"/>
                      </a:cubicBezTo>
                      <a:cubicBezTo>
                        <a:pt x="419" y="171"/>
                        <a:pt x="419" y="171"/>
                        <a:pt x="419" y="171"/>
                      </a:cubicBezTo>
                      <a:cubicBezTo>
                        <a:pt x="432" y="154"/>
                        <a:pt x="432" y="154"/>
                        <a:pt x="432" y="154"/>
                      </a:cubicBezTo>
                      <a:cubicBezTo>
                        <a:pt x="446" y="149"/>
                        <a:pt x="446" y="149"/>
                        <a:pt x="446" y="149"/>
                      </a:cubicBezTo>
                      <a:cubicBezTo>
                        <a:pt x="451" y="139"/>
                        <a:pt x="451" y="139"/>
                        <a:pt x="451" y="139"/>
                      </a:cubicBezTo>
                      <a:cubicBezTo>
                        <a:pt x="447" y="135"/>
                        <a:pt x="447" y="135"/>
                        <a:pt x="447" y="135"/>
                      </a:cubicBezTo>
                      <a:cubicBezTo>
                        <a:pt x="452" y="135"/>
                        <a:pt x="452" y="135"/>
                        <a:pt x="452" y="135"/>
                      </a:cubicBezTo>
                      <a:cubicBezTo>
                        <a:pt x="460" y="119"/>
                        <a:pt x="460" y="119"/>
                        <a:pt x="460" y="119"/>
                      </a:cubicBezTo>
                      <a:cubicBezTo>
                        <a:pt x="471" y="122"/>
                        <a:pt x="471" y="122"/>
                        <a:pt x="471" y="122"/>
                      </a:cubicBezTo>
                      <a:cubicBezTo>
                        <a:pt x="479" y="103"/>
                        <a:pt x="479" y="103"/>
                        <a:pt x="479" y="103"/>
                      </a:cubicBezTo>
                      <a:cubicBezTo>
                        <a:pt x="477" y="96"/>
                        <a:pt x="477" y="96"/>
                        <a:pt x="477" y="96"/>
                      </a:cubicBezTo>
                      <a:cubicBezTo>
                        <a:pt x="486" y="99"/>
                        <a:pt x="486" y="99"/>
                        <a:pt x="486" y="99"/>
                      </a:cubicBezTo>
                      <a:cubicBezTo>
                        <a:pt x="497" y="89"/>
                        <a:pt x="497" y="89"/>
                        <a:pt x="497" y="89"/>
                      </a:cubicBezTo>
                      <a:cubicBezTo>
                        <a:pt x="497" y="84"/>
                        <a:pt x="497" y="84"/>
                        <a:pt x="497" y="84"/>
                      </a:cubicBezTo>
                      <a:cubicBezTo>
                        <a:pt x="503" y="81"/>
                        <a:pt x="503" y="81"/>
                        <a:pt x="503" y="81"/>
                      </a:cubicBezTo>
                      <a:cubicBezTo>
                        <a:pt x="507" y="81"/>
                        <a:pt x="507" y="81"/>
                        <a:pt x="507" y="81"/>
                      </a:cubicBezTo>
                      <a:cubicBezTo>
                        <a:pt x="507" y="87"/>
                        <a:pt x="507" y="87"/>
                        <a:pt x="507" y="87"/>
                      </a:cubicBezTo>
                      <a:cubicBezTo>
                        <a:pt x="514" y="85"/>
                        <a:pt x="514" y="85"/>
                        <a:pt x="514" y="85"/>
                      </a:cubicBezTo>
                      <a:cubicBezTo>
                        <a:pt x="514" y="80"/>
                        <a:pt x="514" y="80"/>
                        <a:pt x="514" y="80"/>
                      </a:cubicBezTo>
                      <a:cubicBezTo>
                        <a:pt x="520" y="83"/>
                        <a:pt x="520" y="83"/>
                        <a:pt x="520" y="83"/>
                      </a:cubicBezTo>
                      <a:cubicBezTo>
                        <a:pt x="530" y="81"/>
                        <a:pt x="530" y="81"/>
                        <a:pt x="530" y="81"/>
                      </a:cubicBezTo>
                      <a:cubicBezTo>
                        <a:pt x="536" y="71"/>
                        <a:pt x="536" y="71"/>
                        <a:pt x="536" y="71"/>
                      </a:cubicBezTo>
                      <a:cubicBezTo>
                        <a:pt x="535" y="62"/>
                        <a:pt x="535" y="62"/>
                        <a:pt x="535" y="62"/>
                      </a:cubicBezTo>
                      <a:cubicBezTo>
                        <a:pt x="533" y="54"/>
                        <a:pt x="533" y="54"/>
                        <a:pt x="533" y="54"/>
                      </a:cubicBezTo>
                      <a:cubicBezTo>
                        <a:pt x="539" y="47"/>
                        <a:pt x="539" y="47"/>
                        <a:pt x="539" y="47"/>
                      </a:cubicBezTo>
                      <a:cubicBezTo>
                        <a:pt x="537" y="43"/>
                        <a:pt x="537" y="43"/>
                        <a:pt x="537" y="43"/>
                      </a:cubicBezTo>
                      <a:cubicBezTo>
                        <a:pt x="528" y="42"/>
                        <a:pt x="528" y="42"/>
                        <a:pt x="528" y="42"/>
                      </a:cubicBezTo>
                      <a:cubicBezTo>
                        <a:pt x="531" y="37"/>
                        <a:pt x="531" y="37"/>
                        <a:pt x="531" y="37"/>
                      </a:cubicBezTo>
                      <a:cubicBezTo>
                        <a:pt x="509" y="31"/>
                        <a:pt x="509" y="31"/>
                        <a:pt x="509" y="31"/>
                      </a:cubicBezTo>
                      <a:cubicBezTo>
                        <a:pt x="506" y="35"/>
                        <a:pt x="506" y="35"/>
                        <a:pt x="506" y="35"/>
                      </a:cubicBezTo>
                      <a:cubicBezTo>
                        <a:pt x="497" y="35"/>
                        <a:pt x="497" y="35"/>
                        <a:pt x="497" y="35"/>
                      </a:cubicBezTo>
                      <a:cubicBezTo>
                        <a:pt x="494" y="37"/>
                        <a:pt x="494" y="37"/>
                        <a:pt x="494" y="37"/>
                      </a:cubicBezTo>
                      <a:cubicBezTo>
                        <a:pt x="503" y="47"/>
                        <a:pt x="503" y="47"/>
                        <a:pt x="503" y="47"/>
                      </a:cubicBezTo>
                      <a:cubicBezTo>
                        <a:pt x="501" y="51"/>
                        <a:pt x="501" y="51"/>
                        <a:pt x="501" y="51"/>
                      </a:cubicBezTo>
                      <a:cubicBezTo>
                        <a:pt x="498" y="51"/>
                        <a:pt x="498" y="51"/>
                        <a:pt x="498" y="51"/>
                      </a:cubicBezTo>
                      <a:cubicBezTo>
                        <a:pt x="492" y="68"/>
                        <a:pt x="492" y="68"/>
                        <a:pt x="492" y="68"/>
                      </a:cubicBezTo>
                      <a:cubicBezTo>
                        <a:pt x="492" y="75"/>
                        <a:pt x="492" y="75"/>
                        <a:pt x="492" y="75"/>
                      </a:cubicBezTo>
                      <a:cubicBezTo>
                        <a:pt x="484" y="81"/>
                        <a:pt x="484" y="81"/>
                        <a:pt x="484" y="81"/>
                      </a:cubicBezTo>
                      <a:cubicBezTo>
                        <a:pt x="472" y="67"/>
                        <a:pt x="472" y="67"/>
                        <a:pt x="472" y="67"/>
                      </a:cubicBezTo>
                      <a:cubicBezTo>
                        <a:pt x="480" y="57"/>
                        <a:pt x="480" y="57"/>
                        <a:pt x="480" y="57"/>
                      </a:cubicBezTo>
                      <a:cubicBezTo>
                        <a:pt x="469" y="46"/>
                        <a:pt x="469" y="46"/>
                        <a:pt x="469" y="46"/>
                      </a:cubicBezTo>
                      <a:cubicBezTo>
                        <a:pt x="463" y="48"/>
                        <a:pt x="463" y="48"/>
                        <a:pt x="463" y="48"/>
                      </a:cubicBezTo>
                      <a:cubicBezTo>
                        <a:pt x="462" y="58"/>
                        <a:pt x="462" y="58"/>
                        <a:pt x="462" y="58"/>
                      </a:cubicBezTo>
                      <a:cubicBezTo>
                        <a:pt x="456" y="61"/>
                        <a:pt x="456" y="61"/>
                        <a:pt x="456" y="61"/>
                      </a:cubicBezTo>
                      <a:cubicBezTo>
                        <a:pt x="452" y="54"/>
                        <a:pt x="452" y="54"/>
                        <a:pt x="452" y="54"/>
                      </a:cubicBezTo>
                      <a:cubicBezTo>
                        <a:pt x="455" y="44"/>
                        <a:pt x="455" y="44"/>
                        <a:pt x="455" y="44"/>
                      </a:cubicBezTo>
                      <a:cubicBezTo>
                        <a:pt x="452" y="41"/>
                        <a:pt x="452" y="41"/>
                        <a:pt x="452" y="41"/>
                      </a:cubicBezTo>
                      <a:cubicBezTo>
                        <a:pt x="447" y="44"/>
                        <a:pt x="447" y="44"/>
                        <a:pt x="447" y="44"/>
                      </a:cubicBezTo>
                      <a:cubicBezTo>
                        <a:pt x="440" y="38"/>
                        <a:pt x="440" y="38"/>
                        <a:pt x="440" y="38"/>
                      </a:cubicBezTo>
                      <a:cubicBezTo>
                        <a:pt x="455" y="26"/>
                        <a:pt x="455" y="26"/>
                        <a:pt x="455" y="26"/>
                      </a:cubicBezTo>
                      <a:cubicBezTo>
                        <a:pt x="447" y="18"/>
                        <a:pt x="447" y="18"/>
                        <a:pt x="447" y="18"/>
                      </a:cubicBezTo>
                      <a:cubicBezTo>
                        <a:pt x="443" y="13"/>
                        <a:pt x="443" y="13"/>
                        <a:pt x="443" y="13"/>
                      </a:cubicBezTo>
                      <a:cubicBezTo>
                        <a:pt x="430" y="6"/>
                        <a:pt x="430" y="6"/>
                        <a:pt x="430" y="6"/>
                      </a:cubicBezTo>
                      <a:cubicBezTo>
                        <a:pt x="426" y="0"/>
                        <a:pt x="426" y="0"/>
                        <a:pt x="426" y="0"/>
                      </a:cubicBezTo>
                      <a:cubicBezTo>
                        <a:pt x="416" y="9"/>
                        <a:pt x="416" y="9"/>
                        <a:pt x="416" y="9"/>
                      </a:cubicBezTo>
                      <a:cubicBezTo>
                        <a:pt x="406" y="26"/>
                        <a:pt x="406" y="26"/>
                        <a:pt x="406" y="26"/>
                      </a:cubicBezTo>
                      <a:cubicBezTo>
                        <a:pt x="423" y="35"/>
                        <a:pt x="423" y="35"/>
                        <a:pt x="423" y="35"/>
                      </a:cubicBezTo>
                      <a:cubicBezTo>
                        <a:pt x="426" y="34"/>
                        <a:pt x="426" y="34"/>
                        <a:pt x="426" y="34"/>
                      </a:cubicBezTo>
                      <a:cubicBezTo>
                        <a:pt x="415" y="46"/>
                        <a:pt x="415" y="46"/>
                        <a:pt x="415" y="46"/>
                      </a:cubicBezTo>
                      <a:cubicBezTo>
                        <a:pt x="418" y="50"/>
                        <a:pt x="418" y="50"/>
                        <a:pt x="418" y="50"/>
                      </a:cubicBezTo>
                      <a:cubicBezTo>
                        <a:pt x="431" y="45"/>
                        <a:pt x="431" y="45"/>
                        <a:pt x="431" y="45"/>
                      </a:cubicBezTo>
                      <a:cubicBezTo>
                        <a:pt x="422" y="54"/>
                        <a:pt x="422" y="54"/>
                        <a:pt x="422" y="54"/>
                      </a:cubicBezTo>
                      <a:cubicBezTo>
                        <a:pt x="409" y="62"/>
                        <a:pt x="409" y="62"/>
                        <a:pt x="409" y="62"/>
                      </a:cubicBezTo>
                      <a:cubicBezTo>
                        <a:pt x="411" y="71"/>
                        <a:pt x="411" y="71"/>
                        <a:pt x="411" y="71"/>
                      </a:cubicBezTo>
                      <a:cubicBezTo>
                        <a:pt x="411" y="75"/>
                        <a:pt x="411" y="75"/>
                        <a:pt x="411" y="75"/>
                      </a:cubicBezTo>
                      <a:cubicBezTo>
                        <a:pt x="400" y="70"/>
                        <a:pt x="400" y="70"/>
                        <a:pt x="400" y="70"/>
                      </a:cubicBezTo>
                      <a:cubicBezTo>
                        <a:pt x="402" y="65"/>
                        <a:pt x="402" y="65"/>
                        <a:pt x="402" y="65"/>
                      </a:cubicBezTo>
                      <a:cubicBezTo>
                        <a:pt x="388" y="60"/>
                        <a:pt x="388" y="60"/>
                        <a:pt x="388" y="60"/>
                      </a:cubicBezTo>
                      <a:cubicBezTo>
                        <a:pt x="384" y="67"/>
                        <a:pt x="384" y="67"/>
                        <a:pt x="384" y="67"/>
                      </a:cubicBezTo>
                      <a:cubicBezTo>
                        <a:pt x="372" y="70"/>
                        <a:pt x="372" y="70"/>
                        <a:pt x="372" y="70"/>
                      </a:cubicBezTo>
                      <a:cubicBezTo>
                        <a:pt x="363" y="64"/>
                        <a:pt x="363" y="64"/>
                        <a:pt x="363" y="64"/>
                      </a:cubicBezTo>
                      <a:cubicBezTo>
                        <a:pt x="346" y="60"/>
                        <a:pt x="346" y="60"/>
                        <a:pt x="346" y="60"/>
                      </a:cubicBezTo>
                      <a:cubicBezTo>
                        <a:pt x="344" y="53"/>
                        <a:pt x="344" y="53"/>
                        <a:pt x="344" y="53"/>
                      </a:cubicBezTo>
                      <a:cubicBezTo>
                        <a:pt x="335" y="53"/>
                        <a:pt x="335" y="53"/>
                        <a:pt x="335" y="53"/>
                      </a:cubicBezTo>
                      <a:cubicBezTo>
                        <a:pt x="327" y="61"/>
                        <a:pt x="327" y="61"/>
                        <a:pt x="327" y="61"/>
                      </a:cubicBezTo>
                      <a:cubicBezTo>
                        <a:pt x="315" y="61"/>
                        <a:pt x="315" y="61"/>
                        <a:pt x="315" y="61"/>
                      </a:cubicBezTo>
                      <a:cubicBezTo>
                        <a:pt x="316" y="72"/>
                        <a:pt x="316" y="72"/>
                        <a:pt x="316" y="72"/>
                      </a:cubicBezTo>
                      <a:cubicBezTo>
                        <a:pt x="309" y="76"/>
                        <a:pt x="309" y="76"/>
                        <a:pt x="309" y="76"/>
                      </a:cubicBezTo>
                      <a:cubicBezTo>
                        <a:pt x="305" y="67"/>
                        <a:pt x="305" y="67"/>
                        <a:pt x="305" y="67"/>
                      </a:cubicBezTo>
                      <a:cubicBezTo>
                        <a:pt x="294" y="66"/>
                        <a:pt x="294" y="66"/>
                        <a:pt x="294" y="66"/>
                      </a:cubicBezTo>
                      <a:cubicBezTo>
                        <a:pt x="285" y="58"/>
                        <a:pt x="285" y="58"/>
                        <a:pt x="285" y="58"/>
                      </a:cubicBezTo>
                      <a:cubicBezTo>
                        <a:pt x="250" y="64"/>
                        <a:pt x="250" y="64"/>
                        <a:pt x="250" y="64"/>
                      </a:cubicBezTo>
                      <a:cubicBezTo>
                        <a:pt x="233" y="60"/>
                        <a:pt x="233" y="60"/>
                        <a:pt x="233" y="60"/>
                      </a:cubicBezTo>
                      <a:cubicBezTo>
                        <a:pt x="228" y="55"/>
                        <a:pt x="228" y="55"/>
                        <a:pt x="228" y="55"/>
                      </a:cubicBezTo>
                      <a:cubicBezTo>
                        <a:pt x="240" y="51"/>
                        <a:pt x="240" y="51"/>
                        <a:pt x="240" y="51"/>
                      </a:cubicBezTo>
                      <a:cubicBezTo>
                        <a:pt x="242" y="47"/>
                        <a:pt x="242" y="47"/>
                        <a:pt x="242" y="47"/>
                      </a:cubicBezTo>
                      <a:cubicBezTo>
                        <a:pt x="233" y="42"/>
                        <a:pt x="233" y="42"/>
                        <a:pt x="233" y="42"/>
                      </a:cubicBezTo>
                      <a:cubicBezTo>
                        <a:pt x="225" y="43"/>
                        <a:pt x="225" y="43"/>
                        <a:pt x="225" y="43"/>
                      </a:cubicBezTo>
                      <a:cubicBezTo>
                        <a:pt x="195" y="25"/>
                        <a:pt x="195" y="25"/>
                        <a:pt x="195" y="25"/>
                      </a:cubicBezTo>
                      <a:cubicBezTo>
                        <a:pt x="182" y="24"/>
                        <a:pt x="182" y="24"/>
                        <a:pt x="182" y="24"/>
                      </a:cubicBezTo>
                      <a:cubicBezTo>
                        <a:pt x="167" y="30"/>
                        <a:pt x="167" y="30"/>
                        <a:pt x="167" y="30"/>
                      </a:cubicBezTo>
                      <a:cubicBezTo>
                        <a:pt x="167" y="22"/>
                        <a:pt x="167" y="22"/>
                        <a:pt x="167" y="22"/>
                      </a:cubicBezTo>
                      <a:cubicBezTo>
                        <a:pt x="162" y="17"/>
                        <a:pt x="162" y="17"/>
                        <a:pt x="162" y="17"/>
                      </a:cubicBezTo>
                      <a:cubicBezTo>
                        <a:pt x="155" y="29"/>
                        <a:pt x="155" y="29"/>
                        <a:pt x="155" y="29"/>
                      </a:cubicBezTo>
                      <a:cubicBezTo>
                        <a:pt x="135" y="10"/>
                        <a:pt x="135" y="10"/>
                        <a:pt x="135" y="10"/>
                      </a:cubicBezTo>
                      <a:cubicBezTo>
                        <a:pt x="131" y="10"/>
                        <a:pt x="131" y="10"/>
                        <a:pt x="131" y="10"/>
                      </a:cubicBezTo>
                      <a:cubicBezTo>
                        <a:pt x="134" y="19"/>
                        <a:pt x="134" y="19"/>
                        <a:pt x="134" y="19"/>
                      </a:cubicBezTo>
                      <a:cubicBezTo>
                        <a:pt x="119" y="22"/>
                        <a:pt x="119" y="22"/>
                        <a:pt x="119" y="22"/>
                      </a:cubicBezTo>
                      <a:cubicBezTo>
                        <a:pt x="122" y="15"/>
                        <a:pt x="122" y="15"/>
                        <a:pt x="122" y="15"/>
                      </a:cubicBezTo>
                      <a:cubicBezTo>
                        <a:pt x="113" y="15"/>
                        <a:pt x="113" y="15"/>
                        <a:pt x="113" y="15"/>
                      </a:cubicBezTo>
                      <a:cubicBezTo>
                        <a:pt x="105" y="25"/>
                        <a:pt x="105" y="25"/>
                        <a:pt x="105" y="25"/>
                      </a:cubicBezTo>
                      <a:cubicBezTo>
                        <a:pt x="85" y="33"/>
                        <a:pt x="85" y="33"/>
                        <a:pt x="85" y="33"/>
                      </a:cubicBezTo>
                      <a:cubicBezTo>
                        <a:pt x="85" y="26"/>
                        <a:pt x="85" y="26"/>
                        <a:pt x="85" y="26"/>
                      </a:cubicBezTo>
                      <a:cubicBezTo>
                        <a:pt x="82" y="23"/>
                        <a:pt x="82" y="23"/>
                        <a:pt x="82" y="23"/>
                      </a:cubicBezTo>
                      <a:cubicBezTo>
                        <a:pt x="71" y="32"/>
                        <a:pt x="71" y="32"/>
                        <a:pt x="71" y="32"/>
                      </a:cubicBezTo>
                      <a:cubicBezTo>
                        <a:pt x="72" y="40"/>
                        <a:pt x="72" y="40"/>
                        <a:pt x="72" y="40"/>
                      </a:cubicBezTo>
                      <a:cubicBezTo>
                        <a:pt x="54" y="28"/>
                        <a:pt x="54" y="28"/>
                        <a:pt x="54" y="28"/>
                      </a:cubicBezTo>
                      <a:cubicBezTo>
                        <a:pt x="33" y="24"/>
                        <a:pt x="33" y="24"/>
                        <a:pt x="33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3" y="11"/>
                        <a:pt x="3" y="11"/>
                        <a:pt x="3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8" y="170"/>
                        <a:pt x="8" y="170"/>
                        <a:pt x="8" y="170"/>
                      </a:cubicBezTo>
                      <a:cubicBezTo>
                        <a:pt x="20" y="170"/>
                        <a:pt x="20" y="170"/>
                        <a:pt x="20" y="170"/>
                      </a:cubicBezTo>
                      <a:cubicBezTo>
                        <a:pt x="38" y="182"/>
                        <a:pt x="38" y="182"/>
                        <a:pt x="38" y="182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79" y="203"/>
                        <a:pt x="79" y="203"/>
                        <a:pt x="79" y="203"/>
                      </a:cubicBezTo>
                      <a:cubicBezTo>
                        <a:pt x="86" y="216"/>
                        <a:pt x="86" y="216"/>
                        <a:pt x="86" y="216"/>
                      </a:cubicBezTo>
                      <a:cubicBezTo>
                        <a:pt x="86" y="228"/>
                        <a:pt x="86" y="228"/>
                        <a:pt x="86" y="228"/>
                      </a:cubicBezTo>
                      <a:cubicBezTo>
                        <a:pt x="92" y="239"/>
                        <a:pt x="92" y="239"/>
                        <a:pt x="92" y="239"/>
                      </a:cubicBezTo>
                      <a:cubicBezTo>
                        <a:pt x="91" y="250"/>
                        <a:pt x="91" y="250"/>
                        <a:pt x="91" y="250"/>
                      </a:cubicBezTo>
                      <a:cubicBezTo>
                        <a:pt x="93" y="253"/>
                        <a:pt x="93" y="253"/>
                        <a:pt x="93" y="253"/>
                      </a:cubicBezTo>
                      <a:cubicBezTo>
                        <a:pt x="97" y="249"/>
                        <a:pt x="97" y="249"/>
                        <a:pt x="97" y="249"/>
                      </a:cubicBezTo>
                      <a:cubicBezTo>
                        <a:pt x="102" y="250"/>
                        <a:pt x="102" y="250"/>
                        <a:pt x="102" y="250"/>
                      </a:cubicBezTo>
                      <a:cubicBezTo>
                        <a:pt x="97" y="257"/>
                        <a:pt x="97" y="257"/>
                        <a:pt x="97" y="257"/>
                      </a:cubicBezTo>
                      <a:cubicBezTo>
                        <a:pt x="103" y="265"/>
                        <a:pt x="103" y="265"/>
                        <a:pt x="103" y="265"/>
                      </a:cubicBezTo>
                      <a:cubicBezTo>
                        <a:pt x="110" y="265"/>
                        <a:pt x="110" y="265"/>
                        <a:pt x="110" y="265"/>
                      </a:cubicBezTo>
                      <a:cubicBezTo>
                        <a:pt x="111" y="279"/>
                        <a:pt x="111" y="279"/>
                        <a:pt x="111" y="279"/>
                      </a:cubicBezTo>
                      <a:cubicBezTo>
                        <a:pt x="122" y="300"/>
                        <a:pt x="122" y="300"/>
                        <a:pt x="122" y="300"/>
                      </a:cubicBezTo>
                      <a:cubicBezTo>
                        <a:pt x="131" y="304"/>
                        <a:pt x="131" y="304"/>
                        <a:pt x="131" y="304"/>
                      </a:cubicBezTo>
                      <a:cubicBezTo>
                        <a:pt x="136" y="303"/>
                        <a:pt x="136" y="303"/>
                        <a:pt x="136" y="303"/>
                      </a:cubicBezTo>
                      <a:cubicBezTo>
                        <a:pt x="139" y="314"/>
                        <a:pt x="139" y="314"/>
                        <a:pt x="139" y="314"/>
                      </a:cubicBezTo>
                      <a:cubicBezTo>
                        <a:pt x="158" y="320"/>
                        <a:pt x="158" y="320"/>
                        <a:pt x="158" y="320"/>
                      </a:cubicBezTo>
                      <a:cubicBezTo>
                        <a:pt x="162" y="327"/>
                        <a:pt x="162" y="327"/>
                        <a:pt x="162" y="327"/>
                      </a:cubicBezTo>
                      <a:cubicBezTo>
                        <a:pt x="409" y="327"/>
                        <a:pt x="409" y="327"/>
                        <a:pt x="409" y="327"/>
                      </a:cubicBezTo>
                      <a:cubicBezTo>
                        <a:pt x="411" y="324"/>
                        <a:pt x="411" y="324"/>
                        <a:pt x="411" y="324"/>
                      </a:cubicBezTo>
                      <a:cubicBezTo>
                        <a:pt x="417" y="325"/>
                        <a:pt x="417" y="325"/>
                        <a:pt x="417" y="325"/>
                      </a:cubicBezTo>
                      <a:cubicBezTo>
                        <a:pt x="421" y="333"/>
                        <a:pt x="421" y="333"/>
                        <a:pt x="421" y="333"/>
                      </a:cubicBezTo>
                      <a:cubicBezTo>
                        <a:pt x="431" y="339"/>
                        <a:pt x="431" y="339"/>
                        <a:pt x="431" y="339"/>
                      </a:cubicBezTo>
                      <a:cubicBezTo>
                        <a:pt x="438" y="339"/>
                        <a:pt x="438" y="339"/>
                        <a:pt x="438" y="339"/>
                      </a:cubicBezTo>
                      <a:cubicBezTo>
                        <a:pt x="453" y="346"/>
                        <a:pt x="453" y="346"/>
                        <a:pt x="453" y="346"/>
                      </a:cubicBezTo>
                      <a:cubicBezTo>
                        <a:pt x="466" y="338"/>
                        <a:pt x="466" y="338"/>
                        <a:pt x="466" y="338"/>
                      </a:cubicBezTo>
                      <a:cubicBezTo>
                        <a:pt x="469" y="333"/>
                        <a:pt x="472" y="331"/>
                        <a:pt x="472" y="331"/>
                      </a:cubicBezTo>
                      <a:cubicBezTo>
                        <a:pt x="473" y="331"/>
                        <a:pt x="476" y="330"/>
                        <a:pt x="481" y="329"/>
                      </a:cubicBezTo>
                      <a:cubicBezTo>
                        <a:pt x="491" y="335"/>
                        <a:pt x="491" y="335"/>
                        <a:pt x="491" y="335"/>
                      </a:cubicBezTo>
                      <a:cubicBezTo>
                        <a:pt x="494" y="343"/>
                        <a:pt x="494" y="343"/>
                        <a:pt x="494" y="343"/>
                      </a:cubicBezTo>
                      <a:cubicBezTo>
                        <a:pt x="500" y="345"/>
                        <a:pt x="500" y="345"/>
                        <a:pt x="500" y="345"/>
                      </a:cubicBezTo>
                      <a:cubicBezTo>
                        <a:pt x="500" y="353"/>
                        <a:pt x="500" y="353"/>
                        <a:pt x="500" y="353"/>
                      </a:cubicBezTo>
                      <a:cubicBezTo>
                        <a:pt x="507" y="364"/>
                        <a:pt x="507" y="364"/>
                        <a:pt x="507" y="364"/>
                      </a:cubicBezTo>
                      <a:cubicBezTo>
                        <a:pt x="528" y="365"/>
                        <a:pt x="528" y="365"/>
                        <a:pt x="528" y="365"/>
                      </a:cubicBezTo>
                      <a:cubicBezTo>
                        <a:pt x="531" y="369"/>
                        <a:pt x="531" y="369"/>
                        <a:pt x="531" y="369"/>
                      </a:cubicBezTo>
                      <a:cubicBezTo>
                        <a:pt x="537" y="369"/>
                        <a:pt x="537" y="369"/>
                        <a:pt x="537" y="369"/>
                      </a:cubicBezTo>
                      <a:cubicBezTo>
                        <a:pt x="541" y="377"/>
                        <a:pt x="541" y="377"/>
                        <a:pt x="541" y="377"/>
                      </a:cubicBezTo>
                      <a:cubicBezTo>
                        <a:pt x="541" y="382"/>
                        <a:pt x="541" y="382"/>
                        <a:pt x="541" y="382"/>
                      </a:cubicBezTo>
                      <a:cubicBezTo>
                        <a:pt x="536" y="384"/>
                        <a:pt x="536" y="384"/>
                        <a:pt x="536" y="384"/>
                      </a:cubicBezTo>
                      <a:cubicBezTo>
                        <a:pt x="535" y="381"/>
                        <a:pt x="535" y="381"/>
                        <a:pt x="535" y="381"/>
                      </a:cubicBezTo>
                      <a:cubicBezTo>
                        <a:pt x="531" y="379"/>
                        <a:pt x="531" y="379"/>
                        <a:pt x="531" y="379"/>
                      </a:cubicBezTo>
                      <a:cubicBezTo>
                        <a:pt x="533" y="383"/>
                        <a:pt x="533" y="383"/>
                        <a:pt x="533" y="383"/>
                      </a:cubicBezTo>
                      <a:cubicBezTo>
                        <a:pt x="531" y="388"/>
                        <a:pt x="531" y="388"/>
                        <a:pt x="531" y="388"/>
                      </a:cubicBezTo>
                      <a:cubicBezTo>
                        <a:pt x="530" y="396"/>
                        <a:pt x="530" y="396"/>
                        <a:pt x="530" y="396"/>
                      </a:cubicBezTo>
                      <a:cubicBezTo>
                        <a:pt x="521" y="403"/>
                        <a:pt x="521" y="403"/>
                        <a:pt x="521" y="403"/>
                      </a:cubicBezTo>
                      <a:cubicBezTo>
                        <a:pt x="521" y="395"/>
                        <a:pt x="521" y="395"/>
                        <a:pt x="521" y="395"/>
                      </a:cubicBezTo>
                      <a:cubicBezTo>
                        <a:pt x="519" y="393"/>
                        <a:pt x="519" y="393"/>
                        <a:pt x="519" y="393"/>
                      </a:cubicBezTo>
                      <a:cubicBezTo>
                        <a:pt x="518" y="393"/>
                        <a:pt x="518" y="393"/>
                        <a:pt x="518" y="393"/>
                      </a:cubicBezTo>
                      <a:cubicBezTo>
                        <a:pt x="518" y="406"/>
                        <a:pt x="518" y="406"/>
                        <a:pt x="518" y="406"/>
                      </a:cubicBezTo>
                      <a:cubicBezTo>
                        <a:pt x="513" y="412"/>
                        <a:pt x="513" y="412"/>
                        <a:pt x="513" y="412"/>
                      </a:cubicBezTo>
                      <a:cubicBezTo>
                        <a:pt x="515" y="417"/>
                        <a:pt x="515" y="417"/>
                        <a:pt x="515" y="417"/>
                      </a:cubicBezTo>
                      <a:cubicBezTo>
                        <a:pt x="517" y="419"/>
                        <a:pt x="517" y="419"/>
                        <a:pt x="517" y="419"/>
                      </a:cubicBezTo>
                      <a:cubicBezTo>
                        <a:pt x="518" y="416"/>
                        <a:pt x="518" y="416"/>
                        <a:pt x="518" y="416"/>
                      </a:cubicBezTo>
                      <a:cubicBezTo>
                        <a:pt x="524" y="418"/>
                        <a:pt x="524" y="418"/>
                        <a:pt x="524" y="418"/>
                      </a:cubicBezTo>
                      <a:cubicBezTo>
                        <a:pt x="529" y="415"/>
                        <a:pt x="529" y="415"/>
                        <a:pt x="529" y="415"/>
                      </a:cubicBezTo>
                      <a:cubicBezTo>
                        <a:pt x="531" y="410"/>
                        <a:pt x="531" y="410"/>
                        <a:pt x="531" y="410"/>
                      </a:cubicBezTo>
                      <a:cubicBezTo>
                        <a:pt x="535" y="412"/>
                        <a:pt x="535" y="412"/>
                        <a:pt x="535" y="412"/>
                      </a:cubicBezTo>
                      <a:cubicBezTo>
                        <a:pt x="545" y="408"/>
                        <a:pt x="545" y="408"/>
                        <a:pt x="545" y="408"/>
                      </a:cubicBezTo>
                      <a:cubicBezTo>
                        <a:pt x="547" y="408"/>
                        <a:pt x="547" y="408"/>
                        <a:pt x="547" y="408"/>
                      </a:cubicBezTo>
                      <a:cubicBezTo>
                        <a:pt x="551" y="404"/>
                        <a:pt x="551" y="404"/>
                        <a:pt x="551" y="404"/>
                      </a:cubicBezTo>
                      <a:cubicBezTo>
                        <a:pt x="550" y="405"/>
                        <a:pt x="550" y="405"/>
                        <a:pt x="550" y="405"/>
                      </a:cubicBezTo>
                      <a:cubicBezTo>
                        <a:pt x="547" y="402"/>
                        <a:pt x="547" y="402"/>
                        <a:pt x="547" y="402"/>
                      </a:cubicBezTo>
                      <a:cubicBezTo>
                        <a:pt x="547" y="399"/>
                        <a:pt x="547" y="399"/>
                        <a:pt x="547" y="399"/>
                      </a:cubicBezTo>
                      <a:cubicBezTo>
                        <a:pt x="549" y="396"/>
                        <a:pt x="549" y="396"/>
                        <a:pt x="549" y="396"/>
                      </a:cubicBezTo>
                      <a:cubicBezTo>
                        <a:pt x="567" y="396"/>
                        <a:pt x="567" y="396"/>
                        <a:pt x="567" y="396"/>
                      </a:cubicBezTo>
                      <a:cubicBezTo>
                        <a:pt x="574" y="391"/>
                        <a:pt x="574" y="391"/>
                        <a:pt x="574" y="391"/>
                      </a:cubicBezTo>
                      <a:cubicBezTo>
                        <a:pt x="584" y="376"/>
                        <a:pt x="584" y="376"/>
                        <a:pt x="584" y="376"/>
                      </a:cubicBezTo>
                      <a:cubicBezTo>
                        <a:pt x="619" y="375"/>
                        <a:pt x="619" y="375"/>
                        <a:pt x="619" y="375"/>
                      </a:cubicBezTo>
                      <a:cubicBezTo>
                        <a:pt x="633" y="361"/>
                        <a:pt x="633" y="361"/>
                        <a:pt x="633" y="361"/>
                      </a:cubicBezTo>
                      <a:cubicBezTo>
                        <a:pt x="648" y="353"/>
                        <a:pt x="648" y="353"/>
                        <a:pt x="648" y="353"/>
                      </a:cubicBezTo>
                      <a:cubicBezTo>
                        <a:pt x="653" y="362"/>
                        <a:pt x="653" y="362"/>
                        <a:pt x="653" y="362"/>
                      </a:cubicBezTo>
                      <a:cubicBezTo>
                        <a:pt x="658" y="368"/>
                        <a:pt x="658" y="368"/>
                        <a:pt x="658" y="368"/>
                      </a:cubicBezTo>
                      <a:cubicBezTo>
                        <a:pt x="660" y="378"/>
                        <a:pt x="660" y="378"/>
                        <a:pt x="660" y="378"/>
                      </a:cubicBezTo>
                      <a:cubicBezTo>
                        <a:pt x="663" y="382"/>
                        <a:pt x="663" y="382"/>
                        <a:pt x="663" y="382"/>
                      </a:cubicBezTo>
                      <a:cubicBezTo>
                        <a:pt x="673" y="377"/>
                        <a:pt x="673" y="377"/>
                        <a:pt x="673" y="377"/>
                      </a:cubicBezTo>
                      <a:cubicBezTo>
                        <a:pt x="678" y="373"/>
                        <a:pt x="678" y="373"/>
                        <a:pt x="678" y="373"/>
                      </a:cubicBezTo>
                      <a:cubicBezTo>
                        <a:pt x="677" y="379"/>
                        <a:pt x="677" y="379"/>
                        <a:pt x="677" y="379"/>
                      </a:cubicBezTo>
                      <a:cubicBezTo>
                        <a:pt x="687" y="379"/>
                        <a:pt x="687" y="379"/>
                        <a:pt x="687" y="379"/>
                      </a:cubicBezTo>
                      <a:cubicBezTo>
                        <a:pt x="683" y="381"/>
                        <a:pt x="683" y="381"/>
                        <a:pt x="683" y="381"/>
                      </a:cubicBezTo>
                      <a:cubicBezTo>
                        <a:pt x="679" y="381"/>
                        <a:pt x="679" y="381"/>
                        <a:pt x="679" y="381"/>
                      </a:cubicBezTo>
                      <a:cubicBezTo>
                        <a:pt x="668" y="389"/>
                        <a:pt x="668" y="389"/>
                        <a:pt x="668" y="389"/>
                      </a:cubicBezTo>
                      <a:cubicBezTo>
                        <a:pt x="667" y="394"/>
                        <a:pt x="667" y="394"/>
                        <a:pt x="667" y="394"/>
                      </a:cubicBezTo>
                      <a:cubicBezTo>
                        <a:pt x="669" y="396"/>
                        <a:pt x="669" y="396"/>
                        <a:pt x="669" y="396"/>
                      </a:cubicBezTo>
                      <a:cubicBezTo>
                        <a:pt x="669" y="399"/>
                        <a:pt x="669" y="399"/>
                        <a:pt x="669" y="399"/>
                      </a:cubicBezTo>
                      <a:cubicBezTo>
                        <a:pt x="674" y="399"/>
                        <a:pt x="674" y="399"/>
                        <a:pt x="674" y="399"/>
                      </a:cubicBezTo>
                      <a:cubicBezTo>
                        <a:pt x="686" y="388"/>
                        <a:pt x="686" y="388"/>
                        <a:pt x="686" y="388"/>
                      </a:cubicBezTo>
                      <a:cubicBezTo>
                        <a:pt x="691" y="385"/>
                        <a:pt x="691" y="385"/>
                        <a:pt x="691" y="385"/>
                      </a:cubicBezTo>
                      <a:cubicBezTo>
                        <a:pt x="701" y="383"/>
                        <a:pt x="701" y="383"/>
                        <a:pt x="701" y="383"/>
                      </a:cubicBezTo>
                      <a:cubicBezTo>
                        <a:pt x="709" y="379"/>
                        <a:pt x="709" y="379"/>
                        <a:pt x="709" y="379"/>
                      </a:cubicBezTo>
                      <a:cubicBezTo>
                        <a:pt x="704" y="374"/>
                        <a:pt x="704" y="374"/>
                        <a:pt x="704" y="374"/>
                      </a:cubicBezTo>
                      <a:cubicBezTo>
                        <a:pt x="697" y="376"/>
                        <a:pt x="697" y="376"/>
                        <a:pt x="697" y="376"/>
                      </a:cubicBezTo>
                      <a:cubicBezTo>
                        <a:pt x="692" y="376"/>
                        <a:pt x="692" y="376"/>
                        <a:pt x="692" y="376"/>
                      </a:cubicBezTo>
                      <a:cubicBezTo>
                        <a:pt x="687" y="372"/>
                        <a:pt x="687" y="372"/>
                        <a:pt x="687" y="372"/>
                      </a:cubicBezTo>
                      <a:cubicBezTo>
                        <a:pt x="685" y="372"/>
                        <a:pt x="685" y="372"/>
                        <a:pt x="685" y="372"/>
                      </a:cubicBezTo>
                      <a:cubicBezTo>
                        <a:pt x="681" y="367"/>
                        <a:pt x="681" y="367"/>
                        <a:pt x="681" y="367"/>
                      </a:cubicBezTo>
                      <a:cubicBezTo>
                        <a:pt x="678" y="360"/>
                        <a:pt x="678" y="360"/>
                        <a:pt x="678" y="360"/>
                      </a:cubicBezTo>
                      <a:cubicBezTo>
                        <a:pt x="678" y="355"/>
                        <a:pt x="678" y="355"/>
                        <a:pt x="678" y="355"/>
                      </a:cubicBezTo>
                      <a:cubicBezTo>
                        <a:pt x="677" y="352"/>
                        <a:pt x="677" y="352"/>
                        <a:pt x="677" y="352"/>
                      </a:cubicBezTo>
                      <a:cubicBezTo>
                        <a:pt x="678" y="346"/>
                        <a:pt x="678" y="346"/>
                        <a:pt x="678" y="346"/>
                      </a:cubicBezTo>
                      <a:cubicBezTo>
                        <a:pt x="674" y="348"/>
                        <a:pt x="674" y="348"/>
                        <a:pt x="674" y="348"/>
                      </a:cubicBezTo>
                      <a:cubicBezTo>
                        <a:pt x="671" y="345"/>
                        <a:pt x="671" y="345"/>
                        <a:pt x="671" y="345"/>
                      </a:cubicBezTo>
                      <a:cubicBezTo>
                        <a:pt x="666" y="344"/>
                        <a:pt x="666" y="344"/>
                        <a:pt x="666" y="344"/>
                      </a:cubicBezTo>
                      <a:cubicBezTo>
                        <a:pt x="670" y="342"/>
                        <a:pt x="670" y="342"/>
                        <a:pt x="670" y="342"/>
                      </a:cubicBezTo>
                      <a:cubicBezTo>
                        <a:pt x="675" y="344"/>
                        <a:pt x="675" y="344"/>
                        <a:pt x="675" y="344"/>
                      </a:cubicBezTo>
                      <a:cubicBezTo>
                        <a:pt x="679" y="342"/>
                        <a:pt x="679" y="342"/>
                        <a:pt x="679" y="342"/>
                      </a:cubicBezTo>
                      <a:cubicBezTo>
                        <a:pt x="684" y="336"/>
                        <a:pt x="684" y="336"/>
                        <a:pt x="684" y="336"/>
                      </a:cubicBezTo>
                      <a:cubicBezTo>
                        <a:pt x="685" y="330"/>
                        <a:pt x="685" y="330"/>
                        <a:pt x="685" y="330"/>
                      </a:cubicBezTo>
                      <a:cubicBezTo>
                        <a:pt x="682" y="327"/>
                        <a:pt x="682" y="327"/>
                        <a:pt x="682" y="327"/>
                      </a:cubicBezTo>
                      <a:cubicBezTo>
                        <a:pt x="671" y="327"/>
                        <a:pt x="671" y="327"/>
                        <a:pt x="671" y="327"/>
                      </a:cubicBezTo>
                      <a:cubicBezTo>
                        <a:pt x="649" y="337"/>
                        <a:pt x="649" y="337"/>
                        <a:pt x="649" y="337"/>
                      </a:cubicBezTo>
                      <a:cubicBezTo>
                        <a:pt x="633" y="350"/>
                        <a:pt x="633" y="350"/>
                        <a:pt x="633" y="350"/>
                      </a:cubicBezTo>
                      <a:cubicBezTo>
                        <a:pt x="643" y="334"/>
                        <a:pt x="643" y="334"/>
                        <a:pt x="643" y="334"/>
                      </a:cubicBezTo>
                      <a:cubicBezTo>
                        <a:pt x="657" y="326"/>
                        <a:pt x="657" y="326"/>
                        <a:pt x="657" y="326"/>
                      </a:cubicBezTo>
                      <a:cubicBezTo>
                        <a:pt x="662" y="316"/>
                        <a:pt x="662" y="316"/>
                        <a:pt x="662" y="316"/>
                      </a:cubicBezTo>
                      <a:cubicBezTo>
                        <a:pt x="669" y="312"/>
                        <a:pt x="669" y="312"/>
                        <a:pt x="669" y="312"/>
                      </a:cubicBezTo>
                      <a:cubicBezTo>
                        <a:pt x="681" y="313"/>
                        <a:pt x="681" y="313"/>
                        <a:pt x="681" y="313"/>
                      </a:cubicBezTo>
                      <a:cubicBezTo>
                        <a:pt x="686" y="312"/>
                        <a:pt x="686" y="312"/>
                        <a:pt x="686" y="312"/>
                      </a:cubicBezTo>
                      <a:cubicBezTo>
                        <a:pt x="693" y="314"/>
                        <a:pt x="693" y="314"/>
                        <a:pt x="693" y="314"/>
                      </a:cubicBezTo>
                      <a:cubicBezTo>
                        <a:pt x="703" y="313"/>
                        <a:pt x="703" y="313"/>
                        <a:pt x="703" y="313"/>
                      </a:cubicBezTo>
                      <a:cubicBezTo>
                        <a:pt x="711" y="317"/>
                        <a:pt x="711" y="317"/>
                        <a:pt x="711" y="317"/>
                      </a:cubicBezTo>
                      <a:cubicBezTo>
                        <a:pt x="717" y="316"/>
                        <a:pt x="717" y="316"/>
                        <a:pt x="717" y="316"/>
                      </a:cubicBezTo>
                      <a:cubicBezTo>
                        <a:pt x="723" y="313"/>
                        <a:pt x="723" y="313"/>
                        <a:pt x="723" y="313"/>
                      </a:cubicBezTo>
                      <a:cubicBezTo>
                        <a:pt x="731" y="304"/>
                        <a:pt x="731" y="304"/>
                        <a:pt x="731" y="304"/>
                      </a:cubicBezTo>
                      <a:lnTo>
                        <a:pt x="732" y="299"/>
                      </a:lnTo>
                      <a:close/>
                      <a:moveTo>
                        <a:pt x="202" y="103"/>
                      </a:moveTo>
                      <a:cubicBezTo>
                        <a:pt x="198" y="100"/>
                        <a:pt x="198" y="100"/>
                        <a:pt x="198" y="100"/>
                      </a:cubicBezTo>
                      <a:cubicBezTo>
                        <a:pt x="183" y="112"/>
                        <a:pt x="183" y="112"/>
                        <a:pt x="183" y="112"/>
                      </a:cubicBezTo>
                      <a:cubicBezTo>
                        <a:pt x="177" y="112"/>
                        <a:pt x="177" y="112"/>
                        <a:pt x="177" y="112"/>
                      </a:cubicBezTo>
                      <a:cubicBezTo>
                        <a:pt x="177" y="110"/>
                        <a:pt x="177" y="110"/>
                        <a:pt x="177" y="110"/>
                      </a:cubicBezTo>
                      <a:cubicBezTo>
                        <a:pt x="188" y="102"/>
                        <a:pt x="188" y="102"/>
                        <a:pt x="188" y="102"/>
                      </a:cubicBezTo>
                      <a:cubicBezTo>
                        <a:pt x="188" y="99"/>
                        <a:pt x="188" y="99"/>
                        <a:pt x="188" y="99"/>
                      </a:cubicBezTo>
                      <a:cubicBezTo>
                        <a:pt x="182" y="99"/>
                        <a:pt x="182" y="99"/>
                        <a:pt x="182" y="99"/>
                      </a:cubicBezTo>
                      <a:cubicBezTo>
                        <a:pt x="177" y="101"/>
                        <a:pt x="177" y="101"/>
                        <a:pt x="177" y="101"/>
                      </a:cubicBezTo>
                      <a:cubicBezTo>
                        <a:pt x="172" y="107"/>
                        <a:pt x="172" y="107"/>
                        <a:pt x="172" y="107"/>
                      </a:cubicBezTo>
                      <a:cubicBezTo>
                        <a:pt x="170" y="107"/>
                        <a:pt x="170" y="107"/>
                        <a:pt x="170" y="107"/>
                      </a:cubicBezTo>
                      <a:cubicBezTo>
                        <a:pt x="166" y="102"/>
                        <a:pt x="166" y="102"/>
                        <a:pt x="166" y="102"/>
                      </a:cubicBezTo>
                      <a:cubicBezTo>
                        <a:pt x="159" y="102"/>
                        <a:pt x="159" y="102"/>
                        <a:pt x="159" y="102"/>
                      </a:cubicBezTo>
                      <a:cubicBezTo>
                        <a:pt x="156" y="99"/>
                        <a:pt x="156" y="99"/>
                        <a:pt x="156" y="99"/>
                      </a:cubicBezTo>
                      <a:cubicBezTo>
                        <a:pt x="161" y="96"/>
                        <a:pt x="161" y="96"/>
                        <a:pt x="161" y="96"/>
                      </a:cubicBezTo>
                      <a:cubicBezTo>
                        <a:pt x="165" y="93"/>
                        <a:pt x="168" y="91"/>
                        <a:pt x="168" y="91"/>
                      </a:cubicBezTo>
                      <a:cubicBezTo>
                        <a:pt x="169" y="91"/>
                        <a:pt x="173" y="92"/>
                        <a:pt x="179" y="93"/>
                      </a:cubicBezTo>
                      <a:cubicBezTo>
                        <a:pt x="181" y="90"/>
                        <a:pt x="181" y="90"/>
                        <a:pt x="181" y="90"/>
                      </a:cubicBezTo>
                      <a:cubicBezTo>
                        <a:pt x="180" y="88"/>
                        <a:pt x="180" y="88"/>
                        <a:pt x="180" y="88"/>
                      </a:cubicBezTo>
                      <a:cubicBezTo>
                        <a:pt x="171" y="86"/>
                        <a:pt x="171" y="86"/>
                        <a:pt x="171" y="86"/>
                      </a:cubicBezTo>
                      <a:cubicBezTo>
                        <a:pt x="167" y="87"/>
                        <a:pt x="167" y="87"/>
                        <a:pt x="167" y="87"/>
                      </a:cubicBezTo>
                      <a:cubicBezTo>
                        <a:pt x="155" y="87"/>
                        <a:pt x="155" y="87"/>
                        <a:pt x="155" y="87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69" y="78"/>
                        <a:pt x="169" y="78"/>
                        <a:pt x="169" y="78"/>
                      </a:cubicBezTo>
                      <a:cubicBezTo>
                        <a:pt x="180" y="77"/>
                        <a:pt x="180" y="77"/>
                        <a:pt x="180" y="77"/>
                      </a:cubicBezTo>
                      <a:cubicBezTo>
                        <a:pt x="196" y="67"/>
                        <a:pt x="196" y="67"/>
                        <a:pt x="196" y="67"/>
                      </a:cubicBezTo>
                      <a:cubicBezTo>
                        <a:pt x="203" y="67"/>
                        <a:pt x="203" y="67"/>
                        <a:pt x="203" y="67"/>
                      </a:cubicBezTo>
                      <a:cubicBezTo>
                        <a:pt x="203" y="70"/>
                        <a:pt x="203" y="70"/>
                        <a:pt x="203" y="70"/>
                      </a:cubicBezTo>
                      <a:cubicBezTo>
                        <a:pt x="191" y="81"/>
                        <a:pt x="191" y="81"/>
                        <a:pt x="191" y="81"/>
                      </a:cubicBezTo>
                      <a:cubicBezTo>
                        <a:pt x="191" y="84"/>
                        <a:pt x="191" y="84"/>
                        <a:pt x="191" y="84"/>
                      </a:cubicBezTo>
                      <a:cubicBezTo>
                        <a:pt x="197" y="87"/>
                        <a:pt x="197" y="87"/>
                        <a:pt x="197" y="87"/>
                      </a:cubicBezTo>
                      <a:cubicBezTo>
                        <a:pt x="207" y="86"/>
                        <a:pt x="207" y="86"/>
                        <a:pt x="207" y="86"/>
                      </a:cubicBezTo>
                      <a:cubicBezTo>
                        <a:pt x="211" y="81"/>
                        <a:pt x="213" y="79"/>
                        <a:pt x="214" y="79"/>
                      </a:cubicBezTo>
                      <a:cubicBezTo>
                        <a:pt x="220" y="79"/>
                        <a:pt x="220" y="79"/>
                        <a:pt x="220" y="79"/>
                      </a:cubicBezTo>
                      <a:cubicBezTo>
                        <a:pt x="205" y="103"/>
                        <a:pt x="205" y="103"/>
                        <a:pt x="205" y="103"/>
                      </a:cubicBezTo>
                      <a:lnTo>
                        <a:pt x="202" y="103"/>
                      </a:lnTo>
                      <a:close/>
                      <a:moveTo>
                        <a:pt x="273" y="158"/>
                      </a:moveTo>
                      <a:cubicBezTo>
                        <a:pt x="259" y="159"/>
                        <a:pt x="259" y="159"/>
                        <a:pt x="259" y="159"/>
                      </a:cubicBezTo>
                      <a:cubicBezTo>
                        <a:pt x="253" y="168"/>
                        <a:pt x="253" y="168"/>
                        <a:pt x="253" y="168"/>
                      </a:cubicBezTo>
                      <a:cubicBezTo>
                        <a:pt x="250" y="168"/>
                        <a:pt x="250" y="168"/>
                        <a:pt x="250" y="168"/>
                      </a:cubicBezTo>
                      <a:cubicBezTo>
                        <a:pt x="239" y="167"/>
                        <a:pt x="239" y="167"/>
                        <a:pt x="239" y="167"/>
                      </a:cubicBezTo>
                      <a:cubicBezTo>
                        <a:pt x="235" y="171"/>
                        <a:pt x="235" y="171"/>
                        <a:pt x="235" y="171"/>
                      </a:cubicBezTo>
                      <a:cubicBezTo>
                        <a:pt x="221" y="171"/>
                        <a:pt x="221" y="171"/>
                        <a:pt x="221" y="171"/>
                      </a:cubicBezTo>
                      <a:cubicBezTo>
                        <a:pt x="213" y="164"/>
                        <a:pt x="213" y="164"/>
                        <a:pt x="213" y="164"/>
                      </a:cubicBezTo>
                      <a:cubicBezTo>
                        <a:pt x="208" y="161"/>
                        <a:pt x="208" y="161"/>
                        <a:pt x="208" y="161"/>
                      </a:cubicBezTo>
                      <a:cubicBezTo>
                        <a:pt x="208" y="160"/>
                        <a:pt x="208" y="160"/>
                        <a:pt x="208" y="160"/>
                      </a:cubicBezTo>
                      <a:cubicBezTo>
                        <a:pt x="221" y="161"/>
                        <a:pt x="221" y="161"/>
                        <a:pt x="221" y="161"/>
                      </a:cubicBezTo>
                      <a:cubicBezTo>
                        <a:pt x="224" y="157"/>
                        <a:pt x="224" y="157"/>
                        <a:pt x="224" y="157"/>
                      </a:cubicBezTo>
                      <a:cubicBezTo>
                        <a:pt x="232" y="156"/>
                        <a:pt x="232" y="156"/>
                        <a:pt x="232" y="156"/>
                      </a:cubicBezTo>
                      <a:cubicBezTo>
                        <a:pt x="233" y="154"/>
                        <a:pt x="233" y="154"/>
                        <a:pt x="233" y="154"/>
                      </a:cubicBezTo>
                      <a:cubicBezTo>
                        <a:pt x="223" y="138"/>
                        <a:pt x="223" y="138"/>
                        <a:pt x="223" y="138"/>
                      </a:cubicBezTo>
                      <a:cubicBezTo>
                        <a:pt x="224" y="135"/>
                        <a:pt x="224" y="135"/>
                        <a:pt x="224" y="135"/>
                      </a:cubicBezTo>
                      <a:cubicBezTo>
                        <a:pt x="231" y="140"/>
                        <a:pt x="231" y="140"/>
                        <a:pt x="231" y="140"/>
                      </a:cubicBezTo>
                      <a:cubicBezTo>
                        <a:pt x="234" y="141"/>
                        <a:pt x="234" y="141"/>
                        <a:pt x="234" y="141"/>
                      </a:cubicBezTo>
                      <a:cubicBezTo>
                        <a:pt x="236" y="146"/>
                        <a:pt x="236" y="146"/>
                        <a:pt x="236" y="146"/>
                      </a:cubicBezTo>
                      <a:cubicBezTo>
                        <a:pt x="249" y="154"/>
                        <a:pt x="249" y="154"/>
                        <a:pt x="249" y="154"/>
                      </a:cubicBezTo>
                      <a:cubicBezTo>
                        <a:pt x="253" y="154"/>
                        <a:pt x="255" y="154"/>
                        <a:pt x="255" y="154"/>
                      </a:cubicBezTo>
                      <a:cubicBezTo>
                        <a:pt x="256" y="153"/>
                        <a:pt x="258" y="152"/>
                        <a:pt x="260" y="150"/>
                      </a:cubicBezTo>
                      <a:cubicBezTo>
                        <a:pt x="261" y="150"/>
                        <a:pt x="265" y="150"/>
                        <a:pt x="272" y="150"/>
                      </a:cubicBezTo>
                      <a:cubicBezTo>
                        <a:pt x="285" y="153"/>
                        <a:pt x="285" y="153"/>
                        <a:pt x="285" y="153"/>
                      </a:cubicBezTo>
                      <a:lnTo>
                        <a:pt x="273" y="158"/>
                      </a:lnTo>
                      <a:close/>
                      <a:moveTo>
                        <a:pt x="403" y="308"/>
                      </a:moveTo>
                      <a:cubicBezTo>
                        <a:pt x="395" y="313"/>
                        <a:pt x="395" y="313"/>
                        <a:pt x="395" y="313"/>
                      </a:cubicBezTo>
                      <a:cubicBezTo>
                        <a:pt x="394" y="309"/>
                        <a:pt x="394" y="309"/>
                        <a:pt x="394" y="309"/>
                      </a:cubicBezTo>
                      <a:cubicBezTo>
                        <a:pt x="396" y="302"/>
                        <a:pt x="396" y="302"/>
                        <a:pt x="396" y="302"/>
                      </a:cubicBezTo>
                      <a:cubicBezTo>
                        <a:pt x="391" y="294"/>
                        <a:pt x="391" y="294"/>
                        <a:pt x="391" y="294"/>
                      </a:cubicBezTo>
                      <a:cubicBezTo>
                        <a:pt x="387" y="297"/>
                        <a:pt x="387" y="297"/>
                        <a:pt x="387" y="297"/>
                      </a:cubicBezTo>
                      <a:cubicBezTo>
                        <a:pt x="380" y="286"/>
                        <a:pt x="380" y="286"/>
                        <a:pt x="380" y="286"/>
                      </a:cubicBezTo>
                      <a:cubicBezTo>
                        <a:pt x="381" y="281"/>
                        <a:pt x="381" y="281"/>
                        <a:pt x="381" y="281"/>
                      </a:cubicBezTo>
                      <a:cubicBezTo>
                        <a:pt x="375" y="273"/>
                        <a:pt x="375" y="273"/>
                        <a:pt x="375" y="273"/>
                      </a:cubicBezTo>
                      <a:cubicBezTo>
                        <a:pt x="375" y="270"/>
                        <a:pt x="375" y="270"/>
                        <a:pt x="375" y="270"/>
                      </a:cubicBezTo>
                      <a:cubicBezTo>
                        <a:pt x="385" y="258"/>
                        <a:pt x="385" y="258"/>
                        <a:pt x="385" y="258"/>
                      </a:cubicBezTo>
                      <a:cubicBezTo>
                        <a:pt x="386" y="274"/>
                        <a:pt x="386" y="274"/>
                        <a:pt x="386" y="274"/>
                      </a:cubicBezTo>
                      <a:cubicBezTo>
                        <a:pt x="397" y="287"/>
                        <a:pt x="397" y="287"/>
                        <a:pt x="397" y="287"/>
                      </a:cubicBezTo>
                      <a:cubicBezTo>
                        <a:pt x="398" y="293"/>
                        <a:pt x="398" y="293"/>
                        <a:pt x="398" y="293"/>
                      </a:cubicBezTo>
                      <a:cubicBezTo>
                        <a:pt x="404" y="300"/>
                        <a:pt x="404" y="300"/>
                        <a:pt x="404" y="300"/>
                      </a:cubicBezTo>
                      <a:lnTo>
                        <a:pt x="403" y="308"/>
                      </a:lnTo>
                      <a:close/>
                    </a:path>
                  </a:pathLst>
                </a:custGeom>
                <a:solidFill>
                  <a:srgbClr val="C8C9C7"/>
                </a:solidFill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end_EN_white">
  <p:cSld name="33_end_EN_white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42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80" name="Google Shape;1180;p42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81" name="Google Shape;1181;p42"/>
          <p:cNvSpPr txBox="1"/>
          <p:nvPr/>
        </p:nvSpPr>
        <p:spPr>
          <a:xfrm>
            <a:off x="318000" y="278415"/>
            <a:ext cx="11556000" cy="35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25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467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end_FR_white">
  <p:cSld name="33_end_FR_white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3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84" name="Google Shape;1184;p43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85" name="Google Shape;1185;p43"/>
          <p:cNvSpPr txBox="1"/>
          <p:nvPr/>
        </p:nvSpPr>
        <p:spPr>
          <a:xfrm>
            <a:off x="318000" y="278415"/>
            <a:ext cx="11556000" cy="35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25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Merci.</a:t>
            </a:r>
            <a:endParaRPr sz="1467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end_IT_white">
  <p:cSld name="33_end_IT_white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4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88" name="Google Shape;1188;p44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89" name="Google Shape;1189;p44"/>
          <p:cNvSpPr txBox="1"/>
          <p:nvPr/>
        </p:nvSpPr>
        <p:spPr>
          <a:xfrm>
            <a:off x="318000" y="278415"/>
            <a:ext cx="11556000" cy="35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25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Grazie.</a:t>
            </a:r>
            <a:endParaRPr sz="1467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icons_1_white">
  <p:cSld name="34_icons_1_white"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5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92" name="Google Shape;1192;p45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93" name="Google Shape;1193;p45"/>
          <p:cNvSpPr txBox="1"/>
          <p:nvPr/>
        </p:nvSpPr>
        <p:spPr>
          <a:xfrm>
            <a:off x="317751" y="278414"/>
            <a:ext cx="11556000" cy="35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25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Icons 1 / 3</a:t>
            </a:r>
            <a:endParaRPr sz="1467"/>
          </a:p>
        </p:txBody>
      </p:sp>
      <p:pic>
        <p:nvPicPr>
          <p:cNvPr id="1194" name="Google Shape;1194;p45" descr="Screenshot 2021-11-19 at 4.37.08 PM.png"/>
          <p:cNvPicPr preferRelativeResize="0"/>
          <p:nvPr/>
        </p:nvPicPr>
        <p:blipFill rotWithShape="1">
          <a:blip r:embed="rId2">
            <a:alphaModFix/>
          </a:blip>
          <a:srcRect t="4168"/>
          <a:stretch/>
        </p:blipFill>
        <p:spPr>
          <a:xfrm>
            <a:off x="452992" y="819496"/>
            <a:ext cx="11123113" cy="543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icons_2_white">
  <p:cSld name="34_icons_2_white"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6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97" name="Google Shape;1197;p46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98" name="Google Shape;1198;p46"/>
          <p:cNvSpPr txBox="1"/>
          <p:nvPr/>
        </p:nvSpPr>
        <p:spPr>
          <a:xfrm>
            <a:off x="317751" y="278414"/>
            <a:ext cx="11556000" cy="35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25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Icons 2 / 3</a:t>
            </a:r>
            <a:endParaRPr sz="1467"/>
          </a:p>
        </p:txBody>
      </p:sp>
      <p:pic>
        <p:nvPicPr>
          <p:cNvPr id="1199" name="Google Shape;1199;p46" descr="Screenshot 2021-11-19 at 4.37.15 PM.png"/>
          <p:cNvPicPr preferRelativeResize="0"/>
          <p:nvPr/>
        </p:nvPicPr>
        <p:blipFill rotWithShape="1">
          <a:blip r:embed="rId2">
            <a:alphaModFix/>
          </a:blip>
          <a:srcRect t="3118" b="241"/>
          <a:stretch/>
        </p:blipFill>
        <p:spPr>
          <a:xfrm>
            <a:off x="552718" y="819496"/>
            <a:ext cx="11005287" cy="543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icons_3_white">
  <p:cSld name="34_icons_3_white"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7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202" name="Google Shape;1202;p47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203" name="Google Shape;1203;p47"/>
          <p:cNvSpPr txBox="1"/>
          <p:nvPr/>
        </p:nvSpPr>
        <p:spPr>
          <a:xfrm>
            <a:off x="317751" y="278414"/>
            <a:ext cx="11556000" cy="35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25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Icons 3 / 3</a:t>
            </a:r>
            <a:endParaRPr sz="1467"/>
          </a:p>
        </p:txBody>
      </p:sp>
      <p:pic>
        <p:nvPicPr>
          <p:cNvPr id="1204" name="Google Shape;1204;p47" descr="Screenshot 2021-11-19 at 4.37.21 PM.png"/>
          <p:cNvPicPr preferRelativeResize="0"/>
          <p:nvPr/>
        </p:nvPicPr>
        <p:blipFill rotWithShape="1">
          <a:blip r:embed="rId2">
            <a:alphaModFix/>
          </a:blip>
          <a:srcRect t="2946" r="855" b="1608"/>
          <a:stretch/>
        </p:blipFill>
        <p:spPr>
          <a:xfrm>
            <a:off x="546509" y="1124873"/>
            <a:ext cx="11027860" cy="5437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hapter">
  <p:cSld name="2_chapter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CB2BD"/>
          </a:solidFill>
          <a:ln>
            <a:noFill/>
          </a:ln>
        </p:spPr>
      </p:sp>
      <p:sp>
        <p:nvSpPr>
          <p:cNvPr id="1207" name="Google Shape;1207;p48"/>
          <p:cNvSpPr txBox="1">
            <a:spLocks noGrp="1"/>
          </p:cNvSpPr>
          <p:nvPr>
            <p:ph type="title"/>
          </p:nvPr>
        </p:nvSpPr>
        <p:spPr>
          <a:xfrm>
            <a:off x="315277" y="275591"/>
            <a:ext cx="105156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48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209" name="Google Shape;1209;p48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cxnSp>
        <p:nvCxnSpPr>
          <p:cNvPr id="1210" name="Google Shape;1210;p48"/>
          <p:cNvCxnSpPr/>
          <p:nvPr/>
        </p:nvCxnSpPr>
        <p:spPr>
          <a:xfrm>
            <a:off x="318000" y="6378297"/>
            <a:ext cx="11556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211" name="Google Shape;1211;p48"/>
          <p:cNvGrpSpPr/>
          <p:nvPr/>
        </p:nvGrpSpPr>
        <p:grpSpPr>
          <a:xfrm>
            <a:off x="318001" y="6484638"/>
            <a:ext cx="110063" cy="48151"/>
            <a:chOff x="638702" y="12969409"/>
            <a:chExt cx="220126" cy="96300"/>
          </a:xfrm>
        </p:grpSpPr>
        <p:sp>
          <p:nvSpPr>
            <p:cNvPr id="1212" name="Google Shape;1212;p48"/>
            <p:cNvSpPr/>
            <p:nvPr/>
          </p:nvSpPr>
          <p:spPr>
            <a:xfrm>
              <a:off x="638702" y="12969409"/>
              <a:ext cx="96300" cy="9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762528" y="12969409"/>
              <a:ext cx="96300" cy="9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4" name="Google Shape;1214;p48"/>
          <p:cNvSpPr txBox="1"/>
          <p:nvPr/>
        </p:nvSpPr>
        <p:spPr>
          <a:xfrm>
            <a:off x="5244525" y="6492507"/>
            <a:ext cx="1702800" cy="6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Strictly confidential - for internal use only. Do not share or forward.</a:t>
            </a:r>
            <a:endParaRPr sz="1467"/>
          </a:p>
        </p:txBody>
      </p:sp>
      <p:pic>
        <p:nvPicPr>
          <p:cNvPr id="1215" name="Google Shape;121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0352" y="6462675"/>
            <a:ext cx="745355" cy="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9"/>
          <p:cNvSpPr txBox="1">
            <a:spLocks noGrp="1"/>
          </p:cNvSpPr>
          <p:nvPr>
            <p:ph type="ctrTitle"/>
          </p:nvPr>
        </p:nvSpPr>
        <p:spPr>
          <a:xfrm>
            <a:off x="415611" y="2769368"/>
            <a:ext cx="11360800" cy="960199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18" name="Google Shape;1218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71551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19" name="Google Shape;1219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1026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.Page Divider 2">
  <p:cSld name="Page Chapitre 03"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50"/>
          <p:cNvPicPr preferRelativeResize="0"/>
          <p:nvPr/>
        </p:nvPicPr>
        <p:blipFill rotWithShape="1">
          <a:blip r:embed="rId2">
            <a:alphaModFix/>
          </a:blip>
          <a:srcRect t="11192" b="11192"/>
          <a:stretch/>
        </p:blipFill>
        <p:spPr>
          <a:xfrm>
            <a:off x="0" y="0"/>
            <a:ext cx="12192000" cy="63092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pic>
      <p:sp>
        <p:nvSpPr>
          <p:cNvPr id="1222" name="Google Shape;1222;p50"/>
          <p:cNvSpPr txBox="1">
            <a:spLocks noGrp="1"/>
          </p:cNvSpPr>
          <p:nvPr>
            <p:ph type="title"/>
          </p:nvPr>
        </p:nvSpPr>
        <p:spPr>
          <a:xfrm>
            <a:off x="1" y="4554295"/>
            <a:ext cx="4217200" cy="61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0" tIns="135000" rIns="81000" bIns="81000" anchor="ctr" anchorCtr="0">
            <a:spAutoFit/>
          </a:bodyPr>
          <a:lstStyle>
            <a:lvl1pPr lvl="0" algn="l" rtl="0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chemeClr val="lt1"/>
                </a:solidFill>
              </a:defRPr>
            </a:lvl1pPr>
            <a:lvl2pPr lvl="1" algn="l" rtl="0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50"/>
          <p:cNvSpPr txBox="1">
            <a:spLocks noGrp="1"/>
          </p:cNvSpPr>
          <p:nvPr>
            <p:ph type="sldNum" idx="12"/>
          </p:nvPr>
        </p:nvSpPr>
        <p:spPr>
          <a:xfrm>
            <a:off x="334963" y="6515322"/>
            <a:ext cx="590800" cy="212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00" rIns="0" bIns="24100" anchor="ctr" anchorCtr="0">
            <a:spAutoFit/>
          </a:bodyPr>
          <a:lstStyle>
            <a:lvl1pPr marL="0" marR="0" lvl="0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067" b="1" i="0" u="none" strike="noStrike" cap="non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224" name="Google Shape;1224;p50"/>
          <p:cNvSpPr txBox="1"/>
          <p:nvPr/>
        </p:nvSpPr>
        <p:spPr>
          <a:xfrm>
            <a:off x="0" y="6551613"/>
            <a:ext cx="121920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27000" anchor="t" anchorCtr="0">
            <a:noAutofit/>
          </a:bodyPr>
          <a:lstStyle/>
          <a:p>
            <a:pPr marL="338658" marR="0" lvl="0" indent="-338658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CONFIDENTIAL © ESSILOR – All rights reserved – Do not disclose, copy or distribute</a:t>
            </a:r>
            <a:endParaRPr sz="800" b="0" i="0" u="none" strike="noStrike" cap="none">
              <a:solidFill>
                <a:srgbClr val="9C9C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1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5277" y="275591"/>
            <a:ext cx="105156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5277" y="2564083"/>
            <a:ext cx="10515600" cy="32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765507" y="6454930"/>
            <a:ext cx="29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318000" y="6378297"/>
            <a:ext cx="1155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10;p1"/>
          <p:cNvGrpSpPr/>
          <p:nvPr/>
        </p:nvGrpSpPr>
        <p:grpSpPr>
          <a:xfrm>
            <a:off x="318001" y="6484638"/>
            <a:ext cx="110063" cy="48151"/>
            <a:chOff x="638702" y="12969409"/>
            <a:chExt cx="220126" cy="96300"/>
          </a:xfrm>
        </p:grpSpPr>
        <p:sp>
          <p:nvSpPr>
            <p:cNvPr id="11" name="Google Shape;11;p1"/>
            <p:cNvSpPr/>
            <p:nvPr/>
          </p:nvSpPr>
          <p:spPr>
            <a:xfrm>
              <a:off x="638702" y="12969409"/>
              <a:ext cx="96300" cy="96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62528" y="12969409"/>
              <a:ext cx="96300" cy="96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"/>
          <p:cNvSpPr txBox="1"/>
          <p:nvPr/>
        </p:nvSpPr>
        <p:spPr>
          <a:xfrm>
            <a:off x="5244525" y="6492507"/>
            <a:ext cx="1702800" cy="6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rPr>
              <a:t>Strictly confidential - for internal use only. Do not share or forward.</a:t>
            </a:r>
            <a:endParaRPr sz="1467"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11131555" y="6462675"/>
            <a:ext cx="745355" cy="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529943" y="6454926"/>
            <a:ext cx="46168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7"/>
              <a:t>Global IT Shared Services Centers</a:t>
            </a:r>
            <a:endParaRPr sz="667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64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pos="74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8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00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751" y="2762130"/>
            <a:ext cx="10768351" cy="863918"/>
          </a:xfrm>
        </p:spPr>
        <p:txBody>
          <a:bodyPr anchor="b"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  <a:cs typeface="Calibri Light"/>
              </a:rPr>
              <a:t>Solutions For Client migration from Ecv2 to Ecv3 </a:t>
            </a:r>
            <a:endParaRPr lang="en-US" sz="4000" b="1">
              <a:solidFill>
                <a:schemeClr val="tx2"/>
              </a:solidFill>
            </a:endParaRPr>
          </a:p>
        </p:txBody>
      </p:sp>
      <p:grpSp>
        <p:nvGrpSpPr>
          <p:cNvPr id="107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108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1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113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6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4610634" y="4278945"/>
            <a:ext cx="217978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Create and Save the UOID in DynamoDB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19353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012055" y="108505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Systems sharing same Eyecloud ID with different Eyecloud version : Issue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1795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21835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21931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4504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6946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86986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87082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192677" y="4934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436877" y="5121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3440853" y="5656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3450477" y="4823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569727" y="4891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813927" y="5079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4817903" y="5614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4827527" y="4781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844702" y="4906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088902" y="5094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6092878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6102502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472177" y="4232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729477" y="4232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3938977" y="4219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3926027" y="4254525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 flipH="1">
            <a:off x="9350926" y="3819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86;p9"/>
          <p:cNvSpPr txBox="1"/>
          <p:nvPr/>
        </p:nvSpPr>
        <p:spPr>
          <a:xfrm rot="828">
            <a:off x="9512303" y="20220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3936227" y="1999978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099279" y="2396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605752" y="1699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5846953" y="1304593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Systems 2 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842276" y="3288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V2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8011864" y="2940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V3</a:t>
            </a:r>
            <a:endParaRPr sz="1100"/>
          </a:p>
        </p:txBody>
      </p:sp>
      <p:cxnSp>
        <p:nvCxnSpPr>
          <p:cNvPr id="95" name="Google Shape;95;p9"/>
          <p:cNvCxnSpPr/>
          <p:nvPr/>
        </p:nvCxnSpPr>
        <p:spPr>
          <a:xfrm>
            <a:off x="9344452" y="196070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96;p9"/>
          <p:cNvSpPr/>
          <p:nvPr/>
        </p:nvSpPr>
        <p:spPr>
          <a:xfrm>
            <a:off x="376522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5076902" y="44135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382872" y="1979853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20134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316197" y="2389557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279827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2" name="Google Shape;102;p9"/>
          <p:cNvSpPr/>
          <p:nvPr/>
        </p:nvSpPr>
        <p:spPr>
          <a:xfrm>
            <a:off x="9175427" y="22049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5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9512303" y="40794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Check if ID is present before posting Document on It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9175427" y="41861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cxnSp>
        <p:nvCxnSpPr>
          <p:cNvPr id="105" name="Google Shape;105;p9"/>
          <p:cNvCxnSpPr/>
          <p:nvPr/>
        </p:nvCxnSpPr>
        <p:spPr>
          <a:xfrm flipH="1">
            <a:off x="8665126" y="3819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6" name="Google Shape;106;p9"/>
          <p:cNvSpPr/>
          <p:nvPr/>
        </p:nvSpPr>
        <p:spPr>
          <a:xfrm>
            <a:off x="8489627" y="41861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7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8662126" y="2009133"/>
            <a:ext cx="6300" cy="931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8489627" y="22049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8</a:t>
            </a:r>
            <a:endParaRPr sz="1200" b="1"/>
          </a:p>
        </p:txBody>
      </p:sp>
      <p:sp>
        <p:nvSpPr>
          <p:cNvPr id="109" name="Google Shape;109;p9"/>
          <p:cNvSpPr txBox="1"/>
          <p:nvPr/>
        </p:nvSpPr>
        <p:spPr>
          <a:xfrm rot="828">
            <a:off x="7461530" y="4155635"/>
            <a:ext cx="11456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UOID not present</a:t>
            </a:r>
            <a:endParaRPr lang="en-US" sz="9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6980152" y="2174375"/>
            <a:ext cx="164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UOID not present, Impossible to store document</a:t>
            </a:r>
            <a:endParaRPr lang="en-US" sz="9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278786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833522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 </a:t>
            </a:r>
          </a:p>
        </p:txBody>
      </p:sp>
    </p:spTree>
    <p:extLst>
      <p:ext uri="{BB962C8B-B14F-4D97-AF65-F5344CB8AC3E}">
        <p14:creationId xmlns:p14="http://schemas.microsoft.com/office/powerpoint/2010/main" val="422507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4762690" y="4115185"/>
            <a:ext cx="2159186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and Save the UOID in DynamoDB with a bad pattern</a:t>
            </a:r>
            <a:endParaRPr sz="900" b="1" dirty="0" err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19353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012055" y="108505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 dirty="0">
                <a:cs typeface="Calibri Light"/>
              </a:rPr>
              <a:t> Issue faced before the summer about </a:t>
            </a:r>
            <a:r>
              <a:rPr lang="en-US" sz="2800" b="1" dirty="0" err="1">
                <a:cs typeface="Calibri Light"/>
              </a:rPr>
              <a:t>uoid</a:t>
            </a:r>
            <a:r>
              <a:rPr lang="en-US" sz="2800" b="1" dirty="0">
                <a:cs typeface="Calibri Light"/>
              </a:rPr>
              <a:t> bad pattern : 2.9.2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1795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63" name="Google Shape;63;p9"/>
          <p:cNvSpPr/>
          <p:nvPr/>
        </p:nvSpPr>
        <p:spPr>
          <a:xfrm>
            <a:off x="21835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64" name="Google Shape;64;p9"/>
          <p:cNvSpPr txBox="1"/>
          <p:nvPr/>
        </p:nvSpPr>
        <p:spPr>
          <a:xfrm>
            <a:off x="21931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4504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6946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67" name="Google Shape;67;p9"/>
          <p:cNvSpPr/>
          <p:nvPr/>
        </p:nvSpPr>
        <p:spPr>
          <a:xfrm>
            <a:off x="86986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68" name="Google Shape;68;p9"/>
          <p:cNvSpPr txBox="1"/>
          <p:nvPr/>
        </p:nvSpPr>
        <p:spPr>
          <a:xfrm>
            <a:off x="87082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192677" y="4934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436877" y="5121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71" name="Google Shape;71;p9"/>
          <p:cNvSpPr/>
          <p:nvPr/>
        </p:nvSpPr>
        <p:spPr>
          <a:xfrm>
            <a:off x="3440853" y="5656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72" name="Google Shape;72;p9"/>
          <p:cNvSpPr txBox="1"/>
          <p:nvPr/>
        </p:nvSpPr>
        <p:spPr>
          <a:xfrm>
            <a:off x="3450477" y="4823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569727" y="4891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813927" y="5079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75" name="Google Shape;75;p9"/>
          <p:cNvSpPr/>
          <p:nvPr/>
        </p:nvSpPr>
        <p:spPr>
          <a:xfrm>
            <a:off x="4817903" y="5614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76" name="Google Shape;76;p9"/>
          <p:cNvSpPr txBox="1"/>
          <p:nvPr/>
        </p:nvSpPr>
        <p:spPr>
          <a:xfrm>
            <a:off x="4827527" y="4781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844702" y="4906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088902" y="5094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 dirty="0"/>
              <a:t>S3 bucket</a:t>
            </a:r>
            <a:endParaRPr sz="800" b="1" dirty="0"/>
          </a:p>
        </p:txBody>
      </p:sp>
      <p:sp>
        <p:nvSpPr>
          <p:cNvPr id="79" name="Google Shape;79;p9"/>
          <p:cNvSpPr/>
          <p:nvPr/>
        </p:nvSpPr>
        <p:spPr>
          <a:xfrm>
            <a:off x="6092878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 dirty="0"/>
              <a:t>DynamoDB</a:t>
            </a:r>
            <a:endParaRPr sz="600" b="1" dirty="0"/>
          </a:p>
        </p:txBody>
      </p:sp>
      <p:sp>
        <p:nvSpPr>
          <p:cNvPr id="80" name="Google Shape;80;p9"/>
          <p:cNvSpPr txBox="1"/>
          <p:nvPr/>
        </p:nvSpPr>
        <p:spPr>
          <a:xfrm>
            <a:off x="6102502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472177" y="4232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729477" y="4232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3938977" y="4219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3926027" y="4254525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>
            <a:off x="8695199" y="3819064"/>
            <a:ext cx="6997" cy="35809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9"/>
          <p:cNvCxnSpPr/>
          <p:nvPr/>
        </p:nvCxnSpPr>
        <p:spPr>
          <a:xfrm flipH="1">
            <a:off x="3936227" y="1999978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099279" y="2396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Ask UOID to </a:t>
            </a:r>
            <a:r>
              <a:rPr lang="en-US" sz="900" b="1" dirty="0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dirty="0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605752" y="1699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5846953" y="1304593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Share the UOID with Systems 2 </a:t>
            </a:r>
            <a:endParaRPr sz="9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842276" y="3288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dirty="0" err="1"/>
              <a:t>Eyecloud</a:t>
            </a:r>
            <a:r>
              <a:rPr lang="en-US" sz="1100" dirty="0"/>
              <a:t> API V2</a:t>
            </a:r>
            <a:endParaRPr sz="1100" dirty="0"/>
          </a:p>
        </p:txBody>
      </p:sp>
      <p:sp>
        <p:nvSpPr>
          <p:cNvPr id="94" name="Google Shape;94;p9"/>
          <p:cNvSpPr/>
          <p:nvPr/>
        </p:nvSpPr>
        <p:spPr>
          <a:xfrm>
            <a:off x="8011864" y="2940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dirty="0" err="1"/>
              <a:t>Eyecloud</a:t>
            </a:r>
            <a:r>
              <a:rPr lang="en-US" sz="1100" dirty="0"/>
              <a:t> API V3</a:t>
            </a:r>
            <a:endParaRPr sz="1100" dirty="0"/>
          </a:p>
        </p:txBody>
      </p:sp>
      <p:sp>
        <p:nvSpPr>
          <p:cNvPr id="96" name="Google Shape;96;p9"/>
          <p:cNvSpPr/>
          <p:nvPr/>
        </p:nvSpPr>
        <p:spPr>
          <a:xfrm>
            <a:off x="376522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1</a:t>
            </a:r>
            <a:endParaRPr sz="1200" b="1" dirty="0"/>
          </a:p>
        </p:txBody>
      </p:sp>
      <p:sp>
        <p:nvSpPr>
          <p:cNvPr id="97" name="Google Shape;97;p9"/>
          <p:cNvSpPr/>
          <p:nvPr/>
        </p:nvSpPr>
        <p:spPr>
          <a:xfrm>
            <a:off x="5076902" y="44135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2</a:t>
            </a:r>
            <a:endParaRPr sz="1200" b="1" dirty="0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382872" y="1979853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20134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3</a:t>
            </a:r>
            <a:endParaRPr sz="1200" b="1" dirty="0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316197" y="2389557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900" b="1" dirty="0" err="1">
                <a:latin typeface="Calibri"/>
                <a:ea typeface="Calibri"/>
                <a:cs typeface="Calibri"/>
                <a:sym typeface="Calibri"/>
              </a:rPr>
              <a:t>Orchstra</a:t>
            </a:r>
            <a:endParaRPr sz="900" b="1" dirty="0" err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279827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4</a:t>
            </a:r>
            <a:endParaRPr sz="1200" b="1" dirty="0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7277791" y="4069249"/>
            <a:ext cx="1245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Check the pattern of the ID to know where to post data </a:t>
            </a:r>
            <a:endParaRPr lang="en-US" sz="9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526697" y="41861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6</a:t>
            </a:r>
            <a:endParaRPr sz="1200" b="1" dirty="0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9352045" y="2009133"/>
            <a:ext cx="6300" cy="931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9179546" y="22049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8</a:t>
            </a:r>
            <a:endParaRPr sz="1200" b="1" dirty="0"/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9544179" y="2243657"/>
            <a:ext cx="16434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Impossible to store document</a:t>
            </a:r>
            <a:endParaRPr lang="en-US" sz="9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2623111" y="1460717"/>
            <a:ext cx="1946653" cy="5028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Orchestra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833522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SAP (Ecv3)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09034ADD-3F1F-F555-A484-7AF8CABC5D48}"/>
              </a:ext>
            </a:extLst>
          </p:cNvPr>
          <p:cNvCxnSpPr/>
          <p:nvPr/>
        </p:nvCxnSpPr>
        <p:spPr>
          <a:xfrm flipH="1">
            <a:off x="9231478" y="3819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757D13E9-5B4E-0CF2-3FDC-5F2A08C880BC}"/>
              </a:ext>
            </a:extLst>
          </p:cNvPr>
          <p:cNvSpPr/>
          <p:nvPr/>
        </p:nvSpPr>
        <p:spPr>
          <a:xfrm>
            <a:off x="9055979" y="41861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7</a:t>
            </a:r>
            <a:endParaRPr sz="1200" b="1" dirty="0"/>
          </a:p>
        </p:txBody>
      </p:sp>
      <p:sp>
        <p:nvSpPr>
          <p:cNvPr id="6" name="Google Shape;109;p9">
            <a:extLst>
              <a:ext uri="{FF2B5EF4-FFF2-40B4-BE49-F238E27FC236}">
                <a16:creationId xmlns:a16="http://schemas.microsoft.com/office/drawing/2014/main" id="{A5CC0A9C-B571-BF42-74C7-8667F029B9C0}"/>
              </a:ext>
            </a:extLst>
          </p:cNvPr>
          <p:cNvSpPr txBox="1"/>
          <p:nvPr/>
        </p:nvSpPr>
        <p:spPr>
          <a:xfrm rot="828">
            <a:off x="9418017" y="4176230"/>
            <a:ext cx="11456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Pattern not known</a:t>
            </a:r>
            <a:endParaRPr lang="fr-FR" dirty="0"/>
          </a:p>
        </p:txBody>
      </p:sp>
      <p:sp>
        <p:nvSpPr>
          <p:cNvPr id="10" name="Google Shape;86;p9">
            <a:extLst>
              <a:ext uri="{FF2B5EF4-FFF2-40B4-BE49-F238E27FC236}">
                <a16:creationId xmlns:a16="http://schemas.microsoft.com/office/drawing/2014/main" id="{37760488-C6D4-5810-2BE9-FA2B762D87E2}"/>
              </a:ext>
            </a:extLst>
          </p:cNvPr>
          <p:cNvSpPr txBox="1"/>
          <p:nvPr/>
        </p:nvSpPr>
        <p:spPr>
          <a:xfrm rot="828">
            <a:off x="7205708" y="2155928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95;p9">
            <a:extLst>
              <a:ext uri="{FF2B5EF4-FFF2-40B4-BE49-F238E27FC236}">
                <a16:creationId xmlns:a16="http://schemas.microsoft.com/office/drawing/2014/main" id="{DE380B52-1052-7BF6-463C-CFD96BCDCB53}"/>
              </a:ext>
            </a:extLst>
          </p:cNvPr>
          <p:cNvCxnSpPr/>
          <p:nvPr/>
        </p:nvCxnSpPr>
        <p:spPr>
          <a:xfrm>
            <a:off x="8695722" y="196070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2;p9">
            <a:extLst>
              <a:ext uri="{FF2B5EF4-FFF2-40B4-BE49-F238E27FC236}">
                <a16:creationId xmlns:a16="http://schemas.microsoft.com/office/drawing/2014/main" id="{6BDDF652-260D-E89D-28BE-11C1E478F8B2}"/>
              </a:ext>
            </a:extLst>
          </p:cNvPr>
          <p:cNvSpPr/>
          <p:nvPr/>
        </p:nvSpPr>
        <p:spPr>
          <a:xfrm>
            <a:off x="8526697" y="22049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5</a:t>
            </a:r>
            <a:endParaRPr sz="1200" b="1" dirty="0"/>
          </a:p>
        </p:txBody>
      </p:sp>
    </p:spTree>
    <p:extLst>
      <p:ext uri="{BB962C8B-B14F-4D97-AF65-F5344CB8AC3E}">
        <p14:creationId xmlns:p14="http://schemas.microsoft.com/office/powerpoint/2010/main" val="53163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4762690" y="4045936"/>
            <a:ext cx="2159186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Create,</a:t>
            </a:r>
            <a:r>
              <a:rPr lang="en-US" sz="9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check the pattern of the </a:t>
            </a:r>
            <a:r>
              <a:rPr lang="en-US" sz="9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uoid</a:t>
            </a:r>
            <a:r>
              <a:rPr lang="en-US" sz="9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 once created </a:t>
            </a:r>
            <a:r>
              <a:rPr lang="en-US" sz="9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and Save the UOID in DynamoDB</a:t>
            </a:r>
            <a:endParaRPr sz="900" dirty="0" err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19353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012055" y="108505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 dirty="0">
                <a:cs typeface="Calibri Light"/>
              </a:rPr>
              <a:t> Issue faced before the summer about </a:t>
            </a:r>
            <a:r>
              <a:rPr lang="en-US" sz="2800" b="1" dirty="0" err="1">
                <a:cs typeface="Calibri Light"/>
              </a:rPr>
              <a:t>uoid</a:t>
            </a:r>
            <a:r>
              <a:rPr lang="en-US" sz="2800" b="1" dirty="0">
                <a:cs typeface="Calibri Light"/>
              </a:rPr>
              <a:t> bad pattern : solution 2.10.2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1795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63" name="Google Shape;63;p9"/>
          <p:cNvSpPr/>
          <p:nvPr/>
        </p:nvSpPr>
        <p:spPr>
          <a:xfrm>
            <a:off x="21835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64" name="Google Shape;64;p9"/>
          <p:cNvSpPr txBox="1"/>
          <p:nvPr/>
        </p:nvSpPr>
        <p:spPr>
          <a:xfrm>
            <a:off x="21931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4504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6946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67" name="Google Shape;67;p9"/>
          <p:cNvSpPr/>
          <p:nvPr/>
        </p:nvSpPr>
        <p:spPr>
          <a:xfrm>
            <a:off x="86986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68" name="Google Shape;68;p9"/>
          <p:cNvSpPr txBox="1"/>
          <p:nvPr/>
        </p:nvSpPr>
        <p:spPr>
          <a:xfrm>
            <a:off x="87082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192677" y="4934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436877" y="5121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71" name="Google Shape;71;p9"/>
          <p:cNvSpPr/>
          <p:nvPr/>
        </p:nvSpPr>
        <p:spPr>
          <a:xfrm>
            <a:off x="3440853" y="5656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72" name="Google Shape;72;p9"/>
          <p:cNvSpPr txBox="1"/>
          <p:nvPr/>
        </p:nvSpPr>
        <p:spPr>
          <a:xfrm>
            <a:off x="3450477" y="4823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569727" y="4891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813927" y="5079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/>
              <a:t>S3 bucket</a:t>
            </a:r>
            <a:endParaRPr sz="800" dirty="0"/>
          </a:p>
        </p:txBody>
      </p:sp>
      <p:sp>
        <p:nvSpPr>
          <p:cNvPr id="75" name="Google Shape;75;p9"/>
          <p:cNvSpPr/>
          <p:nvPr/>
        </p:nvSpPr>
        <p:spPr>
          <a:xfrm>
            <a:off x="4817903" y="5614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dirty="0"/>
              <a:t>DynamoDB</a:t>
            </a:r>
            <a:endParaRPr sz="600" dirty="0"/>
          </a:p>
        </p:txBody>
      </p:sp>
      <p:sp>
        <p:nvSpPr>
          <p:cNvPr id="76" name="Google Shape;76;p9"/>
          <p:cNvSpPr txBox="1"/>
          <p:nvPr/>
        </p:nvSpPr>
        <p:spPr>
          <a:xfrm>
            <a:off x="4827527" y="4781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844702" y="4906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088902" y="5094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 dirty="0"/>
              <a:t>S3 bucket</a:t>
            </a:r>
            <a:endParaRPr sz="800" b="1" dirty="0"/>
          </a:p>
        </p:txBody>
      </p:sp>
      <p:sp>
        <p:nvSpPr>
          <p:cNvPr id="79" name="Google Shape;79;p9"/>
          <p:cNvSpPr/>
          <p:nvPr/>
        </p:nvSpPr>
        <p:spPr>
          <a:xfrm>
            <a:off x="6092878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 dirty="0"/>
              <a:t>DynamoDB</a:t>
            </a:r>
            <a:endParaRPr sz="600" b="1" dirty="0"/>
          </a:p>
        </p:txBody>
      </p:sp>
      <p:sp>
        <p:nvSpPr>
          <p:cNvPr id="80" name="Google Shape;80;p9"/>
          <p:cNvSpPr txBox="1"/>
          <p:nvPr/>
        </p:nvSpPr>
        <p:spPr>
          <a:xfrm>
            <a:off x="6102502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 dirty="0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472177" y="4232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729477" y="4232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3938977" y="4219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3926027" y="4254525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>
            <a:off x="8695199" y="3819064"/>
            <a:ext cx="6997" cy="35809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9"/>
          <p:cNvCxnSpPr/>
          <p:nvPr/>
        </p:nvCxnSpPr>
        <p:spPr>
          <a:xfrm flipH="1">
            <a:off x="3936227" y="1999978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099279" y="2396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Ask UOID to </a:t>
            </a:r>
            <a:r>
              <a:rPr lang="en-US" sz="900" b="1" dirty="0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dirty="0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605752" y="1699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5846953" y="1304593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Share the UOID with Systems 2 </a:t>
            </a:r>
            <a:endParaRPr sz="9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842276" y="3288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dirty="0" err="1"/>
              <a:t>Eyecloud</a:t>
            </a:r>
            <a:r>
              <a:rPr lang="en-US" sz="1100" dirty="0"/>
              <a:t> API V2</a:t>
            </a:r>
            <a:endParaRPr sz="1100" dirty="0"/>
          </a:p>
        </p:txBody>
      </p:sp>
      <p:sp>
        <p:nvSpPr>
          <p:cNvPr id="94" name="Google Shape;94;p9"/>
          <p:cNvSpPr/>
          <p:nvPr/>
        </p:nvSpPr>
        <p:spPr>
          <a:xfrm>
            <a:off x="8011864" y="2940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dirty="0" err="1"/>
              <a:t>Eyecloud</a:t>
            </a:r>
            <a:r>
              <a:rPr lang="en-US" sz="1100" dirty="0"/>
              <a:t> API V3</a:t>
            </a:r>
            <a:endParaRPr sz="1100" dirty="0"/>
          </a:p>
        </p:txBody>
      </p:sp>
      <p:sp>
        <p:nvSpPr>
          <p:cNvPr id="96" name="Google Shape;96;p9"/>
          <p:cNvSpPr/>
          <p:nvPr/>
        </p:nvSpPr>
        <p:spPr>
          <a:xfrm>
            <a:off x="376522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5076902" y="44135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382872" y="1979853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20134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316197" y="2389557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900" b="1" dirty="0" err="1">
                <a:latin typeface="Calibri"/>
                <a:ea typeface="Calibri"/>
                <a:cs typeface="Calibri"/>
                <a:sym typeface="Calibri"/>
              </a:rPr>
              <a:t>Orchstra</a:t>
            </a:r>
            <a:endParaRPr sz="900" b="1" dirty="0" err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279827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7391061" y="3627493"/>
            <a:ext cx="12450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Check the pattern of the ID to know where to post data and </a:t>
            </a:r>
            <a:r>
              <a:rPr lang="en-US" sz="9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if by any chance the pattern is unknown, the V3 check in all the </a:t>
            </a:r>
            <a:r>
              <a:rPr lang="en-US" sz="9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r>
              <a:rPr lang="en-US" sz="9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9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526697" y="41861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9352045" y="2009133"/>
            <a:ext cx="6300" cy="9318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9179546" y="2204938"/>
            <a:ext cx="360300" cy="354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9</a:t>
            </a:r>
            <a:endParaRPr lang="en-US" sz="1200" b="1" dirty="0"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9544179" y="2243657"/>
            <a:ext cx="16434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 posted </a:t>
            </a:r>
            <a:r>
              <a:rPr lang="en-US" sz="9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succssfully</a:t>
            </a:r>
            <a:endParaRPr lang="fr-FR" dirty="0" err="1">
              <a:solidFill>
                <a:srgbClr val="000000"/>
              </a:solidFill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278786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dirty="0" err="1"/>
              <a:t>Orchstra</a:t>
            </a:r>
            <a:r>
              <a:rPr lang="en-US" dirty="0"/>
              <a:t>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833522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SAP (Ecv3)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09034ADD-3F1F-F555-A484-7AF8CABC5D48}"/>
              </a:ext>
            </a:extLst>
          </p:cNvPr>
          <p:cNvCxnSpPr/>
          <p:nvPr/>
        </p:nvCxnSpPr>
        <p:spPr>
          <a:xfrm flipH="1">
            <a:off x="9231478" y="3819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757D13E9-5B4E-0CF2-3FDC-5F2A08C880BC}"/>
              </a:ext>
            </a:extLst>
          </p:cNvPr>
          <p:cNvSpPr/>
          <p:nvPr/>
        </p:nvSpPr>
        <p:spPr>
          <a:xfrm>
            <a:off x="9055979" y="4186138"/>
            <a:ext cx="360300" cy="354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ea typeface="Calibri"/>
                <a:cs typeface="Calibri"/>
              </a:rPr>
              <a:t>8</a:t>
            </a:r>
          </a:p>
        </p:txBody>
      </p:sp>
      <p:sp>
        <p:nvSpPr>
          <p:cNvPr id="6" name="Google Shape;109;p9">
            <a:extLst>
              <a:ext uri="{FF2B5EF4-FFF2-40B4-BE49-F238E27FC236}">
                <a16:creationId xmlns:a16="http://schemas.microsoft.com/office/drawing/2014/main" id="{A5CC0A9C-B571-BF42-74C7-8667F029B9C0}"/>
              </a:ext>
            </a:extLst>
          </p:cNvPr>
          <p:cNvSpPr txBox="1"/>
          <p:nvPr/>
        </p:nvSpPr>
        <p:spPr>
          <a:xfrm rot="828">
            <a:off x="9418017" y="4106980"/>
            <a:ext cx="11456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 known or ID found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0" name="Google Shape;86;p9">
            <a:extLst>
              <a:ext uri="{FF2B5EF4-FFF2-40B4-BE49-F238E27FC236}">
                <a16:creationId xmlns:a16="http://schemas.microsoft.com/office/drawing/2014/main" id="{37760488-C6D4-5810-2BE9-FA2B762D87E2}"/>
              </a:ext>
            </a:extLst>
          </p:cNvPr>
          <p:cNvSpPr txBox="1"/>
          <p:nvPr/>
        </p:nvSpPr>
        <p:spPr>
          <a:xfrm rot="828">
            <a:off x="7205708" y="2155928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95;p9">
            <a:extLst>
              <a:ext uri="{FF2B5EF4-FFF2-40B4-BE49-F238E27FC236}">
                <a16:creationId xmlns:a16="http://schemas.microsoft.com/office/drawing/2014/main" id="{DE380B52-1052-7BF6-463C-CFD96BCDCB53}"/>
              </a:ext>
            </a:extLst>
          </p:cNvPr>
          <p:cNvCxnSpPr/>
          <p:nvPr/>
        </p:nvCxnSpPr>
        <p:spPr>
          <a:xfrm>
            <a:off x="8695722" y="196070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2;p9">
            <a:extLst>
              <a:ext uri="{FF2B5EF4-FFF2-40B4-BE49-F238E27FC236}">
                <a16:creationId xmlns:a16="http://schemas.microsoft.com/office/drawing/2014/main" id="{6BDDF652-260D-E89D-28BE-11C1E478F8B2}"/>
              </a:ext>
            </a:extLst>
          </p:cNvPr>
          <p:cNvSpPr/>
          <p:nvPr/>
        </p:nvSpPr>
        <p:spPr>
          <a:xfrm>
            <a:off x="8526697" y="22049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5</a:t>
            </a:r>
            <a:endParaRPr sz="1200" b="1"/>
          </a:p>
        </p:txBody>
      </p:sp>
      <p:cxnSp>
        <p:nvCxnSpPr>
          <p:cNvPr id="7" name="Google Shape;85;p9">
            <a:extLst>
              <a:ext uri="{FF2B5EF4-FFF2-40B4-BE49-F238E27FC236}">
                <a16:creationId xmlns:a16="http://schemas.microsoft.com/office/drawing/2014/main" id="{05F480B2-EE4B-0730-0FDD-0B8015BCE947}"/>
              </a:ext>
            </a:extLst>
          </p:cNvPr>
          <p:cNvCxnSpPr>
            <a:cxnSpLocks/>
          </p:cNvCxnSpPr>
          <p:nvPr/>
        </p:nvCxnSpPr>
        <p:spPr>
          <a:xfrm flipH="1">
            <a:off x="6580954" y="4591361"/>
            <a:ext cx="2114246" cy="30661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109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4610634" y="4278945"/>
            <a:ext cx="217978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Create and Save the UOID in DynamoDB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19353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-93175" y="154968"/>
            <a:ext cx="1229250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>
                <a:cs typeface="Calibri Light"/>
              </a:rPr>
              <a:t>Systems sharing same </a:t>
            </a:r>
            <a:r>
              <a:rPr lang="en-US" sz="2400" b="1" dirty="0" err="1">
                <a:cs typeface="Calibri Light"/>
              </a:rPr>
              <a:t>Eyecloud</a:t>
            </a:r>
            <a:r>
              <a:rPr lang="en-US" sz="2400" b="1" dirty="0">
                <a:cs typeface="Calibri Light"/>
              </a:rPr>
              <a:t> ID with different </a:t>
            </a:r>
            <a:r>
              <a:rPr lang="en-US" sz="2400" b="1" dirty="0" err="1">
                <a:cs typeface="Calibri Light"/>
              </a:rPr>
              <a:t>Eyecloud</a:t>
            </a:r>
            <a:r>
              <a:rPr lang="en-US" sz="2400" b="1" dirty="0">
                <a:cs typeface="Calibri Light"/>
              </a:rPr>
              <a:t> version : </a:t>
            </a:r>
            <a:br>
              <a:rPr lang="en-US" sz="2400" b="1" dirty="0">
                <a:cs typeface="Calibri Light"/>
              </a:rPr>
            </a:br>
            <a:r>
              <a:rPr lang="en-US" sz="2400" b="1" dirty="0">
                <a:cs typeface="Calibri Light"/>
              </a:rPr>
              <a:t>Solution 1a (Ecv3 Check IDs presence from multiple DynamoDB)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1795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21835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21931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4504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6946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86986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87082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192677" y="4934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436877" y="5121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3440853" y="5656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3450477" y="4823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569727" y="4891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813927" y="5079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4817903" y="5614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4827527" y="4781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844702" y="4906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088902" y="5094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6092878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6102502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472177" y="4232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729477" y="4232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3938977" y="4219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3926027" y="4226647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 flipH="1">
            <a:off x="8653975" y="3800479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86;p9"/>
          <p:cNvSpPr txBox="1"/>
          <p:nvPr/>
        </p:nvSpPr>
        <p:spPr>
          <a:xfrm rot="828">
            <a:off x="7282059" y="2096404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3936227" y="1972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099279" y="2396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605752" y="1699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5846953" y="1304593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Systems 2 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684300" y="3288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V2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8011864" y="2940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V3</a:t>
            </a:r>
            <a:endParaRPr sz="1100"/>
          </a:p>
        </p:txBody>
      </p:sp>
      <p:cxnSp>
        <p:nvCxnSpPr>
          <p:cNvPr id="95" name="Google Shape;95;p9"/>
          <p:cNvCxnSpPr/>
          <p:nvPr/>
        </p:nvCxnSpPr>
        <p:spPr>
          <a:xfrm>
            <a:off x="8647501" y="1942115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96;p9"/>
          <p:cNvSpPr/>
          <p:nvPr/>
        </p:nvSpPr>
        <p:spPr>
          <a:xfrm>
            <a:off x="376522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5076902" y="44135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382872" y="1951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20134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316197" y="2389557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279827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2" name="Google Shape;102;p9"/>
          <p:cNvSpPr/>
          <p:nvPr/>
        </p:nvSpPr>
        <p:spPr>
          <a:xfrm>
            <a:off x="8478476" y="218635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5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7505083" y="4499315"/>
            <a:ext cx="1245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700" b="1">
                <a:latin typeface="Calibri"/>
                <a:ea typeface="Calibri"/>
                <a:cs typeface="Calibri"/>
                <a:sym typeface="Calibri"/>
              </a:rPr>
              <a:t>Check if ID is present in Both ECID  and UOID </a:t>
            </a:r>
            <a:r>
              <a:rPr lang="en-US" sz="700" b="1" err="1">
                <a:latin typeface="Calibri"/>
                <a:ea typeface="Calibri"/>
                <a:cs typeface="Calibri"/>
                <a:sym typeface="Calibri"/>
              </a:rPr>
              <a:t>dynaoDb</a:t>
            </a:r>
            <a:r>
              <a:rPr lang="en-US" sz="700" b="1">
                <a:latin typeface="Calibri"/>
                <a:ea typeface="Calibri"/>
                <a:cs typeface="Calibri"/>
                <a:sym typeface="Calibri"/>
              </a:rPr>
              <a:t> before posting Document on It</a:t>
            </a:r>
            <a:endParaRPr sz="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478476" y="416755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sp>
        <p:nvSpPr>
          <p:cNvPr id="109" name="Google Shape;109;p9"/>
          <p:cNvSpPr txBox="1"/>
          <p:nvPr/>
        </p:nvSpPr>
        <p:spPr>
          <a:xfrm rot="828">
            <a:off x="9636018" y="3957180"/>
            <a:ext cx="114560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ID is present and document has been saved on ECID bucket </a:t>
            </a:r>
            <a:endParaRPr lang="en-US" sz="900" b="1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9693615" y="2155821"/>
            <a:ext cx="1643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cs typeface="Calibri"/>
                <a:sym typeface="Calibri"/>
              </a:rPr>
              <a:t>Document is created successfully</a:t>
            </a:r>
            <a:endParaRPr lang="en-US"/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278786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833522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502DE58B-45F1-DAE6-31DA-0AA117E67322}"/>
              </a:ext>
            </a:extLst>
          </p:cNvPr>
          <p:cNvCxnSpPr/>
          <p:nvPr/>
        </p:nvCxnSpPr>
        <p:spPr>
          <a:xfrm flipH="1">
            <a:off x="9427126" y="3763308"/>
            <a:ext cx="3300" cy="10995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2E0AA551-23AE-5861-7B0F-CF326ED5E4B7}"/>
              </a:ext>
            </a:extLst>
          </p:cNvPr>
          <p:cNvSpPr/>
          <p:nvPr/>
        </p:nvSpPr>
        <p:spPr>
          <a:xfrm>
            <a:off x="9251627" y="4186138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7</a:t>
            </a:r>
            <a:endParaRPr sz="1200" b="1"/>
          </a:p>
        </p:txBody>
      </p:sp>
      <p:cxnSp>
        <p:nvCxnSpPr>
          <p:cNvPr id="6" name="Google Shape;107;p9">
            <a:extLst>
              <a:ext uri="{FF2B5EF4-FFF2-40B4-BE49-F238E27FC236}">
                <a16:creationId xmlns:a16="http://schemas.microsoft.com/office/drawing/2014/main" id="{AD5C2A83-6C36-9DC6-5313-FD1A368FA512}"/>
              </a:ext>
            </a:extLst>
          </p:cNvPr>
          <p:cNvCxnSpPr/>
          <p:nvPr/>
        </p:nvCxnSpPr>
        <p:spPr>
          <a:xfrm flipH="1">
            <a:off x="9424126" y="2009133"/>
            <a:ext cx="6300" cy="9318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Google Shape;108;p9">
            <a:extLst>
              <a:ext uri="{FF2B5EF4-FFF2-40B4-BE49-F238E27FC236}">
                <a16:creationId xmlns:a16="http://schemas.microsoft.com/office/drawing/2014/main" id="{BA7F263B-065B-B95F-ABA7-3D8B7469A3E2}"/>
              </a:ext>
            </a:extLst>
          </p:cNvPr>
          <p:cNvSpPr/>
          <p:nvPr/>
        </p:nvSpPr>
        <p:spPr>
          <a:xfrm>
            <a:off x="9251627" y="2204938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8</a:t>
            </a:r>
            <a:endParaRPr sz="1200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300BFB-476B-957B-0C5B-FCC86DFF59DC}"/>
              </a:ext>
            </a:extLst>
          </p:cNvPr>
          <p:cNvCxnSpPr/>
          <p:nvPr/>
        </p:nvCxnSpPr>
        <p:spPr>
          <a:xfrm flipH="1">
            <a:off x="6534615" y="4347117"/>
            <a:ext cx="1929161" cy="5426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59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>
            <a:off x="2362836" y="4425640"/>
            <a:ext cx="1180437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Create and Save the ECID in DynamoDB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8193770" y="4981226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-93175" y="154968"/>
            <a:ext cx="1229250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>
                <a:cs typeface="Calibri Light"/>
              </a:rPr>
              <a:t>Systems sharing same </a:t>
            </a:r>
            <a:r>
              <a:rPr lang="en-US" sz="2400" b="1" dirty="0" err="1">
                <a:cs typeface="Calibri Light"/>
              </a:rPr>
              <a:t>Eyecloud</a:t>
            </a:r>
            <a:r>
              <a:rPr lang="en-US" sz="2400" b="1" dirty="0">
                <a:cs typeface="Calibri Light"/>
              </a:rPr>
              <a:t> ID with different </a:t>
            </a:r>
            <a:r>
              <a:rPr lang="en-US" sz="2400" b="1" dirty="0" err="1">
                <a:cs typeface="Calibri Light"/>
              </a:rPr>
              <a:t>Eyecloud</a:t>
            </a:r>
            <a:r>
              <a:rPr lang="en-US" sz="2400" b="1" dirty="0">
                <a:cs typeface="Calibri Light"/>
              </a:rPr>
              <a:t> version : </a:t>
            </a:r>
            <a:br>
              <a:rPr lang="en-US" sz="2400" b="1" dirty="0">
                <a:cs typeface="Calibri Light"/>
              </a:rPr>
            </a:br>
            <a:r>
              <a:rPr lang="en-US" sz="2400" b="1" dirty="0">
                <a:cs typeface="Calibri Light"/>
              </a:rPr>
              <a:t>Solution 1b (ECv2 Check IDs presence from </a:t>
            </a:r>
            <a:r>
              <a:rPr lang="en-US" sz="2400" b="1" dirty="0" err="1">
                <a:cs typeface="Calibri Light"/>
              </a:rPr>
              <a:t>mutliple</a:t>
            </a:r>
            <a:r>
              <a:rPr lang="en-US" sz="2400" b="1" dirty="0">
                <a:cs typeface="Calibri Light"/>
              </a:rPr>
              <a:t> DynamoDB)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8437970" y="5169026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8441946" y="5703751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8451570" y="4871001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6839034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7083234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7087210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7096834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9451070" y="5008964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9695270" y="5196764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9699246" y="5731489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9708870" y="4898739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10828120" y="4966801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11072320" y="5154601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11076296" y="5689326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11085920" y="4856576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1609980" y="5206078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1854180" y="5393878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1858156" y="5928603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1867780" y="5095853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9"/>
          <p:cNvCxnSpPr/>
          <p:nvPr/>
        </p:nvCxnSpPr>
        <p:spPr>
          <a:xfrm flipH="1">
            <a:off x="2110423" y="4189173"/>
            <a:ext cx="16783" cy="96198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 flipH="1">
            <a:off x="7042532" y="3800479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86;p9"/>
          <p:cNvSpPr txBox="1"/>
          <p:nvPr/>
        </p:nvSpPr>
        <p:spPr>
          <a:xfrm rot="828">
            <a:off x="5670616" y="2096404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ECID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2324784" y="1972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2487836" y="2396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Ecid to </a:t>
            </a:r>
            <a:r>
              <a:rPr lang="en-US" sz="900" b="1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2994309" y="1699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4235510" y="1304593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ECID with Systems 2 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1072857" y="3288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V3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6400421" y="2940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V2</a:t>
            </a:r>
            <a:endParaRPr sz="1100"/>
          </a:p>
        </p:txBody>
      </p:sp>
      <p:cxnSp>
        <p:nvCxnSpPr>
          <p:cNvPr id="95" name="Google Shape;95;p9"/>
          <p:cNvCxnSpPr/>
          <p:nvPr/>
        </p:nvCxnSpPr>
        <p:spPr>
          <a:xfrm>
            <a:off x="7036058" y="1942115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96;p9"/>
          <p:cNvSpPr/>
          <p:nvPr/>
        </p:nvSpPr>
        <p:spPr>
          <a:xfrm>
            <a:off x="2153784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1941459" y="445101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1771429" y="1951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1589904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704754" y="2389557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668384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2" name="Google Shape;102;p9"/>
          <p:cNvSpPr/>
          <p:nvPr/>
        </p:nvSpPr>
        <p:spPr>
          <a:xfrm>
            <a:off x="6867033" y="218635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5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5893640" y="4499315"/>
            <a:ext cx="1245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700" b="1">
                <a:latin typeface="Calibri"/>
                <a:ea typeface="Calibri"/>
                <a:cs typeface="Calibri"/>
                <a:sym typeface="Calibri"/>
              </a:rPr>
              <a:t>Check if ID is present in Both ECID  and UOID </a:t>
            </a:r>
            <a:r>
              <a:rPr lang="en-US" sz="700" b="1" err="1">
                <a:latin typeface="Calibri"/>
                <a:ea typeface="Calibri"/>
                <a:cs typeface="Calibri"/>
                <a:sym typeface="Calibri"/>
              </a:rPr>
              <a:t>dynaoDb</a:t>
            </a:r>
            <a:r>
              <a:rPr lang="en-US" sz="700" b="1">
                <a:latin typeface="Calibri"/>
                <a:ea typeface="Calibri"/>
                <a:cs typeface="Calibri"/>
                <a:sym typeface="Calibri"/>
              </a:rPr>
              <a:t> before posting Document on It</a:t>
            </a:r>
            <a:endParaRPr sz="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867033" y="416755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sp>
        <p:nvSpPr>
          <p:cNvPr id="109" name="Google Shape;109;p9"/>
          <p:cNvSpPr txBox="1"/>
          <p:nvPr/>
        </p:nvSpPr>
        <p:spPr>
          <a:xfrm rot="828">
            <a:off x="8024575" y="3957180"/>
            <a:ext cx="114560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ID is present and document has been saved on ECID bucket </a:t>
            </a:r>
            <a:endParaRPr lang="en-US" sz="900" b="1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8082172" y="2155821"/>
            <a:ext cx="1643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cs typeface="Calibri"/>
                <a:sym typeface="Calibri"/>
              </a:rPr>
              <a:t>Document is created successfully</a:t>
            </a:r>
            <a:endParaRPr lang="en-US"/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1176424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(Ecv3)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6723784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(Ecv2)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502DE58B-45F1-DAE6-31DA-0AA117E67322}"/>
              </a:ext>
            </a:extLst>
          </p:cNvPr>
          <p:cNvCxnSpPr/>
          <p:nvPr/>
        </p:nvCxnSpPr>
        <p:spPr>
          <a:xfrm flipH="1">
            <a:off x="7815683" y="3763308"/>
            <a:ext cx="3300" cy="10995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2E0AA551-23AE-5861-7B0F-CF326ED5E4B7}"/>
              </a:ext>
            </a:extLst>
          </p:cNvPr>
          <p:cNvSpPr/>
          <p:nvPr/>
        </p:nvSpPr>
        <p:spPr>
          <a:xfrm>
            <a:off x="7640184" y="4186138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7</a:t>
            </a:r>
            <a:endParaRPr sz="1200" b="1"/>
          </a:p>
        </p:txBody>
      </p:sp>
      <p:cxnSp>
        <p:nvCxnSpPr>
          <p:cNvPr id="6" name="Google Shape;107;p9">
            <a:extLst>
              <a:ext uri="{FF2B5EF4-FFF2-40B4-BE49-F238E27FC236}">
                <a16:creationId xmlns:a16="http://schemas.microsoft.com/office/drawing/2014/main" id="{AD5C2A83-6C36-9DC6-5313-FD1A368FA512}"/>
              </a:ext>
            </a:extLst>
          </p:cNvPr>
          <p:cNvCxnSpPr/>
          <p:nvPr/>
        </p:nvCxnSpPr>
        <p:spPr>
          <a:xfrm flipH="1">
            <a:off x="7812683" y="2009133"/>
            <a:ext cx="6300" cy="9318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Google Shape;108;p9">
            <a:extLst>
              <a:ext uri="{FF2B5EF4-FFF2-40B4-BE49-F238E27FC236}">
                <a16:creationId xmlns:a16="http://schemas.microsoft.com/office/drawing/2014/main" id="{BA7F263B-065B-B95F-ABA7-3D8B7469A3E2}"/>
              </a:ext>
            </a:extLst>
          </p:cNvPr>
          <p:cNvSpPr/>
          <p:nvPr/>
        </p:nvSpPr>
        <p:spPr>
          <a:xfrm>
            <a:off x="7640184" y="2204938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8</a:t>
            </a:r>
            <a:endParaRPr sz="1200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300BFB-476B-957B-0C5B-FCC86DFF59DC}"/>
              </a:ext>
            </a:extLst>
          </p:cNvPr>
          <p:cNvCxnSpPr/>
          <p:nvPr/>
        </p:nvCxnSpPr>
        <p:spPr>
          <a:xfrm flipH="1">
            <a:off x="2449795" y="4372100"/>
            <a:ext cx="4415029" cy="78003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83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>
            <a:off x="5933351" y="2869964"/>
            <a:ext cx="217978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Redirection to V3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19353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580734" y="194769"/>
            <a:ext cx="9298687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Systems sharing same Eyecloud ID with different Eyecloud version : Solution 2 (Ecv2 Redirection to Ecv3) 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1795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21835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21931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450477" y="4906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694677" y="5094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8698653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8708277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192677" y="4934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436877" y="5121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3440853" y="5656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3450477" y="4823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569727" y="4891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813927" y="5079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4817903" y="5614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4827527" y="4781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844702" y="4906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088902" y="5094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6092878" y="5628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6102502" y="4796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472177" y="4232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729477" y="4232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3938977" y="4219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4788669" y="3319997"/>
            <a:ext cx="3263609" cy="33351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 flipH="1">
            <a:off x="9350926" y="3819064"/>
            <a:ext cx="3300" cy="10995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6" name="Google Shape;86;p9"/>
          <p:cNvSpPr txBox="1"/>
          <p:nvPr/>
        </p:nvSpPr>
        <p:spPr>
          <a:xfrm rot="828">
            <a:off x="9512303" y="20220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ECID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3936227" y="1972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099279" y="2396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ECID to </a:t>
            </a:r>
            <a:r>
              <a:rPr lang="en-US" sz="900" b="1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605752" y="1699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5846953" y="1304593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ECID with Systems 2 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659396" y="3245043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V2</a:t>
            </a:r>
            <a:endParaRPr sz="1100"/>
          </a:p>
        </p:txBody>
      </p:sp>
      <p:sp>
        <p:nvSpPr>
          <p:cNvPr id="93" name="Google Shape;93;p9"/>
          <p:cNvSpPr/>
          <p:nvPr/>
        </p:nvSpPr>
        <p:spPr>
          <a:xfrm>
            <a:off x="2787867" y="152250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(Ecv2) </a:t>
            </a:r>
          </a:p>
        </p:txBody>
      </p:sp>
      <p:sp>
        <p:nvSpPr>
          <p:cNvPr id="94" name="Google Shape;94;p9"/>
          <p:cNvSpPr/>
          <p:nvPr/>
        </p:nvSpPr>
        <p:spPr>
          <a:xfrm>
            <a:off x="8054996" y="3012012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V3</a:t>
            </a:r>
            <a:endParaRPr sz="1100"/>
          </a:p>
        </p:txBody>
      </p:sp>
      <p:cxnSp>
        <p:nvCxnSpPr>
          <p:cNvPr id="95" name="Google Shape;95;p9"/>
          <p:cNvCxnSpPr/>
          <p:nvPr/>
        </p:nvCxnSpPr>
        <p:spPr>
          <a:xfrm>
            <a:off x="9344452" y="196070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9"/>
          <p:cNvSpPr/>
          <p:nvPr/>
        </p:nvSpPr>
        <p:spPr>
          <a:xfrm>
            <a:off x="8334452" y="1522500"/>
            <a:ext cx="1736940" cy="3540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</a:t>
            </a:r>
          </a:p>
        </p:txBody>
      </p:sp>
      <p:sp>
        <p:nvSpPr>
          <p:cNvPr id="96" name="Google Shape;96;p9"/>
          <p:cNvSpPr/>
          <p:nvPr/>
        </p:nvSpPr>
        <p:spPr>
          <a:xfrm>
            <a:off x="376522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6284600" y="314833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321912" y="1951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140387" y="2357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5</a:t>
            </a:r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183350" y="2277176"/>
            <a:ext cx="10266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+mn-lt"/>
                <a:cs typeface="Calibri"/>
                <a:sym typeface="Calibri"/>
              </a:rPr>
              <a:t>Return ECID</a:t>
            </a:r>
            <a:endParaRPr lang="en-US" sz="900" b="1">
              <a:latin typeface="Calibri"/>
              <a:ea typeface="Calibri"/>
              <a:cs typeface="Calibri"/>
            </a:endParaRPr>
          </a:p>
          <a:p>
            <a:r>
              <a:rPr lang="en-US" sz="900" b="1">
                <a:latin typeface="Calibri"/>
                <a:cs typeface="Calibri"/>
                <a:sym typeface="Calibri"/>
              </a:rPr>
              <a:t>To Orchstra </a:t>
            </a:r>
            <a:endParaRPr lang="en-US"/>
          </a:p>
        </p:txBody>
      </p:sp>
      <p:sp>
        <p:nvSpPr>
          <p:cNvPr id="101" name="Google Shape;101;p9"/>
          <p:cNvSpPr/>
          <p:nvPr/>
        </p:nvSpPr>
        <p:spPr>
          <a:xfrm>
            <a:off x="6279827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6</a:t>
            </a:r>
          </a:p>
        </p:txBody>
      </p:sp>
      <p:sp>
        <p:nvSpPr>
          <p:cNvPr id="102" name="Google Shape;102;p9"/>
          <p:cNvSpPr/>
          <p:nvPr/>
        </p:nvSpPr>
        <p:spPr>
          <a:xfrm>
            <a:off x="9175427" y="22049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7</a:t>
            </a:r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9512303" y="4079557"/>
            <a:ext cx="1335534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ID is present and document is saved on ECID bucket </a:t>
            </a:r>
            <a:endParaRPr lang="en-US" sz="900" b="1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9175427" y="4186138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8</a:t>
            </a:r>
          </a:p>
        </p:txBody>
      </p:sp>
      <p:cxnSp>
        <p:nvCxnSpPr>
          <p:cNvPr id="105" name="Google Shape;105;p9"/>
          <p:cNvCxnSpPr/>
          <p:nvPr/>
        </p:nvCxnSpPr>
        <p:spPr>
          <a:xfrm flipH="1">
            <a:off x="8665126" y="3819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" name="Google Shape;106;p9"/>
          <p:cNvSpPr/>
          <p:nvPr/>
        </p:nvSpPr>
        <p:spPr>
          <a:xfrm>
            <a:off x="8489627" y="4186138"/>
            <a:ext cx="360300" cy="354000"/>
          </a:xfrm>
          <a:prstGeom prst="ellipse">
            <a:avLst/>
          </a:prstGeom>
          <a:solidFill>
            <a:schemeClr val="bg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3</a:t>
            </a:r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8662126" y="2009133"/>
            <a:ext cx="6300" cy="9318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8" name="Google Shape;108;p9"/>
          <p:cNvSpPr/>
          <p:nvPr/>
        </p:nvSpPr>
        <p:spPr>
          <a:xfrm>
            <a:off x="8489627" y="2204938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9</a:t>
            </a:r>
          </a:p>
        </p:txBody>
      </p:sp>
      <p:sp>
        <p:nvSpPr>
          <p:cNvPr id="109" name="Google Shape;109;p9"/>
          <p:cNvSpPr txBox="1"/>
          <p:nvPr/>
        </p:nvSpPr>
        <p:spPr>
          <a:xfrm rot="828">
            <a:off x="7461530" y="4143894"/>
            <a:ext cx="11456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Create and save in the Dynamo DB</a:t>
            </a:r>
            <a:endParaRPr lang="en-US" sz="900" b="1">
              <a:latin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7368341" y="2174407"/>
            <a:ext cx="1643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cs typeface="Calibri"/>
                <a:sym typeface="Calibri"/>
              </a:rPr>
              <a:t>Document is created successfully</a:t>
            </a:r>
            <a:endParaRPr lang="en-US" err="1"/>
          </a:p>
        </p:txBody>
      </p:sp>
      <p:cxnSp>
        <p:nvCxnSpPr>
          <p:cNvPr id="3" name="Google Shape;84;p9">
            <a:extLst>
              <a:ext uri="{FF2B5EF4-FFF2-40B4-BE49-F238E27FC236}">
                <a16:creationId xmlns:a16="http://schemas.microsoft.com/office/drawing/2014/main" id="{39F5802E-BC33-9298-C082-A39066FCD4AA}"/>
              </a:ext>
            </a:extLst>
          </p:cNvPr>
          <p:cNvCxnSpPr>
            <a:cxnSpLocks/>
          </p:cNvCxnSpPr>
          <p:nvPr/>
        </p:nvCxnSpPr>
        <p:spPr>
          <a:xfrm>
            <a:off x="4932442" y="3765695"/>
            <a:ext cx="3263609" cy="33351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" name="Google Shape;97;p9">
            <a:extLst>
              <a:ext uri="{FF2B5EF4-FFF2-40B4-BE49-F238E27FC236}">
                <a16:creationId xmlns:a16="http://schemas.microsoft.com/office/drawing/2014/main" id="{BB6AF0CA-A816-B6AC-186B-87F4BCE34508}"/>
              </a:ext>
            </a:extLst>
          </p:cNvPr>
          <p:cNvSpPr/>
          <p:nvPr/>
        </p:nvSpPr>
        <p:spPr>
          <a:xfrm>
            <a:off x="6284600" y="360840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4</a:t>
            </a:r>
          </a:p>
        </p:txBody>
      </p:sp>
      <p:sp>
        <p:nvSpPr>
          <p:cNvPr id="2" name="Google Shape;100;p9">
            <a:extLst>
              <a:ext uri="{FF2B5EF4-FFF2-40B4-BE49-F238E27FC236}">
                <a16:creationId xmlns:a16="http://schemas.microsoft.com/office/drawing/2014/main" id="{A372452D-0A25-9B4C-A62D-A5A9BC6E0EA7}"/>
              </a:ext>
            </a:extLst>
          </p:cNvPr>
          <p:cNvSpPr txBox="1"/>
          <p:nvPr/>
        </p:nvSpPr>
        <p:spPr>
          <a:xfrm rot="1005">
            <a:off x="6079038" y="3887440"/>
            <a:ext cx="10266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+mn-lt"/>
                <a:cs typeface="Calibri"/>
                <a:sym typeface="Calibri"/>
              </a:rPr>
              <a:t>Get</a:t>
            </a: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 back ECID 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en-US" sz="900" b="1" err="1">
                <a:latin typeface="Calibri"/>
                <a:ea typeface="Calibri"/>
                <a:cs typeface="Calibri"/>
                <a:sym typeface="Calibri"/>
              </a:rPr>
              <a:t>Eyecloud</a:t>
            </a: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 V3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391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6135-09BE-8454-6CA6-444F56B7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807" y="364348"/>
            <a:ext cx="4788800" cy="443198"/>
          </a:xfrm>
        </p:spPr>
        <p:txBody>
          <a:bodyPr/>
          <a:lstStyle/>
          <a:p>
            <a:pPr algn="r"/>
            <a:r>
              <a:rPr lang="en-GB" dirty="0"/>
              <a:t>Solution 3 – Lambda Function</a:t>
            </a:r>
            <a:br>
              <a:rPr lang="en-GB" dirty="0"/>
            </a:br>
            <a:r>
              <a:rPr lang="en-GB" sz="1200" dirty="0"/>
              <a:t>Create id v2 and Post/Update Document in v3</a:t>
            </a:r>
          </a:p>
        </p:txBody>
      </p:sp>
      <p:pic>
        <p:nvPicPr>
          <p:cNvPr id="4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479D7E2C-0D32-08B6-D593-E5E00EA9D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690" y="1209538"/>
            <a:ext cx="4644103" cy="303881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6DC046-3127-364F-BFC5-430F10890A0B}"/>
              </a:ext>
            </a:extLst>
          </p:cNvPr>
          <p:cNvSpPr txBox="1">
            <a:spLocks/>
          </p:cNvSpPr>
          <p:nvPr/>
        </p:nvSpPr>
        <p:spPr>
          <a:xfrm>
            <a:off x="7246401" y="931016"/>
            <a:ext cx="478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kern="0"/>
              <a:t>AWS Flow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71A9A2-BC82-6B49-A45A-FD557147813C}"/>
              </a:ext>
            </a:extLst>
          </p:cNvPr>
          <p:cNvSpPr txBox="1">
            <a:spLocks/>
          </p:cNvSpPr>
          <p:nvPr/>
        </p:nvSpPr>
        <p:spPr>
          <a:xfrm>
            <a:off x="7551822" y="4383115"/>
            <a:ext cx="4354542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kern="0"/>
              <a:t>Advantages:</a:t>
            </a:r>
            <a:endParaRPr lang="en-US"/>
          </a:p>
          <a:p>
            <a:pPr marL="171450" indent="-171450">
              <a:buChar char="•"/>
            </a:pPr>
            <a:r>
              <a:rPr lang="en-GB" sz="1100" kern="0"/>
              <a:t>Minimal changes in v3 and no changes in v2 </a:t>
            </a:r>
          </a:p>
          <a:p>
            <a:pPr marL="171450" indent="-171450">
              <a:buChar char="•"/>
            </a:pPr>
            <a:r>
              <a:rPr lang="en-GB" sz="1100" kern="0"/>
              <a:t>Trigger will sync the data from v2 to v3</a:t>
            </a:r>
          </a:p>
          <a:p>
            <a:pPr marL="171450" indent="-171450">
              <a:buChar char="•"/>
            </a:pPr>
            <a:r>
              <a:rPr lang="en-GB" sz="1100" kern="0"/>
              <a:t>Generic Lambda Function can be trigger for other </a:t>
            </a:r>
            <a:r>
              <a:rPr lang="en-GB" sz="1100" kern="0" err="1"/>
              <a:t>IdTypes</a:t>
            </a:r>
            <a:r>
              <a:rPr lang="en-GB" sz="1100" kern="0"/>
              <a:t> table.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4742BB-4007-D16B-5715-72D0AE59E3D2}"/>
              </a:ext>
            </a:extLst>
          </p:cNvPr>
          <p:cNvSpPr txBox="1">
            <a:spLocks/>
          </p:cNvSpPr>
          <p:nvPr/>
        </p:nvSpPr>
        <p:spPr>
          <a:xfrm>
            <a:off x="7551822" y="5210164"/>
            <a:ext cx="4354542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kern="0"/>
              <a:t>Disadvantages:</a:t>
            </a:r>
            <a:endParaRPr lang="en-US"/>
          </a:p>
          <a:p>
            <a:pPr marL="171450" indent="-171450">
              <a:buChar char="•"/>
            </a:pPr>
            <a:r>
              <a:rPr lang="en-GB" sz="1100" kern="0"/>
              <a:t>Duplicate record will fail if v2 and v3 have same record. (POST ID)</a:t>
            </a:r>
            <a:endParaRPr lang="en-GB"/>
          </a:p>
          <a:p>
            <a:endParaRPr lang="en-GB" sz="1100" kern="0"/>
          </a:p>
          <a:p>
            <a:r>
              <a:rPr lang="en-GB" sz="1100" i="1" kern="0"/>
              <a:t>Note : </a:t>
            </a:r>
          </a:p>
          <a:p>
            <a:pPr marL="171450" indent="-171450">
              <a:buChar char="•"/>
            </a:pPr>
            <a:r>
              <a:rPr lang="en-GB" sz="1100" i="1" kern="0"/>
              <a:t>Need to think about some retry mechanism if we go with lambda functions trigger.</a:t>
            </a:r>
            <a:endParaRPr lang="en-GB"/>
          </a:p>
          <a:p>
            <a:pPr marL="171450" indent="-171450">
              <a:buChar char="•"/>
            </a:pPr>
            <a:r>
              <a:rPr lang="en-GB" sz="1100" i="1" kern="0"/>
              <a:t>Data will be replicated from v2 to v3 to sync data</a:t>
            </a:r>
            <a:endParaRPr lang="en-GB" sz="1100" kern="0"/>
          </a:p>
          <a:p>
            <a:pPr marL="171450" indent="-171450">
              <a:buChar char="•"/>
            </a:pPr>
            <a:r>
              <a:rPr lang="en-GB" sz="1100" i="1" kern="0"/>
              <a:t>ECID will have a new sort key as </a:t>
            </a:r>
            <a:r>
              <a:rPr lang="en-GB" sz="1100" i="1" kern="0" err="1"/>
              <a:t>IdType</a:t>
            </a:r>
            <a:r>
              <a:rPr lang="en-GB" sz="1100" i="1" kern="0"/>
              <a:t> [v2 -&gt; </a:t>
            </a:r>
            <a:r>
              <a:rPr lang="en-GB" sz="1100" i="1" kern="0" err="1"/>
              <a:t>ueid,efid,ulid,uoid</a:t>
            </a:r>
            <a:r>
              <a:rPr lang="en-GB" sz="1100" i="1" kern="0"/>
              <a:t> &amp; v3 </a:t>
            </a:r>
            <a:r>
              <a:rPr lang="en-GB" sz="1100" i="1" kern="0" err="1"/>
              <a:t>ecid</a:t>
            </a:r>
            <a:r>
              <a:rPr lang="en-GB" sz="1100" i="1" kern="0"/>
              <a:t>] - solution for disadvantage</a:t>
            </a:r>
            <a:endParaRPr lang="en-GB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4AE7C3A-20F7-C127-C4B9-2B634E73F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7" y="806546"/>
            <a:ext cx="6883706" cy="568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35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6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3416657" y="-159025"/>
            <a:ext cx="5990764" cy="67462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2000" b="1" kern="1200">
                <a:latin typeface="+mj-lt"/>
                <a:ea typeface="+mj-ea"/>
                <a:cs typeface="+mj-cs"/>
              </a:rPr>
              <a:t>BBGR system doesn't support the ECv3 ID type : </a:t>
            </a:r>
            <a:r>
              <a:rPr lang="en-US" sz="2000" b="1"/>
              <a:t>Solutions</a:t>
            </a:r>
            <a:endParaRPr lang="en-US" sz="2000" kern="12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01AC8B-0C86-83C5-C845-107E2699B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535544"/>
              </p:ext>
            </p:extLst>
          </p:nvPr>
        </p:nvGraphicFramePr>
        <p:xfrm>
          <a:off x="297365" y="353121"/>
          <a:ext cx="11703873" cy="632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676">
                  <a:extLst>
                    <a:ext uri="{9D8B030D-6E8A-4147-A177-3AD203B41FA5}">
                      <a16:colId xmlns:a16="http://schemas.microsoft.com/office/drawing/2014/main" val="817933630"/>
                    </a:ext>
                  </a:extLst>
                </a:gridCol>
                <a:gridCol w="1931676">
                  <a:extLst>
                    <a:ext uri="{9D8B030D-6E8A-4147-A177-3AD203B41FA5}">
                      <a16:colId xmlns:a16="http://schemas.microsoft.com/office/drawing/2014/main" val="675037589"/>
                    </a:ext>
                  </a:extLst>
                </a:gridCol>
                <a:gridCol w="1969615">
                  <a:extLst>
                    <a:ext uri="{9D8B030D-6E8A-4147-A177-3AD203B41FA5}">
                      <a16:colId xmlns:a16="http://schemas.microsoft.com/office/drawing/2014/main" val="2928280768"/>
                    </a:ext>
                  </a:extLst>
                </a:gridCol>
                <a:gridCol w="1931676">
                  <a:extLst>
                    <a:ext uri="{9D8B030D-6E8A-4147-A177-3AD203B41FA5}">
                      <a16:colId xmlns:a16="http://schemas.microsoft.com/office/drawing/2014/main" val="4241534740"/>
                    </a:ext>
                  </a:extLst>
                </a:gridCol>
                <a:gridCol w="1969615">
                  <a:extLst>
                    <a:ext uri="{9D8B030D-6E8A-4147-A177-3AD203B41FA5}">
                      <a16:colId xmlns:a16="http://schemas.microsoft.com/office/drawing/2014/main" val="78355932"/>
                    </a:ext>
                  </a:extLst>
                </a:gridCol>
                <a:gridCol w="1969615">
                  <a:extLst>
                    <a:ext uri="{9D8B030D-6E8A-4147-A177-3AD203B41FA5}">
                      <a16:colId xmlns:a16="http://schemas.microsoft.com/office/drawing/2014/main" val="1062405662"/>
                    </a:ext>
                  </a:extLst>
                </a:gridCol>
              </a:tblGrid>
              <a:tr h="198938">
                <a:tc>
                  <a:txBody>
                    <a:bodyPr/>
                    <a:lstStyle/>
                    <a:p>
                      <a:pPr algn="ctr" fontAlgn="auto"/>
                      <a:r>
                        <a:rPr lang="en-GB" sz="800">
                          <a:effectLst/>
                        </a:rPr>
                        <a:t>​</a:t>
                      </a:r>
                      <a:endParaRPr lang="en-GB" sz="800">
                        <a:effectLst/>
                        <a:latin typeface="Calibri"/>
                      </a:endParaRP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Ecv2 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Ecv3 current implementation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Future – Option 1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Future – Option 2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Future – Option 3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2446237474"/>
                  </a:ext>
                </a:extLst>
              </a:tr>
              <a:tr h="464190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Case​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Lower case  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Sensitive Case​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GB" sz="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case </a:t>
                      </a:r>
                    </a:p>
                    <a:p>
                      <a:pPr marL="0" lvl="0" algn="ctr" defTabSz="914400" rtl="0" eaLnBrk="1" latinLnBrk="0" hangingPunct="1">
                        <a:buNone/>
                      </a:pPr>
                      <a:endParaRPr lang="en-GB" sz="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Lower case 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Lower case 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1612380359"/>
                  </a:ext>
                </a:extLst>
              </a:tr>
              <a:tr h="198938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Characters Type​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26 letters and 10 digits​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52 letters and 10 digits​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26 letters and 10 digits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26 letters and 10 digits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26 letters and 10 digits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3864966620"/>
                  </a:ext>
                </a:extLst>
              </a:tr>
              <a:tr h="198938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Excluded Characters​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No character exclusions​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No character exclusions​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No character exclusions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No character exclusions​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No character exclusions​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3615149430"/>
                  </a:ext>
                </a:extLst>
              </a:tr>
              <a:tr h="426297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Length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8 characters​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12 characters​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8 characters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8 characters for customers involved in traceability and 12 characters for others ​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9  characters​ (whatever but more than 8)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2761026795"/>
                  </a:ext>
                </a:extLst>
              </a:tr>
              <a:tr h="1146261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Format​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800" err="1">
                          <a:effectLst/>
                        </a:rPr>
                        <a:t>ueid</a:t>
                      </a:r>
                      <a:r>
                        <a:rPr lang="en-GB" sz="800">
                          <a:effectLst/>
                        </a:rPr>
                        <a:t> : AAANAAAA​​</a:t>
                      </a:r>
                    </a:p>
                    <a:p>
                      <a:pPr algn="l" fontAlgn="base"/>
                      <a:r>
                        <a:rPr lang="en-GB" sz="800" err="1">
                          <a:effectLst/>
                        </a:rPr>
                        <a:t>uoid</a:t>
                      </a:r>
                      <a:r>
                        <a:rPr lang="en-GB" sz="800">
                          <a:effectLst/>
                        </a:rPr>
                        <a:t> : A*N*A*N*​​</a:t>
                      </a:r>
                    </a:p>
                    <a:p>
                      <a:pPr algn="l" fontAlgn="base"/>
                      <a:r>
                        <a:rPr lang="en-GB" sz="800" err="1">
                          <a:effectLst/>
                        </a:rPr>
                        <a:t>ufid</a:t>
                      </a:r>
                      <a:r>
                        <a:rPr lang="en-GB" sz="800">
                          <a:effectLst/>
                        </a:rPr>
                        <a:t>: AA**NN​​</a:t>
                      </a:r>
                    </a:p>
                    <a:p>
                      <a:pPr algn="l" fontAlgn="base"/>
                      <a:r>
                        <a:rPr lang="en-GB" sz="800" err="1">
                          <a:effectLst/>
                        </a:rPr>
                        <a:t>ulid</a:t>
                      </a:r>
                      <a:r>
                        <a:rPr lang="en-GB" sz="800">
                          <a:effectLst/>
                        </a:rPr>
                        <a:t> : ********​</a:t>
                      </a:r>
                    </a:p>
                    <a:p>
                      <a:pPr lvl="0" algn="l">
                        <a:buNone/>
                      </a:pPr>
                      <a:endParaRPr lang="en-GB" sz="800">
                        <a:effectLst/>
                      </a:endParaRPr>
                    </a:p>
                    <a:p>
                      <a:pPr algn="l" fontAlgn="base"/>
                      <a:r>
                        <a:rPr lang="en-GB" sz="800">
                          <a:effectLst/>
                        </a:rPr>
                        <a:t>"A": Letters 26 characters</a:t>
                      </a:r>
                    </a:p>
                    <a:p>
                      <a:pPr algn="l" fontAlgn="base"/>
                      <a:r>
                        <a:rPr lang="en-GB" sz="800">
                          <a:effectLst/>
                        </a:rPr>
                        <a:t>"*": Alphanumeric 36 characters​</a:t>
                      </a:r>
                    </a:p>
                    <a:p>
                      <a:pPr algn="l" fontAlgn="base"/>
                      <a:r>
                        <a:rPr lang="en-GB" sz="800">
                          <a:effectLst/>
                        </a:rPr>
                        <a:t>"N" : Chiffres 10 characters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Without format​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Without format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Without format​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Without format​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198944600"/>
                  </a:ext>
                </a:extLst>
              </a:tr>
              <a:tr h="767334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Combination​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>
                          <a:effectLst/>
                        </a:rPr>
                        <a:t>Currently BBGR is using </a:t>
                      </a:r>
                      <a:r>
                        <a:rPr lang="en-GB" sz="800" err="1">
                          <a:effectLst/>
                        </a:rPr>
                        <a:t>uoid</a:t>
                      </a:r>
                      <a:r>
                        <a:rPr lang="en-GB" sz="800">
                          <a:effectLst/>
                        </a:rPr>
                        <a:t> format​</a:t>
                      </a:r>
                    </a:p>
                    <a:p>
                      <a:pPr algn="ctr" fontAlgn="base"/>
                      <a:r>
                        <a:rPr lang="en-GB" sz="800">
                          <a:effectLst/>
                        </a:rPr>
                        <a:t>Combination </a:t>
                      </a:r>
                    </a:p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26^2 x 36^4 x 10^2​</a:t>
                      </a:r>
                      <a:endParaRPr lang="en-GB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62^12​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36^8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36^8 combinations for customers involved in traceability</a:t>
                      </a:r>
                      <a:endParaRPr lang="en-US" sz="800"/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GB" sz="800" b="0" i="0" u="none" strike="noStrike" noProof="0">
                        <a:effectLst/>
                        <a:latin typeface="Calibri"/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 36^12 combinations for others 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36^9​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3610220360"/>
                  </a:ext>
                </a:extLst>
              </a:tr>
              <a:tr h="757861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800" b="1">
                          <a:effectLst/>
                        </a:rPr>
                        <a:t>Combination result​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800">
                          <a:effectLst/>
                        </a:rPr>
                        <a:t>113 542 041 600​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3 226 266 762 397 899 821 056​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2 821 109 907 456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800" b="0" i="0" u="none" strike="noStrike" noProof="0">
                          <a:effectLst/>
                        </a:rPr>
                        <a:t>Traceability customers : </a:t>
                      </a: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2 821 109 907 456</a:t>
                      </a:r>
                      <a:endParaRPr lang="en-US"/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GB" sz="800" b="0" i="0" u="none" strike="noStrike" noProof="0">
                        <a:effectLst/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800" b="0" i="0" u="none" strike="noStrike" noProof="0">
                          <a:effectLst/>
                        </a:rPr>
                        <a:t>Other customers : </a:t>
                      </a: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3 226 266 762 397 899 821 056 </a:t>
                      </a:r>
                      <a:endParaRPr lang="en-GB" sz="800" b="0" i="0" u="none" strike="noStrike" noProof="0">
                        <a:effectLst/>
                      </a:endParaRPr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0" i="0" u="none" strike="noStrike" noProof="0">
                          <a:effectLst/>
                          <a:latin typeface="Calibri"/>
                        </a:rPr>
                        <a:t>101 559 956 668 416</a:t>
                      </a:r>
                      <a:endParaRPr lang="en-GB" sz="800">
                        <a:effectLst/>
                      </a:endParaRPr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3580582881"/>
                  </a:ext>
                </a:extLst>
              </a:tr>
              <a:tr h="6062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1">
                          <a:effectLst/>
                        </a:rPr>
                        <a:t>Pros/Cons For Customers</a:t>
                      </a:r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NA</a:t>
                      </a:r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1" i="0" u="none" strike="noStrike" noProof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Too many impacts  for Customers </a:t>
                      </a:r>
                      <a:endParaRPr lang="en-US" sz="800" b="0" i="0" u="none" strike="noStrike" noProof="0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GB" sz="800" b="1" i="0" u="none" strike="noStrike" noProof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(IT &amp; CUSTOMERS) </a:t>
                      </a:r>
                      <a:endParaRPr lang="en-GB" sz="800" b="0" i="0" u="none" strike="noStrike" noProof="0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GB" sz="8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i="0" u="none" strike="noStrike" noProof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No Impacts for Customers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1" i="0" u="none" strike="noStrike" noProof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No Impacts for Customers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1" i="0" u="none" strike="noStrike" noProof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libri"/>
                        </a:rPr>
                        <a:t>Small impacts for customers</a:t>
                      </a:r>
                      <a:endParaRPr lang="en-US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21408562"/>
                  </a:ext>
                </a:extLst>
              </a:tr>
              <a:tr h="156309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b="1">
                          <a:effectLst/>
                        </a:rPr>
                        <a:t>Pros / Cons​ For Application Side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>
                          <a:effectLst/>
                        </a:rPr>
                        <a:t>​NA</a:t>
                      </a:r>
                      <a:endParaRPr lang="en-US" sz="800"/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i="0" u="none" strike="noStrike" noProof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No complexity for Application side </a:t>
                      </a:r>
                      <a:endParaRPr lang="en-GB" sz="800" b="0" i="0" u="none" strike="noStrike" noProof="0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GB" sz="8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800" b="1" i="0" u="none" strike="noStrike" noProof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i="0" u="none" strike="noStrike" noProof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As the pattern is same as Ecv2, ECv3 has to check from both infra before generate IDs </a:t>
                      </a:r>
                    </a:p>
                  </a:txBody>
                  <a:tcPr marL="74035" marR="74035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800" b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800" b="1">
                          <a:solidFill>
                            <a:srgbClr val="FF0000"/>
                          </a:solidFill>
                          <a:effectLst/>
                        </a:rPr>
                        <a:t>The application has to manage such of configuration and the knowledge has to be kept</a:t>
                      </a:r>
                      <a:endParaRPr lang="en-GB" sz="800" b="0" i="0" u="none" strike="noStrike" noProof="0">
                        <a:effectLst/>
                        <a:latin typeface="Calibri"/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GB" sz="800" b="1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800" b="1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GB" sz="800" b="1" i="0" u="none" strike="noStrike" noProof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As the pattern for traceability customers is same as Ecv2, ECv3 has to check from both infra before generate IDs </a:t>
                      </a:r>
                      <a:endParaRPr lang="en-GB" sz="800" b="0" i="0" u="none" strike="noStrike" noProof="0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GB" sz="8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4034" marR="74034" marT="37017" marB="3701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800" b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GB" sz="800" b="1">
                          <a:solidFill>
                            <a:srgbClr val="00B050"/>
                          </a:solidFill>
                          <a:effectLst/>
                        </a:rPr>
                        <a:t>No complexity for Application side </a:t>
                      </a:r>
                      <a:endParaRPr lang="en-GB" sz="800"/>
                    </a:p>
                  </a:txBody>
                  <a:tcPr marL="74034" marR="74034" marT="37017" marB="37017" anchor="ctr"/>
                </a:tc>
                <a:extLst>
                  <a:ext uri="{0D108BD9-81ED-4DB2-BD59-A6C34878D82A}">
                    <a16:rowId xmlns:a16="http://schemas.microsoft.com/office/drawing/2014/main" val="1947796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85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568243" y="194769"/>
            <a:ext cx="9735899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ea typeface="+mj-lt"/>
                <a:cs typeface="+mj-lt"/>
              </a:rPr>
              <a:t>Systems want to get historical documents</a:t>
            </a:r>
            <a:r>
              <a:rPr lang="en-US" sz="2800" b="1">
                <a:cs typeface="Calibri Light"/>
              </a:rPr>
              <a:t>  : Issue</a:t>
            </a:r>
            <a:endParaRPr lang="fr-FR"/>
          </a:p>
        </p:txBody>
      </p:sp>
      <p:sp>
        <p:nvSpPr>
          <p:cNvPr id="78" name="Google Shape;78;p9"/>
          <p:cNvSpPr/>
          <p:nvPr/>
        </p:nvSpPr>
        <p:spPr>
          <a:xfrm>
            <a:off x="829243" y="5502955"/>
            <a:ext cx="857846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UOID 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3091341" y="5433655"/>
            <a:ext cx="1022438" cy="627256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800" b="1"/>
              <a:t>UOID DynamoDB</a:t>
            </a:r>
            <a:endParaRPr lang="en-US" sz="800" b="1">
              <a:cs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2588788" y="1814125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2751840" y="2238600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Post Document with UOID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1191152" y="3087068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Eyecloud API V2</a:t>
            </a:r>
            <a:endParaRPr lang="en-US" sz="1100">
              <a:cs typeface="Calibri" panose="020F0502020204030204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1440428" y="1364525"/>
            <a:ext cx="1771600" cy="430720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 </a:t>
            </a:r>
          </a:p>
        </p:txBody>
      </p:sp>
      <p:sp>
        <p:nvSpPr>
          <p:cNvPr id="96" name="Google Shape;96;p9"/>
          <p:cNvSpPr/>
          <p:nvPr/>
        </p:nvSpPr>
        <p:spPr>
          <a:xfrm>
            <a:off x="2417788" y="219936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1974473" y="1794000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1792948" y="2190070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5</a:t>
            </a:r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166837" y="2211591"/>
            <a:ext cx="16492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+mn-lt"/>
                <a:cs typeface="Calibri"/>
                <a:sym typeface="Calibri"/>
              </a:rPr>
              <a:t>Document Posted Successfully</a:t>
            </a:r>
            <a:endParaRPr lang="en-US" err="1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6;p9">
            <a:extLst>
              <a:ext uri="{FF2B5EF4-FFF2-40B4-BE49-F238E27FC236}">
                <a16:creationId xmlns:a16="http://schemas.microsoft.com/office/drawing/2014/main" id="{5AC95BFD-8480-727B-D5A6-EC5474D612A2}"/>
              </a:ext>
            </a:extLst>
          </p:cNvPr>
          <p:cNvSpPr txBox="1"/>
          <p:nvPr/>
        </p:nvSpPr>
        <p:spPr>
          <a:xfrm rot="828">
            <a:off x="3657912" y="4303052"/>
            <a:ext cx="1245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Check if the UOID is present in DynamoDB</a:t>
            </a:r>
            <a:endParaRPr lang="en-US"/>
          </a:p>
        </p:txBody>
      </p:sp>
      <p:cxnSp>
        <p:nvCxnSpPr>
          <p:cNvPr id="6" name="Google Shape;95;p9">
            <a:extLst>
              <a:ext uri="{FF2B5EF4-FFF2-40B4-BE49-F238E27FC236}">
                <a16:creationId xmlns:a16="http://schemas.microsoft.com/office/drawing/2014/main" id="{1F332783-D8D5-F676-A137-26728A37A4EE}"/>
              </a:ext>
            </a:extLst>
          </p:cNvPr>
          <p:cNvCxnSpPr>
            <a:cxnSpLocks/>
          </p:cNvCxnSpPr>
          <p:nvPr/>
        </p:nvCxnSpPr>
        <p:spPr>
          <a:xfrm>
            <a:off x="3127646" y="3949333"/>
            <a:ext cx="737722" cy="1361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02;p9">
            <a:extLst>
              <a:ext uri="{FF2B5EF4-FFF2-40B4-BE49-F238E27FC236}">
                <a16:creationId xmlns:a16="http://schemas.microsoft.com/office/drawing/2014/main" id="{F1A0AEBF-B79B-0540-44EC-FA9BF07A44B7}"/>
              </a:ext>
            </a:extLst>
          </p:cNvPr>
          <p:cNvSpPr/>
          <p:nvPr/>
        </p:nvSpPr>
        <p:spPr>
          <a:xfrm>
            <a:off x="3265280" y="440730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2</a:t>
            </a:r>
          </a:p>
        </p:txBody>
      </p:sp>
      <p:cxnSp>
        <p:nvCxnSpPr>
          <p:cNvPr id="3" name="Google Shape;95;p9">
            <a:extLst>
              <a:ext uri="{FF2B5EF4-FFF2-40B4-BE49-F238E27FC236}">
                <a16:creationId xmlns:a16="http://schemas.microsoft.com/office/drawing/2014/main" id="{7133142F-0F9B-473B-1540-F543E9EE2366}"/>
              </a:ext>
            </a:extLst>
          </p:cNvPr>
          <p:cNvCxnSpPr>
            <a:cxnSpLocks/>
          </p:cNvCxnSpPr>
          <p:nvPr/>
        </p:nvCxnSpPr>
        <p:spPr>
          <a:xfrm flipH="1">
            <a:off x="1124026" y="3902870"/>
            <a:ext cx="888498" cy="1481904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" name="Google Shape;95;p9">
            <a:extLst>
              <a:ext uri="{FF2B5EF4-FFF2-40B4-BE49-F238E27FC236}">
                <a16:creationId xmlns:a16="http://schemas.microsoft.com/office/drawing/2014/main" id="{3B154069-9D50-7204-A125-85CB17972184}"/>
              </a:ext>
            </a:extLst>
          </p:cNvPr>
          <p:cNvCxnSpPr>
            <a:cxnSpLocks/>
          </p:cNvCxnSpPr>
          <p:nvPr/>
        </p:nvCxnSpPr>
        <p:spPr>
          <a:xfrm>
            <a:off x="2728061" y="3995796"/>
            <a:ext cx="681966" cy="131463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3" name="Google Shape;102;p9">
            <a:extLst>
              <a:ext uri="{FF2B5EF4-FFF2-40B4-BE49-F238E27FC236}">
                <a16:creationId xmlns:a16="http://schemas.microsoft.com/office/drawing/2014/main" id="{E61FC734-B149-0244-7469-6C6753C32FFA}"/>
              </a:ext>
            </a:extLst>
          </p:cNvPr>
          <p:cNvSpPr/>
          <p:nvPr/>
        </p:nvSpPr>
        <p:spPr>
          <a:xfrm>
            <a:off x="2874987" y="444447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3</a:t>
            </a:r>
          </a:p>
        </p:txBody>
      </p:sp>
      <p:sp>
        <p:nvSpPr>
          <p:cNvPr id="24" name="Google Shape;102;p9">
            <a:extLst>
              <a:ext uri="{FF2B5EF4-FFF2-40B4-BE49-F238E27FC236}">
                <a16:creationId xmlns:a16="http://schemas.microsoft.com/office/drawing/2014/main" id="{57C5419B-9777-FEC7-E656-75C9D88E41E2}"/>
              </a:ext>
            </a:extLst>
          </p:cNvPr>
          <p:cNvSpPr/>
          <p:nvPr/>
        </p:nvSpPr>
        <p:spPr>
          <a:xfrm>
            <a:off x="1425328" y="442588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4</a:t>
            </a:r>
          </a:p>
        </p:txBody>
      </p:sp>
      <p:sp>
        <p:nvSpPr>
          <p:cNvPr id="25" name="Google Shape;100;p9">
            <a:extLst>
              <a:ext uri="{FF2B5EF4-FFF2-40B4-BE49-F238E27FC236}">
                <a16:creationId xmlns:a16="http://schemas.microsoft.com/office/drawing/2014/main" id="{B970EA4C-D598-8D7B-519C-7ABE249FDFB7}"/>
              </a:ext>
            </a:extLst>
          </p:cNvPr>
          <p:cNvSpPr txBox="1"/>
          <p:nvPr/>
        </p:nvSpPr>
        <p:spPr>
          <a:xfrm rot="1005">
            <a:off x="-46895" y="4418158"/>
            <a:ext cx="16492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</a:rPr>
              <a:t>Post document in S3 bucket</a:t>
            </a:r>
          </a:p>
        </p:txBody>
      </p:sp>
      <p:sp>
        <p:nvSpPr>
          <p:cNvPr id="26" name="Google Shape;78;p9">
            <a:extLst>
              <a:ext uri="{FF2B5EF4-FFF2-40B4-BE49-F238E27FC236}">
                <a16:creationId xmlns:a16="http://schemas.microsoft.com/office/drawing/2014/main" id="{D07755CB-D5D2-3DA9-B394-2421FFFAA5DF}"/>
              </a:ext>
            </a:extLst>
          </p:cNvPr>
          <p:cNvSpPr/>
          <p:nvPr/>
        </p:nvSpPr>
        <p:spPr>
          <a:xfrm>
            <a:off x="8458536" y="5372856"/>
            <a:ext cx="848553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ECID S3 bucket</a:t>
            </a:r>
            <a:endParaRPr sz="800" b="1"/>
          </a:p>
        </p:txBody>
      </p:sp>
      <p:sp>
        <p:nvSpPr>
          <p:cNvPr id="27" name="Google Shape;79;p9">
            <a:extLst>
              <a:ext uri="{FF2B5EF4-FFF2-40B4-BE49-F238E27FC236}">
                <a16:creationId xmlns:a16="http://schemas.microsoft.com/office/drawing/2014/main" id="{232E15A8-6943-A62E-734D-DCA526112EC2}"/>
              </a:ext>
            </a:extLst>
          </p:cNvPr>
          <p:cNvSpPr/>
          <p:nvPr/>
        </p:nvSpPr>
        <p:spPr>
          <a:xfrm>
            <a:off x="10432560" y="5312849"/>
            <a:ext cx="1022438" cy="627256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800" b="1"/>
              <a:t>ECID DynamoDB</a:t>
            </a:r>
            <a:endParaRPr lang="en-US" sz="800" b="1">
              <a:cs typeface="Calibri"/>
            </a:endParaRPr>
          </a:p>
        </p:txBody>
      </p:sp>
      <p:cxnSp>
        <p:nvCxnSpPr>
          <p:cNvPr id="28" name="Google Shape;87;p9">
            <a:extLst>
              <a:ext uri="{FF2B5EF4-FFF2-40B4-BE49-F238E27FC236}">
                <a16:creationId xmlns:a16="http://schemas.microsoft.com/office/drawing/2014/main" id="{19756C80-7841-45B3-D24E-2AA92AFA50B3}"/>
              </a:ext>
            </a:extLst>
          </p:cNvPr>
          <p:cNvCxnSpPr>
            <a:cxnSpLocks/>
          </p:cNvCxnSpPr>
          <p:nvPr/>
        </p:nvCxnSpPr>
        <p:spPr>
          <a:xfrm flipH="1">
            <a:off x="10403934" y="1786246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88;p9">
            <a:extLst>
              <a:ext uri="{FF2B5EF4-FFF2-40B4-BE49-F238E27FC236}">
                <a16:creationId xmlns:a16="http://schemas.microsoft.com/office/drawing/2014/main" id="{E9B15808-48F3-5278-584F-B77F8633E48A}"/>
              </a:ext>
            </a:extLst>
          </p:cNvPr>
          <p:cNvSpPr txBox="1"/>
          <p:nvPr/>
        </p:nvSpPr>
        <p:spPr>
          <a:xfrm rot="1161">
            <a:off x="10566986" y="2210721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Get Document with UOID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92;p9">
            <a:extLst>
              <a:ext uri="{FF2B5EF4-FFF2-40B4-BE49-F238E27FC236}">
                <a16:creationId xmlns:a16="http://schemas.microsoft.com/office/drawing/2014/main" id="{046EA0D7-3E03-D000-8834-C0D8A0032B4B}"/>
              </a:ext>
            </a:extLst>
          </p:cNvPr>
          <p:cNvSpPr/>
          <p:nvPr/>
        </p:nvSpPr>
        <p:spPr>
          <a:xfrm>
            <a:off x="9006298" y="3059189"/>
            <a:ext cx="2114424" cy="879876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Eyecloud API V3</a:t>
            </a:r>
            <a:endParaRPr lang="en-US" sz="1100">
              <a:cs typeface="Calibri" panose="020F0502020204030204"/>
            </a:endParaRPr>
          </a:p>
        </p:txBody>
      </p:sp>
      <p:sp>
        <p:nvSpPr>
          <p:cNvPr id="31" name="Google Shape;93;p9">
            <a:extLst>
              <a:ext uri="{FF2B5EF4-FFF2-40B4-BE49-F238E27FC236}">
                <a16:creationId xmlns:a16="http://schemas.microsoft.com/office/drawing/2014/main" id="{27B04736-4955-FC3F-CE66-2F32DF56BEAA}"/>
              </a:ext>
            </a:extLst>
          </p:cNvPr>
          <p:cNvSpPr/>
          <p:nvPr/>
        </p:nvSpPr>
        <p:spPr>
          <a:xfrm>
            <a:off x="9255574" y="1336646"/>
            <a:ext cx="1771600" cy="430720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 </a:t>
            </a:r>
          </a:p>
        </p:txBody>
      </p:sp>
      <p:sp>
        <p:nvSpPr>
          <p:cNvPr id="32" name="Google Shape;96;p9">
            <a:extLst>
              <a:ext uri="{FF2B5EF4-FFF2-40B4-BE49-F238E27FC236}">
                <a16:creationId xmlns:a16="http://schemas.microsoft.com/office/drawing/2014/main" id="{06EA1ACC-40D0-DB15-7EA0-A75908F6A498}"/>
              </a:ext>
            </a:extLst>
          </p:cNvPr>
          <p:cNvSpPr/>
          <p:nvPr/>
        </p:nvSpPr>
        <p:spPr>
          <a:xfrm>
            <a:off x="10232934" y="2171484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6</a:t>
            </a:r>
          </a:p>
        </p:txBody>
      </p:sp>
      <p:cxnSp>
        <p:nvCxnSpPr>
          <p:cNvPr id="33" name="Google Shape;98;p9">
            <a:extLst>
              <a:ext uri="{FF2B5EF4-FFF2-40B4-BE49-F238E27FC236}">
                <a16:creationId xmlns:a16="http://schemas.microsoft.com/office/drawing/2014/main" id="{D137AE02-4612-8090-7460-1E5225FFD799}"/>
              </a:ext>
            </a:extLst>
          </p:cNvPr>
          <p:cNvCxnSpPr>
            <a:cxnSpLocks/>
          </p:cNvCxnSpPr>
          <p:nvPr/>
        </p:nvCxnSpPr>
        <p:spPr>
          <a:xfrm flipH="1">
            <a:off x="9789619" y="1766121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4" name="Google Shape;99;p9">
            <a:extLst>
              <a:ext uri="{FF2B5EF4-FFF2-40B4-BE49-F238E27FC236}">
                <a16:creationId xmlns:a16="http://schemas.microsoft.com/office/drawing/2014/main" id="{46DC406A-6DC5-735C-E805-10AB4D96D1D2}"/>
              </a:ext>
            </a:extLst>
          </p:cNvPr>
          <p:cNvSpPr/>
          <p:nvPr/>
        </p:nvSpPr>
        <p:spPr>
          <a:xfrm>
            <a:off x="9608094" y="2162191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8</a:t>
            </a:r>
          </a:p>
        </p:txBody>
      </p:sp>
      <p:sp>
        <p:nvSpPr>
          <p:cNvPr id="35" name="Google Shape;100;p9">
            <a:extLst>
              <a:ext uri="{FF2B5EF4-FFF2-40B4-BE49-F238E27FC236}">
                <a16:creationId xmlns:a16="http://schemas.microsoft.com/office/drawing/2014/main" id="{6E4FD6EB-E42C-79DC-6F8D-6105EC24FB11}"/>
              </a:ext>
            </a:extLst>
          </p:cNvPr>
          <p:cNvSpPr txBox="1"/>
          <p:nvPr/>
        </p:nvSpPr>
        <p:spPr>
          <a:xfrm rot="1005">
            <a:off x="8855496" y="2178904"/>
            <a:ext cx="92438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C00000"/>
                </a:solidFill>
                <a:latin typeface="Calibri"/>
                <a:ea typeface="+mn-lt"/>
                <a:cs typeface="Calibri"/>
                <a:sym typeface="Calibri"/>
              </a:rPr>
              <a:t>Unknown ID</a:t>
            </a:r>
            <a:endParaRPr lang="en-US">
              <a:solidFill>
                <a:srgbClr val="C00000"/>
              </a:solidFill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86;p9">
            <a:extLst>
              <a:ext uri="{FF2B5EF4-FFF2-40B4-BE49-F238E27FC236}">
                <a16:creationId xmlns:a16="http://schemas.microsoft.com/office/drawing/2014/main" id="{EF28D74F-FAEB-874F-DDA8-8508FA61FA15}"/>
              </a:ext>
            </a:extLst>
          </p:cNvPr>
          <p:cNvSpPr txBox="1"/>
          <p:nvPr/>
        </p:nvSpPr>
        <p:spPr>
          <a:xfrm rot="828">
            <a:off x="10599546" y="4321637"/>
            <a:ext cx="1245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Check if the UIOD is Present</a:t>
            </a:r>
            <a:endParaRPr lang="en-US"/>
          </a:p>
        </p:txBody>
      </p:sp>
      <p:cxnSp>
        <p:nvCxnSpPr>
          <p:cNvPr id="37" name="Google Shape;95;p9">
            <a:extLst>
              <a:ext uri="{FF2B5EF4-FFF2-40B4-BE49-F238E27FC236}">
                <a16:creationId xmlns:a16="http://schemas.microsoft.com/office/drawing/2014/main" id="{FC155DE0-D7AA-F1AC-8514-B7950C00E43D}"/>
              </a:ext>
            </a:extLst>
          </p:cNvPr>
          <p:cNvCxnSpPr>
            <a:cxnSpLocks/>
          </p:cNvCxnSpPr>
          <p:nvPr/>
        </p:nvCxnSpPr>
        <p:spPr>
          <a:xfrm>
            <a:off x="10431693" y="3847113"/>
            <a:ext cx="3601" cy="137968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" name="Google Shape;102;p9">
            <a:extLst>
              <a:ext uri="{FF2B5EF4-FFF2-40B4-BE49-F238E27FC236}">
                <a16:creationId xmlns:a16="http://schemas.microsoft.com/office/drawing/2014/main" id="{0686D311-F80F-AF9D-5BD9-BDF8DF4A1A4D}"/>
              </a:ext>
            </a:extLst>
          </p:cNvPr>
          <p:cNvSpPr/>
          <p:nvPr/>
        </p:nvSpPr>
        <p:spPr>
          <a:xfrm>
            <a:off x="10281255" y="4388717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7</a:t>
            </a:r>
          </a:p>
        </p:txBody>
      </p:sp>
      <p:cxnSp>
        <p:nvCxnSpPr>
          <p:cNvPr id="40" name="Google Shape;95;p9">
            <a:extLst>
              <a:ext uri="{FF2B5EF4-FFF2-40B4-BE49-F238E27FC236}">
                <a16:creationId xmlns:a16="http://schemas.microsoft.com/office/drawing/2014/main" id="{240A4699-9778-BD4F-6863-BDF51817E62D}"/>
              </a:ext>
            </a:extLst>
          </p:cNvPr>
          <p:cNvCxnSpPr>
            <a:cxnSpLocks/>
          </p:cNvCxnSpPr>
          <p:nvPr/>
        </p:nvCxnSpPr>
        <p:spPr>
          <a:xfrm>
            <a:off x="9697572" y="3958624"/>
            <a:ext cx="3601" cy="1193833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1" name="Google Shape;102;p9">
            <a:extLst>
              <a:ext uri="{FF2B5EF4-FFF2-40B4-BE49-F238E27FC236}">
                <a16:creationId xmlns:a16="http://schemas.microsoft.com/office/drawing/2014/main" id="{9AA75A8B-F41F-7E8C-67A9-01E25EACF3C4}"/>
              </a:ext>
            </a:extLst>
          </p:cNvPr>
          <p:cNvSpPr/>
          <p:nvPr/>
        </p:nvSpPr>
        <p:spPr>
          <a:xfrm>
            <a:off x="9528547" y="4388716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8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C399894-371A-D9BF-F91E-A91B31BB2E73}"/>
              </a:ext>
            </a:extLst>
          </p:cNvPr>
          <p:cNvSpPr/>
          <p:nvPr/>
        </p:nvSpPr>
        <p:spPr>
          <a:xfrm>
            <a:off x="4674219" y="1031487"/>
            <a:ext cx="3642730" cy="1133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cs typeface="Calibri"/>
              </a:rPr>
              <a:t>Systems 1 Migrate To Ecv3</a:t>
            </a:r>
          </a:p>
        </p:txBody>
      </p:sp>
      <p:sp>
        <p:nvSpPr>
          <p:cNvPr id="45" name="Google Shape;86;p9">
            <a:extLst>
              <a:ext uri="{FF2B5EF4-FFF2-40B4-BE49-F238E27FC236}">
                <a16:creationId xmlns:a16="http://schemas.microsoft.com/office/drawing/2014/main" id="{FBF21EE0-3E76-5472-CCE1-AD7EDF566B5B}"/>
              </a:ext>
            </a:extLst>
          </p:cNvPr>
          <p:cNvSpPr txBox="1"/>
          <p:nvPr/>
        </p:nvSpPr>
        <p:spPr>
          <a:xfrm>
            <a:off x="1845839" y="4483814"/>
            <a:ext cx="12450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900" b="1">
                <a:latin typeface="Calibri"/>
                <a:cs typeface="Calibri"/>
                <a:sym typeface="Calibri"/>
              </a:rPr>
              <a:t>UIOD is present</a:t>
            </a:r>
            <a:endParaRPr lang="en-US">
              <a:cs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61C9E9-29F8-3BCB-3AD3-E6F75C86604D}"/>
              </a:ext>
            </a:extLst>
          </p:cNvPr>
          <p:cNvSpPr/>
          <p:nvPr/>
        </p:nvSpPr>
        <p:spPr>
          <a:xfrm>
            <a:off x="408877" y="5408342"/>
            <a:ext cx="4116657" cy="7248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oogle Shape;100;p9">
            <a:extLst>
              <a:ext uri="{FF2B5EF4-FFF2-40B4-BE49-F238E27FC236}">
                <a16:creationId xmlns:a16="http://schemas.microsoft.com/office/drawing/2014/main" id="{ADDF76E4-2EAA-5A8A-013E-7404308B6595}"/>
              </a:ext>
            </a:extLst>
          </p:cNvPr>
          <p:cNvSpPr txBox="1"/>
          <p:nvPr/>
        </p:nvSpPr>
        <p:spPr>
          <a:xfrm rot="1005">
            <a:off x="2071849" y="5375140"/>
            <a:ext cx="515502" cy="3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</a:rPr>
              <a:t>UOID 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E86F80-648A-7A2D-F01A-57F9CDDB5EF1}"/>
              </a:ext>
            </a:extLst>
          </p:cNvPr>
          <p:cNvSpPr/>
          <p:nvPr/>
        </p:nvSpPr>
        <p:spPr>
          <a:xfrm>
            <a:off x="7991706" y="5259659"/>
            <a:ext cx="4116657" cy="7248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00;p9">
            <a:extLst>
              <a:ext uri="{FF2B5EF4-FFF2-40B4-BE49-F238E27FC236}">
                <a16:creationId xmlns:a16="http://schemas.microsoft.com/office/drawing/2014/main" id="{B906E2F2-6567-27DF-947F-0FE08AAB6381}"/>
              </a:ext>
            </a:extLst>
          </p:cNvPr>
          <p:cNvSpPr txBox="1"/>
          <p:nvPr/>
        </p:nvSpPr>
        <p:spPr>
          <a:xfrm rot="1005">
            <a:off x="9654678" y="5226457"/>
            <a:ext cx="515502" cy="3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</a:rPr>
              <a:t>ECID</a:t>
            </a:r>
            <a:endParaRPr lang="en-US"/>
          </a:p>
        </p:txBody>
      </p:sp>
      <p:sp>
        <p:nvSpPr>
          <p:cNvPr id="50" name="Google Shape;86;p9">
            <a:extLst>
              <a:ext uri="{FF2B5EF4-FFF2-40B4-BE49-F238E27FC236}">
                <a16:creationId xmlns:a16="http://schemas.microsoft.com/office/drawing/2014/main" id="{2D81C953-BAA9-9062-CD8F-E2C27CE89B5E}"/>
              </a:ext>
            </a:extLst>
          </p:cNvPr>
          <p:cNvSpPr txBox="1"/>
          <p:nvPr/>
        </p:nvSpPr>
        <p:spPr>
          <a:xfrm>
            <a:off x="8397180" y="4390887"/>
            <a:ext cx="12450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900" b="1">
                <a:solidFill>
                  <a:srgbClr val="C00000"/>
                </a:solidFill>
                <a:latin typeface="Calibri"/>
                <a:cs typeface="Calibri"/>
                <a:sym typeface="Calibri"/>
              </a:rPr>
              <a:t>UIOD is not  present</a:t>
            </a:r>
            <a:endParaRPr lang="en-US">
              <a:solidFill>
                <a:srgbClr val="C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917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17E646E-A160-152B-5269-3506A93E5820}"/>
              </a:ext>
            </a:extLst>
          </p:cNvPr>
          <p:cNvCxnSpPr/>
          <p:nvPr/>
        </p:nvCxnSpPr>
        <p:spPr>
          <a:xfrm flipH="1">
            <a:off x="4506183" y="4447012"/>
            <a:ext cx="4986758" cy="17460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Google Shape;87;p9">
            <a:extLst>
              <a:ext uri="{FF2B5EF4-FFF2-40B4-BE49-F238E27FC236}">
                <a16:creationId xmlns:a16="http://schemas.microsoft.com/office/drawing/2014/main" id="{59FAC9EB-F5B7-0220-5ED8-E47B1A7D80E4}"/>
              </a:ext>
            </a:extLst>
          </p:cNvPr>
          <p:cNvCxnSpPr>
            <a:cxnSpLocks/>
          </p:cNvCxnSpPr>
          <p:nvPr/>
        </p:nvCxnSpPr>
        <p:spPr>
          <a:xfrm>
            <a:off x="9679012" y="3777165"/>
            <a:ext cx="18675" cy="479895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98;p9">
            <a:extLst>
              <a:ext uri="{FF2B5EF4-FFF2-40B4-BE49-F238E27FC236}">
                <a16:creationId xmlns:a16="http://schemas.microsoft.com/office/drawing/2014/main" id="{D137AE02-4612-8090-7460-1E5225FFD799}"/>
              </a:ext>
            </a:extLst>
          </p:cNvPr>
          <p:cNvCxnSpPr>
            <a:cxnSpLocks/>
          </p:cNvCxnSpPr>
          <p:nvPr/>
        </p:nvCxnSpPr>
        <p:spPr>
          <a:xfrm flipH="1">
            <a:off x="9789619" y="1766121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555750" y="294703"/>
            <a:ext cx="9298687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Systems want to get historical documents  : Solution </a:t>
            </a:r>
            <a:endParaRPr lang="en-US" sz="2000" b="1">
              <a:cs typeface="Calibri Light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829243" y="6152529"/>
            <a:ext cx="857846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UOID 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3091341" y="6083229"/>
            <a:ext cx="1022438" cy="627256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800" b="1"/>
              <a:t>UOID DynamoDB</a:t>
            </a:r>
            <a:endParaRPr lang="en-US" sz="800" b="1">
              <a:cs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2588788" y="1814125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2751840" y="2238600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Post Document with UOID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1191152" y="3087068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Eyecloud API V2</a:t>
            </a:r>
            <a:endParaRPr lang="en-US" sz="1100">
              <a:cs typeface="Calibri" panose="020F0502020204030204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1421843" y="1364525"/>
            <a:ext cx="1883111" cy="421428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(Ecv2)  </a:t>
            </a:r>
          </a:p>
        </p:txBody>
      </p:sp>
      <p:sp>
        <p:nvSpPr>
          <p:cNvPr id="96" name="Google Shape;96;p9"/>
          <p:cNvSpPr/>
          <p:nvPr/>
        </p:nvSpPr>
        <p:spPr>
          <a:xfrm>
            <a:off x="2417788" y="219936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1974473" y="1794000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1792948" y="2190070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5</a:t>
            </a:r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166837" y="2211591"/>
            <a:ext cx="16492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+mn-lt"/>
                <a:cs typeface="Calibri"/>
                <a:sym typeface="Calibri"/>
              </a:rPr>
              <a:t>Document Posted Successfully</a:t>
            </a:r>
            <a:endParaRPr lang="en-US" err="1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6;p9">
            <a:extLst>
              <a:ext uri="{FF2B5EF4-FFF2-40B4-BE49-F238E27FC236}">
                <a16:creationId xmlns:a16="http://schemas.microsoft.com/office/drawing/2014/main" id="{5AC95BFD-8480-727B-D5A6-EC5474D612A2}"/>
              </a:ext>
            </a:extLst>
          </p:cNvPr>
          <p:cNvSpPr txBox="1"/>
          <p:nvPr/>
        </p:nvSpPr>
        <p:spPr>
          <a:xfrm rot="828">
            <a:off x="3657912" y="4303052"/>
            <a:ext cx="1245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Check if the UOID is present in DynamoDB</a:t>
            </a:r>
            <a:endParaRPr lang="en-US"/>
          </a:p>
        </p:txBody>
      </p:sp>
      <p:cxnSp>
        <p:nvCxnSpPr>
          <p:cNvPr id="6" name="Google Shape;95;p9">
            <a:extLst>
              <a:ext uri="{FF2B5EF4-FFF2-40B4-BE49-F238E27FC236}">
                <a16:creationId xmlns:a16="http://schemas.microsoft.com/office/drawing/2014/main" id="{1F332783-D8D5-F676-A137-26728A37A4EE}"/>
              </a:ext>
            </a:extLst>
          </p:cNvPr>
          <p:cNvCxnSpPr>
            <a:cxnSpLocks/>
          </p:cNvCxnSpPr>
          <p:nvPr/>
        </p:nvCxnSpPr>
        <p:spPr>
          <a:xfrm>
            <a:off x="2965252" y="3799432"/>
            <a:ext cx="1187427" cy="2223033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02;p9">
            <a:extLst>
              <a:ext uri="{FF2B5EF4-FFF2-40B4-BE49-F238E27FC236}">
                <a16:creationId xmlns:a16="http://schemas.microsoft.com/office/drawing/2014/main" id="{F1A0AEBF-B79B-0540-44EC-FA9BF07A44B7}"/>
              </a:ext>
            </a:extLst>
          </p:cNvPr>
          <p:cNvSpPr/>
          <p:nvPr/>
        </p:nvSpPr>
        <p:spPr>
          <a:xfrm>
            <a:off x="3265280" y="440730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2</a:t>
            </a:r>
          </a:p>
        </p:txBody>
      </p:sp>
      <p:cxnSp>
        <p:nvCxnSpPr>
          <p:cNvPr id="3" name="Google Shape;95;p9">
            <a:extLst>
              <a:ext uri="{FF2B5EF4-FFF2-40B4-BE49-F238E27FC236}">
                <a16:creationId xmlns:a16="http://schemas.microsoft.com/office/drawing/2014/main" id="{7133142F-0F9B-473B-1540-F543E9EE2366}"/>
              </a:ext>
            </a:extLst>
          </p:cNvPr>
          <p:cNvCxnSpPr>
            <a:cxnSpLocks/>
          </p:cNvCxnSpPr>
          <p:nvPr/>
        </p:nvCxnSpPr>
        <p:spPr>
          <a:xfrm flipH="1">
            <a:off x="774256" y="3902870"/>
            <a:ext cx="1213285" cy="2118985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" name="Google Shape;95;p9">
            <a:extLst>
              <a:ext uri="{FF2B5EF4-FFF2-40B4-BE49-F238E27FC236}">
                <a16:creationId xmlns:a16="http://schemas.microsoft.com/office/drawing/2014/main" id="{3B154069-9D50-7204-A125-85CB17972184}"/>
              </a:ext>
            </a:extLst>
          </p:cNvPr>
          <p:cNvCxnSpPr>
            <a:cxnSpLocks/>
          </p:cNvCxnSpPr>
          <p:nvPr/>
        </p:nvCxnSpPr>
        <p:spPr>
          <a:xfrm>
            <a:off x="2640619" y="3883369"/>
            <a:ext cx="1081702" cy="2051653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3" name="Google Shape;102;p9">
            <a:extLst>
              <a:ext uri="{FF2B5EF4-FFF2-40B4-BE49-F238E27FC236}">
                <a16:creationId xmlns:a16="http://schemas.microsoft.com/office/drawing/2014/main" id="{E61FC734-B149-0244-7469-6C6753C32FFA}"/>
              </a:ext>
            </a:extLst>
          </p:cNvPr>
          <p:cNvSpPr/>
          <p:nvPr/>
        </p:nvSpPr>
        <p:spPr>
          <a:xfrm>
            <a:off x="2874987" y="444447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3</a:t>
            </a:r>
          </a:p>
        </p:txBody>
      </p:sp>
      <p:sp>
        <p:nvSpPr>
          <p:cNvPr id="24" name="Google Shape;102;p9">
            <a:extLst>
              <a:ext uri="{FF2B5EF4-FFF2-40B4-BE49-F238E27FC236}">
                <a16:creationId xmlns:a16="http://schemas.microsoft.com/office/drawing/2014/main" id="{57C5419B-9777-FEC7-E656-75C9D88E41E2}"/>
              </a:ext>
            </a:extLst>
          </p:cNvPr>
          <p:cNvSpPr/>
          <p:nvPr/>
        </p:nvSpPr>
        <p:spPr>
          <a:xfrm>
            <a:off x="1425328" y="442588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4</a:t>
            </a:r>
          </a:p>
        </p:txBody>
      </p:sp>
      <p:sp>
        <p:nvSpPr>
          <p:cNvPr id="25" name="Google Shape;100;p9">
            <a:extLst>
              <a:ext uri="{FF2B5EF4-FFF2-40B4-BE49-F238E27FC236}">
                <a16:creationId xmlns:a16="http://schemas.microsoft.com/office/drawing/2014/main" id="{B970EA4C-D598-8D7B-519C-7ABE249FDFB7}"/>
              </a:ext>
            </a:extLst>
          </p:cNvPr>
          <p:cNvSpPr txBox="1"/>
          <p:nvPr/>
        </p:nvSpPr>
        <p:spPr>
          <a:xfrm rot="18300000">
            <a:off x="265399" y="4580552"/>
            <a:ext cx="16492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</a:rPr>
              <a:t>Post document in UOID bucket</a:t>
            </a:r>
          </a:p>
        </p:txBody>
      </p:sp>
      <p:sp>
        <p:nvSpPr>
          <p:cNvPr id="26" name="Google Shape;78;p9">
            <a:extLst>
              <a:ext uri="{FF2B5EF4-FFF2-40B4-BE49-F238E27FC236}">
                <a16:creationId xmlns:a16="http://schemas.microsoft.com/office/drawing/2014/main" id="{D07755CB-D5D2-3DA9-B394-2421FFFAA5DF}"/>
              </a:ext>
            </a:extLst>
          </p:cNvPr>
          <p:cNvSpPr/>
          <p:nvPr/>
        </p:nvSpPr>
        <p:spPr>
          <a:xfrm>
            <a:off x="8458536" y="6197315"/>
            <a:ext cx="848553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ECID S3 bucket</a:t>
            </a:r>
            <a:endParaRPr sz="800" b="1"/>
          </a:p>
        </p:txBody>
      </p:sp>
      <p:sp>
        <p:nvSpPr>
          <p:cNvPr id="27" name="Google Shape;79;p9">
            <a:extLst>
              <a:ext uri="{FF2B5EF4-FFF2-40B4-BE49-F238E27FC236}">
                <a16:creationId xmlns:a16="http://schemas.microsoft.com/office/drawing/2014/main" id="{232E15A8-6943-A62E-734D-DCA526112EC2}"/>
              </a:ext>
            </a:extLst>
          </p:cNvPr>
          <p:cNvSpPr/>
          <p:nvPr/>
        </p:nvSpPr>
        <p:spPr>
          <a:xfrm>
            <a:off x="10432560" y="6137308"/>
            <a:ext cx="1022438" cy="627256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800" b="1"/>
              <a:t>ECID DynamoDB</a:t>
            </a:r>
            <a:endParaRPr lang="en-US" sz="800" b="1">
              <a:cs typeface="Calibri"/>
            </a:endParaRPr>
          </a:p>
        </p:txBody>
      </p:sp>
      <p:cxnSp>
        <p:nvCxnSpPr>
          <p:cNvPr id="28" name="Google Shape;87;p9">
            <a:extLst>
              <a:ext uri="{FF2B5EF4-FFF2-40B4-BE49-F238E27FC236}">
                <a16:creationId xmlns:a16="http://schemas.microsoft.com/office/drawing/2014/main" id="{19756C80-7841-45B3-D24E-2AA92AFA50B3}"/>
              </a:ext>
            </a:extLst>
          </p:cNvPr>
          <p:cNvCxnSpPr>
            <a:cxnSpLocks/>
          </p:cNvCxnSpPr>
          <p:nvPr/>
        </p:nvCxnSpPr>
        <p:spPr>
          <a:xfrm flipH="1">
            <a:off x="10403934" y="1786246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9" name="Google Shape;88;p9">
            <a:extLst>
              <a:ext uri="{FF2B5EF4-FFF2-40B4-BE49-F238E27FC236}">
                <a16:creationId xmlns:a16="http://schemas.microsoft.com/office/drawing/2014/main" id="{E9B15808-48F3-5278-584F-B77F8633E48A}"/>
              </a:ext>
            </a:extLst>
          </p:cNvPr>
          <p:cNvSpPr txBox="1"/>
          <p:nvPr/>
        </p:nvSpPr>
        <p:spPr>
          <a:xfrm rot="1161">
            <a:off x="8243815" y="2238599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Get Document with UOID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92;p9">
            <a:extLst>
              <a:ext uri="{FF2B5EF4-FFF2-40B4-BE49-F238E27FC236}">
                <a16:creationId xmlns:a16="http://schemas.microsoft.com/office/drawing/2014/main" id="{046EA0D7-3E03-D000-8834-C0D8A0032B4B}"/>
              </a:ext>
            </a:extLst>
          </p:cNvPr>
          <p:cNvSpPr/>
          <p:nvPr/>
        </p:nvSpPr>
        <p:spPr>
          <a:xfrm>
            <a:off x="9034176" y="2994140"/>
            <a:ext cx="2114424" cy="879876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Eyecloud API V3</a:t>
            </a:r>
            <a:endParaRPr lang="en-US" sz="1100">
              <a:cs typeface="Calibri" panose="020F0502020204030204"/>
            </a:endParaRPr>
          </a:p>
        </p:txBody>
      </p:sp>
      <p:sp>
        <p:nvSpPr>
          <p:cNvPr id="31" name="Google Shape;93;p9">
            <a:extLst>
              <a:ext uri="{FF2B5EF4-FFF2-40B4-BE49-F238E27FC236}">
                <a16:creationId xmlns:a16="http://schemas.microsoft.com/office/drawing/2014/main" id="{27B04736-4955-FC3F-CE66-2F32DF56BEAA}"/>
              </a:ext>
            </a:extLst>
          </p:cNvPr>
          <p:cNvSpPr/>
          <p:nvPr/>
        </p:nvSpPr>
        <p:spPr>
          <a:xfrm>
            <a:off x="9255574" y="1336646"/>
            <a:ext cx="1771600" cy="430720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(Ecv3)</a:t>
            </a:r>
          </a:p>
        </p:txBody>
      </p:sp>
      <p:sp>
        <p:nvSpPr>
          <p:cNvPr id="32" name="Google Shape;96;p9">
            <a:extLst>
              <a:ext uri="{FF2B5EF4-FFF2-40B4-BE49-F238E27FC236}">
                <a16:creationId xmlns:a16="http://schemas.microsoft.com/office/drawing/2014/main" id="{06EA1ACC-40D0-DB15-7EA0-A75908F6A498}"/>
              </a:ext>
            </a:extLst>
          </p:cNvPr>
          <p:cNvSpPr/>
          <p:nvPr/>
        </p:nvSpPr>
        <p:spPr>
          <a:xfrm>
            <a:off x="9601031" y="2199362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6</a:t>
            </a:r>
          </a:p>
        </p:txBody>
      </p:sp>
      <p:sp>
        <p:nvSpPr>
          <p:cNvPr id="34" name="Google Shape;99;p9">
            <a:extLst>
              <a:ext uri="{FF2B5EF4-FFF2-40B4-BE49-F238E27FC236}">
                <a16:creationId xmlns:a16="http://schemas.microsoft.com/office/drawing/2014/main" id="{46DC406A-6DC5-735C-E805-10AB4D96D1D2}"/>
              </a:ext>
            </a:extLst>
          </p:cNvPr>
          <p:cNvSpPr/>
          <p:nvPr/>
        </p:nvSpPr>
        <p:spPr>
          <a:xfrm>
            <a:off x="10230704" y="2180776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9</a:t>
            </a:r>
          </a:p>
        </p:txBody>
      </p:sp>
      <p:sp>
        <p:nvSpPr>
          <p:cNvPr id="35" name="Google Shape;100;p9">
            <a:extLst>
              <a:ext uri="{FF2B5EF4-FFF2-40B4-BE49-F238E27FC236}">
                <a16:creationId xmlns:a16="http://schemas.microsoft.com/office/drawing/2014/main" id="{6E4FD6EB-E42C-79DC-6F8D-6105EC24FB11}"/>
              </a:ext>
            </a:extLst>
          </p:cNvPr>
          <p:cNvSpPr txBox="1"/>
          <p:nvPr/>
        </p:nvSpPr>
        <p:spPr>
          <a:xfrm rot="1005">
            <a:off x="10602521" y="2086869"/>
            <a:ext cx="9243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B050"/>
                </a:solidFill>
                <a:latin typeface="Calibri"/>
                <a:ea typeface="+mn-lt"/>
                <a:cs typeface="Calibri"/>
                <a:sym typeface="Calibri"/>
              </a:rPr>
              <a:t>Document retrieved Successfully</a:t>
            </a:r>
            <a:endParaRPr lang="en-US">
              <a:solidFill>
                <a:srgbClr val="00B050"/>
              </a:solidFill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86;p9">
            <a:extLst>
              <a:ext uri="{FF2B5EF4-FFF2-40B4-BE49-F238E27FC236}">
                <a16:creationId xmlns:a16="http://schemas.microsoft.com/office/drawing/2014/main" id="{EF28D74F-FAEB-874F-DDA8-8508FA61FA15}"/>
              </a:ext>
            </a:extLst>
          </p:cNvPr>
          <p:cNvSpPr txBox="1"/>
          <p:nvPr/>
        </p:nvSpPr>
        <p:spPr>
          <a:xfrm rot="828">
            <a:off x="8629496" y="4493997"/>
            <a:ext cx="1245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Check if the ID is Present  either in  UOID or in ECID </a:t>
            </a:r>
            <a:endParaRPr lang="en-US"/>
          </a:p>
        </p:txBody>
      </p:sp>
      <p:sp>
        <p:nvSpPr>
          <p:cNvPr id="38" name="Google Shape;102;p9">
            <a:extLst>
              <a:ext uri="{FF2B5EF4-FFF2-40B4-BE49-F238E27FC236}">
                <a16:creationId xmlns:a16="http://schemas.microsoft.com/office/drawing/2014/main" id="{0686D311-F80F-AF9D-5BD9-BDF8DF4A1A4D}"/>
              </a:ext>
            </a:extLst>
          </p:cNvPr>
          <p:cNvSpPr/>
          <p:nvPr/>
        </p:nvSpPr>
        <p:spPr>
          <a:xfrm>
            <a:off x="9509962" y="423074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7</a:t>
            </a:r>
          </a:p>
        </p:txBody>
      </p:sp>
      <p:cxnSp>
        <p:nvCxnSpPr>
          <p:cNvPr id="40" name="Google Shape;95;p9">
            <a:extLst>
              <a:ext uri="{FF2B5EF4-FFF2-40B4-BE49-F238E27FC236}">
                <a16:creationId xmlns:a16="http://schemas.microsoft.com/office/drawing/2014/main" id="{240A4699-9778-BD4F-6863-BDF51817E62D}"/>
              </a:ext>
            </a:extLst>
          </p:cNvPr>
          <p:cNvCxnSpPr>
            <a:cxnSpLocks/>
          </p:cNvCxnSpPr>
          <p:nvPr/>
        </p:nvCxnSpPr>
        <p:spPr>
          <a:xfrm flipH="1">
            <a:off x="10780952" y="5846410"/>
            <a:ext cx="8892" cy="236534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1" name="Google Shape;102;p9">
            <a:extLst>
              <a:ext uri="{FF2B5EF4-FFF2-40B4-BE49-F238E27FC236}">
                <a16:creationId xmlns:a16="http://schemas.microsoft.com/office/drawing/2014/main" id="{9AA75A8B-F41F-7E8C-67A9-01E25EACF3C4}"/>
              </a:ext>
            </a:extLst>
          </p:cNvPr>
          <p:cNvSpPr/>
          <p:nvPr/>
        </p:nvSpPr>
        <p:spPr>
          <a:xfrm>
            <a:off x="10595834" y="5494393"/>
            <a:ext cx="360300" cy="3540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8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C399894-371A-D9BF-F91E-A91B31BB2E73}"/>
              </a:ext>
            </a:extLst>
          </p:cNvPr>
          <p:cNvSpPr/>
          <p:nvPr/>
        </p:nvSpPr>
        <p:spPr>
          <a:xfrm>
            <a:off x="4414024" y="1012902"/>
            <a:ext cx="3642730" cy="1133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cs typeface="Calibri"/>
              </a:rPr>
              <a:t>Orchstra Migrate To Ecv3</a:t>
            </a:r>
          </a:p>
        </p:txBody>
      </p:sp>
      <p:sp>
        <p:nvSpPr>
          <p:cNvPr id="45" name="Google Shape;86;p9">
            <a:extLst>
              <a:ext uri="{FF2B5EF4-FFF2-40B4-BE49-F238E27FC236}">
                <a16:creationId xmlns:a16="http://schemas.microsoft.com/office/drawing/2014/main" id="{FBF21EE0-3E76-5472-CCE1-AD7EDF566B5B}"/>
              </a:ext>
            </a:extLst>
          </p:cNvPr>
          <p:cNvSpPr txBox="1"/>
          <p:nvPr/>
        </p:nvSpPr>
        <p:spPr>
          <a:xfrm>
            <a:off x="1845839" y="4483814"/>
            <a:ext cx="12450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900" b="1">
                <a:latin typeface="Calibri"/>
                <a:cs typeface="Calibri"/>
                <a:sym typeface="Calibri"/>
              </a:rPr>
              <a:t>UIOD is present</a:t>
            </a:r>
            <a:endParaRPr lang="en-US">
              <a:cs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61C9E9-29F8-3BCB-3AD3-E6F75C86604D}"/>
              </a:ext>
            </a:extLst>
          </p:cNvPr>
          <p:cNvSpPr/>
          <p:nvPr/>
        </p:nvSpPr>
        <p:spPr>
          <a:xfrm>
            <a:off x="408877" y="6057916"/>
            <a:ext cx="4116657" cy="7248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oogle Shape;100;p9">
            <a:extLst>
              <a:ext uri="{FF2B5EF4-FFF2-40B4-BE49-F238E27FC236}">
                <a16:creationId xmlns:a16="http://schemas.microsoft.com/office/drawing/2014/main" id="{ADDF76E4-2EAA-5A8A-013E-7404308B6595}"/>
              </a:ext>
            </a:extLst>
          </p:cNvPr>
          <p:cNvSpPr txBox="1"/>
          <p:nvPr/>
        </p:nvSpPr>
        <p:spPr>
          <a:xfrm rot="1005">
            <a:off x="2071849" y="6024714"/>
            <a:ext cx="515502" cy="3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</a:rPr>
              <a:t>UOID 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E86F80-648A-7A2D-F01A-57F9CDDB5EF1}"/>
              </a:ext>
            </a:extLst>
          </p:cNvPr>
          <p:cNvSpPr/>
          <p:nvPr/>
        </p:nvSpPr>
        <p:spPr>
          <a:xfrm>
            <a:off x="7991706" y="6084118"/>
            <a:ext cx="4116657" cy="7248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00;p9">
            <a:extLst>
              <a:ext uri="{FF2B5EF4-FFF2-40B4-BE49-F238E27FC236}">
                <a16:creationId xmlns:a16="http://schemas.microsoft.com/office/drawing/2014/main" id="{B906E2F2-6567-27DF-947F-0FE08AAB6381}"/>
              </a:ext>
            </a:extLst>
          </p:cNvPr>
          <p:cNvSpPr txBox="1"/>
          <p:nvPr/>
        </p:nvSpPr>
        <p:spPr>
          <a:xfrm rot="1005">
            <a:off x="9654678" y="6050916"/>
            <a:ext cx="515502" cy="3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</a:rPr>
              <a:t>ECID</a:t>
            </a:r>
            <a:endParaRPr lang="en-US"/>
          </a:p>
        </p:txBody>
      </p:sp>
      <p:sp>
        <p:nvSpPr>
          <p:cNvPr id="50" name="Google Shape;86;p9">
            <a:extLst>
              <a:ext uri="{FF2B5EF4-FFF2-40B4-BE49-F238E27FC236}">
                <a16:creationId xmlns:a16="http://schemas.microsoft.com/office/drawing/2014/main" id="{2D81C953-BAA9-9062-CD8F-E2C27CE89B5E}"/>
              </a:ext>
            </a:extLst>
          </p:cNvPr>
          <p:cNvSpPr txBox="1"/>
          <p:nvPr/>
        </p:nvSpPr>
        <p:spPr>
          <a:xfrm>
            <a:off x="10870253" y="5371647"/>
            <a:ext cx="1245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900" b="1">
                <a:solidFill>
                  <a:srgbClr val="00B050"/>
                </a:solidFill>
                <a:latin typeface="Calibri"/>
                <a:cs typeface="Calibri"/>
                <a:sym typeface="Calibri"/>
              </a:rPr>
              <a:t>Get Document from ECID Bucket Or from UOID bucket </a:t>
            </a:r>
            <a:endParaRPr lang="en-US">
              <a:solidFill>
                <a:srgbClr val="00B050"/>
              </a:solidFill>
              <a:ea typeface="Calibri" panose="020F0502020204030204"/>
              <a:cs typeface="Calibri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2FFC0A4-B53E-C47B-B615-EC3CA8745C67}"/>
              </a:ext>
            </a:extLst>
          </p:cNvPr>
          <p:cNvCxnSpPr>
            <a:cxnSpLocks/>
          </p:cNvCxnSpPr>
          <p:nvPr/>
        </p:nvCxnSpPr>
        <p:spPr>
          <a:xfrm flipH="1">
            <a:off x="4668574" y="5671208"/>
            <a:ext cx="5873678" cy="984021"/>
          </a:xfrm>
          <a:prstGeom prst="bentConnector3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oogle Shape;87;p9">
            <a:extLst>
              <a:ext uri="{FF2B5EF4-FFF2-40B4-BE49-F238E27FC236}">
                <a16:creationId xmlns:a16="http://schemas.microsoft.com/office/drawing/2014/main" id="{7ADE51DA-01EC-BAD2-2C35-9CEC5C65BF5C}"/>
              </a:ext>
            </a:extLst>
          </p:cNvPr>
          <p:cNvCxnSpPr>
            <a:cxnSpLocks/>
          </p:cNvCxnSpPr>
          <p:nvPr/>
        </p:nvCxnSpPr>
        <p:spPr>
          <a:xfrm>
            <a:off x="10769305" y="3772443"/>
            <a:ext cx="9384" cy="172069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" name="Google Shape;87;p9">
            <a:extLst>
              <a:ext uri="{FF2B5EF4-FFF2-40B4-BE49-F238E27FC236}">
                <a16:creationId xmlns:a16="http://schemas.microsoft.com/office/drawing/2014/main" id="{BC0AA857-2826-E20B-27A4-D1F4D27D4286}"/>
              </a:ext>
            </a:extLst>
          </p:cNvPr>
          <p:cNvCxnSpPr>
            <a:cxnSpLocks/>
          </p:cNvCxnSpPr>
          <p:nvPr/>
        </p:nvCxnSpPr>
        <p:spPr>
          <a:xfrm flipH="1">
            <a:off x="9684131" y="4587304"/>
            <a:ext cx="15600" cy="1495844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9036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580734" y="194769"/>
            <a:ext cx="9298687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000" b="1">
                <a:cs typeface="Calibri Light"/>
              </a:rPr>
              <a:t>Ecv2 and Ecv3 sharing the same bucket to stop feeding the historical bucket. </a:t>
            </a:r>
          </a:p>
        </p:txBody>
      </p:sp>
      <p:sp>
        <p:nvSpPr>
          <p:cNvPr id="79" name="Google Shape;79;p9"/>
          <p:cNvSpPr/>
          <p:nvPr/>
        </p:nvSpPr>
        <p:spPr>
          <a:xfrm>
            <a:off x="5414817" y="6058245"/>
            <a:ext cx="1022438" cy="627256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800" b="1"/>
              <a:t>UOID DynamoDB</a:t>
            </a:r>
            <a:endParaRPr lang="en-US" sz="800" b="1">
              <a:cs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6148952" y="1789141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6312004" y="2213616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Post Document with UOID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4751316" y="3062084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Eyecloud API V2</a:t>
            </a:r>
            <a:endParaRPr lang="en-US" sz="1100">
              <a:cs typeface="Calibri" panose="020F0502020204030204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982007" y="1339541"/>
            <a:ext cx="1883111" cy="421428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Orchstra (Ecv2)  </a:t>
            </a:r>
          </a:p>
        </p:txBody>
      </p:sp>
      <p:sp>
        <p:nvSpPr>
          <p:cNvPr id="96" name="Google Shape;96;p9"/>
          <p:cNvSpPr/>
          <p:nvPr/>
        </p:nvSpPr>
        <p:spPr>
          <a:xfrm>
            <a:off x="5977952" y="217437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5534637" y="1769016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5353112" y="216508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5</a:t>
            </a:r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3727001" y="2186607"/>
            <a:ext cx="16492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+mn-lt"/>
                <a:cs typeface="Calibri"/>
                <a:sym typeface="Calibri"/>
              </a:rPr>
              <a:t>Document Posted Successfully</a:t>
            </a:r>
            <a:endParaRPr lang="en-US" err="1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6;p9">
            <a:extLst>
              <a:ext uri="{FF2B5EF4-FFF2-40B4-BE49-F238E27FC236}">
                <a16:creationId xmlns:a16="http://schemas.microsoft.com/office/drawing/2014/main" id="{5AC95BFD-8480-727B-D5A6-EC5474D612A2}"/>
              </a:ext>
            </a:extLst>
          </p:cNvPr>
          <p:cNvSpPr txBox="1"/>
          <p:nvPr/>
        </p:nvSpPr>
        <p:spPr>
          <a:xfrm rot="828">
            <a:off x="6306174" y="4502920"/>
            <a:ext cx="1245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Check if the UOID is present in DynamoDB</a:t>
            </a:r>
            <a:endParaRPr lang="en-US"/>
          </a:p>
        </p:txBody>
      </p:sp>
      <p:cxnSp>
        <p:nvCxnSpPr>
          <p:cNvPr id="6" name="Google Shape;95;p9">
            <a:extLst>
              <a:ext uri="{FF2B5EF4-FFF2-40B4-BE49-F238E27FC236}">
                <a16:creationId xmlns:a16="http://schemas.microsoft.com/office/drawing/2014/main" id="{1F332783-D8D5-F676-A137-26728A37A4EE}"/>
              </a:ext>
            </a:extLst>
          </p:cNvPr>
          <p:cNvCxnSpPr>
            <a:cxnSpLocks/>
          </p:cNvCxnSpPr>
          <p:nvPr/>
        </p:nvCxnSpPr>
        <p:spPr>
          <a:xfrm>
            <a:off x="6075711" y="3911860"/>
            <a:ext cx="13197" cy="208562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02;p9">
            <a:extLst>
              <a:ext uri="{FF2B5EF4-FFF2-40B4-BE49-F238E27FC236}">
                <a16:creationId xmlns:a16="http://schemas.microsoft.com/office/drawing/2014/main" id="{F1A0AEBF-B79B-0540-44EC-FA9BF07A44B7}"/>
              </a:ext>
            </a:extLst>
          </p:cNvPr>
          <p:cNvSpPr/>
          <p:nvPr/>
        </p:nvSpPr>
        <p:spPr>
          <a:xfrm>
            <a:off x="5963510" y="4557204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2</a:t>
            </a:r>
          </a:p>
        </p:txBody>
      </p:sp>
      <p:cxnSp>
        <p:nvCxnSpPr>
          <p:cNvPr id="4" name="Google Shape;95;p9">
            <a:extLst>
              <a:ext uri="{FF2B5EF4-FFF2-40B4-BE49-F238E27FC236}">
                <a16:creationId xmlns:a16="http://schemas.microsoft.com/office/drawing/2014/main" id="{3B154069-9D50-7204-A125-85CB17972184}"/>
              </a:ext>
            </a:extLst>
          </p:cNvPr>
          <p:cNvCxnSpPr>
            <a:cxnSpLocks/>
          </p:cNvCxnSpPr>
          <p:nvPr/>
        </p:nvCxnSpPr>
        <p:spPr>
          <a:xfrm flipH="1">
            <a:off x="5745994" y="3995795"/>
            <a:ext cx="17575" cy="2039161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3" name="Google Shape;102;p9">
            <a:extLst>
              <a:ext uri="{FF2B5EF4-FFF2-40B4-BE49-F238E27FC236}">
                <a16:creationId xmlns:a16="http://schemas.microsoft.com/office/drawing/2014/main" id="{E61FC734-B149-0244-7469-6C6753C32FFA}"/>
              </a:ext>
            </a:extLst>
          </p:cNvPr>
          <p:cNvSpPr/>
          <p:nvPr/>
        </p:nvSpPr>
        <p:spPr>
          <a:xfrm>
            <a:off x="5598200" y="455689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3</a:t>
            </a:r>
          </a:p>
        </p:txBody>
      </p:sp>
      <p:sp>
        <p:nvSpPr>
          <p:cNvPr id="26" name="Google Shape;78;p9">
            <a:extLst>
              <a:ext uri="{FF2B5EF4-FFF2-40B4-BE49-F238E27FC236}">
                <a16:creationId xmlns:a16="http://schemas.microsoft.com/office/drawing/2014/main" id="{D07755CB-D5D2-3DA9-B394-2421FFFAA5DF}"/>
              </a:ext>
            </a:extLst>
          </p:cNvPr>
          <p:cNvSpPr/>
          <p:nvPr/>
        </p:nvSpPr>
        <p:spPr>
          <a:xfrm>
            <a:off x="9357946" y="3236758"/>
            <a:ext cx="848553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ECID S3 bucket</a:t>
            </a:r>
            <a:endParaRPr sz="800" b="1"/>
          </a:p>
        </p:txBody>
      </p:sp>
      <p:sp>
        <p:nvSpPr>
          <p:cNvPr id="45" name="Google Shape;86;p9">
            <a:extLst>
              <a:ext uri="{FF2B5EF4-FFF2-40B4-BE49-F238E27FC236}">
                <a16:creationId xmlns:a16="http://schemas.microsoft.com/office/drawing/2014/main" id="{FBF21EE0-3E76-5472-CCE1-AD7EDF566B5B}"/>
              </a:ext>
            </a:extLst>
          </p:cNvPr>
          <p:cNvSpPr txBox="1"/>
          <p:nvPr/>
        </p:nvSpPr>
        <p:spPr>
          <a:xfrm>
            <a:off x="4469117" y="4571256"/>
            <a:ext cx="12450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900" b="1">
                <a:latin typeface="Calibri"/>
                <a:cs typeface="Calibri"/>
                <a:sym typeface="Calibri"/>
              </a:rPr>
              <a:t>UIOD is present</a:t>
            </a:r>
            <a:endParaRPr lang="en-US">
              <a:cs typeface="Calibri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D9B84CA-F1B1-A0D6-17B2-14BF1C1C405E}"/>
              </a:ext>
            </a:extLst>
          </p:cNvPr>
          <p:cNvCxnSpPr/>
          <p:nvPr/>
        </p:nvCxnSpPr>
        <p:spPr>
          <a:xfrm flipV="1">
            <a:off x="6875489" y="3461479"/>
            <a:ext cx="2475874" cy="9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Google Shape;102;p9">
            <a:extLst>
              <a:ext uri="{FF2B5EF4-FFF2-40B4-BE49-F238E27FC236}">
                <a16:creationId xmlns:a16="http://schemas.microsoft.com/office/drawing/2014/main" id="{F7D76B12-0BCA-53C1-22F8-DF0605BEE403}"/>
              </a:ext>
            </a:extLst>
          </p:cNvPr>
          <p:cNvSpPr/>
          <p:nvPr/>
        </p:nvSpPr>
        <p:spPr>
          <a:xfrm>
            <a:off x="7937214" y="3333007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cs typeface="Calibri"/>
              </a:rPr>
              <a:t>4</a:t>
            </a:r>
          </a:p>
        </p:txBody>
      </p:sp>
      <p:sp>
        <p:nvSpPr>
          <p:cNvPr id="15" name="Google Shape;88;p9">
            <a:extLst>
              <a:ext uri="{FF2B5EF4-FFF2-40B4-BE49-F238E27FC236}">
                <a16:creationId xmlns:a16="http://schemas.microsoft.com/office/drawing/2014/main" id="{50DACD7D-97FD-E7CA-B5C5-F6B95D4C90EC}"/>
              </a:ext>
            </a:extLst>
          </p:cNvPr>
          <p:cNvSpPr txBox="1"/>
          <p:nvPr/>
        </p:nvSpPr>
        <p:spPr>
          <a:xfrm>
            <a:off x="7223905" y="2938140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cs typeface="Calibri"/>
                <a:sym typeface="Calibri"/>
              </a:rPr>
              <a:t>Post Document in ECID bucket</a:t>
            </a:r>
            <a:endParaRPr lang="en-US"/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956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B206-747F-D4D3-66EF-08B4F4E6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346" y="-220314"/>
            <a:ext cx="6937918" cy="1325563"/>
          </a:xfrm>
        </p:spPr>
        <p:txBody>
          <a:bodyPr/>
          <a:lstStyle/>
          <a:p>
            <a:r>
              <a:rPr lang="en-US">
                <a:cs typeface="Calibri Light"/>
              </a:rPr>
              <a:t>Purge feature</a:t>
            </a:r>
          </a:p>
        </p:txBody>
      </p:sp>
      <p:sp>
        <p:nvSpPr>
          <p:cNvPr id="21" name="Google Shape;274;p30">
            <a:extLst>
              <a:ext uri="{FF2B5EF4-FFF2-40B4-BE49-F238E27FC236}">
                <a16:creationId xmlns:a16="http://schemas.microsoft.com/office/drawing/2014/main" id="{BE5FD7ED-1715-D749-31E8-E1BAEBF5952C}"/>
              </a:ext>
            </a:extLst>
          </p:cNvPr>
          <p:cNvSpPr/>
          <p:nvPr/>
        </p:nvSpPr>
        <p:spPr>
          <a:xfrm>
            <a:off x="7213830" y="639732"/>
            <a:ext cx="3180000" cy="4356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75;p30">
            <a:extLst>
              <a:ext uri="{FF2B5EF4-FFF2-40B4-BE49-F238E27FC236}">
                <a16:creationId xmlns:a16="http://schemas.microsoft.com/office/drawing/2014/main" id="{2929E2BD-A4E7-C4C9-E863-045134AC30E4}"/>
              </a:ext>
            </a:extLst>
          </p:cNvPr>
          <p:cNvSpPr/>
          <p:nvPr/>
        </p:nvSpPr>
        <p:spPr>
          <a:xfrm>
            <a:off x="1640956" y="1583833"/>
            <a:ext cx="3180000" cy="19787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77;p30">
            <a:extLst>
              <a:ext uri="{FF2B5EF4-FFF2-40B4-BE49-F238E27FC236}">
                <a16:creationId xmlns:a16="http://schemas.microsoft.com/office/drawing/2014/main" id="{CBDE2C94-02FB-193C-5F5E-0CA03089D329}"/>
              </a:ext>
            </a:extLst>
          </p:cNvPr>
          <p:cNvSpPr/>
          <p:nvPr/>
        </p:nvSpPr>
        <p:spPr>
          <a:xfrm>
            <a:off x="5022642" y="2205501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80;p30">
            <a:extLst>
              <a:ext uri="{FF2B5EF4-FFF2-40B4-BE49-F238E27FC236}">
                <a16:creationId xmlns:a16="http://schemas.microsoft.com/office/drawing/2014/main" id="{FEE62605-D5E4-2905-DF68-B9DC3399245B}"/>
              </a:ext>
            </a:extLst>
          </p:cNvPr>
          <p:cNvSpPr/>
          <p:nvPr/>
        </p:nvSpPr>
        <p:spPr>
          <a:xfrm>
            <a:off x="5479842" y="2205501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81;p30">
            <a:extLst>
              <a:ext uri="{FF2B5EF4-FFF2-40B4-BE49-F238E27FC236}">
                <a16:creationId xmlns:a16="http://schemas.microsoft.com/office/drawing/2014/main" id="{DC8B403E-7A31-E585-946B-399BC84EF994}"/>
              </a:ext>
            </a:extLst>
          </p:cNvPr>
          <p:cNvSpPr/>
          <p:nvPr/>
        </p:nvSpPr>
        <p:spPr>
          <a:xfrm>
            <a:off x="5937042" y="2205501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" name="Google Shape;283;p30">
            <a:extLst>
              <a:ext uri="{FF2B5EF4-FFF2-40B4-BE49-F238E27FC236}">
                <a16:creationId xmlns:a16="http://schemas.microsoft.com/office/drawing/2014/main" id="{FF6FCE80-CD14-43FF-EA2F-A412A22BA2D2}"/>
              </a:ext>
            </a:extLst>
          </p:cNvPr>
          <p:cNvCxnSpPr/>
          <p:nvPr/>
        </p:nvCxnSpPr>
        <p:spPr>
          <a:xfrm rot="10800000" flipH="1">
            <a:off x="1760244" y="5809901"/>
            <a:ext cx="8763600" cy="1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284;p30">
            <a:extLst>
              <a:ext uri="{FF2B5EF4-FFF2-40B4-BE49-F238E27FC236}">
                <a16:creationId xmlns:a16="http://schemas.microsoft.com/office/drawing/2014/main" id="{86FC711A-5C4B-48E9-5C6D-9344FAF154B4}"/>
              </a:ext>
            </a:extLst>
          </p:cNvPr>
          <p:cNvSpPr txBox="1"/>
          <p:nvPr/>
        </p:nvSpPr>
        <p:spPr>
          <a:xfrm>
            <a:off x="2674644" y="5371601"/>
            <a:ext cx="7428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31" name="Google Shape;285;p30">
            <a:extLst>
              <a:ext uri="{FF2B5EF4-FFF2-40B4-BE49-F238E27FC236}">
                <a16:creationId xmlns:a16="http://schemas.microsoft.com/office/drawing/2014/main" id="{AB05C8EA-FF27-183B-6E98-0836744A74B1}"/>
              </a:ext>
            </a:extLst>
          </p:cNvPr>
          <p:cNvSpPr txBox="1"/>
          <p:nvPr/>
        </p:nvSpPr>
        <p:spPr>
          <a:xfrm>
            <a:off x="8465844" y="5371601"/>
            <a:ext cx="10860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Tomorrow</a:t>
            </a:r>
            <a:endParaRPr/>
          </a:p>
        </p:txBody>
      </p:sp>
      <p:sp>
        <p:nvSpPr>
          <p:cNvPr id="32" name="Google Shape;286;p30">
            <a:extLst>
              <a:ext uri="{FF2B5EF4-FFF2-40B4-BE49-F238E27FC236}">
                <a16:creationId xmlns:a16="http://schemas.microsoft.com/office/drawing/2014/main" id="{1286574D-8E19-0C6B-A4F0-FE7B8756FD1A}"/>
              </a:ext>
            </a:extLst>
          </p:cNvPr>
          <p:cNvSpPr/>
          <p:nvPr/>
        </p:nvSpPr>
        <p:spPr>
          <a:xfrm>
            <a:off x="7374778" y="950854"/>
            <a:ext cx="2714446" cy="568393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/>
              <a:t>Purge by </a:t>
            </a:r>
            <a:r>
              <a:rPr lang="en-US" b="1" dirty="0" err="1"/>
              <a:t>FileType</a:t>
            </a:r>
            <a:endParaRPr lang="en-US" dirty="0" err="1"/>
          </a:p>
        </p:txBody>
      </p:sp>
      <p:sp>
        <p:nvSpPr>
          <p:cNvPr id="33" name="Google Shape;287;p30">
            <a:extLst>
              <a:ext uri="{FF2B5EF4-FFF2-40B4-BE49-F238E27FC236}">
                <a16:creationId xmlns:a16="http://schemas.microsoft.com/office/drawing/2014/main" id="{ACCA281C-F63B-8EAF-4DA1-FF782FA9A87C}"/>
              </a:ext>
            </a:extLst>
          </p:cNvPr>
          <p:cNvSpPr/>
          <p:nvPr/>
        </p:nvSpPr>
        <p:spPr>
          <a:xfrm>
            <a:off x="1859413" y="1831555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 Possibility to purge with application/actor keys and date range as inputs </a:t>
            </a:r>
          </a:p>
        </p:txBody>
      </p:sp>
      <p:sp>
        <p:nvSpPr>
          <p:cNvPr id="35" name="Google Shape;287;p30">
            <a:extLst>
              <a:ext uri="{FF2B5EF4-FFF2-40B4-BE49-F238E27FC236}">
                <a16:creationId xmlns:a16="http://schemas.microsoft.com/office/drawing/2014/main" id="{4D01449E-5AD4-67A6-0DB5-79435B43B0FD}"/>
              </a:ext>
            </a:extLst>
          </p:cNvPr>
          <p:cNvSpPr/>
          <p:nvPr/>
        </p:nvSpPr>
        <p:spPr>
          <a:xfrm>
            <a:off x="1859413" y="2658603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Purge concerns only the Files  but not the IDs </a:t>
            </a:r>
          </a:p>
        </p:txBody>
      </p:sp>
      <p:sp>
        <p:nvSpPr>
          <p:cNvPr id="36" name="Google Shape;286;p30">
            <a:extLst>
              <a:ext uri="{FF2B5EF4-FFF2-40B4-BE49-F238E27FC236}">
                <a16:creationId xmlns:a16="http://schemas.microsoft.com/office/drawing/2014/main" id="{A950548F-0B14-C638-C722-8309FB374CCA}"/>
              </a:ext>
            </a:extLst>
          </p:cNvPr>
          <p:cNvSpPr/>
          <p:nvPr/>
        </p:nvSpPr>
        <p:spPr>
          <a:xfrm>
            <a:off x="7374778" y="1740907"/>
            <a:ext cx="2743200" cy="9138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Usage of a</a:t>
            </a:r>
            <a:r>
              <a:rPr lang="en-US" b="1"/>
              <a:t> dedicated Lambda triggered by an auto scheduler </a:t>
            </a:r>
            <a:r>
              <a:rPr lang="en-US"/>
              <a:t>to automate Purge Api Call </a:t>
            </a:r>
          </a:p>
        </p:txBody>
      </p:sp>
      <p:sp>
        <p:nvSpPr>
          <p:cNvPr id="37" name="Google Shape;286;p30">
            <a:extLst>
              <a:ext uri="{FF2B5EF4-FFF2-40B4-BE49-F238E27FC236}">
                <a16:creationId xmlns:a16="http://schemas.microsoft.com/office/drawing/2014/main" id="{BD921E6E-3518-0CB6-1361-6907A0A97A74}"/>
              </a:ext>
            </a:extLst>
          </p:cNvPr>
          <p:cNvSpPr/>
          <p:nvPr/>
        </p:nvSpPr>
        <p:spPr>
          <a:xfrm>
            <a:off x="7393362" y="2940715"/>
            <a:ext cx="2715323" cy="1462066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/>
              <a:t>Infra side purge with TTL configured on DynamoDB, which triggers a lambda to delete related document from S3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91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EssilorLuxottica">
      <a:dk1>
        <a:srgbClr val="000000"/>
      </a:dk1>
      <a:lt1>
        <a:srgbClr val="FFFFFF"/>
      </a:lt1>
      <a:dk2>
        <a:srgbClr val="414042"/>
      </a:dk2>
      <a:lt2>
        <a:srgbClr val="FFFBF9"/>
      </a:lt2>
      <a:accent1>
        <a:srgbClr val="5C8DB8"/>
      </a:accent1>
      <a:accent2>
        <a:srgbClr val="E95145"/>
      </a:accent2>
      <a:accent3>
        <a:srgbClr val="F5A000"/>
      </a:accent3>
      <a:accent4>
        <a:srgbClr val="FAF06A"/>
      </a:accent4>
      <a:accent5>
        <a:srgbClr val="6BA772"/>
      </a:accent5>
      <a:accent6>
        <a:srgbClr val="A7A9A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 xmlns="71b77f45-859e-4a9f-b23d-c4b37bd56895">2024-12-20T10:30:08+00:00</Date>
    <SharedWithUsers xmlns="7a69be49-e63e-4505-90ce-d18b3283f86f">
      <UserInfo>
        <DisplayName>Basavaraj BUDUR</DisplayName>
        <AccountId>16</AccountId>
        <AccountType/>
      </UserInfo>
      <UserInfo>
        <DisplayName>Bindhya CHAKKARAVATHI</DisplayName>
        <AccountId>17</AccountId>
        <AccountType/>
      </UserInfo>
      <UserInfo>
        <DisplayName>Gururaj NARAYAN JOSHI</DisplayName>
        <AccountId>48</AccountId>
        <AccountType/>
      </UserInfo>
      <UserInfo>
        <DisplayName>Nilakantha Rath</DisplayName>
        <AccountId>39</AccountId>
        <AccountType/>
      </UserInfo>
      <UserInfo>
        <DisplayName>Aldrick VILLATE</DisplayName>
        <AccountId>47</AccountId>
        <AccountType/>
      </UserInfo>
      <UserInfo>
        <DisplayName>Ralph ISLA</DisplayName>
        <AccountId>40</AccountId>
        <AccountType/>
      </UserInfo>
    </SharedWithUsers>
    <lcf76f155ced4ddcb4097134ff3c332f xmlns="71b77f45-859e-4a9f-b23d-c4b37bd56895">
      <Terms xmlns="http://schemas.microsoft.com/office/infopath/2007/PartnerControls"/>
    </lcf76f155ced4ddcb4097134ff3c332f>
    <TaxCatchAll xmlns="7a69be49-e63e-4505-90ce-d18b3283f86f" xsi:nil="true"/>
  </documentManagement>
</p:properties>
</file>

<file path=customXml/itemProps1.xml><?xml version="1.0" encoding="utf-8"?>
<ds:datastoreItem xmlns:ds="http://schemas.openxmlformats.org/officeDocument/2006/customXml" ds:itemID="{2AFA8D49-CF5D-44C2-B00A-0D58351865A9}"/>
</file>

<file path=customXml/itemProps2.xml><?xml version="1.0" encoding="utf-8"?>
<ds:datastoreItem xmlns:ds="http://schemas.openxmlformats.org/officeDocument/2006/customXml" ds:itemID="{DF933B48-0CCA-4D78-809C-B7A715060E0C}"/>
</file>

<file path=customXml/itemProps3.xml><?xml version="1.0" encoding="utf-8"?>
<ds:datastoreItem xmlns:ds="http://schemas.openxmlformats.org/officeDocument/2006/customXml" ds:itemID="{50F1D2EC-D47A-4181-A3DC-40F981FEEE7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Grand écran</PresentationFormat>
  <Slides>13</Slides>
  <Notes>10</Notes>
  <HiddenSlides>3</HiddenSlide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Office Theme</vt:lpstr>
      <vt:lpstr>Thème Office</vt:lpstr>
      <vt:lpstr>Solutions For Client migration from Ecv2 to Ecv3 </vt:lpstr>
      <vt:lpstr>Systems sharing same Eyecloud ID with different Eyecloud version : Issue</vt:lpstr>
      <vt:lpstr> Issue faced before the summer about uoid bad pattern : 2.9.2</vt:lpstr>
      <vt:lpstr> Issue faced before the summer about uoid bad pattern : solution 2.10.2</vt:lpstr>
      <vt:lpstr>Systems sharing same Eyecloud ID with different Eyecloud version :  Solution 1a (Ecv3 Check IDs presence from multiple DynamoDB)</vt:lpstr>
      <vt:lpstr>Systems sharing same Eyecloud ID with different Eyecloud version :  Solution 1b (ECv2 Check IDs presence from mutliple DynamoDB)</vt:lpstr>
      <vt:lpstr>Systems sharing same Eyecloud ID with different Eyecloud version : Solution 2 (Ecv2 Redirection to Ecv3) </vt:lpstr>
      <vt:lpstr>Solution 3 – Lambda Function Create id v2 and Post/Update Document in v3</vt:lpstr>
      <vt:lpstr>BBGR system doesn't support the ECv3 ID type : Solutions</vt:lpstr>
      <vt:lpstr>Systems want to get historical documents  : Issue</vt:lpstr>
      <vt:lpstr>Systems want to get historical documents  : Solution </vt:lpstr>
      <vt:lpstr>Ecv2 and Ecv3 sharing the same bucket to stop feeding the historical bucket. </vt:lpstr>
      <vt:lpstr>Purge feature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108</cp:revision>
  <dcterms:created xsi:type="dcterms:W3CDTF">2023-01-09T09:04:55Z</dcterms:created>
  <dcterms:modified xsi:type="dcterms:W3CDTF">2024-10-07T09:47:30Z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9a4386-74b9-4603-ae20-950a659f9b6e_Enabled">
    <vt:lpwstr>true</vt:lpwstr>
  </property>
  <property fmtid="{D5CDD505-2E9C-101B-9397-08002B2CF9AE}" pid="3" name="MSIP_Label_2e9a4386-74b9-4603-ae20-950a659f9b6e_SetDate">
    <vt:lpwstr>2023-01-09T09:05:06Z</vt:lpwstr>
  </property>
  <property fmtid="{D5CDD505-2E9C-101B-9397-08002B2CF9AE}" pid="4" name="MSIP_Label_2e9a4386-74b9-4603-ae20-950a659f9b6e_Method">
    <vt:lpwstr>Standard</vt:lpwstr>
  </property>
  <property fmtid="{D5CDD505-2E9C-101B-9397-08002B2CF9AE}" pid="5" name="MSIP_Label_2e9a4386-74b9-4603-ae20-950a659f9b6e_Name">
    <vt:lpwstr>Internal Use Only</vt:lpwstr>
  </property>
  <property fmtid="{D5CDD505-2E9C-101B-9397-08002B2CF9AE}" pid="6" name="MSIP_Label_2e9a4386-74b9-4603-ae20-950a659f9b6e_SiteId">
    <vt:lpwstr>c7d1a8f7-0546-4a0c-8cf5-3ddaebf97d51</vt:lpwstr>
  </property>
  <property fmtid="{D5CDD505-2E9C-101B-9397-08002B2CF9AE}" pid="7" name="MSIP_Label_2e9a4386-74b9-4603-ae20-950a659f9b6e_ActionId">
    <vt:lpwstr>251eae7f-461e-435c-b1d5-fa9e9a4c8186</vt:lpwstr>
  </property>
  <property fmtid="{D5CDD505-2E9C-101B-9397-08002B2CF9AE}" pid="8" name="MSIP_Label_2e9a4386-74b9-4603-ae20-950a659f9b6e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0x010100FA86F4A466F26046961D2FEADA0F794E</vt:lpwstr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_activity">
    <vt:lpwstr>{"FileActivityType":"9","FileActivityTimeStamp":"2023-02-23T10:24:11.033Z","FileActivityUsersOnPage":[{"DisplayName":"TCHAMFONG LIONEL","Id":"tchamfl@ext.essilor.com"},{"DisplayName":"Bindhya CHAKKARAVATHI","Id":"bindhya.c@essilorindia.com"},{"DisplayName":"Nilakantha Rath","Id":"nilakantha.r@ext.essilor.com"}],"FileActivityNavigationId":null}</vt:lpwstr>
  </property>
  <property fmtid="{D5CDD505-2E9C-101B-9397-08002B2CF9AE}" pid="16" name="TriggerFlowInfo">
    <vt:lpwstr/>
  </property>
</Properties>
</file>