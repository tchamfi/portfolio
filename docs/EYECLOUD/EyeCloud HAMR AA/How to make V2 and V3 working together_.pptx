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4"/>
  </p:sldMasterIdLst>
  <p:notesMasterIdLst>
    <p:notesMasterId r:id="rId7"/>
  </p:notesMasterIdLst>
  <p:sldIdLst>
    <p:sldId id="256" r:id="rId5"/>
    <p:sldId id="257" r:id="rId6"/>
  </p:sldIdLst>
  <p:sldSz cx="9144000" cy="6858000" type="screen4x3"/>
  <p:notesSz cx="6858000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82"/>
        <p:guide orient="horz" pos="799"/>
        <p:guide orient="horz" pos="3430"/>
        <p:guide orient="horz" pos="1344"/>
        <p:guide orient="horz" pos="2840"/>
        <p:guide orient="horz" pos="2659"/>
        <p:guide pos="5511"/>
        <p:guide pos="975"/>
        <p:guide pos="36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S Jonathan" userId="S::daviesjo@ext.essilor.com::43dbaf28-6021-4daa-92c2-827cfd53e215" providerId="AD" clId="Web-{DC0E5BF4-D24A-38E2-07F1-440E05661687}"/>
    <pc:docChg chg="mod">
      <pc:chgData name="DAVIES Jonathan" userId="S::daviesjo@ext.essilor.com::43dbaf28-6021-4daa-92c2-827cfd53e215" providerId="AD" clId="Web-{DC0E5BF4-D24A-38E2-07F1-440E05661687}" dt="2023-07-05T09:00:24.082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18674331d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18674331d04_0_0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g18674331d04_0_0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8675ed179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8675ed179d_0_45:notes"/>
          <p:cNvSpPr txBox="1">
            <a:spLocks noGrp="1"/>
          </p:cNvSpPr>
          <p:nvPr>
            <p:ph type="body" idx="1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18675ed179d_0_45:notes"/>
          <p:cNvSpPr txBox="1">
            <a:spLocks noGrp="1"/>
          </p:cNvSpPr>
          <p:nvPr>
            <p:ph type="sldNum" idx="12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mmaire">
  <p:cSld name="Sommair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marL="1371600" lvl="2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marL="1828800" lvl="3" indent="-301625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marL="2286000" lvl="4" indent="-301625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suite">
  <p:cSld name="Slide de suit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lonnes">
  <p:cSld name="Deux colonne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>
                <a:solidFill>
                  <a:srgbClr val="003985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marL="1371600" lvl="2" indent="-34290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marL="1828800" lvl="3" indent="-342900" algn="l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 bleu">
  <p:cSld name="Titre et contenu ble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i="0" u="none" strike="noStrike" cap="none"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sz="2400" i="0" u="none" strike="noStrike" cap="none">
                <a:solidFill>
                  <a:srgbClr val="535353"/>
                </a:solidFill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sz="2000" i="0" u="none" strike="noStrike" cap="none">
                <a:solidFill>
                  <a:srgbClr val="535353"/>
                </a:solidFill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 i="0" u="none" strike="noStrike" cap="none">
                <a:solidFill>
                  <a:schemeClr val="dk1"/>
                </a:solidFill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30200" algn="l" rtl="0"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sz="1600" b="1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sz="120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5275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sz="1050" b="0" i="1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7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0675" y="155950"/>
            <a:ext cx="77028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V2 and V3 </a:t>
            </a: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2302475" y="439935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53" name="Google Shape;53;p8"/>
          <p:cNvSpPr txBox="1"/>
          <p:nvPr/>
        </p:nvSpPr>
        <p:spPr>
          <a:xfrm>
            <a:off x="2388300" y="432860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1625850" y="1659250"/>
            <a:ext cx="1872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V2</a:t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1978100" y="3430550"/>
            <a:ext cx="1197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V3</a:t>
            </a:r>
            <a:endParaRPr/>
          </a:p>
        </p:txBody>
      </p:sp>
      <p:cxnSp>
        <p:nvCxnSpPr>
          <p:cNvPr id="56" name="Google Shape;56;p8"/>
          <p:cNvCxnSpPr/>
          <p:nvPr/>
        </p:nvCxnSpPr>
        <p:spPr>
          <a:xfrm>
            <a:off x="2577050" y="3751550"/>
            <a:ext cx="14100" cy="57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" name="Google Shape;57;p8"/>
          <p:cNvSpPr txBox="1"/>
          <p:nvPr/>
        </p:nvSpPr>
        <p:spPr>
          <a:xfrm rot="1318">
            <a:off x="2546234" y="3794515"/>
            <a:ext cx="7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2038175" y="2602600"/>
            <a:ext cx="1197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Facade</a:t>
            </a: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2038175" y="697600"/>
            <a:ext cx="1197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Orchestra</a:t>
            </a:r>
            <a:endParaRPr/>
          </a:p>
        </p:txBody>
      </p:sp>
      <p:cxnSp>
        <p:nvCxnSpPr>
          <p:cNvPr id="60" name="Google Shape;60;p8"/>
          <p:cNvCxnSpPr>
            <a:stCxn id="59" idx="2"/>
          </p:cNvCxnSpPr>
          <p:nvPr/>
        </p:nvCxnSpPr>
        <p:spPr>
          <a:xfrm>
            <a:off x="2637125" y="942400"/>
            <a:ext cx="5100" cy="6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61;p8"/>
          <p:cNvCxnSpPr/>
          <p:nvPr/>
        </p:nvCxnSpPr>
        <p:spPr>
          <a:xfrm>
            <a:off x="2637125" y="1933000"/>
            <a:ext cx="5100" cy="6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8"/>
          <p:cNvCxnSpPr/>
          <p:nvPr/>
        </p:nvCxnSpPr>
        <p:spPr>
          <a:xfrm>
            <a:off x="2637125" y="2923600"/>
            <a:ext cx="5100" cy="46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" name="Google Shape;63;p8"/>
          <p:cNvSpPr txBox="1"/>
          <p:nvPr/>
        </p:nvSpPr>
        <p:spPr>
          <a:xfrm rot="1318">
            <a:off x="2698634" y="1051315"/>
            <a:ext cx="7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ID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8"/>
          <p:cNvCxnSpPr/>
          <p:nvPr/>
        </p:nvCxnSpPr>
        <p:spPr>
          <a:xfrm>
            <a:off x="3312275" y="820000"/>
            <a:ext cx="2202000" cy="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" name="Google Shape;65;p8"/>
          <p:cNvSpPr/>
          <p:nvPr/>
        </p:nvSpPr>
        <p:spPr>
          <a:xfrm>
            <a:off x="5543375" y="697600"/>
            <a:ext cx="1197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SAP</a:t>
            </a:r>
            <a:endParaRPr/>
          </a:p>
        </p:txBody>
      </p:sp>
      <p:sp>
        <p:nvSpPr>
          <p:cNvPr id="66" name="Google Shape;66;p8"/>
          <p:cNvSpPr/>
          <p:nvPr/>
        </p:nvSpPr>
        <p:spPr>
          <a:xfrm>
            <a:off x="5150850" y="1793500"/>
            <a:ext cx="1872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V3</a:t>
            </a:r>
            <a:endParaRPr/>
          </a:p>
        </p:txBody>
      </p:sp>
      <p:cxnSp>
        <p:nvCxnSpPr>
          <p:cNvPr id="67" name="Google Shape;67;p8"/>
          <p:cNvCxnSpPr/>
          <p:nvPr/>
        </p:nvCxnSpPr>
        <p:spPr>
          <a:xfrm>
            <a:off x="6142325" y="1094800"/>
            <a:ext cx="5100" cy="62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68;p8"/>
          <p:cNvSpPr txBox="1"/>
          <p:nvPr/>
        </p:nvSpPr>
        <p:spPr>
          <a:xfrm>
            <a:off x="3829800" y="542200"/>
            <a:ext cx="3798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6202975" y="1167850"/>
            <a:ext cx="272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Post Document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8"/>
          <p:cNvCxnSpPr>
            <a:stCxn id="66" idx="2"/>
          </p:cNvCxnSpPr>
          <p:nvPr/>
        </p:nvCxnSpPr>
        <p:spPr>
          <a:xfrm flipH="1">
            <a:off x="3552000" y="2038300"/>
            <a:ext cx="2535300" cy="231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" name="Google Shape;71;p8"/>
          <p:cNvSpPr/>
          <p:nvPr/>
        </p:nvSpPr>
        <p:spPr>
          <a:xfrm>
            <a:off x="3023125" y="445440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552275" y="26964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603075" y="232150"/>
            <a:ext cx="7702800" cy="57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Interaction between V2 and V3 </a:t>
            </a:r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ldNum" idx="12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0" name="Google Shape;80;p9"/>
          <p:cNvSpPr/>
          <p:nvPr/>
        </p:nvSpPr>
        <p:spPr>
          <a:xfrm>
            <a:off x="796475" y="28842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81" name="Google Shape;81;p9"/>
          <p:cNvSpPr/>
          <p:nvPr/>
        </p:nvSpPr>
        <p:spPr>
          <a:xfrm>
            <a:off x="800450" y="34190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82" name="Google Shape;82;p9"/>
          <p:cNvSpPr txBox="1"/>
          <p:nvPr/>
        </p:nvSpPr>
        <p:spPr>
          <a:xfrm>
            <a:off x="810075" y="25862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UEID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10175" y="26964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6854375" y="28842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85" name="Google Shape;85;p9"/>
          <p:cNvSpPr/>
          <p:nvPr/>
        </p:nvSpPr>
        <p:spPr>
          <a:xfrm>
            <a:off x="6858350" y="34190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86" name="Google Shape;86;p9"/>
          <p:cNvSpPr txBox="1"/>
          <p:nvPr/>
        </p:nvSpPr>
        <p:spPr>
          <a:xfrm>
            <a:off x="6867975" y="25862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ECID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1809575" y="2724213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2053775" y="2912013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89" name="Google Shape;89;p9"/>
          <p:cNvSpPr/>
          <p:nvPr/>
        </p:nvSpPr>
        <p:spPr>
          <a:xfrm>
            <a:off x="2057750" y="3446738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90" name="Google Shape;90;p9"/>
          <p:cNvSpPr txBox="1"/>
          <p:nvPr/>
        </p:nvSpPr>
        <p:spPr>
          <a:xfrm>
            <a:off x="2067375" y="2613988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UFID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3186625" y="2682050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3430825" y="2869850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93" name="Google Shape;93;p9"/>
          <p:cNvSpPr/>
          <p:nvPr/>
        </p:nvSpPr>
        <p:spPr>
          <a:xfrm>
            <a:off x="3434800" y="3404575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94" name="Google Shape;94;p9"/>
          <p:cNvSpPr txBox="1"/>
          <p:nvPr/>
        </p:nvSpPr>
        <p:spPr>
          <a:xfrm>
            <a:off x="3444425" y="2571825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ULID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4461600" y="2696475"/>
            <a:ext cx="1098600" cy="136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4705800" y="2884275"/>
            <a:ext cx="662700" cy="46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S3 bucket</a:t>
            </a:r>
            <a:endParaRPr sz="800"/>
          </a:p>
        </p:txBody>
      </p:sp>
      <p:sp>
        <p:nvSpPr>
          <p:cNvPr id="97" name="Google Shape;97;p9"/>
          <p:cNvSpPr/>
          <p:nvPr/>
        </p:nvSpPr>
        <p:spPr>
          <a:xfrm>
            <a:off x="4709775" y="3419000"/>
            <a:ext cx="594975" cy="571500"/>
          </a:xfrm>
          <a:prstGeom prst="flowChartMagneticDisk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DynamoDB</a:t>
            </a:r>
            <a:endParaRPr sz="600"/>
          </a:p>
        </p:txBody>
      </p:sp>
      <p:sp>
        <p:nvSpPr>
          <p:cNvPr id="98" name="Google Shape;98;p9"/>
          <p:cNvSpPr txBox="1"/>
          <p:nvPr/>
        </p:nvSpPr>
        <p:spPr>
          <a:xfrm>
            <a:off x="4719400" y="2586250"/>
            <a:ext cx="558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latin typeface="Calibri"/>
                <a:ea typeface="Calibri"/>
                <a:cs typeface="Calibri"/>
                <a:sym typeface="Calibri"/>
              </a:rPr>
              <a:t>UOID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401875" y="1735450"/>
            <a:ext cx="44277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V2</a:t>
            </a:r>
            <a:endParaRPr/>
          </a:p>
        </p:txBody>
      </p:sp>
      <p:cxnSp>
        <p:nvCxnSpPr>
          <p:cNvPr id="100" name="Google Shape;100;p9"/>
          <p:cNvCxnSpPr>
            <a:endCxn id="82" idx="0"/>
          </p:cNvCxnSpPr>
          <p:nvPr/>
        </p:nvCxnSpPr>
        <p:spPr>
          <a:xfrm flipH="1">
            <a:off x="1089075" y="2022850"/>
            <a:ext cx="1473600" cy="56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Google Shape;101;p9"/>
          <p:cNvCxnSpPr>
            <a:endCxn id="90" idx="0"/>
          </p:cNvCxnSpPr>
          <p:nvPr/>
        </p:nvCxnSpPr>
        <p:spPr>
          <a:xfrm flipH="1">
            <a:off x="2346375" y="2022988"/>
            <a:ext cx="229800" cy="59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9"/>
          <p:cNvCxnSpPr/>
          <p:nvPr/>
        </p:nvCxnSpPr>
        <p:spPr>
          <a:xfrm>
            <a:off x="2555875" y="2009325"/>
            <a:ext cx="10545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9"/>
          <p:cNvCxnSpPr>
            <a:endCxn id="98" idx="0"/>
          </p:cNvCxnSpPr>
          <p:nvPr/>
        </p:nvCxnSpPr>
        <p:spPr>
          <a:xfrm>
            <a:off x="2603500" y="2009350"/>
            <a:ext cx="2394900" cy="57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4" name="Google Shape;104;p9"/>
          <p:cNvSpPr/>
          <p:nvPr/>
        </p:nvSpPr>
        <p:spPr>
          <a:xfrm>
            <a:off x="6533975" y="1764400"/>
            <a:ext cx="1197900" cy="244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V3</a:t>
            </a:r>
            <a:endParaRPr/>
          </a:p>
        </p:txBody>
      </p:sp>
      <p:cxnSp>
        <p:nvCxnSpPr>
          <p:cNvPr id="105" name="Google Shape;105;p9"/>
          <p:cNvCxnSpPr>
            <a:stCxn id="104" idx="2"/>
            <a:endCxn id="86" idx="0"/>
          </p:cNvCxnSpPr>
          <p:nvPr/>
        </p:nvCxnSpPr>
        <p:spPr>
          <a:xfrm>
            <a:off x="7132925" y="2009200"/>
            <a:ext cx="14100" cy="57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" name="Google Shape;106;p9"/>
          <p:cNvSpPr txBox="1"/>
          <p:nvPr/>
        </p:nvSpPr>
        <p:spPr>
          <a:xfrm rot="-1529048">
            <a:off x="1340217" y="2040047"/>
            <a:ext cx="782316" cy="323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+ GET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 txBox="1"/>
          <p:nvPr/>
        </p:nvSpPr>
        <p:spPr>
          <a:xfrm rot="-4007219">
            <a:off x="1945920" y="2196428"/>
            <a:ext cx="782442" cy="323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+ GET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 txBox="1"/>
          <p:nvPr/>
        </p:nvSpPr>
        <p:spPr>
          <a:xfrm rot="1761968">
            <a:off x="2656364" y="2201642"/>
            <a:ext cx="782441" cy="3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+ GET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 txBox="1"/>
          <p:nvPr/>
        </p:nvSpPr>
        <p:spPr>
          <a:xfrm rot="931729">
            <a:off x="3511908" y="2086762"/>
            <a:ext cx="782152" cy="32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+ GET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 txBox="1"/>
          <p:nvPr/>
        </p:nvSpPr>
        <p:spPr>
          <a:xfrm rot="1318">
            <a:off x="7102109" y="2128365"/>
            <a:ext cx="782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latin typeface="Calibri"/>
                <a:ea typeface="Calibri"/>
                <a:cs typeface="Calibri"/>
                <a:sym typeface="Calibri"/>
              </a:rPr>
              <a:t>POST + GET</a:t>
            </a:r>
            <a:endParaRPr sz="9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9"/>
          <p:cNvCxnSpPr>
            <a:stCxn id="104" idx="2"/>
            <a:endCxn id="98" idx="0"/>
          </p:cNvCxnSpPr>
          <p:nvPr/>
        </p:nvCxnSpPr>
        <p:spPr>
          <a:xfrm flipH="1">
            <a:off x="4998425" y="2009200"/>
            <a:ext cx="2134500" cy="577200"/>
          </a:xfrm>
          <a:prstGeom prst="straightConnector1">
            <a:avLst/>
          </a:prstGeom>
          <a:noFill/>
          <a:ln w="9525" cap="flat" cmpd="sng">
            <a:solidFill>
              <a:srgbClr val="274E1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Google Shape;112;p9"/>
          <p:cNvSpPr txBox="1"/>
          <p:nvPr/>
        </p:nvSpPr>
        <p:spPr>
          <a:xfrm rot="-752014">
            <a:off x="5722275" y="2039269"/>
            <a:ext cx="782446" cy="338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1000" b="1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69be49-e63e-4505-90ce-d18b3283f86f" xsi:nil="true"/>
    <lcf76f155ced4ddcb4097134ff3c332f xmlns="71b77f45-859e-4a9f-b23d-c4b37bd56895">
      <Terms xmlns="http://schemas.microsoft.com/office/infopath/2007/PartnerControls"/>
    </lcf76f155ced4ddcb4097134ff3c332f>
    <Date xmlns="71b77f45-859e-4a9f-b23d-c4b37bd56895">2023-07-05T09:00:20+00:00</Dat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A86F4A466F26046961D2FEADA0F794E" ma:contentTypeVersion="16" ma:contentTypeDescription="Creare un nuovo documento." ma:contentTypeScope="" ma:versionID="5e02355d5cecf19426e57b875a489e7c">
  <xsd:schema xmlns:xsd="http://www.w3.org/2001/XMLSchema" xmlns:xs="http://www.w3.org/2001/XMLSchema" xmlns:p="http://schemas.microsoft.com/office/2006/metadata/properties" xmlns:ns2="71b77f45-859e-4a9f-b23d-c4b37bd56895" xmlns:ns3="7a69be49-e63e-4505-90ce-d18b3283f86f" targetNamespace="http://schemas.microsoft.com/office/2006/metadata/properties" ma:root="true" ma:fieldsID="626cd6fb246126ddc64a9d91192dc07e" ns2:_="" ns3:_="">
    <xsd:import namespace="71b77f45-859e-4a9f-b23d-c4b37bd56895"/>
    <xsd:import namespace="7a69be49-e63e-4505-90ce-d18b3283f8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Dat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b77f45-859e-4a9f-b23d-c4b37bd568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Tag immagine" ma:readOnly="false" ma:fieldId="{5cf76f15-5ced-4ddc-b409-7134ff3c332f}" ma:taxonomyMulti="true" ma:sspId="029e37f2-6469-464b-a75a-0b705c5d6e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Date" ma:index="21" nillable="true" ma:displayName="Date" ma:default="[today]" ma:format="DateTime" ma:internalName="Date">
      <xsd:simpleType>
        <xsd:restriction base="dms:DateTime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9be49-e63e-4505-90ce-d18b3283f86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4030f8d-2af3-4553-87be-e676b21abbb9}" ma:internalName="TaxCatchAll" ma:showField="CatchAllData" ma:web="7a69be49-e63e-4505-90ce-d18b3283f8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3073D1-F989-4A96-984F-76BB7DF23878}">
  <ds:schemaRefs>
    <ds:schemaRef ds:uri="http://schemas.microsoft.com/office/2006/metadata/properties"/>
    <ds:schemaRef ds:uri="http://schemas.microsoft.com/office/infopath/2007/PartnerControls"/>
    <ds:schemaRef ds:uri="7a69be49-e63e-4505-90ce-d18b3283f86f"/>
    <ds:schemaRef ds:uri="71b77f45-859e-4a9f-b23d-c4b37bd56895"/>
  </ds:schemaRefs>
</ds:datastoreItem>
</file>

<file path=customXml/itemProps2.xml><?xml version="1.0" encoding="utf-8"?>
<ds:datastoreItem xmlns:ds="http://schemas.openxmlformats.org/officeDocument/2006/customXml" ds:itemID="{59630D45-9FC2-4444-BEF2-829C867150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21FCF3-9F9E-4787-9C68-96FA6C909D40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BRED</vt:lpstr>
      <vt:lpstr>Interaction between V2 and V3 </vt:lpstr>
      <vt:lpstr>Interaction between V2 and V3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Interaction between V2 and V3 </dc:title>
  <cp:revision>1</cp:revision>
  <dcterms:modified xsi:type="dcterms:W3CDTF">2023-07-05T09:00:24Z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2023-07-05T09:00:24Z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711d07a3-fff2-42b2-a7d1-4c2fac0f04c0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