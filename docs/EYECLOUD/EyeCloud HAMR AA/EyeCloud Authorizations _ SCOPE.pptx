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4"/>
  </p:sldMasterIdLst>
  <p:notesMasterIdLst>
    <p:notesMasterId r:id="rId8"/>
  </p:notesMasterIdLst>
  <p:sldIdLst>
    <p:sldId id="256" r:id="rId5"/>
    <p:sldId id="257" r:id="rId6"/>
    <p:sldId id="258" r:id="rId7"/>
  </p:sldIdLst>
  <p:sldSz cx="9144000" cy="6858000" type="screen4x3"/>
  <p:notesSz cx="6858000" cy="9926638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82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3430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840">
          <p15:clr>
            <a:srgbClr val="A4A3A4"/>
          </p15:clr>
        </p15:guide>
        <p15:guide id="6" orient="horz" pos="2659">
          <p15:clr>
            <a:srgbClr val="A4A3A4"/>
          </p15:clr>
        </p15:guide>
        <p15:guide id="7" pos="5511">
          <p15:clr>
            <a:srgbClr val="A4A3A4"/>
          </p15:clr>
        </p15:guide>
        <p15:guide id="8" pos="975">
          <p15:clr>
            <a:srgbClr val="A4A3A4"/>
          </p15:clr>
        </p15:guide>
        <p15:guide id="9" pos="3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B96460-4D6C-481A-86C6-4B5BA1EF5C88}">
  <a:tblStyle styleId="{84B96460-4D6C-481A-86C6-4B5BA1EF5C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482"/>
        <p:guide orient="horz" pos="799"/>
        <p:guide orient="horz" pos="3430"/>
        <p:guide orient="horz" pos="1344"/>
        <p:guide orient="horz" pos="2840"/>
        <p:guide orient="horz" pos="2659"/>
        <p:guide pos="5511"/>
        <p:guide pos="975"/>
        <p:guide pos="36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ES Jonathan" userId="S::daviesjo@ext.essilor.com::43dbaf28-6021-4daa-92c2-827cfd53e215" providerId="AD" clId="Web-{531A967D-E4C7-EE34-B157-41C0E67B81E0}"/>
    <pc:docChg chg="mod">
      <pc:chgData name="DAVIES Jonathan" userId="S::daviesjo@ext.essilor.com::43dbaf28-6021-4daa-92c2-827cfd53e215" providerId="AD" clId="Web-{531A967D-E4C7-EE34-B157-41C0E67B81E0}" dt="2023-07-05T08:49:55.143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cff56a55b3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cff56a55b3_0_88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gcff56a55b3_0_88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0488f06c1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0488f06c1f_1_0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10488f06c1f_1_0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5ffc457c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05ffc457cb_0_28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05ffc457cb_0_28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mmaire">
  <p:cSld name="Sommair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marL="1371600" lvl="2" indent="-301625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marL="1828800" lvl="3" indent="-301625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marL="2286000" lvl="4" indent="-30162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suite">
  <p:cSld name="Slide de suit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386809" cy="2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lonnes">
  <p:cSld name="Deux colonne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574675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5148713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 bleu">
  <p:cSld name="Titre et contenu bleu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sz="2400" i="0" u="none" strike="noStrike" cap="none">
                <a:solidFill>
                  <a:srgbClr val="535353"/>
                </a:solidFill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sz="2000" i="0" u="none" strike="noStrike" cap="none">
                <a:solidFill>
                  <a:srgbClr val="535353"/>
                </a:solidFill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i="0" u="none" strike="noStrike" cap="none">
                <a:solidFill>
                  <a:schemeClr val="dk1"/>
                </a:solidFill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i="0" u="none" strike="noStrike" cap="none">
                <a:solidFill>
                  <a:schemeClr val="dk1"/>
                </a:solidFill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◼"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sz="120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2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sz="105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5687367" y="6619875"/>
            <a:ext cx="139923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095281" y="255456"/>
            <a:ext cx="7200900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Authorization and permissions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1</a:t>
            </a:fld>
            <a:endParaRPr/>
          </a:p>
        </p:txBody>
      </p:sp>
      <p:graphicFrame>
        <p:nvGraphicFramePr>
          <p:cNvPr id="52" name="Google Shape;52;p8"/>
          <p:cNvGraphicFramePr/>
          <p:nvPr/>
        </p:nvGraphicFramePr>
        <p:xfrm>
          <a:off x="138425" y="1105910"/>
          <a:ext cx="8910275" cy="2020350"/>
        </p:xfrm>
        <a:graphic>
          <a:graphicData uri="http://schemas.openxmlformats.org/drawingml/2006/table">
            <a:tbl>
              <a:tblPr>
                <a:noFill/>
                <a:tableStyleId>{84B96460-4D6C-481A-86C6-4B5BA1EF5C88}</a:tableStyleId>
              </a:tblPr>
              <a:tblGrid>
                <a:gridCol w="222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Current Situation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Target Situation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Solutions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Constraint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Today 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usage of Circle :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Roboto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FileTypes are affected to Circle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Roboto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Actors are associated to circle in order to use the dedicated fileType with the good permissions (Read or Write) 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Goal is to  use Authz to manage authorization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</a:rPr>
                        <a:t>INFRA SIDE 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Roboto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Creation of Dedicated ASGs 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marR="0" lvl="0" indent="-2921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Roboto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Creation of Posgres DB 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</a:rPr>
                        <a:t>APPLICATION SIDE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Cf next slides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Authorization : Eyecloud Objects interaction → Current Situation 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0" name="Google Shape;60;p9"/>
          <p:cNvSpPr/>
          <p:nvPr/>
        </p:nvSpPr>
        <p:spPr>
          <a:xfrm>
            <a:off x="1752600" y="762000"/>
            <a:ext cx="55818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1</a:t>
            </a:r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1933575" y="1295400"/>
            <a:ext cx="11526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Actor 1  </a:t>
            </a: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3990975" y="1295400"/>
            <a:ext cx="11526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Actor 2  </a:t>
            </a: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6048375" y="1295400"/>
            <a:ext cx="11526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Actor 3  </a:t>
            </a:r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2235150" y="3097400"/>
            <a:ext cx="4937100" cy="23466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2924175" y="3505200"/>
            <a:ext cx="11526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FileType 1  </a:t>
            </a:r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2924175" y="4038600"/>
            <a:ext cx="11526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FileType 2  </a:t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2924175" y="4572000"/>
            <a:ext cx="1152600" cy="476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FileType 3   </a:t>
            </a:r>
            <a:endParaRPr/>
          </a:p>
        </p:txBody>
      </p:sp>
      <p:cxnSp>
        <p:nvCxnSpPr>
          <p:cNvPr id="68" name="Google Shape;68;p9"/>
          <p:cNvCxnSpPr>
            <a:stCxn id="61" idx="2"/>
          </p:cNvCxnSpPr>
          <p:nvPr/>
        </p:nvCxnSpPr>
        <p:spPr>
          <a:xfrm>
            <a:off x="2509875" y="1819200"/>
            <a:ext cx="14400" cy="181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" name="Google Shape;69;p9"/>
          <p:cNvCxnSpPr>
            <a:stCxn id="62" idx="2"/>
          </p:cNvCxnSpPr>
          <p:nvPr/>
        </p:nvCxnSpPr>
        <p:spPr>
          <a:xfrm flipH="1">
            <a:off x="4555875" y="1819200"/>
            <a:ext cx="11400" cy="127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" name="Google Shape;70;p9"/>
          <p:cNvCxnSpPr/>
          <p:nvPr/>
        </p:nvCxnSpPr>
        <p:spPr>
          <a:xfrm>
            <a:off x="6522675" y="1828800"/>
            <a:ext cx="14400" cy="154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" name="Google Shape;71;p9"/>
          <p:cNvSpPr txBox="1"/>
          <p:nvPr/>
        </p:nvSpPr>
        <p:spPr>
          <a:xfrm>
            <a:off x="1003125" y="20306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1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1003125" y="23354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2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1003125" y="26402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3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3060525" y="19544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1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5" name="Google Shape;75;p9"/>
          <p:cNvSpPr txBox="1"/>
          <p:nvPr/>
        </p:nvSpPr>
        <p:spPr>
          <a:xfrm>
            <a:off x="3060525" y="22592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2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6" name="Google Shape;76;p9"/>
          <p:cNvSpPr txBox="1"/>
          <p:nvPr/>
        </p:nvSpPr>
        <p:spPr>
          <a:xfrm>
            <a:off x="3060525" y="25640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3 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6489525" y="18782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1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6489525" y="21830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2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6489525" y="24878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3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0" name="Google Shape;80;p9"/>
          <p:cNvSpPr txBox="1"/>
          <p:nvPr/>
        </p:nvSpPr>
        <p:spPr>
          <a:xfrm>
            <a:off x="6081675" y="5087875"/>
            <a:ext cx="65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Circle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4067175" y="3504900"/>
            <a:ext cx="360300" cy="1543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"/>
          <p:cNvSpPr txBox="1"/>
          <p:nvPr/>
        </p:nvSpPr>
        <p:spPr>
          <a:xfrm>
            <a:off x="-308025" y="1298125"/>
            <a:ext cx="465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 txBox="1"/>
          <p:nvPr/>
        </p:nvSpPr>
        <p:spPr>
          <a:xfrm rot="5400000">
            <a:off x="3443775" y="4361350"/>
            <a:ext cx="157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Metadata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907881" y="79756"/>
            <a:ext cx="7200900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Authorization : Eyecloud Objects interaction → Target Situation with Authz (proposal)  </a:t>
            </a:r>
            <a:endParaRPr sz="1600"/>
          </a:p>
        </p:txBody>
      </p:sp>
      <p:sp>
        <p:nvSpPr>
          <p:cNvPr id="90" name="Google Shape;90;p10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1" name="Google Shape;91;p10"/>
          <p:cNvSpPr/>
          <p:nvPr/>
        </p:nvSpPr>
        <p:spPr>
          <a:xfrm>
            <a:off x="504825" y="1295400"/>
            <a:ext cx="20382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Actor 1 (Client Application 1)</a:t>
            </a:r>
            <a:r>
              <a:rPr lang="en-US" sz="1200"/>
              <a:t> </a:t>
            </a:r>
            <a:endParaRPr sz="1200"/>
          </a:p>
        </p:txBody>
      </p:sp>
      <p:sp>
        <p:nvSpPr>
          <p:cNvPr id="92" name="Google Shape;92;p10"/>
          <p:cNvSpPr/>
          <p:nvPr/>
        </p:nvSpPr>
        <p:spPr>
          <a:xfrm>
            <a:off x="1095375" y="3657600"/>
            <a:ext cx="11526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FileType 1 (Permission 1)  </a:t>
            </a:r>
            <a:endParaRPr sz="900"/>
          </a:p>
        </p:txBody>
      </p:sp>
      <p:sp>
        <p:nvSpPr>
          <p:cNvPr id="93" name="Google Shape;93;p10"/>
          <p:cNvSpPr/>
          <p:nvPr/>
        </p:nvSpPr>
        <p:spPr>
          <a:xfrm>
            <a:off x="1095375" y="4191000"/>
            <a:ext cx="11526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FileType 2 (Permission 2)  </a:t>
            </a:r>
            <a:endParaRPr sz="900"/>
          </a:p>
        </p:txBody>
      </p:sp>
      <p:sp>
        <p:nvSpPr>
          <p:cNvPr id="94" name="Google Shape;94;p10"/>
          <p:cNvSpPr/>
          <p:nvPr/>
        </p:nvSpPr>
        <p:spPr>
          <a:xfrm>
            <a:off x="1095375" y="4724400"/>
            <a:ext cx="1152600" cy="476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FileType 3 (Permission 3)  </a:t>
            </a:r>
            <a:endParaRPr sz="900"/>
          </a:p>
        </p:txBody>
      </p:sp>
      <p:cxnSp>
        <p:nvCxnSpPr>
          <p:cNvPr id="95" name="Google Shape;95;p10"/>
          <p:cNvCxnSpPr/>
          <p:nvPr/>
        </p:nvCxnSpPr>
        <p:spPr>
          <a:xfrm>
            <a:off x="1676325" y="1819200"/>
            <a:ext cx="14400" cy="181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96;p10"/>
          <p:cNvCxnSpPr>
            <a:stCxn id="97" idx="2"/>
          </p:cNvCxnSpPr>
          <p:nvPr/>
        </p:nvCxnSpPr>
        <p:spPr>
          <a:xfrm flipH="1">
            <a:off x="4250925" y="1819200"/>
            <a:ext cx="16200" cy="18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" name="Google Shape;98;p10"/>
          <p:cNvCxnSpPr/>
          <p:nvPr/>
        </p:nvCxnSpPr>
        <p:spPr>
          <a:xfrm flipH="1">
            <a:off x="6537200" y="1826275"/>
            <a:ext cx="24600" cy="185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" name="Google Shape;99;p10"/>
          <p:cNvSpPr txBox="1"/>
          <p:nvPr/>
        </p:nvSpPr>
        <p:spPr>
          <a:xfrm>
            <a:off x="88725" y="19544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1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88725" y="24116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2 :Read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01" name="Google Shape;101;p10"/>
          <p:cNvSpPr txBox="1"/>
          <p:nvPr/>
        </p:nvSpPr>
        <p:spPr>
          <a:xfrm>
            <a:off x="88725" y="28688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3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3609975" y="3657600"/>
            <a:ext cx="11526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FileType 1 (Permission 1)  </a:t>
            </a:r>
            <a:endParaRPr sz="900"/>
          </a:p>
        </p:txBody>
      </p:sp>
      <p:sp>
        <p:nvSpPr>
          <p:cNvPr id="103" name="Google Shape;103;p10"/>
          <p:cNvSpPr/>
          <p:nvPr/>
        </p:nvSpPr>
        <p:spPr>
          <a:xfrm>
            <a:off x="3609975" y="4191000"/>
            <a:ext cx="11526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FileType 2 (Permission 2)  </a:t>
            </a:r>
            <a:endParaRPr sz="900"/>
          </a:p>
        </p:txBody>
      </p:sp>
      <p:sp>
        <p:nvSpPr>
          <p:cNvPr id="104" name="Google Shape;104;p10"/>
          <p:cNvSpPr/>
          <p:nvPr/>
        </p:nvSpPr>
        <p:spPr>
          <a:xfrm>
            <a:off x="3609975" y="4724400"/>
            <a:ext cx="1152600" cy="476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FileType 3 (Permission 3)  </a:t>
            </a:r>
            <a:endParaRPr sz="900"/>
          </a:p>
        </p:txBody>
      </p:sp>
      <p:sp>
        <p:nvSpPr>
          <p:cNvPr id="105" name="Google Shape;105;p10"/>
          <p:cNvSpPr/>
          <p:nvPr/>
        </p:nvSpPr>
        <p:spPr>
          <a:xfrm>
            <a:off x="6048375" y="3657600"/>
            <a:ext cx="11526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FileType 1 (Permission 1)  </a:t>
            </a:r>
            <a:endParaRPr sz="900"/>
          </a:p>
        </p:txBody>
      </p:sp>
      <p:sp>
        <p:nvSpPr>
          <p:cNvPr id="106" name="Google Shape;106;p10"/>
          <p:cNvSpPr/>
          <p:nvPr/>
        </p:nvSpPr>
        <p:spPr>
          <a:xfrm>
            <a:off x="6048375" y="4191000"/>
            <a:ext cx="11526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FileType 2 (Permission 2)  </a:t>
            </a:r>
            <a:endParaRPr sz="900"/>
          </a:p>
        </p:txBody>
      </p:sp>
      <p:sp>
        <p:nvSpPr>
          <p:cNvPr id="107" name="Google Shape;107;p10"/>
          <p:cNvSpPr/>
          <p:nvPr/>
        </p:nvSpPr>
        <p:spPr>
          <a:xfrm>
            <a:off x="6048375" y="4724400"/>
            <a:ext cx="1152600" cy="476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FileType 3 (Permission 3)  </a:t>
            </a:r>
            <a:endParaRPr sz="900"/>
          </a:p>
        </p:txBody>
      </p:sp>
      <p:sp>
        <p:nvSpPr>
          <p:cNvPr id="108" name="Google Shape;108;p10"/>
          <p:cNvSpPr/>
          <p:nvPr/>
        </p:nvSpPr>
        <p:spPr>
          <a:xfrm>
            <a:off x="476250" y="762000"/>
            <a:ext cx="76515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1 (Organisation)</a:t>
            </a:r>
            <a:endParaRPr/>
          </a:p>
        </p:txBody>
      </p:sp>
      <p:sp>
        <p:nvSpPr>
          <p:cNvPr id="97" name="Google Shape;97;p10"/>
          <p:cNvSpPr/>
          <p:nvPr/>
        </p:nvSpPr>
        <p:spPr>
          <a:xfrm>
            <a:off x="3248025" y="1295400"/>
            <a:ext cx="20382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Actor 2 (Client Application 2)</a:t>
            </a:r>
            <a:r>
              <a:rPr lang="en-US" sz="1200"/>
              <a:t> </a:t>
            </a:r>
            <a:endParaRPr sz="1200"/>
          </a:p>
        </p:txBody>
      </p:sp>
      <p:sp>
        <p:nvSpPr>
          <p:cNvPr id="109" name="Google Shape;109;p10"/>
          <p:cNvSpPr/>
          <p:nvPr/>
        </p:nvSpPr>
        <p:spPr>
          <a:xfrm>
            <a:off x="5991225" y="1295400"/>
            <a:ext cx="2038200" cy="523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Actor 2 (Client Application 2)</a:t>
            </a:r>
            <a:r>
              <a:rPr lang="en-US" sz="1200"/>
              <a:t> </a:t>
            </a:r>
            <a:endParaRPr sz="1200"/>
          </a:p>
        </p:txBody>
      </p:sp>
      <p:sp>
        <p:nvSpPr>
          <p:cNvPr id="110" name="Google Shape;110;p10"/>
          <p:cNvSpPr txBox="1"/>
          <p:nvPr/>
        </p:nvSpPr>
        <p:spPr>
          <a:xfrm>
            <a:off x="2679525" y="20306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1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1" name="Google Shape;111;p10"/>
          <p:cNvSpPr txBox="1"/>
          <p:nvPr/>
        </p:nvSpPr>
        <p:spPr>
          <a:xfrm>
            <a:off x="2679525" y="24878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2 :Read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2679525" y="29450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3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6489525" y="21068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1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4" name="Google Shape;114;p10"/>
          <p:cNvSpPr txBox="1"/>
          <p:nvPr/>
        </p:nvSpPr>
        <p:spPr>
          <a:xfrm>
            <a:off x="6489525" y="25640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2 :Read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5" name="Google Shape;115;p10"/>
          <p:cNvSpPr txBox="1"/>
          <p:nvPr/>
        </p:nvSpPr>
        <p:spPr>
          <a:xfrm>
            <a:off x="6489525" y="3021200"/>
            <a:ext cx="1638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FileType 3 : Read / Write 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6" name="Google Shape;116;p10"/>
          <p:cNvSpPr txBox="1"/>
          <p:nvPr/>
        </p:nvSpPr>
        <p:spPr>
          <a:xfrm>
            <a:off x="3361425" y="5528325"/>
            <a:ext cx="28347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of permissions :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{"Tracability": "w"}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{"Tracability": "r"}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{"RxML file": "w"}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{"RxML file": "r"}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69be49-e63e-4505-90ce-d18b3283f86f" xsi:nil="true"/>
    <lcf76f155ced4ddcb4097134ff3c332f xmlns="71b77f45-859e-4a9f-b23d-c4b37bd56895">
      <Terms xmlns="http://schemas.microsoft.com/office/infopath/2007/PartnerControls"/>
    </lcf76f155ced4ddcb4097134ff3c332f>
    <Date xmlns="71b77f45-859e-4a9f-b23d-c4b37bd56895">2023-06-22T07:39:43+00:00</Dat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86F4A466F26046961D2FEADA0F794E" ma:contentTypeVersion="16" ma:contentTypeDescription="Creare un nuovo documento." ma:contentTypeScope="" ma:versionID="5e02355d5cecf19426e57b875a489e7c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626cd6fb246126ddc64a9d91192dc07e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Tag immagine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EEC0E6-9F68-4F9A-BC69-2FB947B7746B}">
  <ds:schemaRefs>
    <ds:schemaRef ds:uri="http://schemas.microsoft.com/office/2006/metadata/properties"/>
    <ds:schemaRef ds:uri="http://schemas.microsoft.com/office/infopath/2007/PartnerControls"/>
    <ds:schemaRef ds:uri="7a69be49-e63e-4505-90ce-d18b3283f86f"/>
    <ds:schemaRef ds:uri="71b77f45-859e-4a9f-b23d-c4b37bd56895"/>
  </ds:schemaRefs>
</ds:datastoreItem>
</file>

<file path=customXml/itemProps2.xml><?xml version="1.0" encoding="utf-8"?>
<ds:datastoreItem xmlns:ds="http://schemas.openxmlformats.org/officeDocument/2006/customXml" ds:itemID="{74835B8A-5F92-44ED-9B09-0017401B8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185325-6A47-49FB-8FDE-A14A3538307B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BRED</vt:lpstr>
      <vt:lpstr>Authorization and permissions</vt:lpstr>
      <vt:lpstr>Authorization : Eyecloud Objects interaction → Current Situation </vt:lpstr>
      <vt:lpstr>Authorization : Eyecloud Objects interaction → Target Situation with Authz (proposal)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Authorization and permissions</dc:title>
  <cp:revision>1</cp:revision>
  <dcterms:modified xsi:type="dcterms:W3CDTF">2023-07-05T08:49:57Z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0x010100FA86F4A466F26046961D2FEADA0F794E</vt:lpwstr>
  </property>
  <property fmtid="{D5CDD505-2E9C-101B-9397-08002B2CF9AE}" pid="3" name="MSIP_Label_2e9a4386-74b9-4603-ae20-950a659f9b6e_Enabled">
    <vt:lpwstr>true</vt:lpwstr>
  </property>
  <property fmtid="{D5CDD505-2E9C-101B-9397-08002B2CF9AE}" pid="4" name="MSIP_Label_2e9a4386-74b9-4603-ae20-950a659f9b6e_SetDate">
    <vt:lpwstr>2023-07-05T08:49:55Z</vt:lpwstr>
  </property>
  <property fmtid="{D5CDD505-2E9C-101B-9397-08002B2CF9AE}" pid="5" name="MSIP_Label_2e9a4386-74b9-4603-ae20-950a659f9b6e_Method">
    <vt:lpwstr>Standard</vt:lpwstr>
  </property>
  <property fmtid="{D5CDD505-2E9C-101B-9397-08002B2CF9AE}" pid="6" name="MSIP_Label_2e9a4386-74b9-4603-ae20-950a659f9b6e_Name">
    <vt:lpwstr>Internal Use Only</vt:lpwstr>
  </property>
  <property fmtid="{D5CDD505-2E9C-101B-9397-08002B2CF9AE}" pid="7" name="MSIP_Label_2e9a4386-74b9-4603-ae20-950a659f9b6e_SiteId">
    <vt:lpwstr>c7d1a8f7-0546-4a0c-8cf5-3ddaebf97d51</vt:lpwstr>
  </property>
  <property fmtid="{D5CDD505-2E9C-101B-9397-08002B2CF9AE}" pid="8" name="MSIP_Label_2e9a4386-74b9-4603-ae20-950a659f9b6e_ActionId">
    <vt:lpwstr>a5c48fbb-702f-4adf-8f37-7884dae593f2</vt:lpwstr>
  </property>
  <property fmtid="{D5CDD505-2E9C-101B-9397-08002B2CF9AE}" pid="9" name="MSIP_Label_2e9a4386-74b9-4603-ae20-950a659f9b6e_ContentBits">
    <vt:lpwstr>0</vt:lpwstr>
  </property>
  <property fmtid="{D5CDD505-2E9C-101B-9397-08002B2CF9AE}" pid="10" name="MediaServiceImageTags">
    <vt:lpwstr/>
  </property>
</Properties>
</file>