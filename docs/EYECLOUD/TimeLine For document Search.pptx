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ustom.xml" ContentType="application/vnd.openxmlformats-officedocument.custom-propertie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7575"/>
    <a:srgbClr val="E02626"/>
    <a:srgbClr val="E83838"/>
    <a:srgbClr val="EDCCCC"/>
    <a:srgbClr val="E371A1"/>
    <a:srgbClr val="EB67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8" autoAdjust="0"/>
    <p:restoredTop sz="94660"/>
  </p:normalViewPr>
  <p:slideViewPr>
    <p:cSldViewPr snapToGrid="0">
      <p:cViewPr varScale="1">
        <p:scale>
          <a:sx n="99" d="100"/>
          <a:sy n="99" d="100"/>
        </p:scale>
        <p:origin x="12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8B11-6CFA-4813-B029-4171C94D2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F8786-270D-4B8D-A6F3-6AE21F212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DADEF-243B-4D45-AA7E-D1A64183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13BC3-4B14-4AE7-A542-B3F5A704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B6F77-3C7B-4E14-B837-BD9E9B58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1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D8F8-762E-40B0-81D9-F44D41AF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9C447-2FB1-46E6-90AD-568DCCE42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7FAED-E919-4762-A5ED-7BB99942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F99C6-80B4-47A6-B90F-8DF1302D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DFCE2-9F4E-4501-A67B-435979F16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6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05F0-1C71-4C57-9977-F8DAE17E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D46A5-989D-4A6C-9E6E-A65C9B0F9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78095-C9F0-4DAA-819A-25290D534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A176B-2247-4848-841E-AEEAF513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21865-3A7A-4777-BDD8-D8746578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D337-8877-4091-B5A2-0A9D818D8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153AB-BF6F-4002-97AA-D4F2517DC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D40D5-0A90-4952-91D1-C6808E2C0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23F4A-18CF-4D78-AE08-A3865A91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90E80-36D1-4606-832B-976FD610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367EC-FE61-45AA-8C96-2B5D2138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12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2AF47-151E-4534-89C0-A8705E7F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B619E-BB99-4677-AF33-A9155311D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BE55A-041A-4469-B363-A79FD65BE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169328-0DDC-4ABB-B72E-D575ACF37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B562C-D6EA-46A6-83EC-6FA0ACA79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3E3FAE-4EDE-41C9-BC2F-8826C48F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24C38-8F84-405A-BC6F-85F35736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3BDA6-E2D3-43D8-9324-D0DD2825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0700-4EB5-420E-A9AA-2622F89A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0A9218-18D9-4CBE-A5C1-DF40BA7B2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97C61-4AEC-4618-A540-48B1BD10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466B6-9200-446E-9598-A0FD7E03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5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14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DD12-DCAF-47EB-A78D-9F1C63AEE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7A4A9-D21A-4D05-BE06-D07F3438A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018A8-2520-47D6-845B-E5BAF7AA0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65723-E09C-4198-9484-A32E65C7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E60BA-01CC-4C87-B590-DB2967C54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5F6E7-6B81-491B-B428-1511597B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0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B7ABA-D453-4DBA-8053-32D98698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4C46B-FBAA-4EE5-8D74-EAA19E675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BE4AD-D267-462C-9312-5BB942DB1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36B66-02B3-4CC8-BE1C-70E24956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D032A-4241-4407-9D52-FA16D127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2EC60-32F4-4C9D-8F16-E1F6FB20A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0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4DCAD-F14B-4069-8782-CBB8BB6C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CA048-B16B-4F79-9A6B-1F9B7D7B8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69B0F-3C20-45CE-B418-C4C7BBC27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DE6D-CD98-44F0-843A-929F64D0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E3159-D10B-4C23-AE36-DA537EC9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8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823F9-9472-48C5-BB9C-55C9A59D7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85CAD-B4E4-46C9-A64A-5692C8FB9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D8D16-919B-4911-9A67-0BD8C2DA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08621-0141-4470-8955-A6778644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E4D34-D218-4D2E-86B7-00CEB426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0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80F36-F948-486F-8BAF-EC3ED711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6BC97-7BFE-4E82-998C-914146FEE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4A055-E16D-41BD-AF55-B92586BA0C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1D45D-B824-41F6-A177-91459DD050E1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1AEBC-404E-44ED-97F5-80FEA9591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4D4ED-6C65-46D6-81FF-615D412E8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56179-D1BE-4368-869B-267F2EB5153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6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slideLayout" Target="../slideLayouts/slideLayout7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TLSHAPE_SL_8911bceb679441adb3756a794b682f31_BackgroundRectangle">
            <a:extLst>
              <a:ext uri="{FF2B5EF4-FFF2-40B4-BE49-F238E27FC236}">
                <a16:creationId xmlns:a16="http://schemas.microsoft.com/office/drawing/2014/main" id="{5A1C57ED-8145-1CDC-A512-E25B0F63D91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71852" y="5473403"/>
            <a:ext cx="9729430" cy="1169407"/>
          </a:xfrm>
          <a:prstGeom prst="rect">
            <a:avLst/>
          </a:prstGeom>
          <a:solidFill>
            <a:srgbClr val="EDCCCC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TLSHAPE_SL_8911bceb679441adb3756a794b682f31_BackgroundRectangle">
            <a:extLst>
              <a:ext uri="{FF2B5EF4-FFF2-40B4-BE49-F238E27FC236}">
                <a16:creationId xmlns:a16="http://schemas.microsoft.com/office/drawing/2014/main" id="{318A2883-3FF9-BA39-A511-B20826CE75D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11531" y="3752757"/>
            <a:ext cx="9004300" cy="15872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TLSHAPE_SL_79f05e8de72e4cc385fce875fa65517f_BackgroundRectangle">
            <a:extLst>
              <a:ext uri="{FF2B5EF4-FFF2-40B4-BE49-F238E27FC236}">
                <a16:creationId xmlns:a16="http://schemas.microsoft.com/office/drawing/2014/main" id="{3C4DEEDF-5F2D-4EBB-B3ED-1D676F7391C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11532" y="1277211"/>
            <a:ext cx="1691559" cy="94294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TLSHAPE_SL_8911bceb679441adb3756a794b682f31_BackgroundRectangle">
            <a:extLst>
              <a:ext uri="{FF2B5EF4-FFF2-40B4-BE49-F238E27FC236}">
                <a16:creationId xmlns:a16="http://schemas.microsoft.com/office/drawing/2014/main" id="{A01BF4FE-5FC6-49CF-8766-D1639130CAC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7595" y="2300196"/>
            <a:ext cx="3658012" cy="1297303"/>
          </a:xfrm>
          <a:prstGeom prst="rect">
            <a:avLst/>
          </a:prstGeom>
          <a:solidFill>
            <a:schemeClr val="accent6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D63FBF83-3ECB-4340-91E5-C6B27495F0A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05917" y="1090396"/>
            <a:ext cx="10736825" cy="278581"/>
          </a:xfrm>
          <a:prstGeom prst="round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OTLSHAPE_G_00000000000000000000000000000000_ShapeBelow0">
            <a:extLst>
              <a:ext uri="{FF2B5EF4-FFF2-40B4-BE49-F238E27FC236}">
                <a16:creationId xmlns:a16="http://schemas.microsoft.com/office/drawing/2014/main" id="{039554A7-6790-48F0-94DA-E4319F8B8615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1797959" y="1393559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8" name="OTLSHAPE_G_00000000000000000000000000000000_ShapeBelow1">
            <a:extLst>
              <a:ext uri="{FF2B5EF4-FFF2-40B4-BE49-F238E27FC236}">
                <a16:creationId xmlns:a16="http://schemas.microsoft.com/office/drawing/2014/main" id="{6D225C7A-A90B-4E39-9671-079B3B3213E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2603673" y="141814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OTLSHAPE_G_00000000000000000000000000000000_ShapeBelow2">
            <a:extLst>
              <a:ext uri="{FF2B5EF4-FFF2-40B4-BE49-F238E27FC236}">
                <a16:creationId xmlns:a16="http://schemas.microsoft.com/office/drawing/2014/main" id="{793D65A5-5BE5-4707-AFDD-F9C5B977E55E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flipH="1">
            <a:off x="3495715" y="1418140"/>
            <a:ext cx="0" cy="549628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0" name="OTLSHAPE_G_00000000000000000000000000000000_ShapeBelow3">
            <a:extLst>
              <a:ext uri="{FF2B5EF4-FFF2-40B4-BE49-F238E27FC236}">
                <a16:creationId xmlns:a16="http://schemas.microsoft.com/office/drawing/2014/main" id="{53A4A52A-F432-4D5A-9511-11A2135E846E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4358981" y="141814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6" name="OTLSHAPE_SLT_9ce940d97a4b4fe7ac0ca3b0352deccb_Shape">
            <a:extLst>
              <a:ext uri="{FF2B5EF4-FFF2-40B4-BE49-F238E27FC236}">
                <a16:creationId xmlns:a16="http://schemas.microsoft.com/office/drawing/2014/main" id="{565FABB2-73D6-4482-9DA2-E536F30A82B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00766" y="1487058"/>
            <a:ext cx="1728428" cy="281133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err="1">
                <a:cs typeface="Calibri"/>
              </a:rPr>
              <a:t>Eyec</a:t>
            </a:r>
            <a:r>
              <a:rPr lang="en-US" sz="1100" dirty="0">
                <a:cs typeface="Calibri"/>
              </a:rPr>
              <a:t> Dev (3.4.0)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702D68D6-BCEE-4CD6-A859-F8FEE9A0430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92321" y="1103918"/>
            <a:ext cx="498548" cy="36215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W23</a:t>
            </a:r>
            <a:endParaRPr lang="en-US" sz="1200" spc="-2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OTLSHAPE_TB_00000000000000000000000000000000_TimescaleInterval2">
            <a:extLst>
              <a:ext uri="{FF2B5EF4-FFF2-40B4-BE49-F238E27FC236}">
                <a16:creationId xmlns:a16="http://schemas.microsoft.com/office/drawing/2014/main" id="{A17A889C-AF6D-42C1-8D05-20E9BED2C07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070394" y="1140788"/>
            <a:ext cx="237673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W24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TLSHAPE_TB_00000000000000000000000000000000_TimescaleInterval3">
            <a:extLst>
              <a:ext uri="{FF2B5EF4-FFF2-40B4-BE49-F238E27FC236}">
                <a16:creationId xmlns:a16="http://schemas.microsoft.com/office/drawing/2014/main" id="{0664328E-1473-4111-93BA-CD26B24A80B7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839239" y="1140788"/>
            <a:ext cx="270374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W25</a:t>
            </a:r>
            <a:endParaRPr lang="fr-FR" dirty="0"/>
          </a:p>
        </p:txBody>
      </p:sp>
      <p:sp>
        <p:nvSpPr>
          <p:cNvPr id="11" name="OTLSHAPE_TB_00000000000000000000000000000000_TimescaleInterval4">
            <a:extLst>
              <a:ext uri="{FF2B5EF4-FFF2-40B4-BE49-F238E27FC236}">
                <a16:creationId xmlns:a16="http://schemas.microsoft.com/office/drawing/2014/main" id="{45870EA3-B0B6-458D-9DFE-2AA92AAFBE40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780441" y="1153078"/>
            <a:ext cx="235108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W26</a:t>
            </a:r>
            <a:endParaRPr lang="fr-FR" dirty="0"/>
          </a:p>
        </p:txBody>
      </p:sp>
      <p:sp>
        <p:nvSpPr>
          <p:cNvPr id="12" name="OTLSHAPE_TB_00000000000000000000000000000000_TimescaleInterval5">
            <a:extLst>
              <a:ext uri="{FF2B5EF4-FFF2-40B4-BE49-F238E27FC236}">
                <a16:creationId xmlns:a16="http://schemas.microsoft.com/office/drawing/2014/main" id="{C77FF8A0-EB15-459F-8D7C-D7C7E966148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692868" y="1140788"/>
            <a:ext cx="283518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W27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OTLSHAPE_TB_00000000000000000000000000000000_TimescaleInterval6">
            <a:extLst>
              <a:ext uri="{FF2B5EF4-FFF2-40B4-BE49-F238E27FC236}">
                <a16:creationId xmlns:a16="http://schemas.microsoft.com/office/drawing/2014/main" id="{44FB1FEC-6B05-4C2B-ADE0-DCA0A6867D6E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584910" y="1140788"/>
            <a:ext cx="222284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W28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OTLSHAPE_TB_00000000000000000000000000000000_TimescaleInterval7">
            <a:extLst>
              <a:ext uri="{FF2B5EF4-FFF2-40B4-BE49-F238E27FC236}">
                <a16:creationId xmlns:a16="http://schemas.microsoft.com/office/drawing/2014/main" id="{D785A5A7-BDB7-4BB4-8818-1933CDF03BC0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534208" y="1140788"/>
            <a:ext cx="170475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W29</a:t>
            </a:r>
            <a:endParaRPr lang="en-US" sz="1200" spc="-2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OTLSHAPE_TB_00000000000000000000000000000000_TimescaleInterval8">
            <a:extLst>
              <a:ext uri="{FF2B5EF4-FFF2-40B4-BE49-F238E27FC236}">
                <a16:creationId xmlns:a16="http://schemas.microsoft.com/office/drawing/2014/main" id="{CE6A966A-706B-484A-A6BC-E2FFC4BB5B28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7413959" y="1153078"/>
            <a:ext cx="254344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W30</a:t>
            </a:r>
            <a:endParaRPr lang="fr-FR" dirty="0"/>
          </a:p>
        </p:txBody>
      </p:sp>
      <p:sp>
        <p:nvSpPr>
          <p:cNvPr id="16" name="OTLSHAPE_TB_00000000000000000000000000000000_TimescaleInterval9">
            <a:extLst>
              <a:ext uri="{FF2B5EF4-FFF2-40B4-BE49-F238E27FC236}">
                <a16:creationId xmlns:a16="http://schemas.microsoft.com/office/drawing/2014/main" id="{F1FB3E25-1B4D-410C-8B09-983F0806CA87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8404324" y="1153078"/>
            <a:ext cx="239916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 dirty="0">
                <a:solidFill>
                  <a:schemeClr val="lt1"/>
                </a:solidFill>
                <a:latin typeface="Calibri"/>
                <a:cs typeface="Calibri"/>
              </a:rPr>
              <a:t>W31</a:t>
            </a:r>
            <a:endParaRPr lang="en-US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OTLSHAPE_TB_00000000000000000000000000000000_TimescaleInterval10">
            <a:extLst>
              <a:ext uri="{FF2B5EF4-FFF2-40B4-BE49-F238E27FC236}">
                <a16:creationId xmlns:a16="http://schemas.microsoft.com/office/drawing/2014/main" id="{B7DD6488-912F-42D7-B068-E78990AD1E3E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9304460" y="1140788"/>
            <a:ext cx="223438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 dirty="0">
                <a:solidFill>
                  <a:schemeClr val="lt1"/>
                </a:solidFill>
                <a:latin typeface="Calibri"/>
                <a:cs typeface="Calibri"/>
              </a:rPr>
              <a:t>W32</a:t>
            </a:r>
            <a:endParaRPr lang="fr-FR" dirty="0"/>
          </a:p>
        </p:txBody>
      </p:sp>
      <p:sp>
        <p:nvSpPr>
          <p:cNvPr id="18" name="OTLSHAPE_TB_00000000000000000000000000000000_TimescaleInterval11">
            <a:extLst>
              <a:ext uri="{FF2B5EF4-FFF2-40B4-BE49-F238E27FC236}">
                <a16:creationId xmlns:a16="http://schemas.microsoft.com/office/drawing/2014/main" id="{E69C1CAF-B0FF-4E74-BDDD-613033E6DACB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0196503" y="1140788"/>
            <a:ext cx="261654" cy="26383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 dirty="0">
                <a:solidFill>
                  <a:schemeClr val="lt1"/>
                </a:solidFill>
                <a:latin typeface="Calibri"/>
                <a:cs typeface="Calibri"/>
              </a:rPr>
              <a:t>W33</a:t>
            </a:r>
            <a:endParaRPr lang="en-US" sz="1200" spc="-20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OTLSHAPE_TB_00000000000000000000000000000000_TimescaleInterval12">
            <a:extLst>
              <a:ext uri="{FF2B5EF4-FFF2-40B4-BE49-F238E27FC236}">
                <a16:creationId xmlns:a16="http://schemas.microsoft.com/office/drawing/2014/main" id="{BD1E6707-9CF6-4681-83FB-0D3C21729A09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1072059" y="1128498"/>
            <a:ext cx="347856" cy="2761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 dirty="0">
                <a:solidFill>
                  <a:schemeClr val="lt1"/>
                </a:solidFill>
                <a:latin typeface="Calibri"/>
                <a:cs typeface="Calibri"/>
              </a:rPr>
              <a:t>W34</a:t>
            </a:r>
            <a:endParaRPr lang="fr-FR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DB2FF1F-063A-4956-AEC3-B0105D22CD44}"/>
              </a:ext>
            </a:extLst>
          </p:cNvPr>
          <p:cNvSpPr txBox="1"/>
          <p:nvPr/>
        </p:nvSpPr>
        <p:spPr>
          <a:xfrm>
            <a:off x="312362" y="-1999"/>
            <a:ext cx="1155498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b="1" dirty="0">
                <a:latin typeface="Segoe UI"/>
                <a:cs typeface="Segoe UI"/>
              </a:rPr>
              <a:t>Timeline to deliver "</a:t>
            </a:r>
            <a:r>
              <a:rPr lang="en-GB" sz="2000" b="1" dirty="0" err="1">
                <a:latin typeface="Segoe UI"/>
                <a:cs typeface="Segoe UI"/>
              </a:rPr>
              <a:t>Eyecloud</a:t>
            </a:r>
            <a:r>
              <a:rPr lang="en-GB" sz="2000" b="1" dirty="0">
                <a:latin typeface="Segoe UI"/>
                <a:cs typeface="Segoe UI"/>
              </a:rPr>
              <a:t> Document Search" Feature</a:t>
            </a:r>
          </a:p>
        </p:txBody>
      </p:sp>
      <p:sp>
        <p:nvSpPr>
          <p:cNvPr id="2" name="OTLSHAPE_SLT_9ce940d97a4b4fe7ac0ca3b0352deccb_Shape">
            <a:extLst>
              <a:ext uri="{FF2B5EF4-FFF2-40B4-BE49-F238E27FC236}">
                <a16:creationId xmlns:a16="http://schemas.microsoft.com/office/drawing/2014/main" id="{75D0FDDB-76DC-3F9E-27B0-024C0DC686E7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900765" y="1857688"/>
            <a:ext cx="1691558" cy="281132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cs typeface="Calibri"/>
              </a:rPr>
              <a:t>SSP Dev (R33)</a:t>
            </a:r>
            <a:endParaRPr lang="fr-FR" sz="1100">
              <a:cs typeface="Calibri"/>
            </a:endParaRPr>
          </a:p>
        </p:txBody>
      </p:sp>
      <p:sp>
        <p:nvSpPr>
          <p:cNvPr id="3" name="OTLSHAPE_SLT_9ce940d97a4b4fe7ac0ca3b0352deccb_Shape">
            <a:extLst>
              <a:ext uri="{FF2B5EF4-FFF2-40B4-BE49-F238E27FC236}">
                <a16:creationId xmlns:a16="http://schemas.microsoft.com/office/drawing/2014/main" id="{76049475-6376-3481-5E96-D0337655D994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732021" y="2817867"/>
            <a:ext cx="3535107" cy="256552"/>
          </a:xfrm>
          <a:prstGeom prst="homePlate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cs typeface="Calibri"/>
              </a:rPr>
              <a:t>SSP integration Test (R33)</a:t>
            </a:r>
            <a:endParaRPr lang="fr-FR" sz="1200" dirty="0">
              <a:cs typeface="Calibri"/>
            </a:endParaRPr>
          </a:p>
        </p:txBody>
      </p:sp>
      <p:sp>
        <p:nvSpPr>
          <p:cNvPr id="7" name="OTLSHAPE_SLT_9ce940d97a4b4fe7ac0ca3b0352deccb_Shape">
            <a:extLst>
              <a:ext uri="{FF2B5EF4-FFF2-40B4-BE49-F238E27FC236}">
                <a16:creationId xmlns:a16="http://schemas.microsoft.com/office/drawing/2014/main" id="{5F5D7417-05F6-B72F-3306-4DF8D566EAA6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732020" y="3200018"/>
            <a:ext cx="3535107" cy="256552"/>
          </a:xfrm>
          <a:prstGeom prst="homePlate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 err="1">
                <a:cs typeface="Calibri"/>
              </a:rPr>
              <a:t>Eyec</a:t>
            </a:r>
            <a:r>
              <a:rPr lang="en-US" sz="1050" dirty="0">
                <a:cs typeface="Calibri"/>
              </a:rPr>
              <a:t> integration Test (3.4.0)</a:t>
            </a:r>
            <a:endParaRPr lang="fr-FR" sz="1200" dirty="0">
              <a:cs typeface="Calibri"/>
            </a:endParaRPr>
          </a:p>
        </p:txBody>
      </p:sp>
      <p:cxnSp>
        <p:nvCxnSpPr>
          <p:cNvPr id="69" name="OTLSHAPE_G_00000000000000000000000000000000_ShapeBelow3">
            <a:extLst>
              <a:ext uri="{FF2B5EF4-FFF2-40B4-BE49-F238E27FC236}">
                <a16:creationId xmlns:a16="http://schemas.microsoft.com/office/drawing/2014/main" id="{30DB9022-EC26-41B1-DC68-2871CACDF4AC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>
          <a:xfrm>
            <a:off x="9926496" y="143043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0" name="OTLSHAPE_G_00000000000000000000000000000000_ShapeBelow3">
            <a:extLst>
              <a:ext uri="{FF2B5EF4-FFF2-40B4-BE49-F238E27FC236}">
                <a16:creationId xmlns:a16="http://schemas.microsoft.com/office/drawing/2014/main" id="{611C280A-15A8-0A5B-1511-5F440A3F9677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>
          <a:xfrm>
            <a:off x="6276271" y="1418139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1" name="OTLSHAPE_G_00000000000000000000000000000000_ShapeBelow3">
            <a:extLst>
              <a:ext uri="{FF2B5EF4-FFF2-40B4-BE49-F238E27FC236}">
                <a16:creationId xmlns:a16="http://schemas.microsoft.com/office/drawing/2014/main" id="{928E9F7F-2F16-672F-DD39-7891F5CA2F39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>
          <a:xfrm>
            <a:off x="7124303" y="144272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OTLSHAPE_G_00000000000000000000000000000000_ShapeBelow3">
            <a:extLst>
              <a:ext uri="{FF2B5EF4-FFF2-40B4-BE49-F238E27FC236}">
                <a16:creationId xmlns:a16="http://schemas.microsoft.com/office/drawing/2014/main" id="{1F7EE36D-85C9-8CD3-C784-055AF47020C3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>
          <a:xfrm>
            <a:off x="8082949" y="143043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3" name="OTLSHAPE_G_00000000000000000000000000000000_ShapeBelow3">
            <a:extLst>
              <a:ext uri="{FF2B5EF4-FFF2-40B4-BE49-F238E27FC236}">
                <a16:creationId xmlns:a16="http://schemas.microsoft.com/office/drawing/2014/main" id="{B973916E-59D0-7343-1789-8763C1D64C1E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>
          <a:xfrm>
            <a:off x="9029303" y="1467301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OTLSHAPE_G_00000000000000000000000000000000_ShapeBelow3">
            <a:extLst>
              <a:ext uri="{FF2B5EF4-FFF2-40B4-BE49-F238E27FC236}">
                <a16:creationId xmlns:a16="http://schemas.microsoft.com/office/drawing/2014/main" id="{58D7C7BA-6C6A-C461-C8EC-C70A30E0A9FF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5231594" y="1418140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7" name="OTLSHAPE_G_00000000000000000000000000000000_ShapeBelow3">
            <a:extLst>
              <a:ext uri="{FF2B5EF4-FFF2-40B4-BE49-F238E27FC236}">
                <a16:creationId xmlns:a16="http://schemas.microsoft.com/office/drawing/2014/main" id="{E5CACDBB-9728-5220-F865-B59DB27B6505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>
            <a:off x="10860562" y="1442721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OTLSHAPE_G_00000000000000000000000000000000_ShapeBelow3">
            <a:extLst>
              <a:ext uri="{FF2B5EF4-FFF2-40B4-BE49-F238E27FC236}">
                <a16:creationId xmlns:a16="http://schemas.microsoft.com/office/drawing/2014/main" id="{B9265590-35BC-B7D1-D38B-1CE55AB76132}"/>
              </a:ext>
            </a:extLst>
          </p:cNvPr>
          <p:cNvCxnSpPr>
            <a:cxnSpLocks/>
          </p:cNvCxnSpPr>
          <p:nvPr>
            <p:custDataLst>
              <p:tags r:id="rId34"/>
            </p:custDataLst>
          </p:nvPr>
        </p:nvCxnSpPr>
        <p:spPr>
          <a:xfrm>
            <a:off x="905400" y="1147752"/>
            <a:ext cx="0" cy="56314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0" name="OTLSHAPE_SLT_9ce940d97a4b4fe7ac0ca3b0352deccb_Shape">
            <a:extLst>
              <a:ext uri="{FF2B5EF4-FFF2-40B4-BE49-F238E27FC236}">
                <a16:creationId xmlns:a16="http://schemas.microsoft.com/office/drawing/2014/main" id="{67AD9980-0BD4-D18F-3807-A6654D96006C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6382247" y="4436734"/>
            <a:ext cx="3571976" cy="20739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cs typeface="Calibri"/>
              </a:rPr>
              <a:t>SSP  </a:t>
            </a:r>
            <a:r>
              <a:rPr lang="en-US" sz="1050" dirty="0" err="1">
                <a:cs typeface="Calibri"/>
              </a:rPr>
              <a:t>SupportTtest</a:t>
            </a:r>
            <a:r>
              <a:rPr lang="en-US" sz="1050" dirty="0">
                <a:cs typeface="Calibri"/>
              </a:rPr>
              <a:t>  (R33)</a:t>
            </a:r>
            <a:endParaRPr lang="fr-FR" sz="1200" dirty="0">
              <a:cs typeface="Calibri"/>
            </a:endParaRPr>
          </a:p>
        </p:txBody>
      </p:sp>
      <p:sp>
        <p:nvSpPr>
          <p:cNvPr id="81" name="OTLSHAPE_SLT_9ce940d97a4b4fe7ac0ca3b0352deccb_Shape">
            <a:extLst>
              <a:ext uri="{FF2B5EF4-FFF2-40B4-BE49-F238E27FC236}">
                <a16:creationId xmlns:a16="http://schemas.microsoft.com/office/drawing/2014/main" id="{197A7E14-DFBD-F49E-2A5F-5219EA85BB19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6382246" y="4769340"/>
            <a:ext cx="3571976" cy="20739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 err="1">
                <a:cs typeface="Calibri"/>
              </a:rPr>
              <a:t>Eyec</a:t>
            </a:r>
            <a:r>
              <a:rPr lang="en-US" sz="1050" dirty="0">
                <a:cs typeface="Calibri"/>
              </a:rPr>
              <a:t> Support Test (3.4.0)</a:t>
            </a:r>
            <a:endParaRPr lang="fr-FR" sz="1200" dirty="0">
              <a:cs typeface="Calibri"/>
            </a:endParaRPr>
          </a:p>
        </p:txBody>
      </p:sp>
      <p:sp>
        <p:nvSpPr>
          <p:cNvPr id="82" name="Organigramme : Décision 81">
            <a:extLst>
              <a:ext uri="{FF2B5EF4-FFF2-40B4-BE49-F238E27FC236}">
                <a16:creationId xmlns:a16="http://schemas.microsoft.com/office/drawing/2014/main" id="{91711CE8-5F64-3168-C1B4-467003A701EA}"/>
              </a:ext>
            </a:extLst>
          </p:cNvPr>
          <p:cNvSpPr/>
          <p:nvPr/>
        </p:nvSpPr>
        <p:spPr>
          <a:xfrm>
            <a:off x="2710015" y="2454148"/>
            <a:ext cx="172065" cy="172065"/>
          </a:xfrm>
          <a:prstGeom prst="flowChartDecisi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OTLSHAPE_SLT_9ce940d97a4b4fe7ac0ca3b0352deccb_Shape">
            <a:extLst>
              <a:ext uri="{FF2B5EF4-FFF2-40B4-BE49-F238E27FC236}">
                <a16:creationId xmlns:a16="http://schemas.microsoft.com/office/drawing/2014/main" id="{8A2A7B8B-3525-CF99-72FE-459165840225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1773376" y="4756282"/>
            <a:ext cx="855816" cy="281132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 dirty="0">
                <a:cs typeface="Calibri"/>
              </a:rPr>
              <a:t>SSP Pentest</a:t>
            </a:r>
            <a:endParaRPr lang="fr-FR" sz="900">
              <a:cs typeface="Calibri"/>
            </a:endParaRPr>
          </a:p>
        </p:txBody>
      </p:sp>
      <p:sp>
        <p:nvSpPr>
          <p:cNvPr id="90" name="Organigramme : Décision 89">
            <a:extLst>
              <a:ext uri="{FF2B5EF4-FFF2-40B4-BE49-F238E27FC236}">
                <a16:creationId xmlns:a16="http://schemas.microsoft.com/office/drawing/2014/main" id="{420E15C4-4D5D-F300-9330-573F49060775}"/>
              </a:ext>
            </a:extLst>
          </p:cNvPr>
          <p:cNvSpPr/>
          <p:nvPr/>
        </p:nvSpPr>
        <p:spPr>
          <a:xfrm>
            <a:off x="6298789" y="4171335"/>
            <a:ext cx="172065" cy="172065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OTLSHAPE_TB_00000000000000000000000000000000_TimescaleInterval1">
            <a:extLst>
              <a:ext uri="{FF2B5EF4-FFF2-40B4-BE49-F238E27FC236}">
                <a16:creationId xmlns:a16="http://schemas.microsoft.com/office/drawing/2014/main" id="{94758DA5-DFB9-1EE1-D818-01B774ECFF0A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1067739" y="563143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3rd of June</a:t>
            </a:r>
            <a:endParaRPr lang="en-US" sz="1050" spc="-2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Organigramme : Décision 99">
            <a:extLst>
              <a:ext uri="{FF2B5EF4-FFF2-40B4-BE49-F238E27FC236}">
                <a16:creationId xmlns:a16="http://schemas.microsoft.com/office/drawing/2014/main" id="{20694B98-2EF9-4D1A-FB3E-B63500AEF9AE}"/>
              </a:ext>
            </a:extLst>
          </p:cNvPr>
          <p:cNvSpPr/>
          <p:nvPr/>
        </p:nvSpPr>
        <p:spPr>
          <a:xfrm>
            <a:off x="1259755" y="865237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OTLSHAPE_TB_00000000000000000000000000000000_TimescaleInterval1">
            <a:extLst>
              <a:ext uri="{FF2B5EF4-FFF2-40B4-BE49-F238E27FC236}">
                <a16:creationId xmlns:a16="http://schemas.microsoft.com/office/drawing/2014/main" id="{46DC83A7-1718-61F4-1C83-CF005A2E948D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1842029" y="599245"/>
            <a:ext cx="719772" cy="27612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10th of June</a:t>
            </a:r>
          </a:p>
        </p:txBody>
      </p:sp>
      <p:sp>
        <p:nvSpPr>
          <p:cNvPr id="103" name="Organigramme : Décision 102">
            <a:extLst>
              <a:ext uri="{FF2B5EF4-FFF2-40B4-BE49-F238E27FC236}">
                <a16:creationId xmlns:a16="http://schemas.microsoft.com/office/drawing/2014/main" id="{9D05D425-8992-55C4-FD85-7D039C7C5259}"/>
              </a:ext>
            </a:extLst>
          </p:cNvPr>
          <p:cNvSpPr/>
          <p:nvPr/>
        </p:nvSpPr>
        <p:spPr>
          <a:xfrm>
            <a:off x="2107787" y="865236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OTLSHAPE_TB_00000000000000000000000000000000_TimescaleInterval1">
            <a:extLst>
              <a:ext uri="{FF2B5EF4-FFF2-40B4-BE49-F238E27FC236}">
                <a16:creationId xmlns:a16="http://schemas.microsoft.com/office/drawing/2014/main" id="{0A049A09-8681-6B7A-66FB-02E70C1309C5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2689596" y="567569"/>
            <a:ext cx="716062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  17th of June</a:t>
            </a:r>
          </a:p>
        </p:txBody>
      </p:sp>
      <p:sp>
        <p:nvSpPr>
          <p:cNvPr id="106" name="Organigramme : Décision 105">
            <a:extLst>
              <a:ext uri="{FF2B5EF4-FFF2-40B4-BE49-F238E27FC236}">
                <a16:creationId xmlns:a16="http://schemas.microsoft.com/office/drawing/2014/main" id="{96148415-4FED-F3A0-C051-2305F7AA49DC}"/>
              </a:ext>
            </a:extLst>
          </p:cNvPr>
          <p:cNvSpPr/>
          <p:nvPr/>
        </p:nvSpPr>
        <p:spPr>
          <a:xfrm>
            <a:off x="2968109" y="877525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OTLSHAPE_TB_00000000000000000000000000000000_TimescaleInterval1">
            <a:extLst>
              <a:ext uri="{FF2B5EF4-FFF2-40B4-BE49-F238E27FC236}">
                <a16:creationId xmlns:a16="http://schemas.microsoft.com/office/drawing/2014/main" id="{741AF407-873E-F57B-A203-C07CCA6E3D47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3589940" y="617265"/>
            <a:ext cx="715164" cy="38711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24th of June</a:t>
            </a:r>
          </a:p>
        </p:txBody>
      </p:sp>
      <p:sp>
        <p:nvSpPr>
          <p:cNvPr id="110" name="Organigramme : Décision 109">
            <a:extLst>
              <a:ext uri="{FF2B5EF4-FFF2-40B4-BE49-F238E27FC236}">
                <a16:creationId xmlns:a16="http://schemas.microsoft.com/office/drawing/2014/main" id="{38744992-D4A1-AA4C-9184-7F83AB25EE8D}"/>
              </a:ext>
            </a:extLst>
          </p:cNvPr>
          <p:cNvSpPr/>
          <p:nvPr/>
        </p:nvSpPr>
        <p:spPr>
          <a:xfrm>
            <a:off x="3840721" y="889814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OTLSHAPE_TB_00000000000000000000000000000000_TimescaleInterval1">
            <a:extLst>
              <a:ext uri="{FF2B5EF4-FFF2-40B4-BE49-F238E27FC236}">
                <a16:creationId xmlns:a16="http://schemas.microsoft.com/office/drawing/2014/main" id="{212BEB7B-BE10-42BF-515B-39EF4732DC11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4545897" y="548271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1st of July</a:t>
            </a:r>
          </a:p>
        </p:txBody>
      </p:sp>
      <p:sp>
        <p:nvSpPr>
          <p:cNvPr id="116" name="Organigramme : Décision 115">
            <a:extLst>
              <a:ext uri="{FF2B5EF4-FFF2-40B4-BE49-F238E27FC236}">
                <a16:creationId xmlns:a16="http://schemas.microsoft.com/office/drawing/2014/main" id="{921D78B8-8834-3A39-7CB9-71ACD6D03ED0}"/>
              </a:ext>
            </a:extLst>
          </p:cNvPr>
          <p:cNvSpPr/>
          <p:nvPr/>
        </p:nvSpPr>
        <p:spPr>
          <a:xfrm>
            <a:off x="4676461" y="893988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OTLSHAPE_TB_00000000000000000000000000000000_TimescaleInterval1">
            <a:extLst>
              <a:ext uri="{FF2B5EF4-FFF2-40B4-BE49-F238E27FC236}">
                <a16:creationId xmlns:a16="http://schemas.microsoft.com/office/drawing/2014/main" id="{39C34633-C131-592B-B14D-238253C86D16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5461409" y="515831"/>
            <a:ext cx="572289" cy="399022"/>
          </a:xfrm>
          <a:prstGeom prst="rect">
            <a:avLst/>
          </a:prstGeom>
          <a:solidFill>
            <a:srgbClr val="00B050"/>
          </a:solidFill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8th of July</a:t>
            </a:r>
            <a:endParaRPr lang="en-US" sz="1050" spc="-2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2" name="Organigramme : Décision 121">
            <a:extLst>
              <a:ext uri="{FF2B5EF4-FFF2-40B4-BE49-F238E27FC236}">
                <a16:creationId xmlns:a16="http://schemas.microsoft.com/office/drawing/2014/main" id="{F33A0759-CD3A-79A7-224C-AB9CB0D063A6}"/>
              </a:ext>
            </a:extLst>
          </p:cNvPr>
          <p:cNvSpPr/>
          <p:nvPr/>
        </p:nvSpPr>
        <p:spPr>
          <a:xfrm>
            <a:off x="5610525" y="889812"/>
            <a:ext cx="172065" cy="172065"/>
          </a:xfrm>
          <a:prstGeom prst="flowChartExtra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OTLSHAPE_TB_00000000000000000000000000000000_TimescaleInterval1">
            <a:extLst>
              <a:ext uri="{FF2B5EF4-FFF2-40B4-BE49-F238E27FC236}">
                <a16:creationId xmlns:a16="http://schemas.microsoft.com/office/drawing/2014/main" id="{9E6560EB-72A8-C9FA-5FFF-A81B7051B611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6426314" y="600007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15th of July</a:t>
            </a:r>
            <a:endParaRPr lang="en-US" sz="1050" spc="-2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8" name="Organigramme : Décision 127">
            <a:extLst>
              <a:ext uri="{FF2B5EF4-FFF2-40B4-BE49-F238E27FC236}">
                <a16:creationId xmlns:a16="http://schemas.microsoft.com/office/drawing/2014/main" id="{8918912C-874F-E567-8255-AE9186E4EC07}"/>
              </a:ext>
            </a:extLst>
          </p:cNvPr>
          <p:cNvSpPr/>
          <p:nvPr/>
        </p:nvSpPr>
        <p:spPr>
          <a:xfrm>
            <a:off x="6618330" y="889811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OTLSHAPE_TB_00000000000000000000000000000000_TimescaleInterval1">
            <a:extLst>
              <a:ext uri="{FF2B5EF4-FFF2-40B4-BE49-F238E27FC236}">
                <a16:creationId xmlns:a16="http://schemas.microsoft.com/office/drawing/2014/main" id="{BD2E8E2E-DCBC-FB06-6342-0C27B5C51F71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7311216" y="612296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22nd of July</a:t>
            </a:r>
            <a:endParaRPr lang="en-US" sz="1050" spc="-2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0" name="Organigramme : Décision 129">
            <a:extLst>
              <a:ext uri="{FF2B5EF4-FFF2-40B4-BE49-F238E27FC236}">
                <a16:creationId xmlns:a16="http://schemas.microsoft.com/office/drawing/2014/main" id="{9AEF6F16-4F0E-C3B3-A3D6-7A24AAEB6437}"/>
              </a:ext>
            </a:extLst>
          </p:cNvPr>
          <p:cNvSpPr/>
          <p:nvPr/>
        </p:nvSpPr>
        <p:spPr>
          <a:xfrm>
            <a:off x="7503232" y="902100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OTLSHAPE_TB_00000000000000000000000000000000_TimescaleInterval1">
            <a:extLst>
              <a:ext uri="{FF2B5EF4-FFF2-40B4-BE49-F238E27FC236}">
                <a16:creationId xmlns:a16="http://schemas.microsoft.com/office/drawing/2014/main" id="{38F1DA67-CF3D-6265-601E-F6F85AA2648F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8331312" y="612295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29th of July</a:t>
            </a:r>
            <a:endParaRPr lang="en-US" sz="1050" spc="-2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rganigramme : Décision 131">
            <a:extLst>
              <a:ext uri="{FF2B5EF4-FFF2-40B4-BE49-F238E27FC236}">
                <a16:creationId xmlns:a16="http://schemas.microsoft.com/office/drawing/2014/main" id="{18D6F425-6475-9EE4-8E93-9D081D6FF709}"/>
              </a:ext>
            </a:extLst>
          </p:cNvPr>
          <p:cNvSpPr/>
          <p:nvPr/>
        </p:nvSpPr>
        <p:spPr>
          <a:xfrm>
            <a:off x="8523328" y="902099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3" name="OTLSHAPE_TB_00000000000000000000000000000000_TimescaleInterval1">
            <a:extLst>
              <a:ext uri="{FF2B5EF4-FFF2-40B4-BE49-F238E27FC236}">
                <a16:creationId xmlns:a16="http://schemas.microsoft.com/office/drawing/2014/main" id="{35CC0FBC-5116-6D4C-858C-A96274809B95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9228505" y="612294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5th of August</a:t>
            </a:r>
            <a:endParaRPr lang="en-US" sz="1050" spc="-2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6" name="Organigramme : Décision 135">
            <a:extLst>
              <a:ext uri="{FF2B5EF4-FFF2-40B4-BE49-F238E27FC236}">
                <a16:creationId xmlns:a16="http://schemas.microsoft.com/office/drawing/2014/main" id="{A03A95D9-F5E3-3985-DC3F-BB6BB0C5AEFA}"/>
              </a:ext>
            </a:extLst>
          </p:cNvPr>
          <p:cNvSpPr/>
          <p:nvPr/>
        </p:nvSpPr>
        <p:spPr>
          <a:xfrm>
            <a:off x="9420521" y="902098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7" name="OTLSHAPE_TB_00000000000000000000000000000000_TimescaleInterval1">
            <a:extLst>
              <a:ext uri="{FF2B5EF4-FFF2-40B4-BE49-F238E27FC236}">
                <a16:creationId xmlns:a16="http://schemas.microsoft.com/office/drawing/2014/main" id="{8C872775-C326-7E48-4947-AE9AE5D48501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10088827" y="624584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12nd of August</a:t>
            </a:r>
            <a:endParaRPr lang="en-US" sz="1050" spc="-2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8" name="Organigramme : Décision 137">
            <a:extLst>
              <a:ext uri="{FF2B5EF4-FFF2-40B4-BE49-F238E27FC236}">
                <a16:creationId xmlns:a16="http://schemas.microsoft.com/office/drawing/2014/main" id="{52406C16-1946-9993-13C2-373F8271095C}"/>
              </a:ext>
            </a:extLst>
          </p:cNvPr>
          <p:cNvSpPr/>
          <p:nvPr/>
        </p:nvSpPr>
        <p:spPr>
          <a:xfrm>
            <a:off x="10280843" y="914387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OTLSHAPE_TB_00000000000000000000000000000000_TimescaleInterval1">
            <a:extLst>
              <a:ext uri="{FF2B5EF4-FFF2-40B4-BE49-F238E27FC236}">
                <a16:creationId xmlns:a16="http://schemas.microsoft.com/office/drawing/2014/main" id="{F4C3EF20-D20C-B963-8A59-2AB31557936E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10998310" y="612293"/>
            <a:ext cx="572289" cy="39902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050" spc="-20" dirty="0">
                <a:solidFill>
                  <a:srgbClr val="000000"/>
                </a:solidFill>
                <a:latin typeface="Calibri"/>
                <a:cs typeface="Calibri"/>
              </a:rPr>
              <a:t>19th of August</a:t>
            </a:r>
            <a:endParaRPr lang="en-US" sz="1050" spc="-2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0" name="Organigramme : Décision 139">
            <a:extLst>
              <a:ext uri="{FF2B5EF4-FFF2-40B4-BE49-F238E27FC236}">
                <a16:creationId xmlns:a16="http://schemas.microsoft.com/office/drawing/2014/main" id="{55A5E8EA-C4C4-9323-52E6-F3D0FFF55729}"/>
              </a:ext>
            </a:extLst>
          </p:cNvPr>
          <p:cNvSpPr/>
          <p:nvPr/>
        </p:nvSpPr>
        <p:spPr>
          <a:xfrm>
            <a:off x="11190326" y="902096"/>
            <a:ext cx="172065" cy="172065"/>
          </a:xfrm>
          <a:prstGeom prst="flowChartExtra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Organigramme : Décision 140">
            <a:extLst>
              <a:ext uri="{FF2B5EF4-FFF2-40B4-BE49-F238E27FC236}">
                <a16:creationId xmlns:a16="http://schemas.microsoft.com/office/drawing/2014/main" id="{5BA2D527-6D90-4C13-59B2-7B1D44CE93DE}"/>
              </a:ext>
            </a:extLst>
          </p:cNvPr>
          <p:cNvSpPr/>
          <p:nvPr/>
        </p:nvSpPr>
        <p:spPr>
          <a:xfrm>
            <a:off x="3827664" y="4124861"/>
            <a:ext cx="172065" cy="172065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FC3C19EF-0098-A4C6-8E33-E97934F7A8EC}"/>
              </a:ext>
            </a:extLst>
          </p:cNvPr>
          <p:cNvSpPr txBox="1"/>
          <p:nvPr/>
        </p:nvSpPr>
        <p:spPr>
          <a:xfrm>
            <a:off x="3704761" y="3923298"/>
            <a:ext cx="123149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800" dirty="0" err="1">
                <a:cs typeface="Calibri"/>
              </a:rPr>
              <a:t>Eyec</a:t>
            </a:r>
            <a:r>
              <a:rPr lang="fr-FR" sz="800" dirty="0">
                <a:cs typeface="Calibri"/>
              </a:rPr>
              <a:t> </a:t>
            </a:r>
            <a:r>
              <a:rPr lang="fr-FR" sz="800" dirty="0" err="1">
                <a:cs typeface="Calibri"/>
              </a:rPr>
              <a:t>MySql</a:t>
            </a:r>
            <a:r>
              <a:rPr lang="fr-FR" sz="800" dirty="0">
                <a:cs typeface="Calibri"/>
              </a:rPr>
              <a:t> 8.0</a:t>
            </a:r>
          </a:p>
        </p:txBody>
      </p:sp>
      <p:sp>
        <p:nvSpPr>
          <p:cNvPr id="149" name="OTLSHAPE_SLT_9ce940d97a4b4fe7ac0ca3b0352deccb_Shape">
            <a:extLst>
              <a:ext uri="{FF2B5EF4-FFF2-40B4-BE49-F238E27FC236}">
                <a16:creationId xmlns:a16="http://schemas.microsoft.com/office/drawing/2014/main" id="{15B4F824-AF95-FBEB-94DE-F4E536BF9A06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2645987" y="5002086"/>
            <a:ext cx="855816" cy="281132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dirty="0" err="1">
                <a:cs typeface="Calibri"/>
              </a:rPr>
              <a:t>Eyec</a:t>
            </a:r>
            <a:r>
              <a:rPr lang="en-US" sz="1000" dirty="0">
                <a:cs typeface="Calibri"/>
              </a:rPr>
              <a:t> DRP</a:t>
            </a:r>
          </a:p>
        </p:txBody>
      </p:sp>
      <p:sp>
        <p:nvSpPr>
          <p:cNvPr id="153" name="Organigramme : Décision 152">
            <a:extLst>
              <a:ext uri="{FF2B5EF4-FFF2-40B4-BE49-F238E27FC236}">
                <a16:creationId xmlns:a16="http://schemas.microsoft.com/office/drawing/2014/main" id="{35668028-B8C3-0B6E-5460-1B13A8AC34CC}"/>
              </a:ext>
            </a:extLst>
          </p:cNvPr>
          <p:cNvSpPr/>
          <p:nvPr/>
        </p:nvSpPr>
        <p:spPr>
          <a:xfrm>
            <a:off x="3189335" y="4613785"/>
            <a:ext cx="172065" cy="172065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Organigramme : Décision 155">
            <a:extLst>
              <a:ext uri="{FF2B5EF4-FFF2-40B4-BE49-F238E27FC236}">
                <a16:creationId xmlns:a16="http://schemas.microsoft.com/office/drawing/2014/main" id="{69B948AC-478C-C341-D9AB-B5F934EC5D26}"/>
              </a:ext>
            </a:extLst>
          </p:cNvPr>
          <p:cNvSpPr/>
          <p:nvPr/>
        </p:nvSpPr>
        <p:spPr>
          <a:xfrm>
            <a:off x="10969111" y="5805947"/>
            <a:ext cx="172065" cy="172065"/>
          </a:xfrm>
          <a:prstGeom prst="flowChartDecision">
            <a:avLst/>
          </a:prstGeom>
          <a:solidFill>
            <a:srgbClr val="D175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5A14DFE4-66BF-7B9C-D52A-2F3D722EBF9F}"/>
              </a:ext>
            </a:extLst>
          </p:cNvPr>
          <p:cNvSpPr txBox="1"/>
          <p:nvPr/>
        </p:nvSpPr>
        <p:spPr>
          <a:xfrm>
            <a:off x="2879390" y="2314034"/>
            <a:ext cx="7398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800" dirty="0" err="1">
                <a:cs typeface="Calibri"/>
              </a:rPr>
              <a:t>Deployment</a:t>
            </a:r>
            <a:r>
              <a:rPr lang="fr-FR" sz="800" dirty="0">
                <a:cs typeface="Calibri"/>
              </a:rPr>
              <a:t> on QUA (R33 &amp; 3.4.0)</a:t>
            </a:r>
          </a:p>
        </p:txBody>
      </p:sp>
      <p:sp>
        <p:nvSpPr>
          <p:cNvPr id="162" name="OTLSHAPE_SL_8911bceb679441adb3756a794b682f31_BackgroundRectangle">
            <a:extLst>
              <a:ext uri="{FF2B5EF4-FFF2-40B4-BE49-F238E27FC236}">
                <a16:creationId xmlns:a16="http://schemas.microsoft.com/office/drawing/2014/main" id="{71F9B728-84DC-04BD-F89E-E327F44B6581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76171" y="1390327"/>
            <a:ext cx="769402" cy="83987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rgbClr val="000000"/>
                </a:solidFill>
                <a:cs typeface="Calibri"/>
              </a:rPr>
              <a:t>DEV/TIN</a:t>
            </a:r>
            <a:endParaRPr lang="en-US" sz="1100" b="1">
              <a:solidFill>
                <a:srgbClr val="000000"/>
              </a:solidFill>
              <a:cs typeface="Calibri"/>
            </a:endParaRPr>
          </a:p>
        </p:txBody>
      </p:sp>
      <p:sp>
        <p:nvSpPr>
          <p:cNvPr id="164" name="OTLSHAPE_SL_8911bceb679441adb3756a794b682f31_BackgroundRectangle">
            <a:extLst>
              <a:ext uri="{FF2B5EF4-FFF2-40B4-BE49-F238E27FC236}">
                <a16:creationId xmlns:a16="http://schemas.microsoft.com/office/drawing/2014/main" id="{8002EF12-DE16-02BE-8432-2FEA3026FDDC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75787" y="2302501"/>
            <a:ext cx="757495" cy="1341468"/>
          </a:xfrm>
          <a:prstGeom prst="rect">
            <a:avLst/>
          </a:prstGeom>
          <a:solidFill>
            <a:schemeClr val="accent6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QUA</a:t>
            </a:r>
            <a:endParaRPr lang="fr-FR" b="1">
              <a:solidFill>
                <a:schemeClr val="tx1"/>
              </a:solidFill>
              <a:cs typeface="Calibri"/>
            </a:endParaRPr>
          </a:p>
        </p:txBody>
      </p:sp>
      <p:sp>
        <p:nvSpPr>
          <p:cNvPr id="165" name="OTLSHAPE_SL_8911bceb679441adb3756a794b682f31_BackgroundRectangle">
            <a:extLst>
              <a:ext uri="{FF2B5EF4-FFF2-40B4-BE49-F238E27FC236}">
                <a16:creationId xmlns:a16="http://schemas.microsoft.com/office/drawing/2014/main" id="{7E01BAD0-01FB-27A2-CC08-F92DB33F0282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75786" y="3752757"/>
            <a:ext cx="757495" cy="15872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PPR</a:t>
            </a:r>
            <a:endParaRPr lang="fr-FR" b="1" dirty="0">
              <a:solidFill>
                <a:srgbClr val="000000"/>
              </a:solidFill>
            </a:endParaRPr>
          </a:p>
        </p:txBody>
      </p:sp>
      <p:sp>
        <p:nvSpPr>
          <p:cNvPr id="168" name="OTLSHAPE_SL_8911bceb679441adb3756a794b682f31_BackgroundRectangle">
            <a:extLst>
              <a:ext uri="{FF2B5EF4-FFF2-40B4-BE49-F238E27FC236}">
                <a16:creationId xmlns:a16="http://schemas.microsoft.com/office/drawing/2014/main" id="{93296F58-EC2D-61F2-755B-2B9AB2CDDD55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88075" y="5473402"/>
            <a:ext cx="757495" cy="1157117"/>
          </a:xfrm>
          <a:prstGeom prst="rect">
            <a:avLst/>
          </a:prstGeom>
          <a:solidFill>
            <a:srgbClr val="EDCCCC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PRD</a:t>
            </a:r>
            <a:endParaRPr lang="fr-FR" b="1" dirty="0">
              <a:solidFill>
                <a:srgbClr val="000000"/>
              </a:solidFill>
            </a:endParaRPr>
          </a:p>
        </p:txBody>
      </p:sp>
      <p:sp>
        <p:nvSpPr>
          <p:cNvPr id="172" name="Organigramme : Décision 171">
            <a:extLst>
              <a:ext uri="{FF2B5EF4-FFF2-40B4-BE49-F238E27FC236}">
                <a16:creationId xmlns:a16="http://schemas.microsoft.com/office/drawing/2014/main" id="{2713B0E3-1DD1-9882-5389-5360671FD2B8}"/>
              </a:ext>
            </a:extLst>
          </p:cNvPr>
          <p:cNvSpPr/>
          <p:nvPr/>
        </p:nvSpPr>
        <p:spPr>
          <a:xfrm>
            <a:off x="3742400" y="5953430"/>
            <a:ext cx="172065" cy="172065"/>
          </a:xfrm>
          <a:prstGeom prst="flowChartDecision">
            <a:avLst/>
          </a:prstGeom>
          <a:solidFill>
            <a:srgbClr val="D175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3" name="ZoneTexte 156">
            <a:extLst>
              <a:ext uri="{FF2B5EF4-FFF2-40B4-BE49-F238E27FC236}">
                <a16:creationId xmlns:a16="http://schemas.microsoft.com/office/drawing/2014/main" id="{CFBF3BCE-8DEB-B133-860B-14CC527A987A}"/>
              </a:ext>
            </a:extLst>
          </p:cNvPr>
          <p:cNvSpPr txBox="1"/>
          <p:nvPr/>
        </p:nvSpPr>
        <p:spPr>
          <a:xfrm>
            <a:off x="3594917" y="5641255"/>
            <a:ext cx="1231491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 err="1">
                <a:cs typeface="Calibri"/>
              </a:rPr>
              <a:t>Deployment</a:t>
            </a:r>
            <a:r>
              <a:rPr lang="fr-FR" sz="800" dirty="0">
                <a:cs typeface="Calibri"/>
              </a:rPr>
              <a:t> on PRD (R32)</a:t>
            </a:r>
          </a:p>
        </p:txBody>
      </p:sp>
      <p:sp>
        <p:nvSpPr>
          <p:cNvPr id="176" name="ZoneTexte 175">
            <a:extLst>
              <a:ext uri="{FF2B5EF4-FFF2-40B4-BE49-F238E27FC236}">
                <a16:creationId xmlns:a16="http://schemas.microsoft.com/office/drawing/2014/main" id="{7BE85539-2FA3-022F-059F-11B2FE46F6BB}"/>
              </a:ext>
            </a:extLst>
          </p:cNvPr>
          <p:cNvSpPr txBox="1"/>
          <p:nvPr/>
        </p:nvSpPr>
        <p:spPr>
          <a:xfrm>
            <a:off x="6175884" y="3871447"/>
            <a:ext cx="92423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800" dirty="0" err="1">
                <a:cs typeface="Calibri"/>
              </a:rPr>
              <a:t>Deployment</a:t>
            </a:r>
            <a:r>
              <a:rPr lang="fr-FR" sz="800" dirty="0">
                <a:cs typeface="Calibri"/>
              </a:rPr>
              <a:t> on PPR (R33 &amp; 3.4.0)</a:t>
            </a:r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30CB5143-C409-3A76-6D8F-C49D54C7F45C}"/>
              </a:ext>
            </a:extLst>
          </p:cNvPr>
          <p:cNvSpPr txBox="1"/>
          <p:nvPr/>
        </p:nvSpPr>
        <p:spPr>
          <a:xfrm>
            <a:off x="10809335" y="5542930"/>
            <a:ext cx="139126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800" dirty="0" err="1">
                <a:cs typeface="Calibri"/>
              </a:rPr>
              <a:t>Deployment</a:t>
            </a:r>
            <a:r>
              <a:rPr lang="fr-FR" sz="800" dirty="0">
                <a:cs typeface="Calibri"/>
              </a:rPr>
              <a:t> on PRD (R33 &amp; 3.4.0)</a:t>
            </a:r>
          </a:p>
        </p:txBody>
      </p:sp>
      <p:sp>
        <p:nvSpPr>
          <p:cNvPr id="5" name="Organigramme : Décision 4">
            <a:extLst>
              <a:ext uri="{FF2B5EF4-FFF2-40B4-BE49-F238E27FC236}">
                <a16:creationId xmlns:a16="http://schemas.microsoft.com/office/drawing/2014/main" id="{E478DD2B-4600-8413-A282-2F656EF03B2C}"/>
              </a:ext>
            </a:extLst>
          </p:cNvPr>
          <p:cNvSpPr/>
          <p:nvPr/>
        </p:nvSpPr>
        <p:spPr>
          <a:xfrm>
            <a:off x="1911141" y="5732203"/>
            <a:ext cx="172065" cy="172065"/>
          </a:xfrm>
          <a:prstGeom prst="flowChartDecision">
            <a:avLst/>
          </a:prstGeom>
          <a:solidFill>
            <a:srgbClr val="D175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156">
            <a:extLst>
              <a:ext uri="{FF2B5EF4-FFF2-40B4-BE49-F238E27FC236}">
                <a16:creationId xmlns:a16="http://schemas.microsoft.com/office/drawing/2014/main" id="{017F7DB6-6DD8-58F5-CF58-BA37A1FC6F5F}"/>
              </a:ext>
            </a:extLst>
          </p:cNvPr>
          <p:cNvSpPr txBox="1"/>
          <p:nvPr/>
        </p:nvSpPr>
        <p:spPr>
          <a:xfrm>
            <a:off x="1763657" y="5542931"/>
            <a:ext cx="1231491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 err="1">
                <a:cs typeface="Calibri"/>
              </a:rPr>
              <a:t>Eyec</a:t>
            </a:r>
            <a:r>
              <a:rPr lang="fr-FR" sz="800" dirty="0">
                <a:cs typeface="Calibri"/>
              </a:rPr>
              <a:t> Patch 2.8.6</a:t>
            </a:r>
          </a:p>
        </p:txBody>
      </p:sp>
      <p:sp>
        <p:nvSpPr>
          <p:cNvPr id="20" name="Organigramme : Décision 19">
            <a:extLst>
              <a:ext uri="{FF2B5EF4-FFF2-40B4-BE49-F238E27FC236}">
                <a16:creationId xmlns:a16="http://schemas.microsoft.com/office/drawing/2014/main" id="{52483671-8102-4C19-A8C6-320669D9DA12}"/>
              </a:ext>
            </a:extLst>
          </p:cNvPr>
          <p:cNvSpPr/>
          <p:nvPr/>
        </p:nvSpPr>
        <p:spPr>
          <a:xfrm>
            <a:off x="4479818" y="6334429"/>
            <a:ext cx="172065" cy="172065"/>
          </a:xfrm>
          <a:prstGeom prst="flowChartDecision">
            <a:avLst/>
          </a:prstGeom>
          <a:solidFill>
            <a:srgbClr val="D175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156">
            <a:extLst>
              <a:ext uri="{FF2B5EF4-FFF2-40B4-BE49-F238E27FC236}">
                <a16:creationId xmlns:a16="http://schemas.microsoft.com/office/drawing/2014/main" id="{E3BFF9EC-AA19-81A2-EA85-8F2FD8F3B78F}"/>
              </a:ext>
            </a:extLst>
          </p:cNvPr>
          <p:cNvSpPr txBox="1"/>
          <p:nvPr/>
        </p:nvSpPr>
        <p:spPr>
          <a:xfrm>
            <a:off x="4258592" y="6182027"/>
            <a:ext cx="1231491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 err="1">
                <a:cs typeface="Calibri"/>
              </a:rPr>
              <a:t>Eyec</a:t>
            </a:r>
            <a:r>
              <a:rPr lang="fr-FR" sz="800" dirty="0">
                <a:cs typeface="Calibri"/>
              </a:rPr>
              <a:t> RDS </a:t>
            </a:r>
            <a:r>
              <a:rPr lang="fr-FR" sz="800" dirty="0" err="1">
                <a:cs typeface="Calibri"/>
              </a:rPr>
              <a:t>Encryption</a:t>
            </a:r>
          </a:p>
        </p:txBody>
      </p:sp>
      <p:sp>
        <p:nvSpPr>
          <p:cNvPr id="22" name="ZoneTexte 153">
            <a:extLst>
              <a:ext uri="{FF2B5EF4-FFF2-40B4-BE49-F238E27FC236}">
                <a16:creationId xmlns:a16="http://schemas.microsoft.com/office/drawing/2014/main" id="{FECFBC0F-6C5E-42D3-5265-84E6204CAC7D}"/>
              </a:ext>
            </a:extLst>
          </p:cNvPr>
          <p:cNvSpPr txBox="1"/>
          <p:nvPr/>
        </p:nvSpPr>
        <p:spPr>
          <a:xfrm>
            <a:off x="2943530" y="4350769"/>
            <a:ext cx="789038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 err="1">
                <a:cs typeface="Calibri"/>
              </a:rPr>
              <a:t>Deployment</a:t>
            </a:r>
            <a:r>
              <a:rPr lang="fr-FR" sz="800" dirty="0">
                <a:cs typeface="Calibri"/>
              </a:rPr>
              <a:t> on PPR (R32)</a:t>
            </a:r>
          </a:p>
        </p:txBody>
      </p:sp>
      <p:sp>
        <p:nvSpPr>
          <p:cNvPr id="23" name="Organigramme : Décision 22">
            <a:extLst>
              <a:ext uri="{FF2B5EF4-FFF2-40B4-BE49-F238E27FC236}">
                <a16:creationId xmlns:a16="http://schemas.microsoft.com/office/drawing/2014/main" id="{BD4E496D-C749-7C64-BD1C-765708814851}"/>
              </a:ext>
            </a:extLst>
          </p:cNvPr>
          <p:cNvSpPr/>
          <p:nvPr/>
        </p:nvSpPr>
        <p:spPr>
          <a:xfrm>
            <a:off x="1087690" y="4367978"/>
            <a:ext cx="172065" cy="172065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FE8C3DB-C84D-73F7-94A9-CE232F1997D7}"/>
              </a:ext>
            </a:extLst>
          </p:cNvPr>
          <p:cNvSpPr txBox="1"/>
          <p:nvPr/>
        </p:nvSpPr>
        <p:spPr>
          <a:xfrm>
            <a:off x="817303" y="4141834"/>
            <a:ext cx="123149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800" dirty="0">
                <a:cs typeface="Calibri"/>
              </a:rPr>
              <a:t>New </a:t>
            </a:r>
            <a:r>
              <a:rPr lang="fr-FR" sz="800" dirty="0" err="1">
                <a:cs typeface="Calibri"/>
              </a:rPr>
              <a:t>DataSetAPi</a:t>
            </a:r>
            <a:r>
              <a:rPr lang="fr-FR" sz="800" dirty="0">
                <a:cs typeface="Calibri"/>
              </a:rPr>
              <a:t> ASG </a:t>
            </a:r>
            <a:endParaRPr lang="fr-FR" dirty="0"/>
          </a:p>
        </p:txBody>
      </p:sp>
      <p:sp>
        <p:nvSpPr>
          <p:cNvPr id="25" name="Organigramme : Décision 24">
            <a:extLst>
              <a:ext uri="{FF2B5EF4-FFF2-40B4-BE49-F238E27FC236}">
                <a16:creationId xmlns:a16="http://schemas.microsoft.com/office/drawing/2014/main" id="{913D8B7E-3F7C-5C8B-5B77-41A1319EB0AC}"/>
              </a:ext>
            </a:extLst>
          </p:cNvPr>
          <p:cNvSpPr/>
          <p:nvPr/>
        </p:nvSpPr>
        <p:spPr>
          <a:xfrm>
            <a:off x="1948012" y="6322139"/>
            <a:ext cx="172065" cy="172065"/>
          </a:xfrm>
          <a:prstGeom prst="flowChartDecision">
            <a:avLst/>
          </a:prstGeom>
          <a:solidFill>
            <a:srgbClr val="D175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D6DB6A6-D254-0A9B-930E-7390A6AF0D16}"/>
              </a:ext>
            </a:extLst>
          </p:cNvPr>
          <p:cNvSpPr txBox="1"/>
          <p:nvPr/>
        </p:nvSpPr>
        <p:spPr>
          <a:xfrm>
            <a:off x="1677625" y="6145156"/>
            <a:ext cx="123149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800" dirty="0">
                <a:cs typeface="Calibri"/>
              </a:rPr>
              <a:t>New </a:t>
            </a:r>
            <a:r>
              <a:rPr lang="fr-FR" sz="800" dirty="0" err="1">
                <a:cs typeface="Calibri"/>
              </a:rPr>
              <a:t>DataSetAPi</a:t>
            </a:r>
            <a:r>
              <a:rPr lang="fr-FR" sz="800" dirty="0">
                <a:cs typeface="Calibri"/>
              </a:rPr>
              <a:t> ASG </a:t>
            </a:r>
            <a:endParaRPr lang="fr-FR" dirty="0"/>
          </a:p>
        </p:txBody>
      </p:sp>
      <p:sp>
        <p:nvSpPr>
          <p:cNvPr id="27" name="Organigramme : Décision 26">
            <a:extLst>
              <a:ext uri="{FF2B5EF4-FFF2-40B4-BE49-F238E27FC236}">
                <a16:creationId xmlns:a16="http://schemas.microsoft.com/office/drawing/2014/main" id="{A77466A3-F379-C0C5-F975-3D218253F755}"/>
              </a:ext>
            </a:extLst>
          </p:cNvPr>
          <p:cNvSpPr/>
          <p:nvPr/>
        </p:nvSpPr>
        <p:spPr>
          <a:xfrm>
            <a:off x="7785914" y="6211524"/>
            <a:ext cx="172065" cy="172065"/>
          </a:xfrm>
          <a:prstGeom prst="flowChartDecision">
            <a:avLst/>
          </a:prstGeom>
          <a:solidFill>
            <a:srgbClr val="D175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156">
            <a:extLst>
              <a:ext uri="{FF2B5EF4-FFF2-40B4-BE49-F238E27FC236}">
                <a16:creationId xmlns:a16="http://schemas.microsoft.com/office/drawing/2014/main" id="{8DEE4774-F147-6D99-9D13-88EA7A75E280}"/>
              </a:ext>
            </a:extLst>
          </p:cNvPr>
          <p:cNvSpPr txBox="1"/>
          <p:nvPr/>
        </p:nvSpPr>
        <p:spPr>
          <a:xfrm>
            <a:off x="7306591" y="6034543"/>
            <a:ext cx="1231491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 err="1">
                <a:cs typeface="Calibri"/>
              </a:rPr>
              <a:t>Eyec</a:t>
            </a:r>
            <a:r>
              <a:rPr lang="fr-FR" sz="800" dirty="0">
                <a:cs typeface="Calibri"/>
              </a:rPr>
              <a:t> </a:t>
            </a:r>
            <a:r>
              <a:rPr lang="fr-FR" sz="800" dirty="0" err="1">
                <a:cs typeface="Calibri"/>
              </a:rPr>
              <a:t>MySql</a:t>
            </a:r>
            <a:r>
              <a:rPr lang="fr-FR" sz="800" dirty="0">
                <a:cs typeface="Calibri"/>
              </a:rPr>
              <a:t> 8.0</a:t>
            </a:r>
          </a:p>
        </p:txBody>
      </p:sp>
      <p:sp>
        <p:nvSpPr>
          <p:cNvPr id="29" name="Organigramme : Décision 28">
            <a:extLst>
              <a:ext uri="{FF2B5EF4-FFF2-40B4-BE49-F238E27FC236}">
                <a16:creationId xmlns:a16="http://schemas.microsoft.com/office/drawing/2014/main" id="{C288F2B0-F916-8192-9F0F-03AC9ECCE403}"/>
              </a:ext>
            </a:extLst>
          </p:cNvPr>
          <p:cNvSpPr/>
          <p:nvPr/>
        </p:nvSpPr>
        <p:spPr>
          <a:xfrm>
            <a:off x="7628459" y="5874353"/>
            <a:ext cx="172065" cy="172065"/>
          </a:xfrm>
          <a:prstGeom prst="flowChartDecision">
            <a:avLst/>
          </a:prstGeom>
          <a:solidFill>
            <a:srgbClr val="D175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156">
            <a:extLst>
              <a:ext uri="{FF2B5EF4-FFF2-40B4-BE49-F238E27FC236}">
                <a16:creationId xmlns:a16="http://schemas.microsoft.com/office/drawing/2014/main" id="{759F05FC-6B6E-AEF9-6EF4-2E6BB095146C}"/>
              </a:ext>
            </a:extLst>
          </p:cNvPr>
          <p:cNvSpPr txBox="1"/>
          <p:nvPr/>
        </p:nvSpPr>
        <p:spPr>
          <a:xfrm>
            <a:off x="7407233" y="5578177"/>
            <a:ext cx="1231491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dirty="0">
                <a:cs typeface="Calibri"/>
              </a:rPr>
              <a:t>SSP-</a:t>
            </a:r>
            <a:r>
              <a:rPr lang="fr-FR" sz="800" dirty="0" err="1">
                <a:cs typeface="Calibri"/>
              </a:rPr>
              <a:t>AuthZ</a:t>
            </a:r>
            <a:r>
              <a:rPr lang="fr-FR" sz="800" dirty="0">
                <a:cs typeface="Calibri"/>
              </a:rPr>
              <a:t> RDS </a:t>
            </a:r>
            <a:r>
              <a:rPr lang="fr-FR" sz="800" dirty="0" err="1">
                <a:cs typeface="Calibri"/>
              </a:rPr>
              <a:t>Encryption</a:t>
            </a:r>
            <a:endParaRPr lang="fr-FR" sz="800" dirty="0">
              <a:ea typeface="Calibri"/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63201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E5LTAxLTAxVDAwOjAwOjAwWiIsIkVuZERhdGUiOiIyMDE5LTAyLTI0VDExOjU5OjAwIiwiUGVyY2VudGFnZUNvbXBsZXRlIjpudWxsLCJTdHlsZSI6eyIkaWQiOiI3IiwiU2hhcGUiOjEsIlNoYXBlVGhpY2tuZXNzIjowLCJEdXJhdGlvbkZvcm1hdCI6MCwiSW5jbHVkZU5vbldvcmtpbmdEYXlzSW5EdXJhdGlvbiI6ZmFsc2UsIlBlcmNlbnRhZ2VDb21wbGV0ZVN0eWxlIjp7IiRpZCI6IjgiLCJGb250U2V0dGluZ3MiOnsiJGlkIjoiOSIsIkZvbnRTaXplIjoxMCwiRm9udE5hbWUiOiJDYWxpYnJpIiwiSXNCb2xkIjpmYWxzZSwiSXNJdGFsaWMiOmZhbHNlLCJJc1VuZGVybGluZWQiOmZhbHNlLCJQYXJlbnRTdHlsZSI6bnVsbH0sIkF1dG9TaXplIjowLCJGb3JlZ3JvdW5kIjp7IiRpZCI6IjEwIiwiQ29sb3IiOnsiJGlkIjoiMT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iIsIlRvcCI6MC4wLCJMZWZ0IjowLjAsIlJpZ2h0IjowLjAsIkJvdHRvbSI6MC4wfSwiUGFkZGluZyI6eyIkaWQiOiIxMyIsIlRvcCI6MC4wLCJMZWZ0IjowLjAsIlJpZ2h0IjowLjAsIkJvdHRvbSI6MC4wfSwiQmFja2dyb3VuZCI6eyIkaWQiOiIxNCIsIkNvbG9yIjp7IiRpZCI6IjE1IiwiQSI6ODksIlIiOjAsIkciOjAsIkIiOjB9fSwiSXNWaXNpYmxlIjp0cnVlLCJXaWR0aCI6MC4wLCJIZWlnaHQiOjAuMCwiQm9yZGVyU3R5bGUiOnsiJGlkIjoiMTYiLCJMaW5lQ29sb3IiOm51bGwsIkxpbmVXZWlnaHQiOjAuMCwiTGluZVR5cGUiOjAsIlBhcmVudFN0eWxlIjpudWxsfSwiUGFyZW50U3R5bGUiOm51bGx9LCJEdXJhdGlvblN0eWxlIjp7IiRpZCI6IjE3IiwiRm9udFNldHRpbmdzIjp7IiRpZCI6IjE4IiwiRm9udFNpemUiOjEwLCJGb250TmFtZSI6IkNhbGlicmkiLCJJc0JvbGQiOmZhbHNlLCJJc0l0YWxpYyI6ZmFsc2UsIklzVW5kZXJsaW5lZCI6ZmFsc2UsIlBhcmVudFN0eWxlIjpudWxsfSwiQXV0b1NpemUiOjAsIkZvcmVncm91bmQiOnsiJGlkIjoiMTkiLCJDb2xvciI6eyIkaWQiOiIy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xIiwiVG9wIjowLjAsIkxlZnQiOjAuMCwiUmlnaHQiOjAuMCwiQm90dG9tIjowLjB9LCJQYWRkaW5nIjp7IiRpZCI6IjIyIiwiVG9wIjowLjAsIkxlZnQiOjAuMCwiUmlnaHQiOjAuMCwiQm90dG9tIjowLjB9LCJCYWNrZ3JvdW5kIjp7IiRpZCI6IjIzIiwiQ29sb3IiOnsiJHJlZiI6IjE1In19LCJJc1Zpc2libGUiOnRydWUsIldpZHRoIjowLjAsIkhlaWdodCI6MC4wLCJCb3JkZXJTdHlsZSI6eyIkaWQiOiIyNCIsIkxpbmVDb2xvciI6bnVsbCwiTGluZVdlaWdodCI6MC4wLCJMaW5lVHlwZSI6MCwiUGFyZW50U3R5bGUiOm51bGx9LCJQYXJlbnRTdHlsZSI6bnVsbH0sIkhvcml6b250YWxDb25uZWN0b3JTdHlsZSI6eyIkaWQiOiIyNSIsIkxpbmVDb2xvciI6eyIkaWQiOiIyNiIsIiR0eXBlIjoiTkxSRS5Db21tb24uRG9tLlNvbGlkQ29sb3JCcnVzaCwgTkxSRS5Db21tb24iLCJDb2xvciI6eyIkaWQiOiIyNyIsIkEiOjI1NSwiUiI6MjA0LCJHIjoyMDQsIkIiOjIwNH19LCJMaW5lV2VpZ2h0IjoxLjAsIkxpbmVUeXBlIjowLCJQYXJlbnRTdHlsZSI6bnVsbH0sIlZlcnRpY2FsQ29ubmVjdG9yU3R5bGUiOnsiJGlkIjoiMjgiLCJMaW5lQ29sb3IiOnsiJGlkIjoiMjkiLCIkdHlwZSI6Ik5MUkUuQ29tbW9uLkRvbS5Tb2xpZENvbG9yQnJ1c2gsIE5MUkUuQ29tbW9uIiwiQ29sb3IiOnsiJGlkIjoiMzA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zMSIsIk1hcmdpbiI6eyIkaWQiOiIzMiIsIlRvcCI6MC4wLCJMZWZ0Ijo0LjAsIlJpZ2h0Ijo0LjAsIkJvdHRvbSI6MC4wfSwiUGFkZGluZyI6eyIkaWQiOiIzMyIsIlRvcCI6MC4wLCJMZWZ0IjowLjAsIlJpZ2h0IjowLjAsIkJvdHRvbSI6MC4wfSwiQmFja2dyb3VuZCI6eyIkaWQiOiIzNCIsIkNvbG9yIjp7IiRpZCI6IjM1IiwiQSI6MjU1LCJSIjo4MiwiRyI6MTQ3LCJCIjoyMDV9fSwiSXNWaXNpYmxlIjp0cnVlLCJXaWR0aCI6MC4wLCJIZWlnaHQiOjEzLjQyNjY2NjY2NjY2NjY3NywiQm9yZGVyU3R5bGUiOnsiJGlkIjoiMzYiLCJMaW5lQ29sb3IiOnsiJGlkIjoiMzciLCIkdHlwZSI6Ik5MUkUuQ29tbW9uLkRvbS5Tb2xpZENvbG9yQnJ1c2gsIE5MUkUuQ29tbW9uIiwiQ29sb3IiOnsiJGlkIjoiMzgiLCJBIjoyNTUsIlIiOjI1NSwiRyI6MCwiQiI6MH19LCJMaW5lV2VpZ2h0IjowLjAsIkxpbmVUeXBlIjowLCJQYXJlbnRTdHlsZSI6bnVsbH0sIlBhcmVudFN0eWxlIjpudWxsfSwiVGl0bGVTdHlsZSI6eyIkaWQiOiIzOSIsIkZvbnRTZXR0aW5ncyI6eyIkaWQiOiI0MCIsIkZvbnRTaXplIjoxMSwiRm9udE5hbWUiOiJDYWxpYnJpIiwiSXNCb2xkIjpmYWxzZSwiSXNJdGFsaWMiOmZhbHNlLCJJc1VuZGVybGluZWQiOmZhbHNlLCJQYXJlbnRTdHlsZSI6bnVsbH0sIkF1dG9TaXplIjoyLCJGb3JlZ3JvdW5kIjp7IiRpZCI6IjQxIiwiQ29sb3IiOnsiJGlkIjoiNDIiLCJBIjoyNTUsIlIiOjI1NSwiRyI6MjU1LCJCIjoyNTV9fSwiTWF4V2lkdGgiOjkwLjczLCJNYXhIZWlnaHQiOiJJbmZpbml0eSIsIlNtYXJ0Rm9yZWdyb3VuZElzQWN0aXZlIjpmYWxzZSwiSG9yaXpvbnRhbEFsaWdubWVudCI6MSwiVmVydGljYWxBbGlnbm1lbnQiOjAsIlNtYXJ0Rm9yZWdyb3VuZCI6bnVsbCwiQmFja2dyb3VuZEZpbGxUeXBlIjowLCJNYXJnaW4iOnsiJGlkIjoiNDMiLCJUb3AiOjAuMCwiTGVmdCI6MC4wLCJSaWdodCI6MC4wLCJCb3R0b20iOjAuMH0sIlBhZGRpbmciOnsiJGlkIjoiNDQiLCJUb3AiOjAuMCwiTGVmdCI6MC4wLCJSaWdodCI6MC4wLCJCb3R0b20iOjAuMH0sIkJhY2tncm91bmQiOnsiJGlkIjoiNDUiLCJDb2xvciI6eyIkcmVmIjoiMTUifX0sIklzVmlzaWJsZSI6dHJ1ZSwiV2lkdGgiOjAuMCwiSGVpZ2h0IjowLjAsIkJvcmRlclN0eWxlIjp7IiRpZCI6IjQ2IiwiTGluZUNvbG9yIjpudWxsLCJMaW5lV2VpZ2h0IjowLjAsIkxpbmVUeXBlIjowLCJQYXJlbnRTdHlsZSI6bnVsbH0sIlBhcmVudFN0eWxlIjpudWxsfSwiRGF0ZVN0eWxlIjp7IiRpZCI6IjQ3IiwiRm9udFNldHRpbmdzIjp7IiRpZCI6IjQ4IiwiRm9udFNpemUiOjEwLCJGb250TmFtZSI6IkNhbGlicmkiLCJJc0JvbGQiOmZhbHNlLCJJc0l0YWxpYyI6ZmFsc2UsIklzVW5kZXJsaW5lZCI6ZmFsc2UsIlBhcmVudFN0eWxlIjpudWxsfSwiQXV0b1NpemUiOjAsIkZvcmVncm91bmQiOnsiJGlkIjoiNDkiLCJDb2xvciI6eyIkaWQiOiI1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EiLCJUb3AiOjAuMCwiTGVmdCI6MC4wLCJSaWdodCI6MC4wLCJCb3R0b20iOjAuMH0sIlBhZGRpbmciOnsiJGlkIjoiNTIiLCJUb3AiOjAuMCwiTGVmdCI6MC4wLCJSaWdodCI6MC4wLCJCb3R0b20iOjAuMH0sIkJhY2tncm91bmQiOnsiJGlkIjoiNTMiLCJDb2xvciI6eyIkcmVmIjoiMTUifX0sIklzVmlzaWJsZSI6dHJ1ZSwiV2lkdGgiOjAuMCwiSGVpZ2h0IjowLjAsIkJvcmRlclN0eWxlIjp7IiRpZCI6IjU0IiwiTGluZUNvbG9yIjpudWxsLCJMaW5lV2VpZ2h0IjowLjAsIkxpbmVUeXBlIjowLCJQYXJlbnRTdHlsZSI6bnVsbH0sIlBhcmVudFN0eWxlIjpudWxsfSwiRGF0ZUZvcm1hdCI6eyIkaWQiOiI1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iIsIkZvcm1hdCI6MCwiSXNWaXNpYmxlIjpmYWxzZSwiTGFzdEtub3duVmlzaWJpbGl0eVN0YXRlIjpmYWxzZX0sIklzVmlzaWJsZSI6dHJ1ZSwiUGFyZW50U3R5bGUiOm51bGx9LCJJbmRleCI6NywiU21hcnREdXJhdGlvbkFjdGl2YXRlZCI6ZmFsc2UsIkRhdGVGb3JtYXQiOnsiJHJlZiI6IjU1In0sIldlZWtOdW1iZXJpbmciOnsiJGlkIjoiNTciLCJGb3JtYXQiOjAsIklzVmlzaWJsZSI6ZmFsc2UsIkxhc3RLbm93blZpc2liaWxpdHlTdGF0ZSI6ZmFsc2V9LCJJZCI6ImNiYzYwNTMyLTczNjctNDc0Mi05ODJlLTg1ZDU0Mjk3ODA2NCIsIkltcG9ydElkIjpudWxsLCJUaXRsZSI6IkFzc2VtYmxlIFJlc291cmNlcyIsIk5vdGUiOm51bGwsIkh5cGVybGluayI6eyIkaWQiOiI1OCIsIkFkZHJlc3MiOiIiLCJTdWJBZGRyZXNzIjoiIn0sIklzQ2hhbmdlZCI6ZmFsc2UsIklzTmV3IjpmYWxzZX19XSwiX21pbGVzdG9uZXMiOltdLCJJZCI6IjAwMDAwMDAwLTAwMDAtMDAwMC0wMDAwLTAwMDAwMDAwMDAwMCIsIklzU2luZ2xlSXRlbVJvdyI6dHJ1ZX0seyIkaWQiOiI1OSIsIl90YXNrcyI6W3siJGlkIjoiNjAiLCJfYXR0YWNoZWRNaWxlc3RvbmVzIjpbXSwiVGFza0RlZmluaXRpb24iOnsiJGlkIjoiNjEiLCJHcm91cE5hbWUiOm51bGwsIlN0YXJ0RGF0ZSI6IjIwMTktMDItMDFUMDA6MDA6MDBaIiwiRW5kRGF0ZSI6IjIwMTktMDMtMDdUMTE6NTk6MDAiLCJQZXJjZW50YWdlQ29tcGxldGUiOm51bGwsIlN0eWxlIjp7IiRpZCI6IjYyIiwiU2hhcGUiOjEsIlNoYXBlVGhpY2tuZXNzIjowLCJEdXJhdGlvbkZvcm1hdCI6MCwiSW5jbHVkZU5vbldvcmtpbmdEYXlzSW5EdXJhdGlvbiI6ZmFsc2UsIlBlcmNlbnRhZ2VDb21wbGV0ZVN0eWxlIjp7IiRpZCI6IjYzIiwiRm9udFNldHRpbmdzIjp7IiRpZCI6IjY0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Y1IiwiVG9wIjowLjAsIkxlZnQiOjAuMCwiUmlnaHQiOjAuMCwiQm90dG9tIjowLjB9LCJQYWRkaW5nIjp7IiRpZCI6IjY2IiwiVG9wIjowLjAsIkxlZnQiOjAuMCwiUmlnaHQiOjAuMCwiQm90dG9tIjowLjB9LCJCYWNrZ3JvdW5kIjp7IiRyZWYiOiIxNCJ9LCJJc1Zpc2libGUiOnRydWUsIldpZHRoIjowLjAsIkhlaWdodCI6MC4wLCJCb3JkZXJTdHlsZSI6eyIkaWQiOiI2NyIsIkxpbmVDb2xvciI6bnVsbCwiTGluZVdlaWdodCI6MC4wLCJMaW5lVHlwZSI6MCwiUGFyZW50U3R5bGUiOm51bGx9LCJQYXJlbnRTdHlsZSI6bnVsbH0sIkR1cmF0aW9uU3R5bGUiOnsiJGlkIjoiNjgiLCJGb250U2V0dGluZ3MiOnsiJGlkIjoiNjkiLCJGb250U2l6ZSI6MTAsIkZvbnROYW1lIjoiQ2FsaWJyaSIsIklzQm9sZCI6ZmFsc2UsIklzSXRhbGljIjpmYWxzZSwiSXNVbmRlcmxpbmVkIjpmYWxzZSwiUGFyZW50U3R5bGUiOm51bGx9LCJBdXRvU2l6ZSI6MCwiRm9yZWdyb3VuZCI6eyIkaWQiOiI3MCIsIkNvbG9yIjp7IiRyZWYiOiIyMCJ9fSwiTWF4V2lkdGgiOjIwMC4wLCJNYXhIZWlnaHQiOiJJbmZpbml0eSIsIlNtYXJ0Rm9yZWdyb3VuZElzQWN0aXZlIjpmYWxzZSwiSG9yaXpvbnRhbEFsaWdubWVudCI6MCwiVmVydGljYWxBbGlnbm1lbnQiOjAsIlNtYXJ0Rm9yZWdyb3VuZCI6bnVsbCwiQmFja2dyb3VuZEZpbGxUeXBlIjowLCJNYXJnaW4iOnsiJGlkIjoiNzEiLCJUb3AiOjAuMCwiTGVmdCI6MC4wLCJSaWdodCI6MC4wLCJCb3R0b20iOjAuMH0sIlBhZGRpbmciOnsiJGlkIjoiNzIiLCJUb3AiOjAuMCwiTGVmdCI6MC4wLCJSaWdodCI6MC4wLCJCb3R0b20iOjAuMH0sIkJhY2tncm91bmQiOnsiJHJlZiI6IjIzIn0sIklzVmlzaWJsZSI6dHJ1ZSwiV2lkdGgiOjAuMCwiSGVpZ2h0IjowLjAsIkJvcmRlclN0eWxlIjp7IiRpZCI6IjczIiwiTGluZUNvbG9yIjpudWxsLCJMaW5lV2VpZ2h0IjowLjAsIkxpbmVUeXBlIjowLCJQYXJlbnRTdHlsZSI6bnVsbH0sIlBhcmVudFN0eWxlIjpudWxsfSwiSG9yaXpvbnRhbENvbm5lY3RvclN0eWxlIjp7IiRpZCI6Ijc0IiwiTGluZUNvbG9yIjp7IiRyZWYiOiIyNiJ9LCJMaW5lV2VpZ2h0IjoxLjAsIkxpbmVUeXBlIjowLCJQYXJlbnRTdHlsZSI6bnVsbH0sIlZlcnRpY2FsQ29ubmVjdG9yU3R5bGUiOnsiJGlkIjoiNzU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zYiLCJNYXJnaW4iOnsiJGlkIjoiNzciLCJUb3AiOjAuMCwiTGVmdCI6NC4wLCJSaWdodCI6NC4wLCJCb3R0b20iOjAuMH0sIlBhZGRpbmciOnsiJGlkIjoiNzgiLCJUb3AiOjAuMCwiTGVmdCI6MC4wLCJSaWdodCI6MC4wLCJCb3R0b20iOjAuMH0sIkJhY2tncm91bmQiOnsiJGlkIjoiNzkiLCJDb2xvciI6eyIkaWQiOiI4MCIsIkEiOjI1NSwiUiI6ODIsIkciOjE0NywiQiI6MjA1fX0sIklzVmlzaWJsZSI6dHJ1ZSwiV2lkdGgiOjAuMCwiSGVpZ2h0IjoxMy40MjY2NjY2NjY2NjY2NzcsIkJvcmRlclN0eWxlIjp7IiRpZCI6IjgxIiwiTGluZUNvbG9yIjp7IiRyZWYiOiIzNyJ9LCJMaW5lV2VpZ2h0IjowLjAsIkxpbmVUeXBlIjowLCJQYXJlbnRTdHlsZSI6bnVsbH0sIlBhcmVudFN0eWxlIjpudWxsfSwiVGl0bGVTdHlsZSI6eyIkaWQiOiI4MiIsIkZvbnRTZXR0aW5ncyI6eyIkaWQiOiI4MyIsIkZvbnRTaXplIjoxMSwiRm9udE5hbWUiOiJDYWxpYnJpIiwiSXNCb2xkIjpmYWxzZSwiSXNJdGFsaWMiOmZhbHNlLCJJc1VuZGVybGluZWQiOmZhbHNlLCJQYXJlbnRTdHlsZSI6bnVsbH0sIkF1dG9TaXplIjoyLCJGb3JlZ3JvdW5kIjp7IiRpZCI6Ijg0IiwiQ29sb3IiOnsiJGlkIjoiODUiLCJBIjoyNTUsIlIiOjI1NSwiRyI6MjU1LCJCIjoyNTV9fSwiTWF4V2lkdGgiOjYzLjQ4MzMzMzMzMzMzMzMzNCwiTWF4SGVpZ2h0IjoiSW5maW5pdHkiLCJTbWFydEZvcmVncm91bmRJc0FjdGl2ZSI6ZmFsc2UsIkhvcml6b250YWxBbGlnbm1lbnQiOjE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yZWYiOiI0NSJ9LCJJc1Zpc2libGUiOnRydWUsIldpZHRoIjowLjAsIkhlaWdodCI6MC4wLCJCb3JkZXJTdHlsZSI6eyIkaWQiOiI4OCIsIkxpbmVDb2xvciI6bnVsbCwiTGluZVdlaWdodCI6MC4wLCJMaW5lVHlwZSI6MCwiUGFyZW50U3R5bGUiOm51bGx9LCJQYXJlbnRTdHlsZSI6bnVsbH0sIkRhdGVTdHlsZSI6eyIkaWQiOiI4OSIsIkZvbnRTZXR0aW5ncyI6eyIkaWQiOiI5MCIsIkZvbnRTaXplIjoxMCwiRm9udE5hbWUiOiJDYWxpYnJpIiwiSXNCb2xkIjpmYWxzZSwiSXNJdGFsaWMiOmZhbHNlLCJJc1VuZGVybGluZWQiOmZhbHNlLCJQYXJlbnRTdHlsZSI6bnVsbH0sIkF1dG9TaXplIjowLCJGb3JlZ3JvdW5kIjp7IiRpZCI6IjkxIiwiQ29sb3IiOnsiJGlkIjoiO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zIiwiVG9wIjowLjAsIkxlZnQiOjAuMCwiUmlnaHQiOjAuMCwiQm90dG9tIjowLjB9LCJQYWRkaW5nIjp7IiRpZCI6Ijk0IiwiVG9wIjowLjAsIkxlZnQiOjAuMCwiUmlnaHQiOjAuMCwiQm90dG9tIjowLjB9LCJCYWNrZ3JvdW5kIjp7IiRyZWYiOiI1MyJ9LCJJc1Zpc2libGUiOnRydWUsIldpZHRoIjowLjAsIkhlaWdodCI6MC4wLCJCb3JkZXJTdHlsZSI6eyIkaWQiOiI5NSIsIkxpbmVDb2xvciI6bnVsbCwiTGluZVdlaWdodCI6MC4wLCJMaW5lVHlwZSI6MCwiUGFyZW50U3R5bGUiOm51bGx9LCJQYXJlbnRTdHlsZSI6bnVsbH0sIkRhdGVGb3JtYXQiOnsiJGlkIjoiO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ciLCJGb3JtYXQiOjAsIklzVmlzaWJsZSI6ZmFsc2UsIkxhc3RLbm93blZpc2liaWxpdHlTdGF0ZSI6ZmFsc2V9LCJJc1Zpc2libGUiOnRydWUsIlBhcmVudFN0eWxlIjpudWxsfSwiSW5kZXgiOjgsIlNtYXJ0RHVyYXRpb25BY3RpdmF0ZWQiOmZhbHNlLCJEYXRlRm9ybWF0Ijp7IiRyZWYiOiI5NiJ9LCJXZWVrTnVtYmVyaW5nIjp7IiRpZCI6Ijk4IiwiRm9ybWF0IjowLCJJc1Zpc2libGUiOmZhbHNlLCJMYXN0S25vd25WaXNpYmlsaXR5U3RhdGUiOmZhbHNlfSwiSWQiOiI5Y2U5NDBkOS03YTRiLTRmZTctYWMwYy1hM2IwMzUyZGVjY2IiLCJJbXBvcnRJZCI6bnVsbCwiVGl0bGUiOiJXb3JraW5nIFBsYW5zIiwiTm90ZSI6bnVsbCwiSHlwZXJsaW5rIjp7IiRpZCI6Ijk5IiwiQWRkcmVzcyI6IiIsIlN1YkFkZHJlc3MiOiIifSwiSXNDaGFuZ2VkIjpmYWxzZSwiSXNOZXciOmZhbHNlfX1dLCJfbWlsZXN0b25lcyI6W10sIklkIjoiMDAwMDAwMDAtMDAwMC0wMDAwLTAwMDAtMDAwMDAwMDAwMDAwIiwiSXNTaW5nbGVJdGVtUm93Ijp0cnVlfSx7IiRpZCI6IjEwMCIsIl90YXNrcyI6W3siJGlkIjoiMTAxIiwiX2F0dGFjaGVkTWlsZXN0b25lcyI6W10sIlRhc2tEZWZpbml0aW9uIjp7IiRpZCI6IjEwMiIsIkdyb3VwTmFtZSI6bnVsbCwiU3RhcnREYXRlIjoiMjAxOS0wMy0wMVQwMDowMDowMFoiLCJFbmREYXRlIjoiMjAxOS0wNS0xNlQxMTo1OTowMCIsIlBlcmNlbnRhZ2VDb21wbGV0ZSI6bnVsbCwiU3R5bGUiOnsiJGlkIjoiMTAzIiwiU2hhcGUiOjEsIlNoYXBlVGhpY2tuZXNzIjowLCJEdXJhdGlvbkZvcm1hdCI6MCwiSW5jbHVkZU5vbldvcmtpbmdEYXlzSW5EdXJhdGlvbiI6ZmFsc2UsIlBlcmNlbnRhZ2VDb21wbGV0ZVN0eWxlIjp7IiRpZCI6IjEwNCIsIkZvbnRTZXR0aW5ncyI6eyIkaWQiOiIxMDU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A2IiwiVG9wIjowLjAsIkxlZnQiOjAuMCwiUmlnaHQiOjAuMCwiQm90dG9tIjowLjB9LCJQYWRkaW5nIjp7IiRpZCI6IjEwNyIsIlRvcCI6MC4wLCJMZWZ0IjowLjAsIlJpZ2h0IjowLjAsIkJvdHRvbSI6MC4wfSwiQmFja2dyb3VuZCI6eyIkcmVmIjoiMTQifSwiSXNWaXNpYmxlIjp0cnVlLCJXaWR0aCI6MC4wLCJIZWlnaHQiOjAuMCwiQm9yZGVyU3R5bGUiOnsiJGlkIjoiMTA4IiwiTGluZUNvbG9yIjpudWxsLCJMaW5lV2VpZ2h0IjowLjAsIkxpbmVUeXBlIjowLCJQYXJlbnRTdHlsZSI6bnVsbH0sIlBhcmVudFN0eWxlIjpudWxsfSwiRHVyYXRpb25TdHlsZSI6eyIkaWQiOiIxMDkiLCJGb250U2V0dGluZ3MiOnsiJGlkIjoiMTEwIiwiRm9udFNpemUiOjEwLCJGb250TmFtZSI6IkNhbGlicmkiLCJJc0JvbGQiOmZhbHNlLCJJc0l0YWxpYyI6ZmFsc2UsIklzVW5kZXJsaW5lZCI6ZmFsc2UsIlBhcmVudFN0eWxlIjpudWxsfSwiQXV0b1NpemUiOjAsIkZvcmVncm91bmQiOnsiJGlkIjoiMTExIiwiQ29sb3IiOnsiJHJlZiI6IjIwIn19LCJNYXhXaWR0aCI6MjAwLjAsIk1heEhlaWdodCI6IkluZmluaXR5IiwiU21hcnRGb3JlZ3JvdW5kSXNBY3RpdmUiOmZhbHNlLCJIb3Jpem9udGFsQWxpZ25tZW50IjowLCJWZXJ0aWNhbEFsaWdubWVudCI6MCwiU21hcnRGb3JlZ3JvdW5kIjpudWxsLCJCYWNrZ3JvdW5kRmlsbFR5cGUiOjAsIk1hcmdpbiI6eyIkaWQiOiIxMTIiLCJUb3AiOjAuMCwiTGVmdCI6MC4wLCJSaWdodCI6MC4wLCJCb3R0b20iOjAuMH0sIlBhZGRpbmciOnsiJGlkIjoiMTEzIiwiVG9wIjowLjAsIkxlZnQiOjAuMCwiUmlnaHQiOjAuMCwiQm90dG9tIjowLjB9LCJCYWNrZ3JvdW5kIjp7IiRyZWYiOiIyMyJ9LCJJc1Zpc2libGUiOnRydWUsIldpZHRoIjowLjAsIkhlaWdodCI6MC4wLCJCb3JkZXJTdHlsZSI6eyIkaWQiOiIxMTQiLCJMaW5lQ29sb3IiOm51bGwsIkxpbmVXZWlnaHQiOjAuMCwiTGluZVR5cGUiOjAsIlBhcmVudFN0eWxlIjpudWxsfSwiUGFyZW50U3R5bGUiOm51bGx9LCJIb3Jpem9udGFsQ29ubmVjdG9yU3R5bGUiOnsiJGlkIjoiMTE1IiwiTGluZUNvbG9yIjp7IiRyZWYiOiIyNiJ9LCJMaW5lV2VpZ2h0IjoxLjAsIkxpbmVUeXBlIjowLCJQYXJlbnRTdHlsZSI6bnVsbH0sIlZlcnRpY2FsQ29ubmVjdG9yU3R5bGUiOnsiJGlkIjoiMTE2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ODIsIkciOjE0NywiQiI6MjA1fX0sIklzVmlzaWJsZSI6dHJ1ZSwiV2lkdGgiOjAuMCwiSGVpZ2h0IjoxMy40MjY2NjY2NjY2NjY2NzcsIkJvcmRlclN0eWxlIjp7IiRpZCI6IjEyMiIsIkxpbmVDb2xvciI6eyIkcmVmIjoiMzcifSwiTGluZVdlaWdodCI6MC4wLCJMaW5lVHlwZSI6MCwiUGFyZW50U3R5bGUiOm51bGx9LCJQYXJlbnRTdHlsZSI6bnVsbH0sIlRpdGxlU3R5bGUiOnsiJGlkIjoiMTIzIiwiRm9udFNldHRpbmdzIjp7IiRpZCI6IjEyNCIsIkZvbnRTaXplIjoxMSwiRm9udE5hbWUiOiJDYWxpYnJpIiwiSXNCb2xkIjpmYWxzZSwiSXNJdGFsaWMiOmZhbHNlLCJJc1VuZGVybGluZWQiOmZhbHNlLCJQYXJlbnRTdHlsZSI6bnVsbH0sIkF1dG9TaXplIjoyLCJGb3JlZ3JvdW5kIjp7IiRpZCI6IjEyNSIsIkNvbG9yIjp7IiRpZCI6IjEyNiIsIkEiOjI1NSwiUiI6MjU1LCJHIjoyNTUsIkIiOjI1NX19LCJNYXhXaWR0aCI6MTA2LjQ0MzMzMzMzMzMzMzM0LCJNYXhIZWlnaHQiOiJJbmZpbml0eSIsIlNtYXJ0Rm9yZWdyb3VuZElzQWN0aXZlIjpmYWxzZSwiSG9yaXpvbnRhbEFsaWdubWVudCI6MSwiVmVydGljYWxBbGlnbm1lbnQiOjAsIlNtYXJ0Rm9yZWdyb3VuZCI6bnVsbCwiQmFja2dyb3VuZEZpbGxUeXBlIjowLCJNYXJnaW4iOnsiJGlkIjoiMTI3IiwiVG9wIjowLjAsIkxlZnQiOjAuMCwiUmlnaHQiOjAuMCwiQm90dG9tIjowLjB9LCJQYWRkaW5nIjp7IiRpZCI6IjEyOCIsIlRvcCI6MC4wLCJMZWZ0IjowLjAsIlJpZ2h0IjowLjAsIkJvdHRvbSI6MC4wfSwiQmFja2dyb3VuZCI6eyIkcmVmIjoiNDUifSwiSXNWaXNpYmxlIjp0cnVlLCJXaWR0aCI6MC4wLCJIZWlnaHQiOjAuMCwiQm9yZGVyU3R5bGUiOnsiJGlkIjoiMTI5IiwiTGluZUNvbG9yIjpudWxsLCJMaW5lV2VpZ2h0IjowLjAsIkxpbmVUeXBlIjowLCJQYXJlbnRTdHlsZSI6bnVsbH0sIlBhcmVudFN0eWxlIjpudWxsfSwiRGF0ZVN0eWxlIjp7IiRpZCI6IjEzMCIsIkZvbnRTZXR0aW5ncyI6eyIkaWQiOiIxMzEiLCJGb250U2l6ZSI6MTAsIkZvbnROYW1lIjoiQ2FsaWJyaSIsIklzQm9sZCI6ZmFsc2UsIklzSXRhbGljIjpmYWxzZSwiSXNVbmRlcmxpbmVkIjpmYWxzZSwiUGFyZW50U3R5bGUiOm51bGx9LCJBdXRvU2l6ZSI6MCwiRm9yZWdyb3VuZCI6eyIkaWQiOiIxMzIiLCJDb2xvciI6eyIkaWQiOiIxMz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zNCIsIlRvcCI6MC4wLCJMZWZ0IjowLjAsIlJpZ2h0IjowLjAsIkJvdHRvbSI6MC4wfSwiUGFkZGluZyI6eyIkaWQiOiIxMzUiLCJUb3AiOjAuMCwiTGVmdCI6MC4wLCJSaWdodCI6MC4wLCJCb3R0b20iOjAuMH0sIkJhY2tncm91bmQiOnsiJHJlZiI6IjUzIn0sIklzVmlzaWJsZSI6dHJ1ZSwiV2lkdGgiOjAuMCwiSGVpZ2h0IjowLjAsIkJvcmRlclN0eWxlIjp7IiRpZCI6IjEzNiIsIkxpbmVDb2xvciI6bnVsbCwiTGluZVdlaWdodCI6MC4wLCJMaW5lVHlwZSI6MCwiUGFyZW50U3R5bGUiOm51bGx9LCJQYXJlbnRTdHlsZSI6bnVsbH0sIkRhdGVGb3JtYXQiOnsiJGlkIjoiMT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OCIsIkZvcm1hdCI6MCwiSXNWaXNpYmxlIjpmYWxzZSwiTGFzdEtub3duVmlzaWJpbGl0eVN0YXRlIjpmYWxzZX0sIklzVmlzaWJsZSI6dHJ1ZSwiUGFyZW50U3R5bGUiOm51bGx9LCJJbmRleCI6OSwiU21hcnREdXJhdGlvbkFjdGl2YXRlZCI6ZmFsc2UsIkRhdGVGb3JtYXQiOnsiJHJlZiI6IjEzNyJ9LCJXZWVrTnVtYmVyaW5nIjp7IiRpZCI6IjEzOSIsIkZvcm1hdCI6MCwiSXNWaXNpYmxlIjpmYWxzZSwiTGFzdEtub3duVmlzaWJpbGl0eVN0YXRlIjpmYWxzZX0sIklkIjoiMmZmNWI4ZTAtMzRiNi00YTgyLTg2MjItMTQ3ZGE5YTJmNmIyIiwiSW1wb3J0SWQiOm51bGwsIlRpdGxlIjoiU3ViY29udHJhY3RvciBTZWxlY3Rpb24iLCJOb3RlIjpudWxsLCJIeXBlcmxpbmsiOnsiJGlkIjoiMTQwIiwiQWRkcmVzcyI6IiIsIlN1YkFkZHJlc3MiOiIifSwiSXNDaGFuZ2VkIjpmYWxzZSwiSXNOZXciOmZhbHNlfX1dLCJfbWlsZXN0b25lcyI6W10sIklkIjoiMDAwMDAwMDAtMDAwMC0wMDAwLTAwMDAtMDAwMDAwMDAwMDAwIiwiSXNTaW5nbGVJdGVtUm93Ijp0cnVlfSx7IiRpZCI6IjE0MSIsIl90YXNrcyI6W3siJGlkIjoiMTQyIiwiX2F0dGFjaGVkTWlsZXN0b25lcyI6W3siJGlkIjoiMTQzIiwiRGF0ZSI6IjIwMTktMDUtMjlUMTE6NTk6MDAiLCJTdHlsZSI6eyIkaWQiOiIxNDQiLCJTaGFwZSI6MSwiQ29ubmVjdG9yTWFyZ2luIjp7IiRpZCI6IjE0NSIsIlRvcCI6MC4wLCJMZWZ0IjoyLjAsIlJpZ2h0IjoyLjAsIkJvdHRvbSI6MC4wfSwiQ29ubmVjdG9yU3R5bGUiOnsiJGlkIjoiMTQ2IiwiTGluZUNvbG9yIjp7IiRpZCI6IjE0NyIsIiR0eXBlIjoiTkxSRS5Db21tb24uRG9tLlNvbGlkQ29sb3JCcnVzaCwgTkxSRS5Db21tb24iLCJDb2xvciI6eyIkaWQiOiIxNDgiLCJBIjoxMjcsIlIiOjc5LCJHIjoxMjksIkIiOjE4OX19LCJMaW5lV2VpZ2h0IjoxLjAsIkxpbmVUeXBlIjowLCJQYXJlbnRTdHlsZSI6bnVsbH0sIklzQmVsb3dUaW1lYmFuZCI6dHJ1ZSwiUG9zaXRpb25PblRhc2siOjMsIkhpZGVEYXRlIjpmYWxzZSwiU2hhcGVTaXplIjowLCJTcGFjaW5nIjowLjAsIlBhZGRpbmciOnsiJGlkIjoiMTQ5IiwiVG9wIjo3LjAsIkxlZnQiOjMuMCwiUmlnaHQiOjAuMCwiQm90dG9tIjoyLjB9LCJTaGFwZVN0eWxlIjp7IiRpZCI6IjE1MCIsIk1hcmdpbiI6eyIkaWQiOiIxNTEiLCJUb3AiOjAuMCwiTGVmdCI6MC4wLCJSaWdodCI6MC4wLCJCb3R0b20iOjAuMH0sIlBhZGRpbmciOnsiJGlkIjoiMTUyIiwiVG9wIjowLjAsIkxlZnQiOjAuMCwiUmlnaHQiOjAuMCwiQm90dG9tIjowLjB9LCJCYWNrZ3JvdW5kIjp7IiRpZCI6IjE1MyIsIkNvbG9yIjp7IiRpZCI6IjE1NCIsIkEiOjI1NSwiUiI6NjgsIkciOjg0LCJCIjoxMDZ9fSwiSXNWaXNpYmxlIjp0cnVlLCJXaWR0aCI6MTIuMCwiSGVpZ2h0IjoxNC4wLCJCb3JkZXJTdHlsZSI6eyIkaWQiOiIxNTUiLCJMaW5lQ29sb3IiOm51bGwsIkxpbmVXZWlnaHQiOjAuMCwiTGluZVR5cGUiOjAsIlBhcmVudFN0eWxlIjpudWxsfSwiUGFyZW50U3R5bGUiOm51bGx9LCJUaXRsZVN0eWxlIjp7IiRpZCI6IjE1NiIsIkZvbnRTZXR0aW5ncyI6eyIkaWQiOiIxNTciLCJGb250U2l6ZSI6MTEsIkZvbnROYW1lIjoiQ2FsaWJyaSIsIklzQm9sZCI6dHJ1ZSwiSXNJdGFsaWMiOmZhbHNlLCJJc1VuZGVybGluZWQiOmZhbHNlLCJQYXJlbnRTdHlsZSI6bnVsbH0sIkF1dG9TaXplIjowLCJGb3JlZ3JvdW5kIjp7IiRpZCI6IjE1OCIsIkNvbG9yIjp7IiRpZCI6IjE1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jAiLCJUb3AiOjAuMCwiTGVmdCI6MC4wLCJSaWdodCI6MC4wLCJCb3R0b20iOjAuMH0sIlBhZGRpbmciOnsiJGlkIjoiMTYxIiwiVG9wIjowLjAsIkxlZnQiOjAuMCwiUmlnaHQiOjAuMCwiQm90dG9tIjowLjB9LCJCYWNrZ3JvdW5kIjp7IiRpZCI6IjE2MiIsIkNvbG9yIjp7IiRyZWYiOiIxNSJ9fSwiSXNWaXNpYmxlIjpmYWxzZSwiV2lkdGgiOjAuMCwiSGVpZ2h0IjowLjAsIkJvcmRlclN0eWxlIjp7IiRpZCI6IjE2MyIsIkxpbmVDb2xvciI6bnVsbCwiTGluZVdlaWdodCI6MC4wLCJMaW5lVHlwZSI6MCwiUGFyZW50U3R5bGUiOm51bGx9LCJQYXJlbnRTdHlsZSI6bnVsbH0sIkRhdGVTdHlsZSI6eyIkaWQiOiIxNjQiLCJGb250U2V0dGluZ3MiOnsiJGlkIjoiMTY1IiwiRm9udFNpemUiOjEwLCJGb250TmFtZSI6IkNhbGlicmkiLCJJc0JvbGQiOmZhbHNlLCJJc0l0YWxpYyI6ZmFsc2UsIklzVW5kZXJsaW5lZCI6ZmFsc2UsIlBhcmVudFN0eWxlIjpudWxsfSwiQXV0b1NpemUiOjAsIkZvcmVncm91bmQiOnsiJGlkIjoiMTY2IiwiQ29sb3IiOnsiJGlkIjoiMTY3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NjgiLCJUb3AiOjAuMCwiTGVmdCI6MC4wLCJSaWdodCI6MC4wLCJCb3R0b20iOjAuMH0sIlBhZGRpbmciOnsiJGlkIjoiMTY5IiwiVG9wIjowLjAsIkxlZnQiOjAuMCwiUmlnaHQiOjAuMCwiQm90dG9tIjowLjB9LCJCYWNrZ3JvdW5kIjp7IiRpZCI6IjE3MCIsIkNvbG9yIjp7IiRyZWYiOiIxNSJ9fSwiSXNWaXNpYmxlIjpmYWxzZSwiV2lkdGgiOjAuMCwiSGVpZ2h0IjowLjAsIkJvcmRlclN0eWxlIjp7IiRpZCI6IjE3MSIsIkxpbmVDb2xvciI6bnVsbCwiTGluZVdlaWdodCI6MC4wLCJMaW5lVHlwZSI6MCwiUGFyZW50U3R5bGUiOm51bGx9LCJQYXJlbnRTdHlsZSI6bnVsbH0sIkRhdGVGb3JtYXQiOnsiJGlkIjoiMT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MyIsIkZvcm1hdCI6MCwiSXNWaXNpYmxlIjpmYWxzZSwiTGFzdEtub3duVmlzaWJpbGl0eVN0YXRlIjpmYWxzZX0sIklzVmlzaWJsZSI6dHJ1ZSwiUGFyZW50U3R5bGUiOm51bGx9LCJJbmRleCI6MTIsIlBlcmNlbnRhZ2VDb21wbGV0ZSI6bnVsbCwiUG9zaXRpb24iOnsiUmF0aW8iOjAuMCwiSXNDdXN0b20iOmZhbHNlfSwiRGF0ZUZvcm1hdCI6eyIkcmVmIjoiMTcyIn0sIldlZWtOdW1iZXJpbmciOnsiJGlkIjoiMTc0IiwiRm9ybWF0IjowLCJJc1Zpc2libGUiOmZhbHNlLCJMYXN0S25vd25WaXNpYmlsaXR5U3RhdGUiOmZhbHNlfSwiUmVsYXRlZFRhc2tJZCI6IjdjYTMyYWNkLTU5MDgtNDcxYS05MDQyLTk2YjA3MDExMTU5NSIsIklkIjoiOTZjOTU1NmEtNzE0OS00NTlhLWIxYWEtNTgzMGVlMjllNTA4IiwiSW1wb3J0SWQiOm51bGwsIlRpdGxlIjoiUGxhbm5pbmcgUjIgQmVnaW4iLCJOb3RlIjpudWxsLCJIeXBlcmxpbmsiOnsiJGlkIjoiMTc1IiwiQWRkcmVzcyI6IiIsIlN1YkFkZHJlc3MiOiIifSwiSXNDaGFuZ2VkIjpmYWxzZSwiSXNOZXciOmZhbHNlfSx7IiRpZCI6IjE3NiIsIkRhdGUiOiIyMDE5LTA2LTE5VDExOjU5OjAwIiwiU3R5bGUiOnsiJGlkIjoiMTc3IiwiU2hhcGUiOjEsIkNvbm5lY3Rvck1hcmdpbiI6eyIkaWQiOiIxNzgiLCJUb3AiOjAuMCwiTGVmdCI6Mi4wLCJSaWdodCI6Mi4wLCJCb3R0b20iOjAuMH0sIkNvbm5lY3RvclN0eWxlIjp7IiRpZCI6IjE3OSIsIkxpbmVDb2xvciI6eyIkcmVmIjoiMTQ3In0sIkxpbmVXZWlnaHQiOjEuMCwiTGluZVR5cGUiOjAsIlBhcmVudFN0eWxlIjpudWxsfSwiSXNCZWxvd1RpbWViYW5kIjp0cnVlLCJQb3NpdGlvbk9uVGFzayI6MywiSGlkZURhdGUiOmZhbHNlLCJTaGFwZVNpemUiOjAsIlNwYWNpbmciOjAuMCwiUGFkZGluZyI6eyIkaWQiOiIxODAiLCJUb3AiOjcuMCwiTGVmdCI6My4wLCJSaWdodCI6MC4wLCJCb3R0b20iOjIuMH0sIlNoYXBlU3R5bGUiOnsiJGlkIjoiMTgxIiwiTWFyZ2luIjp7IiRpZCI6IjE4MiIsIlRvcCI6MC4wLCJMZWZ0IjowLjAsIlJpZ2h0IjowLjAsIkJvdHRvbSI6MC4wfSwiUGFkZGluZyI6eyIkaWQiOiIxODMiLCJUb3AiOjAuMCwiTGVmdCI6MC4wLCJSaWdodCI6MC4wLCJCb3R0b20iOjAuMH0sIkJhY2tncm91bmQiOnsiJGlkIjoiMTg0IiwiQ29sb3IiOnsiJGlkIjoiMTg1IiwiQSI6MjU1LCJSIjo2OCwiRyI6ODQsIkIiOjEwNn19LCJJc1Zpc2libGUiOnRydWUsIldpZHRoIjoxMi4wLCJIZWlnaHQiOjE0LjAsIkJvcmRlclN0eWxlIjp7IiRpZCI6IjE4NiIsIkxpbmVDb2xvciI6bnVsbCwiTGluZVdlaWdodCI6MC4wLCJMaW5lVHlwZSI6MCwiUGFyZW50U3R5bGUiOm51bGx9LCJQYXJlbnRTdHlsZSI6bnVsbH0sIlRpdGxlU3R5bGUiOnsiJGlkIjoiMTg3IiwiRm9udFNldHRpbmdzIjp7IiRpZCI6IjE4OCIsIkZvbnRTaXplIjoxMSwiRm9udE5hbWUiOiJDYWxpYnJpIiwiSXNCb2xkIjp0cnVlLCJJc0l0YWxpYyI6ZmFsc2UsIklzVW5kZXJsaW5lZCI6ZmFsc2UsIlBhcmVudFN0eWxlIjpudWxsfSwiQXV0b1NpemUiOjAsIkZvcmVncm91bmQiOnsiJGlkIjoiMTg5IiwiQ29sb3IiOnsiJGlkIjoiMTk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5MSIsIlRvcCI6MC4wLCJMZWZ0IjowLjAsIlJpZ2h0IjowLjAsIkJvdHRvbSI6MC4wfSwiUGFkZGluZyI6eyIkaWQiOiIxOTIiLCJUb3AiOjAuMCwiTGVmdCI6MC4wLCJSaWdodCI6MC4wLCJCb3R0b20iOjAuMH0sIkJhY2tncm91bmQiOnsiJHJlZiI6IjE2MiJ9LCJJc1Zpc2libGUiOmZhbHNlLCJXaWR0aCI6MC4wLCJIZWlnaHQiOjAuMCwiQm9yZGVyU3R5bGUiOnsiJGlkIjoiMTkzIiwiTGluZUNvbG9yIjpudWxsLCJMaW5lV2VpZ2h0IjowLjAsIkxpbmVUeXBlIjowLCJQYXJlbnRTdHlsZSI6bnVsbH0sIlBhcmVudFN0eWxlIjpudWxsfSwiRGF0ZVN0eWxlIjp7IiRpZCI6IjE5NCIsIkZvbnRTZXR0aW5ncyI6eyIkaWQiOiIxOTUiLCJGb250U2l6ZSI6MTAsIkZvbnROYW1lIjoiQ2FsaWJyaSIsIklzQm9sZCI6ZmFsc2UsIklzSXRhbGljIjpmYWxzZSwiSXNVbmRlcmxpbmVkIjpmYWxzZSwiUGFyZW50U3R5bGUiOm51bGx9LCJBdXRvU2l6ZSI6MCwiRm9yZWdyb3VuZCI6eyIkaWQiOiIxOTYiLCJDb2xvciI6eyIkaWQiOiIxOTc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5OCIsIlRvcCI6MC4wLCJMZWZ0IjowLjAsIlJpZ2h0IjowLjAsIkJvdHRvbSI6MC4wfSwiUGFkZGluZyI6eyIkaWQiOiIxOTkiLCJUb3AiOjAuMCwiTGVmdCI6MC4wLCJSaWdodCI6MC4wLCJCb3R0b20iOjAuMH0sIkJhY2tncm91bmQiOnsiJHJlZiI6IjE3MCJ9LCJJc1Zpc2libGUiOmZhbHNlLCJXaWR0aCI6MC4wLCJIZWlnaHQiOjAuMCwiQm9yZGVyU3R5bGUiOnsiJGlkIjoiMjAwIiwiTGluZUNvbG9yIjpudWxsLCJMaW5lV2VpZ2h0IjowLjAsIkxpbmVUeXBlIjowLCJQYXJlbnRTdHlsZSI6bnVsbH0sIlBhcmVudFN0eWxlIjpudWxsfSwiRGF0ZUZvcm1hdCI6eyIkaWQiOiIy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yIiwiRm9ybWF0IjowLCJJc1Zpc2libGUiOmZhbHNlLCJMYXN0S25vd25WaXNpYmlsaXR5U3RhdGUiOmZhbHNlfSwiSXNWaXNpYmxlIjp0cnVlLCJQYXJlbnRTdHlsZSI6bnVsbH0sIkluZGV4IjoxMywiUGVyY2VudGFnZUNvbXBsZXRlIjpudWxsLCJQb3NpdGlvbiI6eyJSYXRpbyI6MC4wLCJJc0N1c3RvbSI6ZmFsc2V9LCJEYXRlRm9ybWF0Ijp7IiRyZWYiOiIyMDEifSwiV2Vla051bWJlcmluZyI6eyIkaWQiOiIyMDMiLCJGb3JtYXQiOjAsIklzVmlzaWJsZSI6ZmFsc2UsIkxhc3RLbm93blZpc2liaWxpdHlTdGF0ZSI6ZmFsc2V9LCJSZWxhdGVkVGFza0lkIjoiN2NhMzJhY2QtNTkwOC00NzFhLTkwNDItOTZiMDcwMTExNTk1IiwiSWQiOiI1OWEyOGJmNi1lMjUwLTRiZmMtOTgxNy1iODFlMWRiNzBjZTciLCJJbXBvcnRJZCI6bnVsbCwiVGl0bGUiOiJQbGFubmluZyBSMiBCZWdpbiIsIk5vdGUiOm51bGwsIkh5cGVybGluayI6eyIkaWQiOiIyMDQiLCJBZGRyZXNzIjoiIiwiU3ViQWRkcmVzcyI6IiJ9LCJJc0NoYW5nZWQiOmZhbHNlLCJJc05ldyI6ZmFsc2V9LHsiJGlkIjoiMjA1IiwiRGF0ZSI6IjIwMTktMDctMTBUMTE6NTk6MDAiLCJTdHlsZSI6eyIkaWQiOiIyMDYiLCJTaGFwZSI6MSwiQ29ubmVjdG9yTWFyZ2luIjp7IiRpZCI6IjIwNyIsIlRvcCI6MC4wLCJMZWZ0IjoyLjAsIlJpZ2h0IjoyLjAsIkJvdHRvbSI6MC4wfSwiQ29ubmVjdG9yU3R5bGUiOnsiJGlkIjoiMjA4IiwiTGluZUNvbG9yIjp7IiRyZWYiOiIxNDcifSwiTGluZVdlaWdodCI6MS4wLCJMaW5lVHlwZSI6MCwiUGFyZW50U3R5bGUiOm51bGx9LCJJc0JlbG93VGltZWJhbmQiOnRydWUsIlBvc2l0aW9uT25UYXNrIjozLCJIaWRlRGF0ZSI6ZmFsc2UsIlNoYXBlU2l6ZSI6MCwiU3BhY2luZyI6MC4wLCJQYWRkaW5nIjp7IiRpZCI6IjIwOSIsIlRvcCI6Ny4wLCJMZWZ0IjozLjAsIlJpZ2h0IjowLjAsIkJvdHRvbSI6Mi4wfSwiU2hhcGVTdHlsZSI6eyIkaWQiOiIyMTAiLCJNYXJnaW4iOnsiJGlkIjoiMjExIiwiVG9wIjowLjAsIkxlZnQiOjAuMCwiUmlnaHQiOjAuMCwiQm90dG9tIjowLjB9LCJQYWRkaW5nIjp7IiRpZCI6IjIxMiIsIlRvcCI6MC4wLCJMZWZ0IjowLjAsIlJpZ2h0IjowLjAsIkJvdHRvbSI6MC4wfSwiQmFja2dyb3VuZCI6eyIkaWQiOiIyMTMiLCJDb2xvciI6eyIkaWQiOiIyMTQiLCJBIjoyNTUsIlIiOjY4LCJHIjo4NCwiQiI6MTA2fX0sIklzVmlzaWJsZSI6dHJ1ZSwiV2lkdGgiOjEyLjAsIkhlaWdodCI6MTQuMCwiQm9yZGVyU3R5bGUiOnsiJGlkIjoiMjE1IiwiTGluZUNvbG9yIjpudWxsLCJMaW5lV2VpZ2h0IjowLjAsIkxpbmVUeXBlIjowLCJQYXJlbnRTdHlsZSI6bnVsbH0sIlBhcmVudFN0eWxlIjpudWxsfSwiVGl0bGVTdHlsZSI6eyIkaWQiOiIyMTYiLCJGb250U2V0dGluZ3MiOnsiJGlkIjoiMjE3IiwiRm9udFNpemUiOjExLCJGb250TmFtZSI6IkNhbGlicmkiLCJJc0JvbGQiOnRydWUsIklzSXRhbGljIjpmYWxzZSwiSXNVbmRlcmxpbmVkIjpmYWxzZSwiUGFyZW50U3R5bGUiOm51bGx9LCJBdXRvU2l6ZSI6MCwiRm9yZWdyb3VuZCI6eyIkaWQiOiIyMTgiLCJDb2xvciI6eyIkaWQiOiIyMTk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IwIiwiVG9wIjowLjAsIkxlZnQiOjAuMCwiUmlnaHQiOjAuMCwiQm90dG9tIjowLjB9LCJQYWRkaW5nIjp7IiRpZCI6IjIyMSIsIlRvcCI6MC4wLCJMZWZ0IjowLjAsIlJpZ2h0IjowLjAsIkJvdHRvbSI6MC4wfSwiQmFja2dyb3VuZCI6eyIkcmVmIjoiMTYyIn0sIklzVmlzaWJsZSI6ZmFsc2UsIldpZHRoIjowLjAsIkhlaWdodCI6MC4wLCJCb3JkZXJTdHlsZSI6eyIkaWQiOiIyMjIiLCJMaW5lQ29sb3IiOm51bGwsIkxpbmVXZWlnaHQiOjAuMCwiTGluZVR5cGUiOjAsIlBhcmVudFN0eWxlIjpudWxsfSwiUGFyZW50U3R5bGUiOm51bGx9LCJEYXRlU3R5bGUiOnsiJGlkIjoiMjIzIiwiRm9udFNldHRpbmdzIjp7IiRpZCI6IjIyNCIsIkZvbnRTaXplIjoxMCwiRm9udE5hbWUiOiJDYWxpYnJpIiwiSXNCb2xkIjpmYWxzZSwiSXNJdGFsaWMiOmZhbHNlLCJJc1VuZGVybGluZWQiOmZhbHNlLCJQYXJlbnRTdHlsZSI6bnVsbH0sIkF1dG9TaXplIjowLCJGb3JlZ3JvdW5kIjp7IiRpZCI6IjIyNSIsIkNvbG9yIjp7IiRpZCI6IjIyN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I3IiwiVG9wIjowLjAsIkxlZnQiOjAuMCwiUmlnaHQiOjAuMCwiQm90dG9tIjowLjB9LCJQYWRkaW5nIjp7IiRpZCI6IjIyOCIsIlRvcCI6MC4wLCJMZWZ0IjowLjAsIlJpZ2h0IjowLjAsIkJvdHRvbSI6MC4wfSwiQmFja2dyb3VuZCI6eyIkcmVmIjoiMTcwIn0sIklzVmlzaWJsZSI6ZmFsc2UsIldpZHRoIjowLjAsIkhlaWdodCI6MC4wLCJCb3JkZXJTdHlsZSI6eyIkaWQiOiIyMjkiLCJMaW5lQ29sb3IiOm51bGwsIkxpbmVXZWlnaHQiOjAuMCwiTGluZVR5cGUiOjAsIlBhcmVudFN0eWxlIjpudWxsfSwiUGFyZW50U3R5bGUiOm51bGx9LCJEYXRlRm9ybWF0Ijp7IiRpZCI6IjIz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EiLCJGb3JtYXQiOjAsIklzVmlzaWJsZSI6ZmFsc2UsIkxhc3RLbm93blZpc2liaWxpdHlTdGF0ZSI6ZmFsc2V9LCJJc1Zpc2libGUiOnRydWUsIlBhcmVudFN0eWxlIjpudWxsfSwiSW5kZXgiOjE0LCJQZXJjZW50YWdlQ29tcGxldGUiOm51bGwsIlBvc2l0aW9uIjp7IlJhdGlvIjowLjAsIklzQ3VzdG9tIjpmYWxzZX0sIkRhdGVGb3JtYXQiOnsiJHJlZiI6IjIzMCJ9LCJXZWVrTnVtYmVyaW5nIjp7IiRpZCI6IjIzMiIsIkZvcm1hdCI6MCwiSXNWaXNpYmxlIjpmYWxzZSwiTGFzdEtub3duVmlzaWJpbGl0eVN0YXRlIjpmYWxzZX0sIlJlbGF0ZWRUYXNrSWQiOiI3Y2EzMmFjZC01OTA4LTQ3MWEtOTA0Mi05NmIwNzAxMTE1OTUiLCJJZCI6IjUxMjg4ZGQ3LWVlMTEtNDFjMS04N2U5LWYzYWIxM2YxMGU5MSIsIkltcG9ydElkIjpudWxsLCJUaXRsZSI6IlBsYW5uaW5nIFIyIEJlZ2luIiwiTm90ZSI6bnVsbCwiSHlwZXJsaW5rIjp7IiRpZCI6IjIzMyIsIkFkZHJlc3MiOiIiLCJTdWJBZGRyZXNzIjoiIn0sIklzQ2hhbmdlZCI6ZmFsc2UsIklzTmV3IjpmYWxzZX1dLCJUYXNrRGVmaW5pdGlvbiI6eyIkaWQiOiIyMzQiLCJHcm91cE5hbWUiOiIxYjk5MjVjOS1jNGEwLTRjNzktYTExYi1hOGI5MWM5N2UwYjEiLCJTdGFydERhdGUiOiIyMDE5LTA1LTE3VDAwOjAwOjAwIiwiRW5kRGF0ZSI6IjIwMTktMDctMjBUMTE6NTk6MDAiLCJQZXJjZW50YWdlQ29tcGxldGUiOm51bGwsIlN0eWxlIjp7IiRpZCI6IjIzNSIsIlNoYXBlIjoxLCJTaGFwZVRoaWNrbmVzcyI6MywiRHVyYXRpb25Gb3JtYXQiOjAsIkluY2x1ZGVOb25Xb3JraW5nRGF5c0luRHVyYXRpb24iOmZhbHNlLCJQZXJjZW50YWdlQ29tcGxldGVTdHlsZSI6eyIkaWQiOiIyMzYiLCJGb250U2V0dGluZ3MiOnsiJGlkIjoiMjM3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IzOCIsIlRvcCI6MC4wLCJMZWZ0IjowLjAsIlJpZ2h0IjowLjAsIkJvdHRvbSI6MC4wfSwiUGFkZGluZyI6eyIkaWQiOiIyMzkiLCJUb3AiOjAuMCwiTGVmdCI6MC4wLCJSaWdodCI6MC4wLCJCb3R0b20iOjAuMH0sIkJhY2tncm91bmQiOnsiJHJlZiI6IjE0In0sIklzVmlzaWJsZSI6dHJ1ZSwiV2lkdGgiOjAuMCwiSGVpZ2h0IjowLjAsIkJvcmRlclN0eWxlIjp7IiRpZCI6IjI0MCIsIkxpbmVDb2xvciI6bnVsbCwiTGluZVdlaWdodCI6MC4wLCJMaW5lVHlwZSI6MCwiUGFyZW50U3R5bGUiOm51bGx9LCJQYXJlbnRTdHlsZSI6bnVsbH0sIkR1cmF0aW9uU3R5bGUiOnsiJGlkIjoiMjQxIiwiRm9udFNldHRpbmdzIjp7IiRpZCI6IjI0MiIsIkZvbnRTaXplIjoxMCwiRm9udE5hbWUiOiJDYWxpYnJpIiwiSXNCb2xkIjpmYWxzZSwiSXNJdGFsaWMiOmZhbHNlLCJJc1VuZGVybGluZWQiOmZhbHNlLCJQYXJlbnRTdHlsZSI6bnVsbH0sIkF1dG9TaXplIjowLCJGb3JlZ3JvdW5kIjp7IiRpZCI6IjI0MyIsIkNvbG9yIjp7IiRyZWYiOiIyMCJ9fSwiTWF4V2lkdGgiOjIwMC4wLCJNYXhIZWlnaHQiOiJJbmZpbml0eSIsIlNtYXJ0Rm9yZWdyb3VuZElzQWN0aXZlIjpmYWxzZSwiSG9yaXpvbnRhbEFsaWdubWVudCI6MCwiVmVydGljYWxBbGlnbm1lbnQiOjAsIlNtYXJ0Rm9yZWdyb3VuZCI6bnVsbCwiQmFja2dyb3VuZEZpbGxUeXBlIjowLCJNYXJnaW4iOnsiJGlkIjoiMjQ0IiwiVG9wIjowLjAsIkxlZnQiOjAuMCwiUmlnaHQiOjAuMCwiQm90dG9tIjowLjB9LCJQYWRkaW5nIjp7IiRpZCI6IjI0NSIsIlRvcCI6MC4wLCJMZWZ0IjowLjAsIlJpZ2h0IjowLjAsIkJvdHRvbSI6MC4wfSwiQmFja2dyb3VuZCI6eyIkcmVmIjoiMjMifSwiSXNWaXNpYmxlIjp0cnVlLCJXaWR0aCI6MC4wLCJIZWlnaHQiOjAuMCwiQm9yZGVyU3R5bGUiOnsiJGlkIjoiMjQ2IiwiTGluZUNvbG9yIjpudWxsLCJMaW5lV2VpZ2h0IjowLjAsIkxpbmVUeXBlIjowLCJQYXJlbnRTdHlsZSI6bnVsbH0sIlBhcmVudFN0eWxlIjpudWxsfSwiSG9yaXpvbnRhbENvbm5lY3RvclN0eWxlIjp7IiRpZCI6IjI0NyIsIkxpbmVDb2xvciI6eyIkcmVmIjoiMjYifSwiTGluZVdlaWdodCI6MS4wLCJMaW5lVHlwZSI6MCwiUGFyZW50U3R5bGUiOm51bGx9LCJWZXJ0aWNhbENvbm5lY3RvclN0eWxlIjp7IiRpZCI6IjI0OCIsIkxpbmVDb2xvciI6eyIkcmVmIjoiMjki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UsIklzQmVsb3dUaW1lYmFuZCI6dHJ1ZSwiUGVyY2VudGFnZUNvbXBsZXRlU2hhcGVPcGFjaXR5IjozNSwiU2hhcGVTdHlsZSI6eyIkaWQiOiIyNDkiLCJNYXJnaW4iOnsiJGlkIjoiMjUwIiwiVG9wIjowLjAsIkxlZnQiOjQuMCwiUmlnaHQiOjQuMCwiQm90dG9tIjowLjB9LCJQYWRkaW5nIjp7IiRpZCI6IjI1MSIsIlRvcCI6MC4wLCJMZWZ0IjowLjAsIlJpZ2h0IjowLjAsIkJvdHRvbSI6MC4wfSwiQmFja2dyb3VuZCI6eyIkaWQiOiIyNTIiLCJDb2xvciI6eyIkaWQiOiIyNTMiLCJBIjoyNTUsIlIiOjgyLCJHIjoxNDcsIkIiOjIwNX19LCJJc1Zpc2libGUiOnRydWUsIldpZHRoIjowLjAsIkhlaWdodCI6MTMuNDI2NjY2NjY2NjY2Njc3LCJCb3JkZXJTdHlsZSI6eyIkaWQiOiIyNTQiLCJMaW5lQ29sb3IiOnsiJHJlZiI6IjM3In0sIkxpbmVXZWlnaHQiOjAuMCwiTGluZVR5cGUiOjAsIlBhcmVudFN0eWxlIjpudWxsfSwiUGFyZW50U3R5bGUiOm51bGx9LCJUaXRsZVN0eWxlIjp7IiRpZCI6IjI1NSIsIkZvbnRTZXR0aW5ncyI6eyIkaWQiOiIyNTYiLCJGb250U2l6ZSI6MTEsIkZvbnROYW1lIjoiQ2FsaWJyaSIsIklzQm9sZCI6dHJ1ZSwiSXNJdGFsaWMiOmZhbHNlLCJJc1VuZGVybGluZWQiOmZhbHNlLCJQYXJlbnRTdHlsZSI6bnVsbH0sIkF1dG9TaXplIjowLCJGb3JlZ3JvdW5kIjp7IiRpZCI6IjI1NyIsIkNvbG9yIjp7IiRpZCI6IjI1OC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yNTkiLCJUb3AiOjAuMCwiTGVmdCI6MC4wLCJSaWdodCI6MC4wLCJCb3R0b20iOjAuMH0sIlBhZGRpbmciOnsiJGlkIjoiMjYwIiwiVG9wIjowLjAsIkxlZnQiOjAuMCwiUmlnaHQiOjAuMCwiQm90dG9tIjowLjB9LCJCYWNrZ3JvdW5kIjp7IiRyZWYiOiI0NSJ9LCJJc1Zpc2libGUiOnRydWUsIldpZHRoIjowLjAsIkhlaWdodCI6MC4wLCJCb3JkZXJTdHlsZSI6eyIkaWQiOiIyNjEiLCJMaW5lQ29sb3IiOm51bGwsIkxpbmVXZWlnaHQiOjAuMCwiTGluZVR5cGUiOjAsIlBhcmVudFN0eWxlIjpudWxsfSwiUGFyZW50U3R5bGUiOm51bGx9LCJEYXRlU3R5bGUiOnsiJGlkIjoiMjYyIiwiRm9udFNldHRpbmdzIjp7IiRpZCI6IjI2MyIsIkZvbnRTaXplIjoxMCwiRm9udE5hbWUiOiJDYWxpYnJpIiwiSXNCb2xkIjpmYWxzZSwiSXNJdGFsaWMiOmZhbHNlLCJJc1VuZGVybGluZWQiOmZhbHNlLCJQYXJlbnRTdHlsZSI6bnVsbH0sIkF1dG9TaXplIjowLCJGb3JlZ3JvdW5kIjp7IiRpZCI6IjI2NCIsIkNvbG9yIjp7IiRpZCI6IjI2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Y2IiwiVG9wIjowLjAsIkxlZnQiOjAuMCwiUmlnaHQiOjAuMCwiQm90dG9tIjowLjB9LCJQYWRkaW5nIjp7IiRpZCI6IjI2NyIsIlRvcCI6MC4wLCJMZWZ0IjowLjAsIlJpZ2h0IjowLjAsIkJvdHRvbSI6MC4wfSwiQmFja2dyb3VuZCI6eyIkcmVmIjoiNTMifSwiSXNWaXNpYmxlIjp0cnVlLCJXaWR0aCI6MC4wLCJIZWlnaHQiOjAuMCwiQm9yZGVyU3R5bGUiOnsiJGlkIjoiMjY4IiwiTGluZUNvbG9yIjpudWxsLCJMaW5lV2VpZ2h0IjowLjAsIkxpbmVUeXBlIjowLCJQYXJlbnRTdHlsZSI6bnVsbH0sIlBhcmVudFN0eWxlIjpudWxsfSwiRGF0ZUZvcm1hdCI6eyIkaWQiOiIyNjkiLCJGb3JtYXRTdHJpbmciOiJNL2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3MCIsIkZvcm1hdCI6MCwiSXNWaXNpYmxlIjpmYWxzZSwiTGFzdEtub3duVmlzaWJpbGl0eVN0YXRlIjpmYWxzZX0sIklzVmlzaWJsZSI6dHJ1ZSwiUGFyZW50U3R5bGUiOm51bGx9LCJJbmRleCI6MTEsIlNtYXJ0RHVyYXRpb25BY3RpdmF0ZWQiOmZhbHNlLCJEYXRlRm9ybWF0Ijp7IiRyZWYiOiIyNjkifSwiV2Vla051bWJlcmluZyI6eyIkaWQiOiIyNzEiLCJGb3JtYXQiOjAsIklzVmlzaWJsZSI6ZmFsc2UsIkxhc3RLbm93blZpc2liaWxpdHlTdGF0ZSI6ZmFsc2V9LCJJZCI6IjdjYTMyYWNkLTU5MDgtNDcxYS05MDQyLTk2YjA3MDExMTU5NSIsIkltcG9ydElkIjpudWxsLCJUaXRsZSI6IkhlbHBkZXNrIENvbnRlbnQgUGxhbiIsIk5vdGUiOm51bGwsIkh5cGVybGluayI6eyIkaWQiOiIyNzIiLCJBZGRyZXNzIjoiIiwiU3ViQWRkcmVzcyI6IiJ9LCJJc0NoYW5nZWQiOmZhbHNlLCJJc05ldyI6ZmFsc2V9fV0sIl9taWxlc3RvbmVzIjpbeyIkaWQiOiIyNzMiLCJJZCI6IjMyYmY4M2FlLWQ2ODUtNDY3ZC04OTIwLWRiNTEwMDM3MjQyZiIsIkluZGV4IjoxMCwiR3JvdXBJZCI6IjFiOTkyNWM5LWM0YTAtNGM3OS1hMTFiLWE4YjkxYzk3ZTBiMSIsIlRpdGxlIjoiUGxhbm5pbmcgUjIgQmVnaW4iLCJEYXRlVGltZSI6IjIwMTktMDgtMDFUMTE6NTk6MDAiLCJQZXJjZW50YWdlQ29tcGxldGUiOm51bGwsIk5vdGUiOm51bGwsIlN0eWxlIjp7IiRpZCI6IjI3NCIsIlRpdGxlUG9zaXRpb24iOiJSaWdodCIsIkRhdGVQb3NpdGlvbiI6IkxlZnQiLCJTaGFwZVR5cGUiOjEsIlNoYXBlU2l6ZSI6MCwiU2hhcGVTdHlsZSI6eyIkaWQiOiIyNzUiLCJNYXJnaW4iOnsiJGlkIjoiMjc2IiwiVG9wIjowLjAsIkxlZnQiOjAuMCwiUmlnaHQiOjAuMCwiQm90dG9tIjowLjB9LCJQYWRkaW5nIjp7IiRpZCI6IjI3NyIsIlRvcCI6MC4wLCJMZWZ0IjowLjAsIlJpZ2h0IjowLjAsIkJvdHRvbSI6MC4wfSwiQmFja2dyb3VuZCI6eyIkaWQiOiIyNzgiLCJDb2xvciI6eyIkaWQiOiIyNzkiLCJBIjoyNTUsIlIiOjY4LCJHIjo4NCwiQiI6MTA2fX0sIklzVmlzaWJsZSI6dHJ1ZSwiV2lkdGgiOjEyLjAsIkhlaWdodCI6MTQuMCwiQm9yZGVyU3R5bGUiOnsiJGlkIjoiMjgwIiwiTGluZUNvbG9yIjp7IiRpZCI6IjI4MSIsIiR0eXBlIjoiTkxSRS5Db21tb24uRG9tLlNvbGlkQ29sb3JCcnVzaCwgTkxSRS5Db21tb24iLCJDb2xvciI6eyIkaWQiOiIyODIiLCJBIjoyNTUsIlIiOjI1NSwiRyI6MCwiQiI6MH19LCJMaW5lV2VpZ2h0IjowLjAsIkxpbmVUeXBlIjowLCJQYXJlbnRTdHlsZSI6bnVsbH0sIlBhcmVudFN0eWxlIjpudWxsfSwiVGl0bGVTdHlsZSI6eyIkaWQiOiIyODMiLCJGb250U2V0dGluZ3MiOnsiJGlkIjoiMjg0IiwiRm9udFNpemUiOjExLCJGb250TmFtZSI6IkNhbGlicmkiLCJJc0JvbGQiOnRydWUsIklzSXRhbGljIjpmYWxzZSwiSXNVbmRlcmxpbmVkIjpmYWxzZSwiUGFyZW50U3R5bGUiOm51bGx9LCJBdXRvU2l6ZSI6MCwiRm9yZWdyb3VuZCI6eyIkaWQiOiIyODUiLCJDb2xvciI6eyIkaWQiOiIy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g3IiwiVG9wIjowLjAsIkxlZnQiOjAuMCwiUmlnaHQiOjAuMCwiQm90dG9tIjowLjB9LCJQYWRkaW5nIjp7IiRpZCI6IjI4OCIsIlRvcCI6MC4wLCJMZWZ0IjowLjAsIlJpZ2h0IjowLjAsIkJvdHRvbSI6MC4wfSwiQmFja2dyb3VuZCI6eyIkcmVmIjoiMTYyIn0sIklzVmlzaWJsZSI6dHJ1ZSwiV2lkdGgiOjAuMCwiSGVpZ2h0IjowLjAsIkJvcmRlclN0eWxlIjpudWxsLCJQYXJlbnRTdHlsZSI6bnVsbH0sIkRhdGVTdHlsZSI6eyIkaWQiOiIyODkiLCJGb250U2V0dGluZ3MiOnsiJGlkIjoiMjkwIiwiRm9udFNpemUiOjEwLCJGb250TmFtZSI6IkNhbGlicmkiLCJJc0JvbGQiOmZhbHNlLCJJc0l0YWxpYyI6ZmFsc2UsIklzVW5kZXJsaW5lZCI6ZmFsc2UsIlBhcmVudFN0eWxlIjpudWxsfSwiQXV0b1NpemUiOjAsIkZvcmVncm91bmQiOnsiJGlkIjoiMjkxIiwiQ29sb3IiOnsiJGlkIjoiMjk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OTMiLCJUb3AiOjAuMCwiTGVmdCI6MC4wLCJSaWdodCI6MC4wLCJCb3R0b20iOjAuMH0sIlBhZGRpbmciOnsiJGlkIjoiMjk0IiwiVG9wIjowLjAsIkxlZnQiOjAuMCwiUmlnaHQiOjAuMCwiQm90dG9tIjowLjB9LCJCYWNrZ3JvdW5kIjp7IiRyZWYiOiIxNzAifSwiSXNWaXNpYmxlIjpmYWxzZSwiV2lkdGgiOjAuMCwiSGVpZ2h0IjowLjAsIkJvcmRlclN0eWxlIjpudWxsLCJQYXJlbnRTdHlsZSI6bnVsbH0sIkRhdGVGb3JtYXQiOnsiJGlkIjoiMjk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NiIsIkZvcm1hdCI6MCwiSXNWaXNpYmxlIjpmYWxzZSwiTGFzdEtub3duVmlzaWJpbGl0eVN0YXRlIjpmYWxzZX0sIklzVmlzaWJsZSI6dHJ1ZSwiUGFyZW50U3R5bGUiOm51bGx9LCJIeXBlcmxpbmsiOnsiJGlkIjoiMjk3IiwiQWRkcmVzcyI6IiIsIlN1YkFkZHJlc3MiOiIifSwiSW1wb3J0SWQiOiIifV0sIklkIjoiMWI5OTI1YzktYzRhMC00Yzc5LWExMWItYThiOTFjOTdlMGIxIiwiSXNTaW5nbGVJdGVtUm93IjpmYWxzZX1dLCJJbmRleCI6MCwiSWQiOiIxOWI2OTU2OC1jYWYzLTQyNWEtYjQyYy05OTQ5OTM2ZjU0OTgiLCJIZWFkZXJUZXh0IjpudWxsLCJJc0RlZmF1bHQiOnRydWUsIlN0eWxlIjp7IiRpZCI6IjI5OCIsIkhlYWRlclN0eWxlIjp7IiRpZCI6IjI5OSIsIlRleHRTdHlsZSI6eyIkaWQiOiIzMDAiLCJGb250U2V0dGluZ3MiOnsiJGlkIjoiMzAxIiwiRm9udFNpemUiOjExLCJGb250TmFtZSI6IkNhbGlicmkiLCJJc0JvbGQiOmZhbHNlLCJJc0l0YWxpYyI6ZmFsc2UsIklzVW5kZXJsaW5lZCI6ZmFsc2UsIlBhcmVudFN0eWxlIjpudWxsfSwiQXV0b1NpemUiOjIsIkZvcmVncm91bmQiOnsiJGlkIjoiMzAyIiwiQ29sb3IiOnsiJGlkIjoiMzAz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zA0IiwiVG9wIjowLjAsIkxlZnQiOjAuMCwiUmlnaHQiOjAuMCwiQm90dG9tIjowLjB9LCJQYWRkaW5nIjp7IiRpZCI6IjMwNSIsIlRvcCI6MC4wLCJMZWZ0IjowLjAsIlJpZ2h0IjowLjAsIkJvdHRvbSI6MC4wfSwiQmFja2dyb3VuZCI6bnVsbCwiSXNWaXNpYmxlIjp0cnVlLCJXaWR0aCI6MC4wLCJIZWlnaHQiOjAuMCwiQm9yZGVyU3R5bGUiOm51bGwsIlBhcmVudFN0eWxlIjpudWxsfSwiUmVjdGFuZ2xlU3R5bGUiOnsiJGlkIjoiMzA2IiwiTWFyZ2luIjp7IiRpZCI6IjMwNyIsIlRvcCI6MC4wLCJMZWZ0IjowLjAsIlJpZ2h0IjowLjAsIkJvdHRvbSI6MC4wfSwiUGFkZGluZyI6eyIkaWQiOiIzMDgiLCJUb3AiOjAuMCwiTGVmdCI6MC4wLCJSaWdodCI6MC4wLCJCb3R0b20iOjAuMH0sIkJhY2tncm91bmQiOnsiJGlkIjoiMzA5IiwiQ29sb3IiOnsiJGlkIjoiMzEwIiwiQSI6NjMsIlIiOjkxLCJHIjoxNTUsIkIiOjIxM319LCJJc1Zpc2libGUiOnRydWUsIldpZHRoIjowLjAsIkhlaWdodCI6MC4wLCJCb3JkZXJTdHlsZSI6eyIkaWQiOiIzMTEiLCJMaW5lQ29sb3IiOnsiJGlkIjoiMzEyIiwiJHR5cGUiOiJOTFJFLkNvbW1vbi5Eb20uU29saWRDb2xvckJydXNoLCBOTFJFLkNvbW1vbiIsIkNvbG9yIjp7IiRpZCI6IjMxMyIsIkEiOjI1NSwiUiI6MjU1LCJHIjowLCJCIjowfX0sIkxpbmVXZWlnaHQiOjAuMCwiTGluZVR5cGUiOjAsIlBhcmVudFN0eWxlIjpudWxsfSwiUGFyZW50U3R5bGUiOm51bGx9LCJNYXJnaW4iOnsiJGlkIjoiMzE0IiwiVG9wIjowLjAsIkxlZnQiOjAuMCwiUmlnaHQiOjAuMCwiQm90dG9tIjowLjB9LCJQYWRkaW5nIjp7IiRpZCI6IjMxNSIsIlRvcCI6MC4wLCJMZWZ0IjowLjAsIlJpZ2h0IjowLjAsIkJvdHRvbSI6MC4wfSwiQmFja2dyb3VuZCI6bnVsbCwiSXNWaXNpYmxlIjp0cnVlLCJXaWR0aCI6MC4wLCJIZWlnaHQiOjAuMCwiQm9yZGVyU3R5bGUiOm51bGwsIlBhcmVudFN0eWxlIjpudWxsfSwiQmFja2dyb3VuZFN0eWxlIjp7IiRpZCI6IjMxNiIsIk1hcmdpbiI6eyIkaWQiOiIzMTciLCJUb3AiOjAuMCwiTGVmdCI6MC4wLCJSaWdodCI6MC4wLCJCb3R0b20iOjAuMH0sIlBhZGRpbmciOnsiJGlkIjoiMzE4IiwiVG9wIjowLjAsIkxlZnQiOjAuMCwiUmlnaHQiOjAuMCwiQm90dG9tIjowLjB9LCJCYWNrZ3JvdW5kIjp7IiRpZCI6IjMxOSIsIkNvbG9yIjp7IiRpZCI6IjMyMCIsIkEiOjUxLCJSIjoxNTUsIkciOjE4NywiQiI6ODl9fSwiSXNWaXNpYmxlIjp0cnVlLCJXaWR0aCI6MC4wLCJIZWlnaHQiOjAuMCwiQm9yZGVyU3R5bGUiOnsiJGlkIjoiMzIxIiwiTGluZUNvbG9yIjp7IiRpZCI6IjMyMiIsIiR0eXBlIjoiTkxSRS5Db21tb24uRG9tLlNvbGlkQ29sb3JCcnVzaCwgTkxSRS5Db21tb24iLCJDb2xvciI6eyIkaWQiOiIzMjMiLCJBIjoyNTUsIlIiOjI1NSwiRyI6MCwiQiI6MH19LCJMaW5lV2VpZ2h0IjowLjAsIkxpbmVUeXBlIjowLCJQYXJlbnRTdHlsZSI6bnVsbH0sIlBhcmVudFN0eWxlIjpudWxsfSwiTWFyZ2luIjp7IiRpZCI6IjMyNCIsIlRvcCI6MC4wLCJMZWZ0IjowLjAsIlJpZ2h0IjowLjAsIkJvdHRvbSI6MC4wfSwiUGFkZGluZyI6eyIkaWQiOiIzMjUiLCJUb3AiOjAuMCwiTGVmdCI6MC4wLCJSaWdodCI6MC4wLCJCb3R0b20iOjAuMH0sIklzVmlzaWJsZSI6dHJ1ZSwiV2lkdGgiOjAuMCwiSGVpZ2h0IjowLjAsIkJvcmRlclN0eWxlIjpudWxsLCJQYXJlbnRTdHlsZSI6bnVsbH19XSwiSWQiOiI3OWYwNWU4ZC1lNzJlLTRjYzMtODVmYy1lODc1ZmE2NTUxN2YiLCJJbmRleCI6NiwiSGVhZGVyVGV4dCI6IlBsYW4iLCJTdHlsZSI6eyIkaWQiOiIzMjYiLCJIZWFkZXJTdHlsZSI6eyIkaWQiOiIzMjciLCJUZXh0SXNWZXJ0aWNhbCI6ZmFsc2UsIlRleHRTdHlsZSI6eyIkaWQiOiIzMjgiLCJGb250U2V0dGluZ3MiOnsiJGlkIjoiMzI5IiwiRm9udFNpemUiOjEwLCJGb250TmFtZSI6IkZyYW5rbGluIEdvdGhpYyBNZWRpdW0iLCJJc0JvbGQiOmZhbHNlLCJJc0l0YWxpYyI6ZmFsc2UsIklzVW5kZXJsaW5lZCI6ZmFsc2UsIlBhcmVudFN0eWxlIjpudWxsfSwiQXV0b1NpemUiOjAsIkZvcmVncm91bmQiOnsiJGlkIjoiMzMwIiwiQ29sb3IiOnsiJGlkIjoiMzMxIiwiQSI6MjU1LCJSIjozMiwiRyI6NTYsIkIiOjEwMH19LCJNYXhXaWR0aCI6MC4wLCJNYXhIZWlnaHQiOjAuMCwiU21hcnRGb3JlZ3JvdW5kSXNBY3RpdmUiOmZhbHNlLCJIb3Jpem9udGFsQWxpZ25tZW50IjowLCJWZXJ0aWNhbEFsaWdubWVudCI6MCwiU21hcnRGb3JlZ3JvdW5kIjpudWxsLCJCYWNrZ3JvdW5kRmlsbFR5cGUiOjAsIk1hcmdpbiI6eyIkaWQiOiIzMzIiLCJUb3AiOjAuMCwiTGVmdCI6MC4wLCJSaWdodCI6MC4wLCJCb3R0b20iOjAuMH0sIlBhZGRpbmciOnsiJGlkIjoiMzMzIiwiVG9wIjowLjAsIkxlZnQiOjAuMCwiUmlnaHQiOjAuMCwiQm90dG9tIjowLjB9LCJCYWNrZ3JvdW5kIjpudWxsLCJJc1Zpc2libGUiOmZhbHNlLCJXaWR0aCI6MC4wLCJIZWlnaHQiOjAuMCwiQm9yZGVyU3R5bGUiOm51bGwsIlBhcmVudFN0eWxlIjpudWxsfSwiUmVjdGFuZ2xlU3R5bGUiOnsiJGlkIjoiMzM0IiwiTWFyZ2luIjp7IiRpZCI6IjMzNSIsIlRvcCI6MC4wLCJMZWZ0IjowLjAsIlJpZ2h0IjowLjAsIkJvdHRvbSI6MC4wfSwiUGFkZGluZyI6eyIkaWQiOiIzMzYiLCJUb3AiOjAuMCwiTGVmdCI6MC4wLCJSaWdodCI6MC4wLCJCb3R0b20iOjAuMH0sIkJhY2tncm91bmQiOnsiJGlkIjoiMzM3IiwiQ29sb3IiOnsiJGlkIjoiMzM4IiwiQSI6MTI3LCJSIjo5MSwiRyI6MTU1LCJCIjoyMTN9fSwiSXNWaXNpYmxlIjpmYWxzZSwiV2lkdGgiOjAuMCwiSGVpZ2h0IjowLjAsIkJvcmRlclN0eWxlIjp7IiRpZCI6IjMzOSIsIkxpbmVDb2xvciI6eyIkaWQiOiIzNDAiLCIkdHlwZSI6Ik5MUkUuQ29tbW9uLkRvbS5Tb2xpZENvbG9yQnJ1c2gsIE5MUkUuQ29tbW9uIiwiQ29sb3IiOnsiJGlkIjoiMzQxIiwiQSI6MjU1LCJSIjoyNTUsIkciOjAsIkIiOjB9fSwiTGluZVdlaWdodCI6MC4wLCJMaW5lVHlwZSI6MCwiUGFyZW50U3R5bGUiOm51bGx9LCJQYXJlbnRTdHlsZSI6bnVsbH0sIk1hcmdpbiI6eyIkaWQiOiIzNDIiLCJUb3AiOjAuMCwiTGVmdCI6MC4wLCJSaWdodCI6MC4wLCJCb3R0b20iOjAuMH0sIlBhZGRpbmciOnsiJGlkIjoiMzQzIiwiVG9wIjowLjAsIkxlZnQiOjAuMCwiUmlnaHQiOjAuMCwiQm90dG9tIjowLjB9LCJCYWNrZ3JvdW5kIjpudWxsLCJJc1Zpc2libGUiOnRydWUsIldpZHRoIjowLjAsIkhlaWdodCI6MC4wLCJCb3JkZXJTdHlsZSI6bnVsbCwiUGFyZW50U3R5bGUiOm51bGx9LCJCYWNrZ3JvdW5kU3R5bGUiOnsiJGlkIjoiMzQ0IiwiTWFyZ2luIjp7IiRpZCI6IjM0NSIsIlRvcCI6MC4wLCJMZWZ0IjowLjAsIlJpZ2h0IjowLjAsIkJvdHRvbSI6MC4wfSwiUGFkZGluZyI6eyIkaWQiOiIzNDYiLCJUb3AiOjAuMCwiTGVmdCI6MC4wLCJSaWdodCI6MC4wLCJCb3R0b20iOjAuMH0sIkJhY2tncm91bmQiOnsiJGlkIjoiMzQ3IiwiQ29sb3IiOnsiJGlkIjoiMzQ4IiwiQSI6MzgsIlIiOjkxLCJHIjoxNTUsIkIiOjIxM319LCJJc1Zpc2libGUiOnRydWUsIldpZHRoIjowLjAsIkhlaWdodCI6MC4wLCJCb3JkZXJTdHlsZSI6eyIkaWQiOiIzNDkiLCJMaW5lQ29sb3IiOnsiJGlkIjoiMzUwIiwiJHR5cGUiOiJOTFJFLkNvbW1vbi5Eb20uU29saWRDb2xvckJydXNoLCBOTFJFLkNvbW1vbiIsIkNvbG9yIjp7IiRpZCI6IjM1MSIsIkEiOjI1NSwiUiI6MjU1LCJHIjowLCJCIjowfX0sIkxpbmVXZWlnaHQiOjAuMCwiTGluZVR5cGUiOjAsIlBhcmVudFN0eWxlIjpudWxsfSwiUGFyZW50U3R5bGUiOm51bGx9LCJJc0Fib3ZlVGltZWJhbmQiOmZhbHNlLCJNYXJnaW4iOnsiJGlkIjoiMzUyIiwiVG9wIjowLjAsIkxlZnQiOjAuMCwiUmlnaHQiOjAuMCwiQm90dG9tIjowLjB9LCJQYWRkaW5nIjp7IiRpZCI6IjM1MyIsIlRvcCI6MC4wLCJMZWZ0IjowLjAsIlJpZ2h0IjowLjAsIkJvdHRvbSI6MC4wfSwiSXNWaXNpYmxlIjp0cnVlLCJXaWR0aCI6MC4wLCJIZWlnaHQiOjAuMCwiQm9yZGVyU3R5bGUiOnsiJGlkIjoiMzU0IiwiTGluZUNvbG9yIjpudWxsLCJMaW5lV2VpZ2h0IjowLjAsIkxpbmVUeXBlIjowLCJQYXJlbnRTdHlsZSI6bnVsbH0sIlBhcmVudFN0eWxlIjpudWxsfX0seyIkaWQiOiIzNTUiLCJfYWN0aXZpdGllcyI6W3siJGlkIjoiMzU2IiwiX3Jvd3MiOlt7IiRpZCI6IjM1NyIsIl90YXNrcyI6W10sIl9taWxlc3RvbmVzIjpbeyIkaWQiOiIzNTgiLCJJZCI6IjI5MDZlNjJjLTJkNjQtNDIzYS04YTZmLWYwY2ZmY2UzNDNmZCIsIkluZGV4IjoxNiwiR3JvdXBJZCI6Ijc2Y2ExZGU1LTc2ZWEtNDMwYy05NzA3LWY5ZWY0Y2IwYTM2NiIsIlRpdGxlIjoiUGVyZm9ybWFuY2UgVmFsaWRhdGlvbiIsIkRhdGVUaW1lIjoiMjAxOS0wMy0xNFQxMTo1OTowMCIsIlBlcmNlbnRhZ2VDb21wbGV0ZSI6bnVsbCwiTm90ZSI6bnVsbCwiU3R5bGUiOnsiJGlkIjoiMzU5IiwiVGl0bGVQb3NpdGlvbiI6IlJpZ2h0IiwiRGF0ZVBvc2l0aW9uIjoiTGVmdCIsIlNoYXBlVHlwZSI6MSwiU2hhcGVTaXplIjowLCJTaGFwZVN0eWxlIjp7IiRpZCI6IjM2MCIsIk1hcmdpbiI6eyIkcmVmIjoiMjc2In0sIlBhZGRpbmciOnsiJHJlZiI6IjI3NyJ9LCJCYWNrZ3JvdW5kIjp7IiRpZCI6IjM2MSIsIkNvbG9yIjp7IiRpZCI6IjM2MiIsIkEiOjI1NSwiUiI6MjA2LCJHIjoxNDYsIkIiOjB9fSwiSXNWaXNpYmxlIjp0cnVlLCJXaWR0aCI6MTIuMCwiSGVpZ2h0IjoxNC4wLCJCb3JkZXJTdHlsZSI6eyIkaWQiOiIzNjMiLCJMaW5lQ29sb3IiOnsiJHJlZiI6IjI4MSJ9LCJMaW5lV2VpZ2h0IjowLjAsIkxpbmVUeXBlIjowLCJQYXJlbnRTdHlsZSI6bnVsbH0sIlBhcmVudFN0eWxlIjpudWxsfSwiVGl0bGVTdHlsZSI6eyIkaWQiOiIzNjQiLCJGb250U2V0dGluZ3MiOnsiJGlkIjoiMzY1IiwiRm9udFNpemUiOjExLCJGb250TmFtZSI6IkNhbGlicmkiLCJJc0JvbGQiOnRydWUsIklzSXRhbGljIjpmYWxzZSwiSXNVbmRlcmxpbmVkIjpmYWxzZSwiUGFyZW50U3R5bGUiOm51bGx9LCJBdXRvU2l6ZSI6MCwiRm9yZWdyb3VuZCI6eyIkaWQiOiIzNjYiLCJDb2xvciI6eyIkaWQiOiIzNjciLCJBIjoyNTUsIlIiOjEyNywiRyI6OTY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zNjgiLCJGb250U2V0dGluZ3MiOnsiJGlkIjoiMzY5IiwiRm9udFNpemUiOjEwLCJGb250TmFtZSI6IkNhbGlicmkiLCJJc0JvbGQiOmZhbHNlLCJJc0l0YWxpYyI6ZmFsc2UsIklzVW5kZXJsaW5lZCI6ZmFsc2UsIlBhcmVudFN0eWxlIjpudWxsfSwiQXV0b1NpemUiOjAsIkZvcmVncm91bmQiOnsiJGlkIjoiMzcwIiwiQ29sb3IiOnsiJGlkIjoiMzc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Mz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MyIsIkZvcm1hdCI6MCwiSXNWaXNpYmxlIjpmYWxzZSwiTGFzdEtub3duVmlzaWJpbGl0eVN0YXRlIjpmYWxzZX0sIklzVmlzaWJsZSI6dHJ1ZSwiUGFyZW50U3R5bGUiOm51bGx9LCJIeXBlcmxpbmsiOnsiJGlkIjoiMzc0IiwiQWRkcmVzcyI6IiIsIlN1YkFkZHJlc3MiOiIifSwiSW1wb3J0SWQiOiIifSx7IiRpZCI6IjM3NSIsIklkIjoiNGJlZTFjYmUtNzI3NS00YTcwLThlYjEtNmVhZWExZDNkNDJjIiwiSW5kZXgiOjE3LCJHcm91cElkIjoiNzZjYTFkZTUtNzZlYS00MzBjLTk3MDctZjllZjRjYjBhMzY2IiwiVGl0bGUiOiJUZXN0IENvbXBsZXRlIiwiRGF0ZVRpbWUiOiIyMDE5LTA1LTE0VDExOjU5OjAwIiwiUGVyY2VudGFnZUNvbXBsZXRlIjpudWxsLCJOb3RlIjpudWxsLCJTdHlsZSI6eyIkaWQiOiIzNzYiLCJUaXRsZVBvc2l0aW9uIjoiUmlnaHQiLCJEYXRlUG9zaXRpb24iOiJMZWZ0IiwiU2hhcGVUeXBlIjoxLCJTaGFwZVNpemUiOjAsIlNoYXBlU3R5bGUiOnsiJGlkIjoiMzc3IiwiTWFyZ2luIjp7IiRyZWYiOiIyNzYifSwiUGFkZGluZyI6eyIkcmVmIjoiMjc3In0sIkJhY2tncm91bmQiOnsiJGlkIjoiMzc4IiwiQ29sb3IiOnsiJGlkIjoiMzc5IiwiQSI6MjU1LCJSIjoyMDYsIkciOjE0NiwiQiI6MH19LCJJc1Zpc2libGUiOnRydWUsIldpZHRoIjoxMi4wLCJIZWlnaHQiOjE0LjAsIkJvcmRlclN0eWxlIjp7IiRpZCI6IjM4MCIsIkxpbmVDb2xvciI6eyIkcmVmIjoiMjgxIn0sIkxpbmVXZWlnaHQiOjAuMCwiTGluZVR5cGUiOjAsIlBhcmVudFN0eWxlIjpudWxsfSwiUGFyZW50U3R5bGUiOm51bGx9LCJUaXRsZVN0eWxlIjp7IiRpZCI6IjM4MSIsIkZvbnRTZXR0aW5ncyI6eyIkaWQiOiIzODIiLCJGb250U2l6ZSI6MTEsIkZvbnROYW1lIjoiQ2FsaWJyaSIsIklzQm9sZCI6dHJ1ZSwiSXNJdGFsaWMiOmZhbHNlLCJJc1VuZGVybGluZWQiOmZhbHNlLCJQYXJlbnRTdHlsZSI6bnVsbH0sIkF1dG9TaXplIjowLCJGb3JlZ3JvdW5kIjp7IiRpZCI6IjM4MyIsIkNvbG9yIjp7IiRpZCI6IjM4NCIsIkEiOjI1NSwiUiI6MTI3LCJHIjo5NiwiQiI6MH19LCJNYXhXaWR0aCI6MjAwLjAsIk1heEhlaWdodCI6IkluZmluaXR5IiwiU21hcnRGb3JlZ3JvdW5kSXNBY3RpdmUiOmZhbHNlLCJIb3Jpem9udGFsQWxpZ25tZW50IjowLCJWZXJ0aWNhbEFsaWdubWVudCI6MCwiU21hcnRGb3JlZ3JvdW5kIjpudWxsLCJCYWNrZ3JvdW5kRmlsbFR5cGUiOjAsIk1hcmdpbiI6eyIkcmVmIjoiMjg3In0sIlBhZGRpbmciOnsiJHJlZiI6IjI4OCJ9LCJCYWNrZ3JvdW5kIjp7IiRyZWYiOiIxNjIifSwiSXNWaXNpYmxlIjp0cnVlLCJXaWR0aCI6MC4wLCJIZWlnaHQiOjAuMCwiQm9yZGVyU3R5bGUiOm51bGwsIlBhcmVudFN0eWxlIjpudWxsfSwiRGF0ZVN0eWxlIjp7IiRpZCI6IjM4NSIsIkZvbnRTZXR0aW5ncyI6eyIkaWQiOiIzODYiLCJGb250U2l6ZSI6MTAsIkZvbnROYW1lIjoiQ2FsaWJyaSIsIklzQm9sZCI6ZmFsc2UsIklzSXRhbGljIjpmYWxzZSwiSXNVbmRlcmxpbmVkIjpmYWxzZSwiUGFyZW50U3R5bGUiOm51bGx9LCJBdXRvU2l6ZSI6MCwiRm9yZWdyb3VuZCI6eyIkaWQiOiIzODciLCJDb2xvciI6eyIkaWQiOiIzOD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yOTMifSwiUGFkZGluZyI6eyIkcmVmIjoiMjk0In0sIkJhY2tncm91bmQiOnsiJHJlZiI6IjE3MCJ9LCJJc1Zpc2libGUiOmZhbHNlLCJXaWR0aCI6MC4wLCJIZWlnaHQiOjAuMCwiQm9yZGVyU3R5bGUiOm51bGwsIlBhcmVudFN0eWxlIjpudWxsfSwiRGF0ZUZvcm1hdCI6eyIkaWQiOiIzO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wIiwiRm9ybWF0IjowLCJJc1Zpc2libGUiOmZhbHNlLCJMYXN0S25vd25WaXNpYmlsaXR5U3RhdGUiOmZhbHNlfSwiSXNWaXNpYmxlIjp0cnVlLCJQYXJlbnRTdHlsZSI6bnVsbH0sIkh5cGVybGluayI6eyIkaWQiOiIzOTEiLCJBZGRyZXNzIjoiIiwiU3ViQWRkcmVzcyI6IiJ9LCJJbXBvcnRJZCI6IiJ9LHsiJGlkIjoiMzkyIiwiSWQiOiIwOTE5YWU4ZS1mOWNlLTRiYzgtODk3NC05ZmZjNGY4OTJiNTYiLCJJbmRleCI6MTgsIkdyb3VwSWQiOiI3NmNhMWRlNS03NmVhLTQzMGMtOTcwNy1mOWVmNGNiMGEzNjYiLCJUaXRsZSI6Ik1vbml0b3JpbmciLCJEYXRlVGltZSI6IjIwMTktMDYtMjZUMTE6NTk6MDAiLCJQZXJjZW50YWdlQ29tcGxldGUiOm51bGwsIk5vdGUiOm51bGwsIlN0eWxlIjp7IiRpZCI6IjM5MyIsIlRpdGxlUG9zaXRpb24iOiJSaWdodCIsIkRhdGVQb3NpdGlvbiI6IkxlZnQiLCJTaGFwZVR5cGUiOjEsIlNoYXBlU2l6ZSI6MCwiU2hhcGVTdHlsZSI6eyIkaWQiOiIzOTQiLCJNYXJnaW4iOnsiJHJlZiI6IjI3NiJ9LCJQYWRkaW5nIjp7IiRyZWYiOiIyNzcifSwiQmFja2dyb3VuZCI6eyIkaWQiOiIzOTUiLCJDb2xvciI6eyIkaWQiOiIzOTYiLCJBIjoyNTUsIlIiOjIwNiwiRyI6MTQ2LCJCIjowfX0sIklzVmlzaWJsZSI6dHJ1ZSwiV2lkdGgiOjEyLjAsIkhlaWdodCI6MTQuMCwiQm9yZGVyU3R5bGUiOnsiJGlkIjoiMzk3IiwiTGluZUNvbG9yIjp7IiRyZWYiOiIyODEifSwiTGluZVdlaWdodCI6MC4wLCJMaW5lVHlwZSI6MCwiUGFyZW50U3R5bGUiOm51bGx9LCJQYXJlbnRTdHlsZSI6bnVsbH0sIlRpdGxlU3R5bGUiOnsiJGlkIjoiMzk4IiwiRm9udFNldHRpbmdzIjp7IiRpZCI6IjM5OSIsIkZvbnRTaXplIjoxMSwiRm9udE5hbWUiOiJDYWxpYnJpIiwiSXNCb2xkIjp0cnVlLCJJc0l0YWxpYyI6ZmFsc2UsIklzVW5kZXJsaW5lZCI6ZmFsc2UsIlBhcmVudFN0eWxlIjpudWxsfSwiQXV0b1NpemUiOjAsIkZvcmVncm91bmQiOnsiJGlkIjoiNDAwIiwiQ29sb3IiOnsiJGlkIjoiNDAxIiwiQSI6MjU1LCJSIjoxMjcsIkciOjk2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DAyIiwiRm9udFNldHRpbmdzIjp7IiRpZCI6IjQwMyIsIkZvbnRTaXplIjoxMCwiRm9udE5hbWUiOiJDYWxpYnJpIiwiSXNCb2xkIjpmYWxzZSwiSXNJdGFsaWMiOmZhbHNlLCJJc1VuZGVybGluZWQiOmZhbHNlLCJQYXJlbnRTdHlsZSI6bnVsbH0sIkF1dG9TaXplIjowLCJGb3JlZ3JvdW5kIjp7IiRpZCI6IjQwNCIsIkNvbG9yIjp7IiRpZCI6IjQw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Qw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DciLCJGb3JtYXQiOjAsIklzVmlzaWJsZSI6ZmFsc2UsIkxhc3RLbm93blZpc2liaWxpdHlTdGF0ZSI6ZmFsc2V9LCJJc1Zpc2libGUiOnRydWUsIlBhcmVudFN0eWxlIjpudWxsfSwiSHlwZXJsaW5rIjp7IiRpZCI6IjQwOCIsIkFkZHJlc3MiOiIiLCJTdWJBZGRyZXNzIjoiIn0sIkltcG9ydElkIjoiIn0seyIkaWQiOiI0MDkiLCJJZCI6IjE2YTlmNzgxLWZiY2YtNDM0OC1hOTBkLTQxODM1ZmEzMjQ5ZSIsIkluZGV4IjoxOSwiR3JvdXBJZCI6Ijc2Y2ExZGU1LTc2ZWEtNDMwYy05NzA3LWY5ZWY0Y2IwYTM2NiIsIlRpdGxlIjoiUGhhc2UgU3luYyIsIkRhdGVUaW1lIjoiMjAxOS0wOC0yMFQxMTo1OTowMCIsIlBlcmNlbnRhZ2VDb21wbGV0ZSI6bnVsbCwiTm90ZSI6bnVsbCwiU3R5bGUiOnsiJGlkIjoiNDEwIiwiVGl0bGVQb3NpdGlvbiI6IlJpZ2h0IiwiRGF0ZVBvc2l0aW9uIjoiTGVmdCIsIlNoYXBlVHlwZSI6MSwiU2hhcGVTaXplIjowLCJTaGFwZVN0eWxlIjp7IiRpZCI6IjQxMSIsIk1hcmdpbiI6eyIkcmVmIjoiMjc2In0sIlBhZGRpbmciOnsiJHJlZiI6IjI3NyJ9LCJCYWNrZ3JvdW5kIjp7IiRpZCI6IjQxMiIsIkNvbG9yIjp7IiRpZCI6IjQxMyIsIkEiOjI1NSwiUiI6MjA2LCJHIjoxNDYsIkIiOjB9fSwiSXNWaXNpYmxlIjp0cnVlLCJXaWR0aCI6MTIuMCwiSGVpZ2h0IjoxNC4wLCJCb3JkZXJTdHlsZSI6eyIkaWQiOiI0MTQiLCJMaW5lQ29sb3IiOnsiJHJlZiI6IjI4MSJ9LCJMaW5lV2VpZ2h0IjowLjAsIkxpbmVUeXBlIjowLCJQYXJlbnRTdHlsZSI6bnVsbH0sIlBhcmVudFN0eWxlIjpudWxsfSwiVGl0bGVTdHlsZSI6eyIkaWQiOiI0MTUiLCJGb250U2V0dGluZ3MiOnsiJGlkIjoiNDE2IiwiRm9udFNpemUiOjExLCJGb250TmFtZSI6IkNhbGlicmkiLCJJc0JvbGQiOnRydWUsIklzSXRhbGljIjpmYWxzZSwiSXNVbmRlcmxpbmVkIjpmYWxzZSwiUGFyZW50U3R5bGUiOm51bGx9LCJBdXRvU2l6ZSI6MCwiRm9yZWdyb3VuZCI6eyIkaWQiOiI0MTciLCJDb2xvciI6eyIkaWQiOiI0MTgiLCJBIjoyNTUsIlIiOjEyNywiRyI6OTY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0MTkiLCJGb250U2V0dGluZ3MiOnsiJGlkIjoiNDIwIiwiRm9udFNpemUiOjEwLCJGb250TmFtZSI6IkNhbGlicmkiLCJJc0JvbGQiOmZhbHNlLCJJc0l0YWxpYyI6ZmFsc2UsIklzVW5kZXJsaW5lZCI6ZmFsc2UsIlBhcmVudFN0eWxlIjpudWxsfSwiQXV0b1NpemUiOjAsIkZvcmVncm91bmQiOnsiJGlkIjoiNDIxIiwiQ29sb3IiOnsiJGlkIjoiNDI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ND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yNCIsIkZvcm1hdCI6MCwiSXNWaXNpYmxlIjpmYWxzZSwiTGFzdEtub3duVmlzaWJpbGl0eVN0YXRlIjpmYWxzZX0sIklzVmlzaWJsZSI6dHJ1ZSwiUGFyZW50U3R5bGUiOm51bGx9LCJIeXBlcmxpbmsiOnsiJGlkIjoiNDI1IiwiQWRkcmVzcyI6IiIsIlN1YkFkZHJlc3MiOiIifSwiSW1wb3J0SWQiOiIifSx7IiRpZCI6IjQyNiIsIklkIjoiZmE4YzFiMWEtZDlmOS00ZjhlLTkwYjMtMjc0MzdmOTAyYTExIiwiSW5kZXgiOjIwLCJHcm91cElkIjoiNzZjYTFkZTUtNzZlYS00MzBjLTk3MDctZjllZjRjYjBhMzY2IiwiVGl0bGUiOiJMb2FkIEJhbGFuY2UiLCJEYXRlVGltZSI6IjIwMTktMTAtMDJUMTE6NTk6MDAiLCJQZXJjZW50YWdlQ29tcGxldGUiOm51bGwsIk5vdGUiOm51bGwsIlN0eWxlIjp7IiRpZCI6IjQyNyIsIlRpdGxlUG9zaXRpb24iOiJSaWdodCIsIkRhdGVQb3NpdGlvbiI6IkxlZnQiLCJTaGFwZVR5cGUiOjEsIlNoYXBlU2l6ZSI6MCwiU2hhcGVTdHlsZSI6eyIkaWQiOiI0MjgiLCJNYXJnaW4iOnsiJHJlZiI6IjI3NiJ9LCJQYWRkaW5nIjp7IiRyZWYiOiIyNzcifSwiQmFja2dyb3VuZCI6eyIkaWQiOiI0MjkiLCJDb2xvciI6eyIkaWQiOiI0MzAiLCJBIjoyNTUsIlIiOjIwNiwiRyI6MTQ2LCJCIjowfX0sIklzVmlzaWJsZSI6dHJ1ZSwiV2lkdGgiOjEyLjAsIkhlaWdodCI6MTQuMCwiQm9yZGVyU3R5bGUiOnsiJGlkIjoiNDMxIiwiTGluZUNvbG9yIjp7IiRyZWYiOiIyODEifSwiTGluZVdlaWdodCI6MC4wLCJMaW5lVHlwZSI6MCwiUGFyZW50U3R5bGUiOm51bGx9LCJQYXJlbnRTdHlsZSI6bnVsbH0sIlRpdGxlU3R5bGUiOnsiJGlkIjoiNDMyIiwiRm9udFNldHRpbmdzIjp7IiRpZCI6IjQzMyIsIkZvbnRTaXplIjoxMSwiRm9udE5hbWUiOiJDYWxpYnJpIiwiSXNCb2xkIjp0cnVlLCJJc0l0YWxpYyI6ZmFsc2UsIklzVW5kZXJsaW5lZCI6ZmFsc2UsIlBhcmVudFN0eWxlIjpudWxsfSwiQXV0b1NpemUiOjAsIkZvcmVncm91bmQiOnsiJGlkIjoiNDM0IiwiQ29sb3IiOnsiJGlkIjoiNDM1IiwiQSI6MjU1LCJSIjoxMjcsIkciOjk2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DM2IiwiRm9udFNldHRpbmdzIjp7IiRpZCI6IjQzNyIsIkZvbnRTaXplIjoxMCwiRm9udE5hbWUiOiJDYWxpYnJpIiwiSXNCb2xkIjpmYWxzZSwiSXNJdGFsaWMiOmZhbHNlLCJJc1VuZGVybGluZWQiOmZhbHNlLCJQYXJlbnRTdHlsZSI6bnVsbH0sIkF1dG9TaXplIjowLCJGb3JlZ3JvdW5kIjp7IiRpZCI6IjQzOCIsIkNvbG9yIjp7IiRpZCI6IjQz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Q0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DEiLCJGb3JtYXQiOjAsIklzVmlzaWJsZSI6ZmFsc2UsIkxhc3RLbm93blZpc2liaWxpdHlTdGF0ZSI6ZmFsc2V9LCJJc1Zpc2libGUiOnRydWUsIlBhcmVudFN0eWxlIjpudWxsfSwiSHlwZXJsaW5rIjp7IiRpZCI6IjQ0MiIsIkFkZHJlc3MiOiIiLCJTdWJBZGRyZXNzIjoiIn0sIkltcG9ydElkIjoiIn1dLCJJZCI6Ijc2Y2ExZGU1LTc2ZWEtNDMwYy05NzA3LWY5ZWY0Y2IwYTM2NiIsIklzU2luZ2xlSXRlbVJvdyI6ZmFsc2V9LHsiJGlkIjoiNDQzIiwiX3Rhc2tzIjpbeyIkaWQiOiI0NDQiLCJfYXR0YWNoZWRNaWxlc3RvbmVzIjpbXSwiVGFza0RlZmluaXRpb24iOnsiJGlkIjoiNDQ1IiwiR3JvdXBOYW1lIjoiNGQxZjIwNzktMjJlNy00N2I3LThiNmMtNjhjOThjMWI2ODMzIiwiU3RhcnREYXRlIjoiMjAxOS0wNS0xMVQwMDowMDowMCIsIkVuZERhdGUiOiIyMDE5LTA2LTMwVDExOjU5OjAwIiwiUGVyY2VudGFnZUNvbXBsZXRlIjpudWxsLCJTdHlsZSI6eyIkaWQiOiI0NDYiLCJTaGFwZSI6NiwiU2hhcGVUaGlja25lc3MiOjEsIkR1cmF0aW9uRm9ybWF0IjowLCJJbmNsdWRlTm9uV29ya2luZ0RheXNJbkR1cmF0aW9uIjpmYWxzZSwiUGVyY2VudGFnZUNvbXBsZXRlU3R5bGUiOnsiJGlkIjoiNDQ3IiwiRm9udFNldHRpbmdzIjp7IiRpZCI6IjQ0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0NDkiLCJUb3AiOjAuMCwiTGVmdCI6MC4wLCJSaWdodCI6MC4wLCJCb3R0b20iOjAuMH0sIlBhZGRpbmciOnsiJGlkIjoiNDUwIiwiVG9wIjowLjAsIkxlZnQiOjAuMCwiUmlnaHQiOjAuMCwiQm90dG9tIjowLjB9LCJCYWNrZ3JvdW5kIjp7IiRyZWYiOiIxNCJ9LCJJc1Zpc2libGUiOnRydWUsIldpZHRoIjowLjAsIkhlaWdodCI6MC4wLCJCb3JkZXJTdHlsZSI6eyIkaWQiOiI0NTEiLCJMaW5lQ29sb3IiOm51bGwsIkxpbmVXZWlnaHQiOjAuMCwiTGluZVR5cGUiOjAsIlBhcmVudFN0eWxlIjpudWxsfSwiUGFyZW50U3R5bGUiOm51bGx9LCJEdXJhdGlvblN0eWxlIjp7IiRpZCI6IjQ1MiIsIkZvbnRTZXR0aW5ncyI6eyIkaWQiOiI0NTMiLCJGb250U2l6ZSI6MTAsIkZvbnROYW1lIjoiQ2FsaWJyaSIsIklzQm9sZCI6ZmFsc2UsIklzSXRhbGljIjpmYWxzZSwiSXNVbmRlcmxpbmVkIjpmYWxzZSwiUGFyZW50U3R5bGUiOm51bGx9LCJBdXRvU2l6ZSI6MCwiRm9yZWdyb3VuZCI6eyIkaWQiOiI0NTQiLCJDb2xvciI6eyIkcmVmIjoiMjAifX0sIk1heFdpZHRoIjoyMDAuMCwiTWF4SGVpZ2h0IjoiSW5maW5pdHkiLCJTbWFydEZvcmVncm91bmRJc0FjdGl2ZSI6ZmFsc2UsIkhvcml6b250YWxBbGlnbm1lbnQiOjAsIlZlcnRpY2FsQWxpZ25tZW50IjowLCJTbWFydEZvcmVncm91bmQiOm51bGwsIkJhY2tncm91bmRGaWxsVHlwZSI6MCwiTWFyZ2luIjp7IiRpZCI6IjQ1NSIsIlRvcCI6MC4wLCJMZWZ0IjowLjAsIlJpZ2h0IjowLjAsIkJvdHRvbSI6MC4wfSwiUGFkZGluZyI6eyIkaWQiOiI0NTYiLCJUb3AiOjAuMCwiTGVmdCI6MC4wLCJSaWdodCI6MC4wLCJCb3R0b20iOjAuMH0sIkJhY2tncm91bmQiOnsiJHJlZiI6IjIzIn0sIklzVmlzaWJsZSI6dHJ1ZSwiV2lkdGgiOjAuMCwiSGVpZ2h0IjowLjAsIkJvcmRlclN0eWxlIjp7IiRpZCI6IjQ1NyIsIkxpbmVDb2xvciI6bnVsbCwiTGluZVdlaWdodCI6MC4wLCJMaW5lVHlwZSI6MCwiUGFyZW50U3R5bGUiOm51bGx9LCJQYXJlbnRTdHlsZSI6bnVsbH0sIkhvcml6b250YWxDb25uZWN0b3JTdHlsZSI6eyIkaWQiOiI0NTgiLCJMaW5lQ29sb3IiOnsiJHJlZiI6IjI2In0sIkxpbmVXZWlnaHQiOjEuMCwiTGluZVR5cGUiOjAsIlBhcmVudFN0eWxlIjpudWxsfSwiVmVydGljYWxDb25uZWN0b3JTdHlsZSI6eyIkaWQiOiI0NT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DYwIiwiTWFyZ2luIjp7IiRpZCI6IjQ2MSIsIlRvcCI6MC4wLCJMZWZ0Ijo0LjAsIlJpZ2h0Ijo0LjAsIkJvdHRvbSI6MC4wfSwiUGFkZGluZyI6eyIkaWQiOiI0NjIiLCJUb3AiOjAuMCwiTGVmdCI6MC4wLCJSaWdodCI6MC4wLCJCb3R0b20iOjAuMH0sIkJhY2tncm91bmQiOnsiJGlkIjoiNDYzIiwiQ29sb3IiOnsiJGlkIjoiNDY0IiwiQSI6MjU1LCJSIjoyNTQsIkciOjE4NiwiQiI6MTB9fSwiSXNWaXNpYmxlIjp0cnVlLCJXaWR0aCI6MC4wLCJIZWlnaHQiOjE2LjAsIkJvcmRlclN0eWxlIjp7IiRpZCI6IjQ2NSIsIkxpbmVDb2xvciI6eyIkcmVmIjoiMzcifSwiTGluZVdlaWdodCI6MC4wLCJMaW5lVHlwZSI6MCwiUGFyZW50U3R5bGUiOm51bGx9LCJQYXJlbnRTdHlsZSI6bnVsbH0sIlRpdGxlU3R5bGUiOnsiJGlkIjoiNDY2IiwiRm9udFNldHRpbmdzIjp7IiRpZCI6IjQ2NyIsIkZvbnRTaXplIjoxMSwiRm9udE5hbWUiOiJDYWxpYnJpIiwiSXNCb2xkIjpmYWxzZSwiSXNJdGFsaWMiOmZhbHNlLCJJc1VuZGVybGluZWQiOmZhbHNlLCJQYXJlbnRTdHlsZSI6bnVsbH0sIkF1dG9TaXplIjowLCJGb3JlZ3JvdW5kIjp7IiRpZCI6IjQ2OCIsIkNvbG9yIjp7IiRpZCI6IjQ2OSIsIkEiOjI1NSwiUiI6NzIsIkciOjcyLCJCIjo3Mn19LCJNYXhXaWR0aCI6OTYwLjAsIk1heEhlaWdodCI6IkluZmluaXR5IiwiU21hcnRGb3JlZ3JvdW5kSXNBY3RpdmUiOmZhbHNlLCJIb3Jpem9udGFsQWxpZ25tZW50IjoxLCJWZXJ0aWNhbEFsaWdubWVudCI6MCwiU21hcnRGb3JlZ3JvdW5kIjpudWxsLCJCYWNrZ3JvdW5kRmlsbFR5cGUiOjAsIk1hcmdpbiI6eyIkaWQiOiI0NzAiLCJUb3AiOjAuMCwiTGVmdCI6MC4wLCJSaWdodCI6MC4wLCJCb3R0b20iOjAuMH0sIlBhZGRpbmciOnsiJGlkIjoiNDcxIiwiVG9wIjowLjAsIkxlZnQiOjAuMCwiUmlnaHQiOjAuMCwiQm90dG9tIjowLjB9LCJCYWNrZ3JvdW5kIjp7IiRyZWYiOiI0NSJ9LCJJc1Zpc2libGUiOnRydWUsIldpZHRoIjowLjAsIkhlaWdodCI6MC4wLCJCb3JkZXJTdHlsZSI6eyIkaWQiOiI0NzIiLCJMaW5lQ29sb3IiOm51bGwsIkxpbmVXZWlnaHQiOjAuMCwiTGluZVR5cGUiOjAsIlBhcmVudFN0eWxlIjpudWxsfSwiUGFyZW50U3R5bGUiOm51bGx9LCJEYXRlU3R5bGUiOnsiJGlkIjoiNDczIiwiRm9udFNldHRpbmdzIjp7IiRpZCI6IjQ3NCIsIkZvbnRTaXplIjoxMCwiRm9udE5hbWUiOiJDYWxpYnJpIiwiSXNCb2xkIjpmYWxzZSwiSXNJdGFsaWMiOmZhbHNlLCJJc1VuZGVybGluZWQiOmZhbHNlLCJQYXJlbnRTdHlsZSI6bnVsbH0sIkF1dG9TaXplIjowLCJGb3JlZ3JvdW5kIjp7IiRpZCI6IjQ3NSIsIkNvbG9yIjp7IiRpZCI6IjQ3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c3IiwiVG9wIjowLjAsIkxlZnQiOjAuMCwiUmlnaHQiOjAuMCwiQm90dG9tIjowLjB9LCJQYWRkaW5nIjp7IiRpZCI6IjQ3OCIsIlRvcCI6MC4wLCJMZWZ0IjowLjAsIlJpZ2h0IjowLjAsIkJvdHRvbSI6MC4wfSwiQmFja2dyb3VuZCI6eyIkcmVmIjoiNTMifSwiSXNWaXNpYmxlIjp0cnVlLCJXaWR0aCI6MC4wLCJIZWlnaHQiOjAuMCwiQm9yZGVyU3R5bGUiOnsiJGlkIjoiNDc5IiwiTGluZUNvbG9yIjpudWxsLCJMaW5lV2VpZ2h0IjowLjAsIkxpbmVUeXBlIjowLCJQYXJlbnRTdHlsZSI6bnVsbH0sIlBhcmVudFN0eWxlIjpudWxsfSwiRGF0ZUZvcm1hdCI6eyIkaWQiOiI0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gxIiwiRm9ybWF0IjowLCJJc1Zpc2libGUiOmZhbHNlLCJMYXN0S25vd25WaXNpYmlsaXR5U3RhdGUiOmZhbHNlfSwiSXNWaXNpYmxlIjp0cnVlLCJQYXJlbnRTdHlsZSI6bnVsbH0sIkluZGV4IjoyMSwiU21hcnREdXJhdGlvbkFjdGl2YXRlZCI6ZmFsc2UsIkRhdGVGb3JtYXQiOnsiJHJlZiI6IjQ4MCJ9LCJXZWVrTnVtYmVyaW5nIjp7IiRpZCI6IjQ4MiIsIkZvcm1hdCI6MCwiSXNWaXNpYmxlIjpmYWxzZSwiTGFzdEtub3duVmlzaWJpbGl0eVN0YXRlIjpmYWxzZX0sIklkIjoiMTU0OGE0NTktMjlkNS00MmYwLThlYmItYzM2NDY5MGUzODY1IiwiSW1wb3J0SWQiOm51bGwsIlRpdGxlIjoiSW50ZWdyYXRpb24gSSIsIk5vdGUiOm51bGwsIkh5cGVybGluayI6eyIkaWQiOiI0ODMiLCJBZGRyZXNzIjoiIiwiU3ViQWRkcmVzcyI6IiJ9LCJJc0NoYW5nZWQiOmZhbHNlLCJJc05ldyI6ZmFsc2V9fSx7IiRpZCI6IjQ4NCIsIl9hdHRhY2hlZE1pbGVzdG9uZXMiOltdLCJUYXNrRGVmaW5pdGlvbiI6eyIkaWQiOiI0ODUiLCJHcm91cE5hbWUiOiI0ZDFmMjA3OS0yMmU3LTQ3YjctOGI2Yy02OGM5OGMxYjY4MzMiLCJTdGFydERhdGUiOiIyMDE5LTA2LTMwVDAwOjAwOjAwIiwiRW5kRGF0ZSI6IjIwMTktMDgtMTdUMTE6NTk6MDAiLCJQZXJjZW50YWdlQ29tcGxldGUiOm51bGwsIlN0eWxlIjp7IiRpZCI6IjQ4NiIsIlNoYXBlIjo2LCJTaGFwZVRoaWNrbmVzcyI6MSwiRHVyYXRpb25Gb3JtYXQiOjAsIkluY2x1ZGVOb25Xb3JraW5nRGF5c0luRHVyYXRpb24iOmZhbHNlLCJQZXJjZW50YWdlQ29tcGxldGVTdHlsZSI6eyIkaWQiOiI0ODciLCJGb250U2V0dGluZ3MiOnsiJGlkIjoiNDg4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pZCI6IjQ4OSIsIlRvcCI6MC4wLCJMZWZ0IjowLjAsIlJpZ2h0IjowLjAsIkJvdHRvbSI6MC4wfSwiUGFkZGluZyI6eyIkaWQiOiI0OTAiLCJUb3AiOjAuMCwiTGVmdCI6MC4wLCJSaWdodCI6MC4wLCJCb3R0b20iOjAuMH0sIkJhY2tncm91bmQiOnsiJHJlZiI6IjE0In0sIklzVmlzaWJsZSI6dHJ1ZSwiV2lkdGgiOjAuMCwiSGVpZ2h0IjowLjAsIkJvcmRlclN0eWxlIjp7IiRpZCI6IjQ5MSIsIkxpbmVDb2xvciI6bnVsbCwiTGluZVdlaWdodCI6MC4wLCJMaW5lVHlwZSI6MCwiUGFyZW50U3R5bGUiOm51bGx9LCJQYXJlbnRTdHlsZSI6bnVsbH0sIkR1cmF0aW9uU3R5bGUiOnsiJGlkIjoiNDkyIiwiRm9udFNldHRpbmdzIjp7IiRpZCI6IjQ5MyIsIkZvbnRTaXplIjoxMCwiRm9udE5hbWUiOiJDYWxpYnJpIiwiSXNCb2xkIjpmYWxzZSwiSXNJdGFsaWMiOmZhbHNlLCJJc1VuZGVybGluZWQiOmZhbHNlLCJQYXJlbnRTdHlsZSI6bnVsbH0sIkF1dG9TaXplIjowLCJGb3JlZ3JvdW5kIjp7IiRpZCI6IjQ5NCIsIkNvbG9yIjp7IiRyZWYiOiIyMCJ9fSwiTWF4V2lkdGgiOjIwMC4wLCJNYXhIZWlnaHQiOiJJbmZpbml0eSIsIlNtYXJ0Rm9yZWdyb3VuZElzQWN0aXZlIjpmYWxzZSwiSG9yaXpvbnRhbEFsaWdubWVudCI6MCwiVmVydGljYWxBbGlnbm1lbnQiOjAsIlNtYXJ0Rm9yZWdyb3VuZCI6bnVsbCwiQmFja2dyb3VuZEZpbGxUeXBlIjowLCJNYXJnaW4iOnsiJGlkIjoiNDk1IiwiVG9wIjowLjAsIkxlZnQiOjAuMCwiUmlnaHQiOjAuMCwiQm90dG9tIjowLjB9LCJQYWRkaW5nIjp7IiRpZCI6IjQ5NiIsIlRvcCI6MC4wLCJMZWZ0IjowLjAsIlJpZ2h0IjowLjAsIkJvdHRvbSI6MC4wfSwiQmFja2dyb3VuZCI6eyIkcmVmIjoiMjMifSwiSXNWaXNpYmxlIjp0cnVlLCJXaWR0aCI6MC4wLCJIZWlnaHQiOjAuMCwiQm9yZGVyU3R5bGUiOnsiJGlkIjoiNDk3IiwiTGluZUNvbG9yIjpudWxsLCJMaW5lV2VpZ2h0IjowLjAsIkxpbmVUeXBlIjowLCJQYXJlbnRTdHlsZSI6bnVsbH0sIlBhcmVudFN0eWxlIjpudWxsfSwiSG9yaXpvbnRhbENvbm5lY3RvclN0eWxlIjp7IiRpZCI6IjQ5OCIsIkxpbmVDb2xvciI6eyIkcmVmIjoiMjYifSwiTGluZVdlaWdodCI6MS4wLCJMaW5lVHlwZSI6MCwiUGFyZW50U3R5bGUiOm51bGx9LCJWZXJ0aWNhbENvbm5lY3RvclN0eWxlIjp7IiRpZCI6IjQ5OSIsIkxpbmVDb2xvciI6eyIkcmVmIjoiMjk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U2hhcGVTdHlsZSI6eyIkaWQiOiI1MDAiLCJNYXJnaW4iOnsiJGlkIjoiNTAxIiwiVG9wIjowLjAsIkxlZnQiOjQuMCwiUmlnaHQiOjQuMCwiQm90dG9tIjowLjB9LCJQYWRkaW5nIjp7IiRpZCI6IjUwMiIsIlRvcCI6MC4wLCJMZWZ0IjowLjAsIlJpZ2h0IjowLjAsIkJvdHRvbSI6MC4wfSwiQmFja2dyb3VuZCI6eyIkaWQiOiI1MDMiLCJDb2xvciI6eyIkaWQiOiI1MDQiLCJBIjoyNTUsIlIiOjI1NCwiRyI6MTg2LCJCIjoxMH19LCJJc1Zpc2libGUiOnRydWUsIldpZHRoIjowLjAsIkhlaWdodCI6MTYuMCwiQm9yZGVyU3R5bGUiOnsiJGlkIjoiNTA1IiwiTGluZUNvbG9yIjp7IiRyZWYiOiIzNyJ9LCJMaW5lV2VpZ2h0IjowLjAsIkxpbmVUeXBlIjowLCJQYXJlbnRTdHlsZSI6bnVsbH0sIlBhcmVudFN0eWxlIjpudWxsfSwiVGl0bGVTdHlsZSI6eyIkaWQiOiI1MDYiLCJGb250U2V0dGluZ3MiOnsiJGlkIjoiNTA3IiwiRm9udFNpemUiOjExLCJGb250TmFtZSI6IkNhbGlicmkiLCJJc0JvbGQiOmZhbHNlLCJJc0l0YWxpYyI6ZmFsc2UsIklzVW5kZXJsaW5lZCI6ZmFsc2UsIlBhcmVudFN0eWxlIjpudWxsfSwiQXV0b1NpemUiOjAsIkZvcmVncm91bmQiOnsiJGlkIjoiNTA4IiwiQ29sb3IiOnsiJGlkIjoiNTA5IiwiQSI6MjU1LCJSIjo3MiwiRyI6NzIsIkIiOjcyfX0sIk1heFdpZHRoIjo5NjAuMCwiTWF4SGVpZ2h0IjoiSW5maW5pdHkiLCJTbWFydEZvcmVncm91bmRJc0FjdGl2ZSI6ZmFsc2UsIkhvcml6b250YWxBbGlnbm1lbnQiOjEsIlZlcnRpY2FsQWxpZ25tZW50IjowLCJTbWFydEZvcmVncm91bmQiOm51bGwsIkJhY2tncm91bmRGaWxsVHlwZSI6MCwiTWFyZ2luIjp7IiRpZCI6IjUxMCIsIlRvcCI6MC4wLCJMZWZ0IjowLjAsIlJpZ2h0IjowLjAsIkJvdHRvbSI6MC4wfSwiUGFkZGluZyI6eyIkaWQiOiI1MTEiLCJUb3AiOjAuMCwiTGVmdCI6MC4wLCJSaWdodCI6MC4wLCJCb3R0b20iOjAuMH0sIkJhY2tncm91bmQiOnsiJHJlZiI6IjQ1In0sIklzVmlzaWJsZSI6dHJ1ZSwiV2lkdGgiOjAuMCwiSGVpZ2h0IjowLjAsIkJvcmRlclN0eWxlIjp7IiRpZCI6IjUxMiIsIkxpbmVDb2xvciI6bnVsbCwiTGluZVdlaWdodCI6MC4wLCJMaW5lVHlwZSI6MCwiUGFyZW50U3R5bGUiOm51bGx9LCJQYXJlbnRTdHlsZSI6bnVsbH0sIkRhdGVTdHlsZSI6eyIkaWQiOiI1MTMiLCJGb250U2V0dGluZ3MiOnsiJGlkIjoiNTE0IiwiRm9udFNpemUiOjEwLCJGb250TmFtZSI6IkNhbGlicmkiLCJJc0JvbGQiOmZhbHNlLCJJc0l0YWxpYyI6ZmFsc2UsIklzVW5kZXJsaW5lZCI6ZmFsc2UsIlBhcmVudFN0eWxlIjpudWxsfSwiQXV0b1NpemUiOjAsIkZvcmVncm91bmQiOnsiJGlkIjoiNTE1IiwiQ29sb3IiOnsiJGlkIjoiNTE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TciLCJUb3AiOjAuMCwiTGVmdCI6MC4wLCJSaWdodCI6MC4wLCJCb3R0b20iOjAuMH0sIlBhZGRpbmciOnsiJGlkIjoiNTE4IiwiVG9wIjowLjAsIkxlZnQiOjAuMCwiUmlnaHQiOjAuMCwiQm90dG9tIjowLjB9LCJCYWNrZ3JvdW5kIjp7IiRyZWYiOiI1MyJ9LCJJc1Zpc2libGUiOnRydWUsIldpZHRoIjowLjAsIkhlaWdodCI6MC4wLCJCb3JkZXJTdHlsZSI6eyIkaWQiOiI1MTkiLCJMaW5lQ29sb3IiOm51bGwsIkxpbmVXZWlnaHQiOjAuMCwiTGluZVR5cGUiOjAsIlBhcmVudFN0eWxlIjpudWxsfSwiUGFyZW50U3R5bGUiOm51bGx9LCJEYXRlRm9ybWF0Ijp7IiRpZCI6IjU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EiLCJGb3JtYXQiOjAsIklzVmlzaWJsZSI6ZmFsc2UsIkxhc3RLbm93blZpc2liaWxpdHlTdGF0ZSI6ZmFsc2V9LCJJc1Zpc2libGUiOnRydWUsIlBhcmVudFN0eWxlIjpudWxsfSwiSW5kZXgiOjIyLCJTbWFydER1cmF0aW9uQWN0aXZhdGVkIjpmYWxzZSwiRGF0ZUZvcm1hdCI6eyIkcmVmIjoiNTIwIn0sIldlZWtOdW1iZXJpbmciOnsiJGlkIjoiNTIyIiwiRm9ybWF0IjowLCJJc1Zpc2libGUiOmZhbHNlLCJMYXN0S25vd25WaXNpYmlsaXR5U3RhdGUiOmZhbHNlfSwiSWQiOiI1MjZkZTViNi05ZTk3LTQ5N2YtOWE1Ni0yNWQ0NTNiZWI2MjMiLCJJbXBvcnRJZCI6bnVsbCwiVGl0bGUiOiJJbnRlZ3JhdGlvbiBJSSIsIk5vdGUiOm51bGwsIkh5cGVybGluayI6eyIkaWQiOiI1MjMiLCJBZGRyZXNzIjoiIiwiU3ViQWRkcmVzcyI6IiJ9LCJJc0NoYW5nZWQiOmZhbHNlLCJJc05ldyI6ZmFsc2V9fSx7IiRpZCI6IjUyNCIsIl9hdHRhY2hlZE1pbGVzdG9uZXMiOltdLCJUYXNrRGVmaW5pdGlvbiI6eyIkaWQiOiI1MjUiLCJHcm91cE5hbWUiOiI0ZDFmMjA3OS0yMmU3LTQ3YjctOGI2Yy02OGM5OGMxYjY4MzMiLCJTdGFydERhdGUiOiIyMDE5LTA4LTE4VDAwOjAwOjAwWiIsIkVuZERhdGUiOiIyMDE5LTEwLTA0VDExOjU5OjAwIiwiUGVyY2VudGFnZUNvbXBsZXRlIjpudWxsLCJTdHlsZSI6eyIkaWQiOiI1MjYiLCJTaGFwZSI6NiwiU2hhcGVUaGlja25lc3MiOjEsIkR1cmF0aW9uRm9ybWF0IjowLCJJbmNsdWRlTm9uV29ya2luZ0RheXNJbkR1cmF0aW9uIjpmYWxzZSwiUGVyY2VudGFnZUNvbXBsZXRlU3R5bGUiOnsiJGlkIjoiNTI3IiwiRm9udFNldHRpbmdzIjp7IiRpZCI6IjUy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1MjkiLCJUb3AiOjAuMCwiTGVmdCI6MC4wLCJSaWdodCI6MC4wLCJCb3R0b20iOjAuMH0sIlBhZGRpbmciOnsiJGlkIjoiNTMwIiwiVG9wIjowLjAsIkxlZnQiOjAuMCwiUmlnaHQiOjAuMCwiQm90dG9tIjowLjB9LCJCYWNrZ3JvdW5kIjp7IiRyZWYiOiIxNCJ9LCJJc1Zpc2libGUiOnRydWUsIldpZHRoIjowLjAsIkhlaWdodCI6MC4wLCJCb3JkZXJTdHlsZSI6eyIkaWQiOiI1MzEiLCJMaW5lQ29sb3IiOm51bGwsIkxpbmVXZWlnaHQiOjAuMCwiTGluZVR5cGUiOjAsIlBhcmVudFN0eWxlIjpudWxsfSwiUGFyZW50U3R5bGUiOm51bGx9LCJEdXJhdGlvblN0eWxlIjp7IiRpZCI6IjUzMiIsIkZvbnRTZXR0aW5ncyI6eyIkaWQiOiI1MzMiLCJGb250U2l6ZSI6MTAsIkZvbnROYW1lIjoiQ2FsaWJyaSIsIklzQm9sZCI6ZmFsc2UsIklzSXRhbGljIjpmYWxzZSwiSXNVbmRlcmxpbmVkIjpmYWxzZSwiUGFyZW50U3R5bGUiOm51bGx9LCJBdXRvU2l6ZSI6MCwiRm9yZWdyb3VuZCI6eyIkaWQiOiI1MzQiLCJDb2xvciI6eyIkcmVmIjoiMjAifX0sIk1heFdpZHRoIjoyMDAuMCwiTWF4SGVpZ2h0IjoiSW5maW5pdHkiLCJTbWFydEZvcmVncm91bmRJc0FjdGl2ZSI6ZmFsc2UsIkhvcml6b250YWxBbGlnbm1lbnQiOjAsIlZlcnRpY2FsQWxpZ25tZW50IjowLCJTbWFydEZvcmVncm91bmQiOm51bGwsIkJhY2tncm91bmRGaWxsVHlwZSI6MCwiTWFyZ2luIjp7IiRpZCI6IjUzNSIsIlRvcCI6MC4wLCJMZWZ0IjowLjAsIlJpZ2h0IjowLjAsIkJvdHRvbSI6MC4wfSwiUGFkZGluZyI6eyIkaWQiOiI1MzYiLCJUb3AiOjAuMCwiTGVmdCI6MC4wLCJSaWdodCI6MC4wLCJCb3R0b20iOjAuMH0sIkJhY2tncm91bmQiOnsiJHJlZiI6IjIzIn0sIklzVmlzaWJsZSI6dHJ1ZSwiV2lkdGgiOjAuMCwiSGVpZ2h0IjowLjAsIkJvcmRlclN0eWxlIjp7IiRpZCI6IjUzNyIsIkxpbmVDb2xvciI6bnVsbCwiTGluZVdlaWdodCI6MC4wLCJMaW5lVHlwZSI6MCwiUGFyZW50U3R5bGUiOm51bGx9LCJQYXJlbnRTdHlsZSI6bnVsbH0sIkhvcml6b250YWxDb25uZWN0b3JTdHlsZSI6eyIkaWQiOiI1MzgiLCJMaW5lQ29sb3IiOnsiJHJlZiI6IjI2In0sIkxpbmVXZWlnaHQiOjEuMCwiTGluZVR5cGUiOjAsIlBhcmVudFN0eWxlIjpudWxsfSwiVmVydGljYWxDb25uZWN0b3JTdHlsZSI6eyIkaWQiOiI1Mz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TQwIiwiTWFyZ2luIjp7IiRpZCI6IjU0MSIsIlRvcCI6MC4wLCJMZWZ0Ijo0LjAsIlJpZ2h0Ijo0LjAsIkJvdHRvbSI6MC4wfSwiUGFkZGluZyI6eyIkaWQiOiI1NDIiLCJUb3AiOjAuMCwiTGVmdCI6MC4wLCJSaWdodCI6MC4wLCJCb3R0b20iOjAuMH0sIkJhY2tncm91bmQiOnsiJGlkIjoiNTQzIiwiQ29sb3IiOnsiJGlkIjoiNTQ0IiwiQSI6MjU1LCJSIjoyNTQsIkciOjE4NiwiQiI6MTB9fSwiSXNWaXNpYmxlIjp0cnVlLCJXaWR0aCI6MC4wLCJIZWlnaHQiOjE2LjAsIkJvcmRlclN0eWxlIjp7IiRpZCI6IjU0NSIsIkxpbmVDb2xvciI6eyIkcmVmIjoiMzcifSwiTGluZVdlaWdodCI6MC4wLCJMaW5lVHlwZSI6MCwiUGFyZW50U3R5bGUiOm51bGx9LCJQYXJlbnRTdHlsZSI6bnVsbH0sIlRpdGxlU3R5bGUiOnsiJGlkIjoiNTQ2IiwiRm9udFNldHRpbmdzIjp7IiRpZCI6IjU0NyIsIkZvbnRTaXplIjoxMSwiRm9udE5hbWUiOiJDYWxpYnJpIiwiSXNCb2xkIjpmYWxzZSwiSXNJdGFsaWMiOmZhbHNlLCJJc1VuZGVybGluZWQiOmZhbHNlLCJQYXJlbnRTdHlsZSI6bnVsbH0sIkF1dG9TaXplIjowLCJGb3JlZ3JvdW5kIjp7IiRpZCI6IjU0OCIsIkNvbG9yIjp7IiRpZCI6IjU0OSIsIkEiOjI1NSwiUiI6NzIsIkciOjcyLCJCIjo3Mn19LCJNYXhXaWR0aCI6OTYwLjAsIk1heEhlaWdodCI6IkluZmluaXR5IiwiU21hcnRGb3JlZ3JvdW5kSXNBY3RpdmUiOmZhbHNlLCJIb3Jpem9udGFsQWxpZ25tZW50IjoxLCJWZXJ0aWNhbEFsaWdubWVudCI6MCwiU21hcnRGb3JlZ3JvdW5kIjpudWxsLCJCYWNrZ3JvdW5kRmlsbFR5cGUiOjAsIk1hcmdpbiI6eyIkaWQiOiI1NTAiLCJUb3AiOjAuMCwiTGVmdCI6MC4wLCJSaWdodCI6MC4wLCJCb3R0b20iOjAuMH0sIlBhZGRpbmciOnsiJGlkIjoiNTUxIiwiVG9wIjowLjAsIkxlZnQiOjAuMCwiUmlnaHQiOjAuMCwiQm90dG9tIjowLjB9LCJCYWNrZ3JvdW5kIjp7IiRyZWYiOiI0NSJ9LCJJc1Zpc2libGUiOnRydWUsIldpZHRoIjowLjAsIkhlaWdodCI6MC4wLCJCb3JkZXJTdHlsZSI6eyIkaWQiOiI1NTIiLCJMaW5lQ29sb3IiOm51bGwsIkxpbmVXZWlnaHQiOjAuMCwiTGluZVR5cGUiOjAsIlBhcmVudFN0eWxlIjpudWxsfSwiUGFyZW50U3R5bGUiOm51bGx9LCJEYXRlU3R5bGUiOnsiJGlkIjoiNTUzIiwiRm9udFNldHRpbmdzIjp7IiRpZCI6IjU1NCIsIkZvbnRTaXplIjoxMCwiRm9udE5hbWUiOiJDYWxpYnJpIiwiSXNCb2xkIjpmYWxzZSwiSXNJdGFsaWMiOmZhbHNlLCJJc1VuZGVybGluZWQiOmZhbHNlLCJQYXJlbnRTdHlsZSI6bnVsbH0sIkF1dG9TaXplIjowLCJGb3JlZ3JvdW5kIjp7IiRpZCI6IjU1NSIsIkNvbG9yIjp7IiRpZCI6IjU1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U3IiwiVG9wIjowLjAsIkxlZnQiOjAuMCwiUmlnaHQiOjAuMCwiQm90dG9tIjowLjB9LCJQYWRkaW5nIjp7IiRpZCI6IjU1OCIsIlRvcCI6MC4wLCJMZWZ0IjowLjAsIlJpZ2h0IjowLjAsIkJvdHRvbSI6MC4wfSwiQmFja2dyb3VuZCI6eyIkcmVmIjoiNTMifSwiSXNWaXNpYmxlIjp0cnVlLCJXaWR0aCI6MC4wLCJIZWlnaHQiOjAuMCwiQm9yZGVyU3R5bGUiOnsiJGlkIjoiNTU5IiwiTGluZUNvbG9yIjpudWxsLCJMaW5lV2VpZ2h0IjowLjAsIkxpbmVUeXBlIjowLCJQYXJlbnRTdHlsZSI6bnVsbH0sIlBhcmVudFN0eWxlIjpudWxsfSwiRGF0ZUZvcm1hdCI6eyIkaWQiOiI1N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YxIiwiRm9ybWF0IjowLCJJc1Zpc2libGUiOmZhbHNlLCJMYXN0S25vd25WaXNpYmlsaXR5U3RhdGUiOmZhbHNlfSwiSXNWaXNpYmxlIjp0cnVlLCJQYXJlbnRTdHlsZSI6bnVsbH0sIkluZGV4IjoyMywiU21hcnREdXJhdGlvbkFjdGl2YXRlZCI6ZmFsc2UsIkRhdGVGb3JtYXQiOnsiJHJlZiI6IjU2MCJ9LCJXZWVrTnVtYmVyaW5nIjp7IiRpZCI6IjU2MiIsIkZvcm1hdCI6MCwiSXNWaXNpYmxlIjpmYWxzZSwiTGFzdEtub3duVmlzaWJpbGl0eVN0YXRlIjpmYWxzZX0sIklkIjoiMmU5MjFlOTUtY2Q4ZC00YjEzLWExMzUtMDBiYzdiMjFiZjRjIiwiSW1wb3J0SWQiOm51bGwsIlRpdGxlIjoiSW50ZWdyYXRpb24gSUlJIiwiTm90ZSI6bnVsbCwiSHlwZXJsaW5rIjp7IiRpZCI6IjU2MyIsIkFkZHJlc3MiOiIiLCJTdWJBZGRyZXNzIjoiIn0sIklzQ2hhbmdlZCI6ZmFsc2UsIklzTmV3IjpmYWxzZX19XSwiX21pbGVzdG9uZXMiOltdLCJJZCI6IjRkMWYyMDc5LTIyZTctNDdiNy04YjZjLTY4Yzk4YzFiNjgzMyIsIklzU2luZ2xlSXRlbVJvdyI6ZmFsc2V9XSwiSW5kZXgiOjAsIklkIjoiNjQ0YWJhY2MtY2Q0Yy00MTA2LWJjNWMtMGUxNTYwMjI1MjczIiwiSGVhZGVyVGV4dCI6bnVsbCwiSXNEZWZhdWx0Ijp0cnVlLCJTdHlsZSI6eyIkaWQiOiI1NjQiLCJIZWFkZXJTdHlsZSI6eyIkaWQiOiI1NjUiLCJUZXh0U3R5bGUiOnsiJGlkIjoiNTY2IiwiRm9udFNldHRpbmdzIjp7IiRpZCI6IjU2NyIsIkZvbnRTaXplIjoxMSwiRm9udE5hbWUiOiJDYWxpYnJpIiwiSXNCb2xkIjpmYWxzZSwiSXNJdGFsaWMiOmZhbHNlLCJJc1VuZGVybGluZWQiOmZhbHNlLCJQYXJlbnRTdHlsZSI6bnVsbH0sIkF1dG9TaXplIjoyLCJGb3JlZ3JvdW5kIjp7IiRpZCI6IjU2OCIsIkNvbG9yIjp7IiRpZCI6IjU2OS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U3MCIsIlRvcCI6MC4wLCJMZWZ0IjowLjAsIlJpZ2h0IjowLjAsIkJvdHRvbSI6MC4wfSwiUGFkZGluZyI6eyIkaWQiOiI1NzEiLCJUb3AiOjAuMCwiTGVmdCI6MC4wLCJSaWdodCI6MC4wLCJCb3R0b20iOjAuMH0sIkJhY2tncm91bmQiOm51bGwsIklzVmlzaWJsZSI6dHJ1ZSwiV2lkdGgiOjAuMCwiSGVpZ2h0IjowLjAsIkJvcmRlclN0eWxlIjpudWxsLCJQYXJlbnRTdHlsZSI6bnVsbH0sIlJlY3RhbmdsZVN0eWxlIjp7IiRpZCI6IjU3MiIsIk1hcmdpbiI6eyIkaWQiOiI1NzMiLCJUb3AiOjAuMCwiTGVmdCI6MC4wLCJSaWdodCI6MC4wLCJCb3R0b20iOjAuMH0sIlBhZGRpbmciOnsiJGlkIjoiNTc0IiwiVG9wIjowLjAsIkxlZnQiOjAuMCwiUmlnaHQiOjAuMCwiQm90dG9tIjowLjB9LCJCYWNrZ3JvdW5kIjp7IiRpZCI6IjU3NSIsIkNvbG9yIjp7IiRpZCI6IjU3NiIsIkEiOjYzLCJSIjoyNTUsIkciOjE5MiwiQiI6MH19LCJJc1Zpc2libGUiOnRydWUsIldpZHRoIjowLjAsIkhlaWdodCI6MC4wLCJCb3JkZXJTdHlsZSI6eyIkaWQiOiI1NzciLCJMaW5lQ29sb3IiOnsiJGlkIjoiNTc4IiwiJHR5cGUiOiJOTFJFLkNvbW1vbi5Eb20uU29saWRDb2xvckJydXNoLCBOTFJFLkNvbW1vbiIsIkNvbG9yIjp7IiRpZCI6IjU3OSIsIkEiOjI1NSwiUiI6MjU1LCJHIjowLCJCIjowfX0sIkxpbmVXZWlnaHQiOjAuMCwiTGluZVR5cGUiOjAsIlBhcmVudFN0eWxlIjpudWxsfSwiUGFyZW50U3R5bGUiOm51bGx9LCJNYXJnaW4iOnsiJGlkIjoiNTgwIiwiVG9wIjowLjAsIkxlZnQiOjAuMCwiUmlnaHQiOjAuMCwiQm90dG9tIjowLjB9LCJQYWRkaW5nIjp7IiRpZCI6IjU4MSIsIlRvcCI6MC4wLCJMZWZ0IjowLjAsIlJpZ2h0IjowLjAsIkJvdHRvbSI6MC4wfSwiQmFja2dyb3VuZCI6bnVsbCwiSXNWaXNpYmxlIjp0cnVlLCJXaWR0aCI6MC4wLCJIZWlnaHQiOjAuMCwiQm9yZGVyU3R5bGUiOm51bGwsIlBhcmVudFN0eWxlIjpudWxsfSwiQmFja2dyb3VuZFN0eWxlIjp7IiRpZCI6IjU4MiIsIk1hcmdpbiI6eyIkaWQiOiI1ODMiLCJUb3AiOjAuMCwiTGVmdCI6MC4wLCJSaWdodCI6MC4wLCJCb3R0b20iOjAuMH0sIlBhZGRpbmciOnsiJGlkIjoiNTg0IiwiVG9wIjowLjAsIkxlZnQiOjAuMCwiUmlnaHQiOjAuMCwiQm90dG9tIjowLjB9LCJCYWNrZ3JvdW5kIjp7IiRpZCI6IjU4NSIsIkNvbG9yIjp7IiRpZCI6IjU4NiIsIkEiOjUxLCJSIjoxNTUsIkciOjE4NywiQiI6ODl9fSwiSXNWaXNpYmxlIjp0cnVlLCJXaWR0aCI6MC4wLCJIZWlnaHQiOjAuMCwiQm9yZGVyU3R5bGUiOnsiJGlkIjoiNTg3IiwiTGluZUNvbG9yIjp7IiRpZCI6IjU4OCIsIiR0eXBlIjoiTkxSRS5Db21tb24uRG9tLlNvbGlkQ29sb3JCcnVzaCwgTkxSRS5Db21tb24iLCJDb2xvciI6eyIkaWQiOiI1ODkiLCJBIjoyNTUsIlIiOjI1NSwiRyI6MCwiQiI6MH19LCJMaW5lV2VpZ2h0IjowLjAsIkxpbmVUeXBlIjowLCJQYXJlbnRTdHlsZSI6bnVsbH0sIlBhcmVudFN0eWxlIjpudWxsfSwiTWFyZ2luIjp7IiRpZCI6IjU5MCIsIlRvcCI6MC4wLCJMZWZ0IjowLjAsIlJpZ2h0IjowLjAsIkJvdHRvbSI6MC4wfSwiUGFkZGluZyI6eyIkaWQiOiI1OTEiLCJUb3AiOjAuMCwiTGVmdCI6MC4wLCJSaWdodCI6MC4wLCJCb3R0b20iOjAuMH0sIklzVmlzaWJsZSI6dHJ1ZSwiV2lkdGgiOjAuMCwiSGVpZ2h0IjowLjAsIkJvcmRlclN0eWxlIjpudWxsLCJQYXJlbnRTdHlsZSI6bnVsbH19XSwiSWQiOiIyMDdkZDMyNy0xZTM0LTQ2MDMtODQzMC1hNzc2NDc2NTQzZTciLCJJbmRleCI6MTUsIkhlYWRlclRleHQiOiJUZXN0IiwiU3R5bGUiOnsiJGlkIjoiNTkyIiwiSGVhZGVyU3R5bGUiOnsiJGlkIjoiNTkzIiwiVGV4dElzVmVydGljYWwiOmZhbHNlLCJUZXh0U3R5bGUiOnsiJGlkIjoiNTk0IiwiRm9udFNldHRpbmdzIjp7IiRpZCI6IjU5NSIsIkZvbnRTaXplIjoxMCwiRm9udE5hbWUiOiJGcmFua2xpbiBHb3RoaWMgTWVkaXVtIiwiSXNCb2xkIjpmYWxzZSwiSXNJdGFsaWMiOmZhbHNlLCJJc1VuZGVybGluZWQiOmZhbHNlLCJQYXJlbnRTdHlsZSI6bnVsbH0sIkF1dG9TaXplIjowLCJGb3JlZ3JvdW5kIjp7IiRpZCI6IjU5NiIsIkNvbG9yIjp7IiRpZCI6IjU5NyIsIkEiOjI1NSwiUiI6MTE4LCJHIjo5MC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NTk4IiwiTWFyZ2luIjp7IiRyZWYiOiIzMzUifSwiUGFkZGluZyI6eyIkcmVmIjoiMzM2In0sIkJhY2tncm91bmQiOnsiJGlkIjoiNTk5IiwiQ29sb3IiOnsiJGlkIjoiNjAwIiwiQSI6MTI3LCJSIjoyNTUsIkciOjE5MiwiQiI6MH19LCJJc1Zpc2libGUiOmZhbHNlLCJXaWR0aCI6MC4wLCJIZWlnaHQiOjAuMCwiQm9yZGVyU3R5bGUiOnsiJGlkIjoiNjAxIiwiTGluZUNvbG9yIjp7IiRyZWYiOiIzNDAifSwiTGluZVdlaWdodCI6MC4wLCJMaW5lVHlwZSI6MCwiUGFyZW50U3R5bGUiOm51bGx9LCJQYXJlbnRTdHlsZSI6bnVsbH0sIk1hcmdpbiI6eyIkcmVmIjoiMzQyIn0sIlBhZGRpbmciOnsiJHJlZiI6IjM0MyJ9LCJCYWNrZ3JvdW5kIjpudWxsLCJJc1Zpc2libGUiOnRydWUsIldpZHRoIjowLjAsIkhlaWdodCI6MC4wLCJCb3JkZXJTdHlsZSI6bnVsbCwiUGFyZW50U3R5bGUiOm51bGx9LCJCYWNrZ3JvdW5kU3R5bGUiOnsiJGlkIjoiNjAyIiwiTWFyZ2luIjp7IiRyZWYiOiIzNDUifSwiUGFkZGluZyI6eyIkcmVmIjoiMzQ2In0sIkJhY2tncm91bmQiOnsiJGlkIjoiNjAzIiwiQ29sb3IiOnsiJGlkIjoiNjA0IiwiQSI6MzgsIlIiOjI1NSwiRyI6MTkyLCJCIjowfX0sIklzVmlzaWJsZSI6dHJ1ZSwiV2lkdGgiOjAuMCwiSGVpZ2h0IjowLjAsIkJvcmRlclN0eWxlIjp7IiRpZCI6IjYwNSIsIkxpbmVDb2xvciI6eyIkcmVmIjoiMzUwIn0sIkxpbmVXZWlnaHQiOjAuMCwiTGluZVR5cGUiOjAsIlBhcmVudFN0eWxlIjpudWxsfSwiUGFyZW50U3R5bGUiOm51bGx9LCJJc0Fib3ZlVGltZWJhbmQiOmZhbHNlLCJNYXJnaW4iOnsiJGlkIjoiNjA2IiwiVG9wIjowLjAsIkxlZnQiOjAuMCwiUmlnaHQiOjAuMCwiQm90dG9tIjowLjB9LCJQYWRkaW5nIjp7IiRpZCI6IjYwNyIsIlRvcCI6MC4wLCJMZWZ0IjowLjAsIlJpZ2h0IjowLjAsIkJvdHRvbSI6MC4wfSwiSXNWaXNpYmxlIjp0cnVlLCJXaWR0aCI6MC4wLCJIZWlnaHQiOjAuMCwiQm9yZGVyU3R5bGUiOnsiJGlkIjoiNjA4IiwiTGluZUNvbG9yIjpudWxsLCJMaW5lV2VpZ2h0IjowLjAsIkxpbmVUeXBlIjowLCJQYXJlbnRTdHlsZSI6bnVsbH0sIlBhcmVudFN0eWxlIjpudWxsfX0seyIkaWQiOiI2MDkiLCJfYWN0aXZpdGllcyI6W3siJGlkIjoiNjEwIiwiX3Jvd3MiOlt7IiRpZCI6IjYxMSIsIl90YXNrcyI6W3siJGlkIjoiNjEyIiwiX2F0dGFjaGVkTWlsZXN0b25lcyI6W10sIlRhc2tEZWZpbml0aW9uIjp7IiRpZCI6IjYxMyIsIkdyb3VwTmFtZSI6IjllMzI4YTQ3LTgyMTAtNDI1NS1hZjg2LTQ1NWMwOTY2NmFlNSIsIlN0YXJ0RGF0ZSI6IjIwMTktMDQtMDFUMDA6MDA6MDAiLCJFbmREYXRlIjoiMjAxOS0wNS0xM1QxMTo1OTowMCIsIlBlcmNlbnRhZ2VDb21wbGV0ZSI6bnVsbCwiU3R5bGUiOnsiJGlkIjoiNjE0IiwiU2hhcGUiOjMsIlNoYXBlVGhpY2tuZXNzIjowLCJEdXJhdGlvbkZvcm1hdCI6MCwiSW5jbHVkZU5vbldvcmtpbmdEYXlzSW5EdXJhdGlvbiI6ZmFsc2UsIlBlcmNlbnRhZ2VDb21wbGV0ZVN0eWxlIjp7IiRpZCI6IjYxNSIsIkZvbnRTZXR0aW5ncyI6eyIkaWQiOiI2MTY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jE3IiwiVG9wIjowLjAsIkxlZnQiOjAuMCwiUmlnaHQiOjAuMCwiQm90dG9tIjowLjB9LCJQYWRkaW5nIjp7IiRpZCI6IjYxOCIsIlRvcCI6MC4wLCJMZWZ0IjowLjAsIlJpZ2h0IjowLjAsIkJvdHRvbSI6MC4wfSwiQmFja2dyb3VuZCI6eyIkcmVmIjoiMTQifSwiSXNWaXNpYmxlIjp0cnVlLCJXaWR0aCI6MC4wLCJIZWlnaHQiOjAuMCwiQm9yZGVyU3R5bGUiOnsiJGlkIjoiNjE5IiwiTGluZUNvbG9yIjpudWxsLCJMaW5lV2VpZ2h0IjowLjAsIkxpbmVUeXBlIjowLCJQYXJlbnRTdHlsZSI6bnVsbH0sIlBhcmVudFN0eWxlIjpudWxsfSwiRHVyYXRpb25TdHlsZSI6eyIkaWQiOiI2MjAiLCJGb250U2V0dGluZ3MiOnsiJGlkIjoiNjIxIiwiRm9udFNpemUiOjEwLCJGb250TmFtZSI6IkNhbGlicmkiLCJJc0JvbGQiOmZhbHNlLCJJc0l0YWxpYyI6ZmFsc2UsIklzVW5kZXJsaW5lZCI6ZmFsc2UsIlBhcmVudFN0eWxlIjpudWxsfSwiQXV0b1NpemUiOjAsIkZvcmVncm91bmQiOnsiJGlkIjoiNjIyIiwiQ29sb3IiOnsiJHJlZiI6IjIwIn19LCJNYXhXaWR0aCI6MjAwLjAsIk1heEhlaWdodCI6IkluZmluaXR5IiwiU21hcnRGb3JlZ3JvdW5kSXNBY3RpdmUiOmZhbHNlLCJIb3Jpem9udGFsQWxpZ25tZW50IjowLCJWZXJ0aWNhbEFsaWdubWVudCI6MCwiU21hcnRGb3JlZ3JvdW5kIjpudWxsLCJCYWNrZ3JvdW5kRmlsbFR5cGUiOjAsIk1hcmdpbiI6eyIkaWQiOiI2MjMiLCJUb3AiOjAuMCwiTGVmdCI6MC4wLCJSaWdodCI6MC4wLCJCb3R0b20iOjAuMH0sIlBhZGRpbmciOnsiJGlkIjoiNjI0IiwiVG9wIjowLjAsIkxlZnQiOjAuMCwiUmlnaHQiOjAuMCwiQm90dG9tIjowLjB9LCJCYWNrZ3JvdW5kIjp7IiRyZWYiOiIyMyJ9LCJJc1Zpc2libGUiOnRydWUsIldpZHRoIjowLjAsIkhlaWdodCI6MC4wLCJCb3JkZXJTdHlsZSI6eyIkaWQiOiI2MjUiLCJMaW5lQ29sb3IiOm51bGwsIkxpbmVXZWlnaHQiOjAuMCwiTGluZVR5cGUiOjAsIlBhcmVudFN0eWxlIjpudWxsfSwiUGFyZW50U3R5bGUiOm51bGx9LCJIb3Jpem9udGFsQ29ubmVjdG9yU3R5bGUiOnsiJGlkIjoiNjI2IiwiTGluZUNvbG9yIjp7IiRyZWYiOiIyNiJ9LCJMaW5lV2VpZ2h0IjoxLjAsIkxpbmVUeXBlIjowLCJQYXJlbnRTdHlsZSI6bnVsbH0sIlZlcnRpY2FsQ29ubmVjdG9yU3R5bGUiOnsiJGlkIjoiNjI3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YyOCIsIk1hcmdpbiI6eyIkaWQiOiI2MjkiLCJUb3AiOjAuMCwiTGVmdCI6NC4wLCJSaWdodCI6NC4wLCJCb3R0b20iOjAuMH0sIlBhZGRpbmciOnsiJGlkIjoiNjMwIiwiVG9wIjowLjAsIkxlZnQiOjAuMCwiUmlnaHQiOjAuMCwiQm90dG9tIjowLjB9LCJCYWNrZ3JvdW5kIjp7IiRpZCI6IjYzMSIsIkNvbG9yIjp7IiRpZCI6IjYzMiIsIkEiOjI1NSwiUiI6MTE2LCJHIjoxNzMsIkIiOjczfX0sIklzVmlzaWJsZSI6dHJ1ZSwiV2lkdGgiOjAuMCwiSGVpZ2h0IjoxMy40MjY2NjY2NjY2NjY2NzcsIkJvcmRlclN0eWxlIjp7IiRpZCI6IjYzMyIsIkxpbmVDb2xvciI6eyIkcmVmIjoiMzcifSwiTGluZVdlaWdodCI6MC4wLCJMaW5lVHlwZSI6MCwiUGFyZW50U3R5bGUiOm51bGx9LCJQYXJlbnRTdHlsZSI6bnVsbH0sIlRpdGxlU3R5bGUiOnsiJGlkIjoiNjM0IiwiRm9udFNldHRpbmdzIjp7IiRpZCI6IjYzNSIsIkZvbnRTaXplIjoxMSwiRm9udE5hbWUiOiJDYWxpYnJpIiwiSXNCb2xkIjpmYWxzZSwiSXNJdGFsaWMiOmZhbHNlLCJJc1VuZGVybGluZWQiOmZhbHNlLCJQYXJlbnRTdHlsZSI6bnVsbH0sIkF1dG9TaXplIjowLCJGb3JlZ3JvdW5kIjp7IiRpZCI6IjYzNiIsIkNvbG9yIjp7IiRpZCI6IjYzNy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2MzgiLCJUb3AiOjAuMCwiTGVmdCI6MC4wLCJSaWdodCI6MC4wLCJCb3R0b20iOjAuMH0sIlBhZGRpbmciOnsiJGlkIjoiNjM5IiwiVG9wIjowLjAsIkxlZnQiOjAuMCwiUmlnaHQiOjAuMCwiQm90dG9tIjowLjB9LCJCYWNrZ3JvdW5kIjp7IiRyZWYiOiI0NSJ9LCJJc1Zpc2libGUiOnRydWUsIldpZHRoIjowLjAsIkhlaWdodCI6MC4wLCJCb3JkZXJTdHlsZSI6eyIkaWQiOiI2NDAiLCJMaW5lQ29sb3IiOm51bGwsIkxpbmVXZWlnaHQiOjAuMCwiTGluZVR5cGUiOjAsIlBhcmVudFN0eWxlIjpudWxsfSwiUGFyZW50U3R5bGUiOm51bGx9LCJEYXRlU3R5bGUiOnsiJGlkIjoiNjQxIiwiRm9udFNldHRpbmdzIjp7IiRpZCI6IjY0MiIsIkZvbnRTaXplIjoxMCwiRm9udE5hbWUiOiJDYWxpYnJpIiwiSXNCb2xkIjpmYWxzZSwiSXNJdGFsaWMiOmZhbHNlLCJJc1VuZGVybGluZWQiOmZhbHNlLCJQYXJlbnRTdHlsZSI6bnVsbH0sIkF1dG9TaXplIjowLCJGb3JlZ3JvdW5kIjp7IiRpZCI6IjY0MyIsIkNvbG9yIjp7IiRpZCI6IjY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jQ1IiwiVG9wIjowLjAsIkxlZnQiOjAuMCwiUmlnaHQiOjAuMCwiQm90dG9tIjowLjB9LCJQYWRkaW5nIjp7IiRpZCI6IjY0NiIsIlRvcCI6MC4wLCJMZWZ0IjowLjAsIlJpZ2h0IjowLjAsIkJvdHRvbSI6MC4wfSwiQmFja2dyb3VuZCI6eyIkcmVmIjoiNTMifSwiSXNWaXNpYmxlIjp0cnVlLCJXaWR0aCI6MC4wLCJIZWlnaHQiOjAuMCwiQm9yZGVyU3R5bGUiOnsiJGlkIjoiNjQ3IiwiTGluZUNvbG9yIjpudWxsLCJMaW5lV2VpZ2h0IjowLjAsIkxpbmVUeXBlIjowLCJQYXJlbnRTdHlsZSI6bnVsbH0sIlBhcmVudFN0eWxlIjpudWxsfSwiRGF0ZUZvcm1hdCI6eyIkaWQiOiI2N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Q5IiwiRm9ybWF0IjowLCJJc1Zpc2libGUiOmZhbHNlLCJMYXN0S25vd25WaXNpYmlsaXR5U3RhdGUiOmZhbHNlfSwiSXNWaXNpYmxlIjp0cnVlLCJQYXJlbnRTdHlsZSI6bnVsbH0sIkluZGV4IjoyNSwiU21hcnREdXJhdGlvbkFjdGl2YXRlZCI6ZmFsc2UsIkRhdGVGb3JtYXQiOnsiJHJlZiI6IjY0OCJ9LCJXZWVrTnVtYmVyaW5nIjp7IiRpZCI6IjY1MCIsIkZvcm1hdCI6MCwiSXNWaXNpYmxlIjpmYWxzZSwiTGFzdEtub3duVmlzaWJpbGl0eVN0YXRlIjpmYWxzZX0sIklkIjoiNDdjYmU4OWMtZGY1NS00MTk5LTlhZTAtZDNhYzUyNjE5NGY2IiwiSW1wb3J0SWQiOm51bGwsIlRpdGxlIjoiQWxwaGEgQnVpbGQiLCJOb3RlIjpudWxsLCJIeXBlcmxpbmsiOnsiJGlkIjoiNjUxIiwiQWRkcmVzcyI6IiIsIlN1YkFkZHJlc3MiOiIifSwiSXNDaGFuZ2VkIjpmYWxzZSwiSXNOZXciOmZhbHNlfX0seyIkaWQiOiI2NTIiLCJfYXR0YWNoZWRNaWxlc3RvbmVzIjpbXSwiVGFza0RlZmluaXRpb24iOnsiJGlkIjoiNjUzIiwiR3JvdXBOYW1lIjoiOWUzMjhhNDctODIxMC00MjU1LWFmODYtNDU1YzA5NjY2YWU1IiwiU3RhcnREYXRlIjoiMjAxOS0wMy0wMVQwMDowMDowMCIsIkVuZERhdGUiOiIyMDE5LTA0LTAxVDExOjU5OjAwIiwiUGVyY2VudGFnZUNvbXBsZXRlIjpudWxsLCJTdHlsZSI6eyIkaWQiOiI2NTQiLCJTaGFwZSI6MSwiU2hhcGVUaGlja25lc3MiOjAsIkR1cmF0aW9uRm9ybWF0IjowLCJJbmNsdWRlTm9uV29ya2luZ0RheXNJbkR1cmF0aW9uIjpmYWxzZSwiUGVyY2VudGFnZUNvbXBsZXRlU3R5bGUiOnsiJGlkIjoiNjU1IiwiRm9udFNldHRpbmdzIjp7IiRpZCI6IjY1Ni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2NTciLCJUb3AiOjAuMCwiTGVmdCI6MC4wLCJSaWdodCI6MC4wLCJCb3R0b20iOjAuMH0sIlBhZGRpbmciOnsiJGlkIjoiNjU4IiwiVG9wIjowLjAsIkxlZnQiOjAuMCwiUmlnaHQiOjAuMCwiQm90dG9tIjowLjB9LCJCYWNrZ3JvdW5kIjp7IiRyZWYiOiIxNCJ9LCJJc1Zpc2libGUiOnRydWUsIldpZHRoIjowLjAsIkhlaWdodCI6MC4wLCJCb3JkZXJTdHlsZSI6eyIkaWQiOiI2NTkiLCJMaW5lQ29sb3IiOm51bGwsIkxpbmVXZWlnaHQiOjAuMCwiTGluZVR5cGUiOjAsIlBhcmVudFN0eWxlIjpudWxsfSwiUGFyZW50U3R5bGUiOm51bGx9LCJEdXJhdGlvblN0eWxlIjp7IiRpZCI6IjY2MCIsIkZvbnRTZXR0aW5ncyI6eyIkaWQiOiI2NjEiLCJGb250U2l6ZSI6MTAsIkZvbnROYW1lIjoiQ2FsaWJyaSIsIklzQm9sZCI6ZmFsc2UsIklzSXRhbGljIjpmYWxzZSwiSXNVbmRlcmxpbmVkIjpmYWxzZSwiUGFyZW50U3R5bGUiOm51bGx9LCJBdXRvU2l6ZSI6MCwiRm9yZWdyb3VuZCI6eyIkaWQiOiI2NjIiLCJDb2xvciI6eyIkcmVmIjoiMjAifX0sIk1heFdpZHRoIjoyMDAuMCwiTWF4SGVpZ2h0IjoiSW5maW5pdHkiLCJTbWFydEZvcmVncm91bmRJc0FjdGl2ZSI6ZmFsc2UsIkhvcml6b250YWxBbGlnbm1lbnQiOjAsIlZlcnRpY2FsQWxpZ25tZW50IjowLCJTbWFydEZvcmVncm91bmQiOm51bGwsIkJhY2tncm91bmRGaWxsVHlwZSI6MCwiTWFyZ2luIjp7IiRpZCI6IjY2MyIsIlRvcCI6MC4wLCJMZWZ0IjowLjAsIlJpZ2h0IjowLjAsIkJvdHRvbSI6MC4wfSwiUGFkZGluZyI6eyIkaWQiOiI2NjQiLCJUb3AiOjAuMCwiTGVmdCI6MC4wLCJSaWdodCI6MC4wLCJCb3R0b20iOjAuMH0sIkJhY2tncm91bmQiOnsiJHJlZiI6IjIzIn0sIklzVmlzaWJsZSI6dHJ1ZSwiV2lkdGgiOjAuMCwiSGVpZ2h0IjowLjAsIkJvcmRlclN0eWxlIjp7IiRpZCI6IjY2NSIsIkxpbmVDb2xvciI6bnVsbCwiTGluZVdlaWdodCI6MC4wLCJMaW5lVHlwZSI6MCwiUGFyZW50U3R5bGUiOm51bGx9LCJQYXJlbnRTdHlsZSI6bnVsbH0sIkhvcml6b250YWxDb25uZWN0b3JTdHlsZSI6eyIkaWQiOiI2NjYiLCJMaW5lQ29sb3IiOnsiJHJlZiI6IjI2In0sIkxpbmVXZWlnaHQiOjEuMCwiTGluZVR5cGUiOjAsIlBhcmVudFN0eWxlIjpudWxsfSwiVmVydGljYWxDb25uZWN0b3JTdHlsZSI6eyIkaWQiOiI2Njc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jY4IiwiTWFyZ2luIjp7IiRpZCI6IjY2OSIsIlRvcCI6MC4wLCJMZWZ0Ijo0LjAsIlJpZ2h0Ijo0LjAsIkJvdHRvbSI6MC4wfSwiUGFkZGluZyI6eyIkaWQiOiI2NzAiLCJUb3AiOjAuMCwiTGVmdCI6MC4wLCJSaWdodCI6MC4wLCJCb3R0b20iOjAuMH0sIkJhY2tncm91bmQiOnsiJGlkIjoiNjcxIiwiQ29sb3IiOnsiJGlkIjoiNjcyIiwiQSI6MjU1LCJSIjoxMTYsIkciOjE3MywiQiI6NzN9fSwiSXNWaXNpYmxlIjp0cnVlLCJXaWR0aCI6MC4wLCJIZWlnaHQiOjEzLjQyNjY2NjY2NjY2NjY3NywiQm9yZGVyU3R5bGUiOnsiJGlkIjoiNjczIiwiTGluZUNvbG9yIjp7IiRyZWYiOiIzNyJ9LCJMaW5lV2VpZ2h0IjowLjAsIkxpbmVUeXBlIjowLCJQYXJlbnRTdHlsZSI6bnVsbH0sIlBhcmVudFN0eWxlIjpudWxsfSwiVGl0bGVTdHlsZSI6eyIkaWQiOiI2NzQiLCJGb250U2V0dGluZ3MiOnsiJGlkIjoiNjc1IiwiRm9udFNpemUiOjExLCJGb250TmFtZSI6IkNhbGlicmkiLCJJc0JvbGQiOmZhbHNlLCJJc0l0YWxpYyI6ZmFsc2UsIklzVW5kZXJsaW5lZCI6ZmFsc2UsIlBhcmVudFN0eWxlIjpudWxsfSwiQXV0b1NpemUiOjAsIkZvcmVncm91bmQiOnsiJGlkIjoiNjc2IiwiQ29sb3IiOnsiJGlkIjoiNjc3IiwiQSI6MjU1LCJSIjoyNTUsIkciOjI1NSwiQiI6MjU1fX0sIk1heFdpZHRoIjo5NjAuMCwiTWF4SGVpZ2h0IjoiSW5maW5pdHkiLCJTbWFydEZvcmVncm91bmRJc0FjdGl2ZSI6ZmFsc2UsIkhvcml6b250YWxBbGlnbm1lbnQiOjEsIlZlcnRpY2FsQWxpZ25tZW50IjowLCJTbWFydEZvcmVncm91bmQiOm51bGwsIkJhY2tncm91bmRGaWxsVHlwZSI6MCwiTWFyZ2luIjp7IiRpZCI6IjY3OCIsIlRvcCI6MC4wLCJMZWZ0IjowLjAsIlJpZ2h0IjowLjAsIkJvdHRvbSI6MC4wfSwiUGFkZGluZyI6eyIkaWQiOiI2NzkiLCJUb3AiOjAuMCwiTGVmdCI6MC4wLCJSaWdodCI6MC4wLCJCb3R0b20iOjAuMH0sIkJhY2tncm91bmQiOnsiJHJlZiI6IjQ1In0sIklzVmlzaWJsZSI6dHJ1ZSwiV2lkdGgiOjAuMCwiSGVpZ2h0IjowLjAsIkJvcmRlclN0eWxlIjp7IiRpZCI6IjY4MCIsIkxpbmVDb2xvciI6bnVsbCwiTGluZVdlaWdodCI6MC4wLCJMaW5lVHlwZSI6MCwiUGFyZW50U3R5bGUiOm51bGx9LCJQYXJlbnRTdHlsZSI6bnVsbH0sIkRhdGVTdHlsZSI6eyIkaWQiOiI2ODEiLCJGb250U2V0dGluZ3MiOnsiJGlkIjoiNjgyIiwiRm9udFNpemUiOjEwLCJGb250TmFtZSI6IkNhbGlicmkiLCJJc0JvbGQiOmZhbHNlLCJJc0l0YWxpYyI6ZmFsc2UsIklzVW5kZXJsaW5lZCI6ZmFsc2UsIlBhcmVudFN0eWxlIjpudWxsfSwiQXV0b1NpemUiOjAsIkZvcmVncm91bmQiOnsiJGlkIjoiNjgzIiwiQ29sb3IiOnsiJGlkIjoiNj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ODUiLCJUb3AiOjAuMCwiTGVmdCI6MC4wLCJSaWdodCI6MC4wLCJCb3R0b20iOjAuMH0sIlBhZGRpbmciOnsiJGlkIjoiNjg2IiwiVG9wIjowLjAsIkxlZnQiOjAuMCwiUmlnaHQiOjAuMCwiQm90dG9tIjowLjB9LCJCYWNrZ3JvdW5kIjp7IiRyZWYiOiI1MyJ9LCJJc1Zpc2libGUiOnRydWUsIldpZHRoIjowLjAsIkhlaWdodCI6MC4wLCJCb3JkZXJTdHlsZSI6eyIkaWQiOiI2ODciLCJMaW5lQ29sb3IiOm51bGwsIkxpbmVXZWlnaHQiOjAuMCwiTGluZVR5cGUiOjAsIlBhcmVudFN0eWxlIjpudWxsfSwiUGFyZW50U3R5bGUiOm51bGx9LCJEYXRlRm9ybWF0Ijp7IiRpZCI6IjY4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ODkiLCJGb3JtYXQiOjAsIklzVmlzaWJsZSI6ZmFsc2UsIkxhc3RLbm93blZpc2liaWxpdHlTdGF0ZSI6ZmFsc2V9LCJJc1Zpc2libGUiOnRydWUsIlBhcmVudFN0eWxlIjpudWxsfSwiSW5kZXgiOjI2LCJTbWFydER1cmF0aW9uQWN0aXZhdGVkIjpmYWxzZSwiRGF0ZUZvcm1hdCI6eyIkcmVmIjoiNjg4In0sIldlZWtOdW1iZXJpbmciOnsiJGlkIjoiNjkwIiwiRm9ybWF0IjowLCJJc1Zpc2libGUiOmZhbHNlLCJMYXN0S25vd25WaXNpYmlsaXR5U3RhdGUiOmZhbHNlfSwiSWQiOiJjZjI1ZTdjYS1lYjkzLTRiNzUtYjFlZi1kMmRiNzE5MDVhZDUiLCJJbXBvcnRJZCI6bnVsbCwiVGl0bGUiOiJQcm90b3R5cGUiLCJOb3RlIjpudWxsLCJIeXBlcmxpbmsiOnsiJGlkIjoiNjkxIiwiQWRkcmVzcyI6IiIsIlN1YkFkZHJlc3MiOiIifSwiSXNDaGFuZ2VkIjpmYWxzZSwiSXNOZXciOmZhbHNlfX1dLCJfbWlsZXN0b25lcyI6W10sIklkIjoiOWUzMjhhNDctODIxMC00MjU1LWFmODYtNDU1YzA5NjY2YWU1IiwiSXNTaW5nbGVJdGVtUm93IjpmYWxzZX0seyIkaWQiOiI2OTIiLCJfdGFza3MiOlt7IiRpZCI6IjY5MyIsIl9hdHRhY2hlZE1pbGVzdG9uZXMiOltdLCJUYXNrRGVmaW5pdGlvbiI6eyIkaWQiOiI2OTQiLCJHcm91cE5hbWUiOm51bGwsIlN0YXJ0RGF0ZSI6IjIwMTktMDQtMDFUMDA6MDA6MDAiLCJFbmREYXRlIjoiMjAxOS0xMC0yMVQxMTo1OTowMCIsIlBlcmNlbnRhZ2VDb21wbGV0ZSI6bnVsbCwiU3R5bGUiOnsiJGlkIjoiNjk1IiwiU2hhcGUiOjYsIlNoYXBlVGhpY2tuZXNzIjoxLCJEdXJhdGlvbkZvcm1hdCI6MCwiSW5jbHVkZU5vbldvcmtpbmdEYXlzSW5EdXJhdGlvbiI6ZmFsc2UsIlBlcmNlbnRhZ2VDb21wbGV0ZVN0eWxlIjp7IiRpZCI6IjY5NiIsIkZvbnRTZXR0aW5ncyI6eyIkaWQiOiI2OTc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jk4IiwiVG9wIjowLjAsIkxlZnQiOjAuMCwiUmlnaHQiOjAuMCwiQm90dG9tIjowLjB9LCJQYWRkaW5nIjp7IiRpZCI6IjY5OSIsIlRvcCI6MC4wLCJMZWZ0IjowLjAsIlJpZ2h0IjowLjAsIkJvdHRvbSI6MC4wfSwiQmFja2dyb3VuZCI6eyIkcmVmIjoiMTQifSwiSXNWaXNpYmxlIjp0cnVlLCJXaWR0aCI6MC4wLCJIZWlnaHQiOjAuMCwiQm9yZGVyU3R5bGUiOnsiJGlkIjoiNzAwIiwiTGluZUNvbG9yIjpudWxsLCJMaW5lV2VpZ2h0IjowLjAsIkxpbmVUeXBlIjowLCJQYXJlbnRTdHlsZSI6bnVsbH0sIlBhcmVudFN0eWxlIjpudWxsfSwiRHVyYXRpb25TdHlsZSI6eyIkaWQiOiI3MDEiLCJGb250U2V0dGluZ3MiOnsiJGlkIjoiNzAyIiwiRm9udFNpemUiOjEwLCJGb250TmFtZSI6IkNhbGlicmkiLCJJc0JvbGQiOmZhbHNlLCJJc0l0YWxpYyI6ZmFsc2UsIklzVW5kZXJsaW5lZCI6ZmFsc2UsIlBhcmVudFN0eWxlIjpudWxsfSwiQXV0b1NpemUiOjAsIkZvcmVncm91bmQiOnsiJGlkIjoiNzAzIiwiQ29sb3IiOnsiJHJlZiI6IjIwIn19LCJNYXhXaWR0aCI6MjAwLjAsIk1heEhlaWdodCI6IkluZmluaXR5IiwiU21hcnRGb3JlZ3JvdW5kSXNBY3RpdmUiOmZhbHNlLCJIb3Jpem9udGFsQWxpZ25tZW50IjowLCJWZXJ0aWNhbEFsaWdubWVudCI6MCwiU21hcnRGb3JlZ3JvdW5kIjpudWxsLCJCYWNrZ3JvdW5kRmlsbFR5cGUiOjAsIk1hcmdpbiI6eyIkaWQiOiI3MDQiLCJUb3AiOjAuMCwiTGVmdCI6MC4wLCJSaWdodCI6MC4wLCJCb3R0b20iOjAuMH0sIlBhZGRpbmciOnsiJGlkIjoiNzA1IiwiVG9wIjowLjAsIkxlZnQiOjAuMCwiUmlnaHQiOjAuMCwiQm90dG9tIjowLjB9LCJCYWNrZ3JvdW5kIjp7IiRyZWYiOiIyMyJ9LCJJc1Zpc2libGUiOnRydWUsIldpZHRoIjowLjAsIkhlaWdodCI6MC4wLCJCb3JkZXJTdHlsZSI6eyIkaWQiOiI3MDYiLCJMaW5lQ29sb3IiOm51bGwsIkxpbmVXZWlnaHQiOjAuMCwiTGluZVR5cGUiOjAsIlBhcmVudFN0eWxlIjpudWxsfSwiUGFyZW50U3R5bGUiOm51bGx9LCJIb3Jpem9udGFsQ29ubmVjdG9yU3R5bGUiOnsiJGlkIjoiNzA3IiwiTGluZUNvbG9yIjp7IiRyZWYiOiIyNiJ9LCJMaW5lV2VpZ2h0IjoxLjAsIkxpbmVUeXBlIjowLCJQYXJlbnRTdHlsZSI6bnVsbH0sIlZlcnRpY2FsQ29ubmVjdG9yU3R5bGUiOnsiJGlkIjoiNzA4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cwOSIsIk1hcmdpbiI6eyIkaWQiOiI3MTAiLCJUb3AiOjAuMCwiTGVmdCI6NC4wLCJSaWdodCI6NC4wLCJCb3R0b20iOjAuMH0sIlBhZGRpbmciOnsiJGlkIjoiNzExIiwiVG9wIjowLjAsIkxlZnQiOjAuMCwiUmlnaHQiOjAuMCwiQm90dG9tIjowLjB9LCJCYWNrZ3JvdW5kIjp7IiRpZCI6IjcxMiIsIkNvbG9yIjp7IiRpZCI6IjcxMyIsIkEiOjI1NSwiUiI6MTE2LCJHIjoxNzMsIkIiOjczfX0sIklzVmlzaWJsZSI6dHJ1ZSwiV2lkdGgiOjAuMCwiSGVpZ2h0IjoxNi4wLCJCb3JkZXJTdHlsZSI6eyIkaWQiOiI3MTQiLCJMaW5lQ29sb3IiOnsiJHJlZiI6IjM3In0sIkxpbmVXZWlnaHQiOjAuMCwiTGluZVR5cGUiOjAsIlBhcmVudFN0eWxlIjpudWxsfSwiUGFyZW50U3R5bGUiOm51bGx9LCJUaXRsZVN0eWxlIjp7IiRpZCI6IjcxNSIsIkZvbnRTZXR0aW5ncyI6eyIkaWQiOiI3MTYiLCJGb250U2l6ZSI6MTEsIkZvbnROYW1lIjoiQ2FsaWJyaSIsIklzQm9sZCI6ZmFsc2UsIklzSXRhbGljIjpmYWxzZSwiSXNVbmRlcmxpbmVkIjpmYWxzZSwiUGFyZW50U3R5bGUiOm51bGx9LCJBdXRvU2l6ZSI6MCwiRm9yZWdyb3VuZCI6eyIkaWQiOiI3MTciLCJDb2xvciI6eyIkaWQiOiI3MTgiLCJBIjoyNTUsIlIiOjI1NSwiRyI6MjU1LCJCIjoyNTV9fSwiTWF4V2lkdGgiOjk2MC4wLCJNYXhIZWlnaHQiOiJJbmZpbml0eSIsIlNtYXJ0Rm9yZWdyb3VuZElzQWN0aXZlIjpmYWxzZSwiSG9yaXpvbnRhbEFsaWdubWVudCI6MSwiVmVydGljYWxBbGlnbm1lbnQiOjAsIlNtYXJ0Rm9yZWdyb3VuZCI6bnVsbCwiQmFja2dyb3VuZEZpbGxUeXBlIjowLCJNYXJnaW4iOnsiJGlkIjoiNzE5IiwiVG9wIjowLjAsIkxlZnQiOjAuMCwiUmlnaHQiOjAuMCwiQm90dG9tIjowLjB9LCJQYWRkaW5nIjp7IiRpZCI6IjcyMCIsIlRvcCI6MC4wLCJMZWZ0IjowLjAsIlJpZ2h0IjowLjAsIkJvdHRvbSI6MC4wfSwiQmFja2dyb3VuZCI6eyIkcmVmIjoiNDUifSwiSXNWaXNpYmxlIjp0cnVlLCJXaWR0aCI6MC4wLCJIZWlnaHQiOjAuMCwiQm9yZGVyU3R5bGUiOnsiJGlkIjoiNzIxIiwiTGluZUNvbG9yIjpudWxsLCJMaW5lV2VpZ2h0IjowLjAsIkxpbmVUeXBlIjowLCJQYXJlbnRTdHlsZSI6bnVsbH0sIlBhcmVudFN0eWxlIjpudWxsfSwiRGF0ZVN0eWxlIjp7IiRpZCI6IjcyMiIsIkZvbnRTZXR0aW5ncyI6eyIkaWQiOiI3MjMiLCJGb250U2l6ZSI6MTAsIkZvbnROYW1lIjoiQ2FsaWJyaSIsIklzQm9sZCI6ZmFsc2UsIklzSXRhbGljIjpmYWxzZSwiSXNVbmRlcmxpbmVkIjpmYWxzZSwiUGFyZW50U3R5bGUiOm51bGx9LCJBdXRvU2l6ZSI6MCwiRm9yZWdyb3VuZCI6eyIkaWQiOiI3MjQiLCJDb2xvciI6eyIkaWQiOiI3Mj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yNiIsIlRvcCI6MC4wLCJMZWZ0IjowLjAsIlJpZ2h0IjowLjAsIkJvdHRvbSI6MC4wfSwiUGFkZGluZyI6eyIkaWQiOiI3MjciLCJUb3AiOjAuMCwiTGVmdCI6MC4wLCJSaWdodCI6MC4wLCJCb3R0b20iOjAuMH0sIkJhY2tncm91bmQiOnsiJHJlZiI6IjUzIn0sIklzVmlzaWJsZSI6dHJ1ZSwiV2lkdGgiOjAuMCwiSGVpZ2h0IjowLjAsIkJvcmRlclN0eWxlIjp7IiRpZCI6IjcyOCIsIkxpbmVDb2xvciI6bnVsbCwiTGluZVdlaWdodCI6MC4wLCJMaW5lVHlwZSI6MCwiUGFyZW50U3R5bGUiOm51bGx9LCJQYXJlbnRTdHlsZSI6bnVsbH0sIkRhdGVGb3JtYXQiOnsiJGlkIjoiNzI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zMCIsIkZvcm1hdCI6MCwiSXNWaXNpYmxlIjpmYWxzZSwiTGFzdEtub3duVmlzaWJpbGl0eVN0YXRlIjpmYWxzZX0sIklzVmlzaWJsZSI6dHJ1ZSwiUGFyZW50U3R5bGUiOm51bGx9LCJJbmRleCI6MjcsIlNtYXJ0RHVyYXRpb25BY3RpdmF0ZWQiOmZhbHNlLCJEYXRlRm9ybWF0Ijp7IiRyZWYiOiI3MjkifSwiV2Vla051bWJlcmluZyI6eyIkaWQiOiI3MzEiLCJGb3JtYXQiOjAsIklzVmlzaWJsZSI6ZmFsc2UsIkxhc3RLbm93blZpc2liaWxpdHlTdGF0ZSI6ZmFsc2V9LCJJZCI6IjU0NmRjMzMyLTNkNzQtNDY0YS04ZWY2LWE0ZTZlNTNmMzZlYSIsIkltcG9ydElkIjpudWxsLCJUaXRsZSI6IkRldmVsb3BtZW50IFBoYXNlIEkiLCJOb3RlIjpudWxsLCJIeXBlcmxpbmsiOnsiJGlkIjoiNzMyIiwiQWRkcmVzcyI6IiIsIlN1YkFkZHJlc3MiOiIifSwiSXNDaGFuZ2VkIjpmYWxzZSwiSXNOZXciOmZhbHNlfX1dLCJfbWlsZXN0b25lcyI6W10sIklkIjoiMDAwMDAwMDAtMDAwMC0wMDAwLTAwMDAtMDAwMDAwMDAwMDAwIiwiSXNTaW5nbGVJdGVtUm93Ijp0cnVlfSx7IiRpZCI6IjczMyIsIl90YXNrcyI6W3siJGlkIjoiNzM0IiwiX2F0dGFjaGVkTWlsZXN0b25lcyI6W10sIlRhc2tEZWZpbml0aW9uIjp7IiRpZCI6IjczNSIsIkdyb3VwTmFtZSI6bnVsbCwiU3RhcnREYXRlIjoiMjAxOS0wOC0yMVQwMDowMDowMCIsIkVuZERhdGUiOiIyMDE5LTEwLTIxVDExOjU5OjAwIiwiUGVyY2VudGFnZUNvbXBsZXRlIjpudWxsLCJTdHlsZSI6eyIkaWQiOiI3MzYiLCJTaGFwZSI6NiwiU2hhcGVUaGlja25lc3MiOjEsIkR1cmF0aW9uRm9ybWF0IjowLCJJbmNsdWRlTm9uV29ya2luZ0RheXNJbkR1cmF0aW9uIjpmYWxzZSwiUGVyY2VudGFnZUNvbXBsZXRlU3R5bGUiOnsiJGlkIjoiNzM3IiwiRm9udFNldHRpbmdzIjp7IiRpZCI6Ijcz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3MzkiLCJUb3AiOjAuMCwiTGVmdCI6MC4wLCJSaWdodCI6MC4wLCJCb3R0b20iOjAuMH0sIlBhZGRpbmciOnsiJGlkIjoiNzQwIiwiVG9wIjowLjAsIkxlZnQiOjAuMCwiUmlnaHQiOjAuMCwiQm90dG9tIjowLjB9LCJCYWNrZ3JvdW5kIjp7IiRyZWYiOiIxNCJ9LCJJc1Zpc2libGUiOnRydWUsIldpZHRoIjowLjAsIkhlaWdodCI6MC4wLCJCb3JkZXJTdHlsZSI6eyIkaWQiOiI3NDEiLCJMaW5lQ29sb3IiOm51bGwsIkxpbmVXZWlnaHQiOjAuMCwiTGluZVR5cGUiOjAsIlBhcmVudFN0eWxlIjpudWxsfSwiUGFyZW50U3R5bGUiOm51bGx9LCJEdXJhdGlvblN0eWxlIjp7IiRpZCI6Ijc0MiIsIkZvbnRTZXR0aW5ncyI6eyIkaWQiOiI3NDMiLCJGb250U2l6ZSI6MTAsIkZvbnROYW1lIjoiQ2FsaWJyaSIsIklzQm9sZCI6ZmFsc2UsIklzSXRhbGljIjpmYWxzZSwiSXNVbmRlcmxpbmVkIjpmYWxzZSwiUGFyZW50U3R5bGUiOm51bGx9LCJBdXRvU2l6ZSI6MCwiRm9yZWdyb3VuZCI6eyIkaWQiOiI3NDQiLCJDb2xvciI6eyIkcmVmIjoiMjAifX0sIk1heFdpZHRoIjoyMDAuMCwiTWF4SGVpZ2h0IjoiSW5maW5pdHkiLCJTbWFydEZvcmVncm91bmRJc0FjdGl2ZSI6ZmFsc2UsIkhvcml6b250YWxBbGlnbm1lbnQiOjAsIlZlcnRpY2FsQWxpZ25tZW50IjowLCJTbWFydEZvcmVncm91bmQiOm51bGwsIkJhY2tncm91bmRGaWxsVHlwZSI6MCwiTWFyZ2luIjp7IiRpZCI6Ijc0NSIsIlRvcCI6MC4wLCJMZWZ0IjowLjAsIlJpZ2h0IjowLjAsIkJvdHRvbSI6MC4wfSwiUGFkZGluZyI6eyIkaWQiOiI3NDYiLCJUb3AiOjAuMCwiTGVmdCI6MC4wLCJSaWdodCI6MC4wLCJCb3R0b20iOjAuMH0sIkJhY2tncm91bmQiOnsiJHJlZiI6IjIzIn0sIklzVmlzaWJsZSI6dHJ1ZSwiV2lkdGgiOjAuMCwiSGVpZ2h0IjowLjAsIkJvcmRlclN0eWxlIjp7IiRpZCI6Ijc0NyIsIkxpbmVDb2xvciI6bnVsbCwiTGluZVdlaWdodCI6MC4wLCJMaW5lVHlwZSI6MCwiUGFyZW50U3R5bGUiOm51bGx9LCJQYXJlbnRTdHlsZSI6bnVsbH0sIkhvcml6b250YWxDb25uZWN0b3JTdHlsZSI6eyIkaWQiOiI3NDgiLCJMaW5lQ29sb3IiOnsiJHJlZiI6IjI2In0sIkxpbmVXZWlnaHQiOjEuMCwiTGluZVR5cGUiOjAsIlBhcmVudFN0eWxlIjpudWxsfSwiVmVydGljYWxDb25uZWN0b3JTdHlsZSI6eyIkaWQiOiI3NDkiLCJMaW5lQ29sb3IiOnsiJHJlZiI6IjI5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lNoYXBlU3R5bGUiOnsiJGlkIjoiNzUwIiwiTWFyZ2luIjp7IiRpZCI6Ijc1MSIsIlRvcCI6MC4wLCJMZWZ0Ijo0LjAsIlJpZ2h0Ijo0LjAsIkJvdHRvbSI6MC4wfSwiUGFkZGluZyI6eyIkaWQiOiI3NTIiLCJUb3AiOjAuMCwiTGVmdCI6MC4wLCJSaWdodCI6MC4wLCJCb3R0b20iOjAuMH0sIkJhY2tncm91bmQiOnsiJGlkIjoiNzUzIiwiQ29sb3IiOnsiJGlkIjoiNzU0IiwiQSI6MjU1LCJSIjoxMTYsIkciOjE3MywiQiI6NzN9fSwiSXNWaXNpYmxlIjp0cnVlLCJXaWR0aCI6MC4wLCJIZWlnaHQiOjE2LjAsIkJvcmRlclN0eWxlIjp7IiRpZCI6Ijc1NSIsIkxpbmVDb2xvciI6eyIkcmVmIjoiMzcifSwiTGluZVdlaWdodCI6MC4wLCJMaW5lVHlwZSI6MCwiUGFyZW50U3R5bGUiOm51bGx9LCJQYXJlbnRTdHlsZSI6bnVsbH0sIlRpdGxlU3R5bGUiOnsiJGlkIjoiNzU2IiwiRm9udFNldHRpbmdzIjp7IiRpZCI6Ijc1NyIsIkZvbnRTaXplIjoxMSwiRm9udE5hbWUiOiJDYWxpYnJpIiwiSXNCb2xkIjpmYWxzZSwiSXNJdGFsaWMiOmZhbHNlLCJJc1VuZGVybGluZWQiOmZhbHNlLCJQYXJlbnRTdHlsZSI6bnVsbH0sIkF1dG9TaXplIjowLCJGb3JlZ3JvdW5kIjp7IiRpZCI6Ijc1OCIsIkNvbG9yIjp7IiRpZCI6Ijc1OSIsIkEiOjI1NSwiUiI6MjU1LCJHIjoyNTUsIkIiOjI1NX19LCJNYXhXaWR0aCI6OTYwLjAsIk1heEhlaWdodCI6IkluZmluaXR5IiwiU21hcnRGb3JlZ3JvdW5kSXNBY3RpdmUiOmZhbHNlLCJIb3Jpem9udGFsQWxpZ25tZW50IjoxLCJWZXJ0aWNhbEFsaWdubWVudCI6MCwiU21hcnRGb3JlZ3JvdW5kIjpudWxsLCJCYWNrZ3JvdW5kRmlsbFR5cGUiOjAsIk1hcmdpbiI6eyIkaWQiOiI3NjAiLCJUb3AiOjAuMCwiTGVmdCI6MC4wLCJSaWdodCI6MC4wLCJCb3R0b20iOjAuMH0sIlBhZGRpbmciOnsiJGlkIjoiNzYxIiwiVG9wIjowLjAsIkxlZnQiOjAuMCwiUmlnaHQiOjAuMCwiQm90dG9tIjowLjB9LCJCYWNrZ3JvdW5kIjp7IiRyZWYiOiI0NSJ9LCJJc1Zpc2libGUiOnRydWUsIldpZHRoIjowLjAsIkhlaWdodCI6MC4wLCJCb3JkZXJTdHlsZSI6eyIkaWQiOiI3NjIiLCJMaW5lQ29sb3IiOm51bGwsIkxpbmVXZWlnaHQiOjAuMCwiTGluZVR5cGUiOjAsIlBhcmVudFN0eWxlIjpudWxsfSwiUGFyZW50U3R5bGUiOm51bGx9LCJEYXRlU3R5bGUiOnsiJGlkIjoiNzYzIiwiRm9udFNldHRpbmdzIjp7IiRpZCI6Ijc2NCIsIkZvbnRTaXplIjoxMCwiRm9udE5hbWUiOiJDYWxpYnJpIiwiSXNCb2xkIjpmYWxzZSwiSXNJdGFsaWMiOmZhbHNlLCJJc1VuZGVybGluZWQiOmZhbHNlLCJQYXJlbnRTdHlsZSI6bnVsbH0sIkF1dG9TaXplIjowLCJGb3JlZ3JvdW5kIjp7IiRpZCI6Ijc2NSIsIkNvbG9yIjp7IiRpZCI6Ijc2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zY3IiwiVG9wIjowLjAsIkxlZnQiOjAuMCwiUmlnaHQiOjAuMCwiQm90dG9tIjowLjB9LCJQYWRkaW5nIjp7IiRpZCI6Ijc2OCIsIlRvcCI6MC4wLCJMZWZ0IjowLjAsIlJpZ2h0IjowLjAsIkJvdHRvbSI6MC4wfSwiQmFja2dyb3VuZCI6eyIkcmVmIjoiNTMifSwiSXNWaXNpYmxlIjp0cnVlLCJXaWR0aCI6MC4wLCJIZWlnaHQiOjAuMCwiQm9yZGVyU3R5bGUiOnsiJGlkIjoiNzY5IiwiTGluZUNvbG9yIjpudWxsLCJMaW5lV2VpZ2h0IjowLjAsIkxpbmVUeXBlIjowLCJQYXJlbnRTdHlsZSI6bnVsbH0sIlBhcmVudFN0eWxlIjpudWxsfSwiRGF0ZUZvcm1hdCI6eyIkaWQiOiI3Nz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cxIiwiRm9ybWF0IjowLCJJc1Zpc2libGUiOmZhbHNlLCJMYXN0S25vd25WaXNpYmlsaXR5U3RhdGUiOmZhbHNlfSwiSXNWaXNpYmxlIjp0cnVlLCJQYXJlbnRTdHlsZSI6bnVsbH0sIkluZGV4IjoyOCwiU21hcnREdXJhdGlvbkFjdGl2YXRlZCI6ZmFsc2UsIkRhdGVGb3JtYXQiOnsiJHJlZiI6Ijc3MCJ9LCJXZWVrTnVtYmVyaW5nIjp7IiRpZCI6Ijc3MiIsIkZvcm1hdCI6MCwiSXNWaXNpYmxlIjpmYWxzZSwiTGFzdEtub3duVmlzaWJpbGl0eVN0YXRlIjpmYWxzZX0sIklkIjoiN2Q5NjA5NjktZGRmYy00ZGZlLWE4MzEtNzIzMTQ5YzE4NDJlIiwiSW1wb3J0SWQiOm51bGwsIlRpdGxlIjoiRGV2ZWxvcG1lbnQgUGhhc2UgSUkiLCJOb3RlIjpudWxsLCJIeXBlcmxpbmsiOnsiJGlkIjoiNzczIiwiQWRkcmVzcyI6IiIsIlN1YkFkZHJlc3MiOiIifSwiSXNDaGFuZ2VkIjpmYWxzZSwiSXNOZXciOmZhbHNlfX1dLCJfbWlsZXN0b25lcyI6W10sIklkIjoiMDAwMDAwMDAtMDAwMC0wMDAwLTAwMDAtMDAwMDAwMDAwMDAwIiwiSXNTaW5nbGVJdGVtUm93Ijp0cnVlfSx7IiRpZCI6Ijc3NCIsIl90YXNrcyI6W10sIl9taWxlc3RvbmVzIjpbeyIkaWQiOiI3NzUiLCJJZCI6IjI2YzU2OWMwLTFlNmEtNDdiOC1iOWJiLTYyMTkwNjhkYzA4ZSIsIkluZGV4IjoyOSwiR3JvdXBJZCI6ImI5Y2NmYTVmLTdjOWQtNDUzMy1iODk5LTM1MjliMTIzY2QyZiIsIlRpdGxlIjoiUlRXIERlcGxveW1lbnQiLCJEYXRlVGltZSI6IjIwMTktMTAtMTlUMTE6NTk6MDAiLCJQZXJjZW50YWdlQ29tcGxldGUiOm51bGwsIk5vdGUiOm51bGwsIlN0eWxlIjp7IiRpZCI6Ijc3NiIsIlRpdGxlUG9zaXRpb24iOiJSaWdodCIsIkRhdGVQb3NpdGlvbiI6IkxlZnQiLCJTaGFwZVR5cGUiOjEsIlNoYXBlU2l6ZSI6MCwiU2hhcGVTdHlsZSI6eyIkaWQiOiI3NzciLCJNYXJnaW4iOnsiJHJlZiI6IjI3NiJ9LCJQYWRkaW5nIjp7IiRyZWYiOiIyNzcifSwiQmFja2dyb3VuZCI6eyIkaWQiOiI3NzgiLCJDb2xvciI6eyIkaWQiOiI3NzkiLCJBIjoyNTUsIlIiOjU3LCJHIjoxMTQsIkIiOjE4fX0sIklzVmlzaWJsZSI6dHJ1ZSwiV2lkdGgiOjEyLjAsIkhlaWdodCI6MTQuMCwiQm9yZGVyU3R5bGUiOnsiJGlkIjoiNzgwIiwiTGluZUNvbG9yIjp7IiRyZWYiOiIyODEifSwiTGluZVdlaWdodCI6MC4wLCJMaW5lVHlwZSI6MCwiUGFyZW50U3R5bGUiOm51bGx9LCJQYXJlbnRTdHlsZSI6bnVsbH0sIlRpdGxlU3R5bGUiOnsiJGlkIjoiNzgxIiwiRm9udFNldHRpbmdzIjp7IiRpZCI6Ijc4MiIsIkZvbnRTaXplIjoxMSwiRm9udE5hbWUiOiJDYWxpYnJpIiwiSXNCb2xkIjp0cnVlLCJJc0l0YWxpYyI6ZmFsc2UsIklzVW5kZXJsaW5lZCI6ZmFsc2UsIlBhcmVudFN0eWxlIjpudWxsfSwiQXV0b1NpemUiOjAsIkZvcmVncm91bmQiOnsiJGlkIjoiNzgzIiwiQ29sb3IiOnsiJGlkIjoiNzg0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Nzg1IiwiRm9udFNldHRpbmdzIjp7IiRpZCI6Ijc4NiIsIkZvbnRTaXplIjoxMCwiRm9udE5hbWUiOiJDYWxpYnJpIiwiSXNCb2xkIjpmYWxzZSwiSXNJdGFsaWMiOmZhbHNlLCJJc1VuZGVybGluZWQiOmZhbHNlLCJQYXJlbnRTdHlsZSI6bnVsbH0sIkF1dG9TaXplIjowLCJGb3JlZ3JvdW5kIjp7IiRpZCI6Ijc4NyIsIkNvbG9yIjp7IiRpZCI6Ijc4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ZmFsc2UsIldpZHRoIjowLjAsIkhlaWdodCI6MC4wLCJCb3JkZXJTdHlsZSI6bnVsbCwiUGFyZW50U3R5bGUiOm51bGx9LCJEYXRlRm9ybWF0Ijp7IiRpZCI6Ijc4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OTAiLCJGb3JtYXQiOjAsIklzVmlzaWJsZSI6ZmFsc2UsIkxhc3RLbm93blZpc2liaWxpdHlTdGF0ZSI6ZmFsc2V9LCJJc1Zpc2libGUiOnRydWUsIlBhcmVudFN0eWxlIjpudWxsfSwiSHlwZXJsaW5rIjp7IiRpZCI6Ijc5MSIsIkFkZHJlc3MiOiIiLCJTdWJBZGRyZXNzIjoiIn0sIkltcG9ydElkIjoiIn0seyIkaWQiOiI3OTIiLCJJZCI6IjJiNjg4MGYxLTQ5YzYtNDIxNC1iNjEyLTllYzhkZGY1MzQzZSIsIkluZGV4IjozMCwiR3JvdXBJZCI6ImI5Y2NmYTVmLTdjOWQtNDUzMy1iODk5LTM1MjliMTIzY2QyZiIsIlRpdGxlIjoiUkMgUGlsb3QgRGVwbG95bWVudCIsIkRhdGVUaW1lIjoiMjAxOS0wOC0yNFQxMTo1OTowMCIsIlBlcmNlbnRhZ2VDb21wbGV0ZSI6bnVsbCwiTm90ZSI6bnVsbCwiU3R5bGUiOnsiJGlkIjoiNzkzIiwiVGl0bGVQb3NpdGlvbiI6IlJpZ2h0IiwiRGF0ZVBvc2l0aW9uIjoiTGVmdCIsIlNoYXBlVHlwZSI6MSwiU2hhcGVTaXplIjowLCJTaGFwZVN0eWxlIjp7IiRpZCI6Ijc5NCIsIk1hcmdpbiI6eyIkcmVmIjoiMjc2In0sIlBhZGRpbmciOnsiJHJlZiI6IjI3NyJ9LCJCYWNrZ3JvdW5kIjp7IiRpZCI6Ijc5NSIsIkNvbG9yIjp7IiRpZCI6Ijc5NiIsIkEiOjI1NSwiUiI6NTcsIkciOjExNCwiQiI6MTh9fSwiSXNWaXNpYmxlIjp0cnVlLCJXaWR0aCI6MTIuMCwiSGVpZ2h0IjoxNC4wLCJCb3JkZXJTdHlsZSI6eyIkaWQiOiI3OTciLCJMaW5lQ29sb3IiOnsiJHJlZiI6IjI4MSJ9LCJMaW5lV2VpZ2h0IjowLjAsIkxpbmVUeXBlIjowLCJQYXJlbnRTdHlsZSI6bnVsbH0sIlBhcmVudFN0eWxlIjpudWxsfSwiVGl0bGVTdHlsZSI6eyIkaWQiOiI3OTgiLCJGb250U2V0dGluZ3MiOnsiJGlkIjoiNzk5IiwiRm9udFNpemUiOjExLCJGb250TmFtZSI6IkNhbGlicmkiLCJJc0JvbGQiOnRydWUsIklzSXRhbGljIjpmYWxzZSwiSXNVbmRlcmxpbmVkIjpmYWxzZSwiUGFyZW50U3R5bGUiOm51bGx9LCJBdXRvU2l6ZSI6MCwiRm9yZWdyb3VuZCI6eyIkaWQiOiI4MDAiLCJDb2xvciI6eyIkaWQiOiI4MDE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4MDIiLCJGb250U2V0dGluZ3MiOnsiJGlkIjoiODAzIiwiRm9udFNpemUiOjEwLCJGb250TmFtZSI6IkNhbGlicmkiLCJJc0JvbGQiOmZhbHNlLCJJc0l0YWxpYyI6ZmFsc2UsIklzVW5kZXJsaW5lZCI6ZmFsc2UsIlBhcmVudFN0eWxlIjpudWxsfSwiQXV0b1NpemUiOjAsIkZvcmVncm91bmQiOnsiJGlkIjoiODA0IiwiQ29sb3IiOnsiJGlkIjoiODA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kzIn0sIlBhZGRpbmciOnsiJHJlZiI6IjI5NCJ9LCJCYWNrZ3JvdW5kIjp7IiRyZWYiOiIxNzAifSwiSXNWaXNpYmxlIjpmYWxzZSwiV2lkdGgiOjAuMCwiSGVpZ2h0IjowLjAsIkJvcmRlclN0eWxlIjpudWxsLCJQYXJlbnRTdHlsZSI6bnVsbH0sIkRhdGVGb3JtYXQiOnsiJGlkIjoiOD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wNyIsIkZvcm1hdCI6MCwiSXNWaXNpYmxlIjpmYWxzZSwiTGFzdEtub3duVmlzaWJpbGl0eVN0YXRlIjpmYWxzZX0sIklzVmlzaWJsZSI6dHJ1ZSwiUGFyZW50U3R5bGUiOm51bGx9LCJIeXBlcmxpbmsiOnsiJGlkIjoiODA4IiwiQWRkcmVzcyI6IiIsIlN1YkFkZHJlc3MiOiIifSwiSW1wb3J0SWQiOiIifV0sIklkIjoiYjljY2ZhNWYtN2M5ZC00NTMzLWI4OTktMzUyOWIxMjNjZDJmIiwiSXNTaW5nbGVJdGVtUm93IjpmYWxzZX0seyIkaWQiOiI4MDkiLCJfdGFza3MiOlt7IiRpZCI6IjgxMCIsIl9hdHRhY2hlZE1pbGVzdG9uZXMiOltdLCJUYXNrRGVmaW5pdGlvbiI6eyIkaWQiOiI4MTEiLCJHcm91cE5hbWUiOm51bGwsIlN0YXJ0RGF0ZSI6IjIwMTktMTEtMDFUMDA6MDA6MDAiLCJFbmREYXRlIjoiMjAxOS0xMi0yMlQxMTo1OTowMCIsIlBlcmNlbnRhZ2VDb21wbGV0ZSI6bnVsbCwiU3R5bGUiOnsiJGlkIjoiODEyIiwiU2hhcGUiOjMsIlNoYXBlVGhpY2tuZXNzIjowLCJEdXJhdGlvbkZvcm1hdCI6MCwiSW5jbHVkZU5vbldvcmtpbmdEYXlzSW5EdXJhdGlvbiI6ZmFsc2UsIlBlcmNlbnRhZ2VDb21wbGV0ZVN0eWxlIjp7IiRpZCI6IjgxMyIsIkZvbnRTZXR0aW5ncyI6eyIkaWQiOiI4MT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ODE1IiwiVG9wIjowLjAsIkxlZnQiOjAuMCwiUmlnaHQiOjAuMCwiQm90dG9tIjowLjB9LCJQYWRkaW5nIjp7IiRpZCI6IjgxNiIsIlRvcCI6MC4wLCJMZWZ0IjowLjAsIlJpZ2h0IjowLjAsIkJvdHRvbSI6MC4wfSwiQmFja2dyb3VuZCI6eyIkcmVmIjoiMTQifSwiSXNWaXNpYmxlIjp0cnVlLCJXaWR0aCI6MC4wLCJIZWlnaHQiOjAuMCwiQm9yZGVyU3R5bGUiOnsiJGlkIjoiODE3IiwiTGluZUNvbG9yIjpudWxsLCJMaW5lV2VpZ2h0IjowLjAsIkxpbmVUeXBlIjowLCJQYXJlbnRTdHlsZSI6bnVsbH0sIlBhcmVudFN0eWxlIjpudWxsfSwiRHVyYXRpb25TdHlsZSI6eyIkaWQiOiI4MTgiLCJGb250U2V0dGluZ3MiOnsiJGlkIjoiODE5IiwiRm9udFNpemUiOjEwLCJGb250TmFtZSI6IkNhbGlicmkiLCJJc0JvbGQiOmZhbHNlLCJJc0l0YWxpYyI6ZmFsc2UsIklzVW5kZXJsaW5lZCI6ZmFsc2UsIlBhcmVudFN0eWxlIjpudWxsfSwiQXV0b1NpemUiOjAsIkZvcmVncm91bmQiOnsiJGlkIjoiODIwIiwiQ29sb3IiOnsiJHJlZiI6IjIwIn19LCJNYXhXaWR0aCI6MjAwLjAsIk1heEhlaWdodCI6IkluZmluaXR5IiwiU21hcnRGb3JlZ3JvdW5kSXNBY3RpdmUiOmZhbHNlLCJIb3Jpem9udGFsQWxpZ25tZW50IjowLCJWZXJ0aWNhbEFsaWdubWVudCI6MCwiU21hcnRGb3JlZ3JvdW5kIjpudWxsLCJCYWNrZ3JvdW5kRmlsbFR5cGUiOjAsIk1hcmdpbiI6eyIkaWQiOiI4MjEiLCJUb3AiOjAuMCwiTGVmdCI6MC4wLCJSaWdodCI6MC4wLCJCb3R0b20iOjAuMH0sIlBhZGRpbmciOnsiJGlkIjoiODIyIiwiVG9wIjowLjAsIkxlZnQiOjAuMCwiUmlnaHQiOjAuMCwiQm90dG9tIjowLjB9LCJCYWNrZ3JvdW5kIjp7IiRyZWYiOiIyMyJ9LCJJc1Zpc2libGUiOnRydWUsIldpZHRoIjowLjAsIkhlaWdodCI6MC4wLCJCb3JkZXJTdHlsZSI6eyIkaWQiOiI4MjMiLCJMaW5lQ29sb3IiOm51bGwsIkxpbmVXZWlnaHQiOjAuMCwiTGluZVR5cGUiOjAsIlBhcmVudFN0eWxlIjpudWxsfSwiUGFyZW50U3R5bGUiOm51bGx9LCJIb3Jpem9udGFsQ29ubmVjdG9yU3R5bGUiOnsiJGlkIjoiODI0IiwiTGluZUNvbG9yIjp7IiRyZWYiOiIyNiJ9LCJMaW5lV2VpZ2h0IjoxLjAsIkxpbmVUeXBlIjowLCJQYXJlbnRTdHlsZSI6bnVsbH0sIlZlcnRpY2FsQ29ubmVjdG9yU3R5bGUiOnsiJGlkIjoiODI1IiwiTGluZUNvbG9yIjp7IiRyZWYiOiIyO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TaGFwZVN0eWxlIjp7IiRpZCI6IjgyNiIsIk1hcmdpbiI6eyIkaWQiOiI4MjciLCJUb3AiOjAuMCwiTGVmdCI6NC4wLCJSaWdodCI6NC4wLCJCb3R0b20iOjAuMH0sIlBhZGRpbmciOnsiJGlkIjoiODI4IiwiVG9wIjowLjAsIkxlZnQiOjAuMCwiUmlnaHQiOjAuMCwiQm90dG9tIjowLjB9LCJCYWNrZ3JvdW5kIjp7IiRpZCI6IjgyOSIsIkNvbG9yIjp7IiRpZCI6IjgzMCIsIkEiOjI1NSwiUiI6MTE2LCJHIjoxNzMsIkIiOjczfX0sIklzVmlzaWJsZSI6dHJ1ZSwiV2lkdGgiOjAuMCwiSGVpZ2h0IjoxMy40MjY2NjY2NjY2NjY2NzcsIkJvcmRlclN0eWxlIjp7IiRpZCI6IjgzMSIsIkxpbmVDb2xvciI6eyIkcmVmIjoiMzcifSwiTGluZVdlaWdodCI6MC4wLCJMaW5lVHlwZSI6MCwiUGFyZW50U3R5bGUiOm51bGx9LCJQYXJlbnRTdHlsZSI6bnVsbH0sIlRpdGxlU3R5bGUiOnsiJGlkIjoiODMyIiwiRm9udFNldHRpbmdzIjp7IiRpZCI6IjgzMyIsIkZvbnRTaXplIjoxMSwiRm9udE5hbWUiOiJDYWxpYnJpIiwiSXNCb2xkIjpmYWxzZSwiSXNJdGFsaWMiOmZhbHNlLCJJc1VuZGVybGluZWQiOmZhbHNlLCJQYXJlbnRTdHlsZSI6bnVsbH0sIkF1dG9TaXplIjowLCJGb3JlZ3JvdW5kIjp7IiRpZCI6IjgzNCIsIkNvbG9yIjp7IiRpZCI6IjgzNSIsIkEiOjI1NSwiUiI6MjU1LCJHIjoyNTUsIkIiOjI1NX19LCJNYXhXaWR0aCI6NzIwLjAsIk1heEhlaWdodCI6IkluZmluaXR5IiwiU21hcnRGb3JlZ3JvdW5kSXNBY3RpdmUiOmZhbHNlLCJIb3Jpem9udGFsQWxpZ25tZW50IjoxLCJWZXJ0aWNhbEFsaWdubWVudCI6MCwiU21hcnRGb3JlZ3JvdW5kIjpudWxsLCJCYWNrZ3JvdW5kRmlsbFR5cGUiOjAsIk1hcmdpbiI6eyIkaWQiOiI4MzYiLCJUb3AiOjAuMCwiTGVmdCI6MC4wLCJSaWdodCI6MC4wLCJCb3R0b20iOjAuMH0sIlBhZGRpbmciOnsiJGlkIjoiODM3IiwiVG9wIjowLjAsIkxlZnQiOjAuMCwiUmlnaHQiOjAuMCwiQm90dG9tIjowLjB9LCJCYWNrZ3JvdW5kIjp7IiRyZWYiOiI0NSJ9LCJJc1Zpc2libGUiOnRydWUsIldpZHRoIjowLjAsIkhlaWdodCI6MC4wLCJCb3JkZXJTdHlsZSI6eyIkaWQiOiI4MzgiLCJMaW5lQ29sb3IiOm51bGwsIkxpbmVXZWlnaHQiOjAuMCwiTGluZVR5cGUiOjAsIlBhcmVudFN0eWxlIjpudWxsfSwiUGFyZW50U3R5bGUiOm51bGx9LCJEYXRlU3R5bGUiOnsiJGlkIjoiODM5IiwiRm9udFNldHRpbmdzIjp7IiRpZCI6Ijg0MCIsIkZvbnRTaXplIjoxMCwiRm9udE5hbWUiOiJDYWxpYnJpIiwiSXNCb2xkIjpmYWxzZSwiSXNJdGFsaWMiOmZhbHNlLCJJc1VuZGVybGluZWQiOmZhbHNlLCJQYXJlbnRTdHlsZSI6bnVsbH0sIkF1dG9TaXplIjowLCJGb3JlZ3JvdW5kIjp7IiRpZCI6Ijg0MSIsIkNvbG9yIjp7IiRpZCI6Ijg0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QzIiwiVG9wIjowLjAsIkxlZnQiOjAuMCwiUmlnaHQiOjAuMCwiQm90dG9tIjowLjB9LCJQYWRkaW5nIjp7IiRpZCI6Ijg0NCIsIlRvcCI6MC4wLCJMZWZ0IjowLjAsIlJpZ2h0IjowLjAsIkJvdHRvbSI6MC4wfSwiQmFja2dyb3VuZCI6eyIkcmVmIjoiNTMifSwiSXNWaXNpYmxlIjp0cnVlLCJXaWR0aCI6MC4wLCJIZWlnaHQiOjAuMCwiQm9yZGVyU3R5bGUiOnsiJGlkIjoiODQ1IiwiTGluZUNvbG9yIjpudWxsLCJMaW5lV2VpZ2h0IjowLjAsIkxpbmVUeXBlIjowLCJQYXJlbnRTdHlsZSI6bnVsbH0sIlBhcmVudFN0eWxlIjpudWxsfSwiRGF0ZUZvcm1hdCI6eyIkaWQiOiI4ND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Q3IiwiRm9ybWF0IjowLCJJc1Zpc2libGUiOmZhbHNlLCJMYXN0S25vd25WaXNpYmlsaXR5U3RhdGUiOmZhbHNlfSwiSXNWaXNpYmxlIjp0cnVlLCJQYXJlbnRTdHlsZSI6bnVsbH0sIkluZGV4IjozMSwiU21hcnREdXJhdGlvbkFjdGl2YXRlZCI6ZmFsc2UsIkRhdGVGb3JtYXQiOnsiJHJlZiI6Ijg0NiJ9LCJXZWVrTnVtYmVyaW5nIjp7IiRpZCI6Ijg0OCIsIkZvcm1hdCI6MCwiSXNWaXNpYmxlIjpmYWxzZSwiTGFzdEtub3duVmlzaWJpbGl0eVN0YXRlIjpmYWxzZX0sIklkIjoiZjhhMGM5ZWItODE3YS00OWZjLTg5NTYtOTgyOWIzOGM0Yjc4IiwiSW1wb3J0SWQiOm51bGwsIlRpdGxlIjoiVjIgRGV2ZWxvcG1lbnQgQmVnaW5zIiwiTm90ZSI6bnVsbCwiSHlwZXJsaW5rIjp7IiRpZCI6Ijg0OSIsIkFkZHJlc3MiOiIiLCJTdWJBZGRyZXNzIjoiIn0sIklzQ2hhbmdlZCI6ZmFsc2UsIklzTmV3IjpmYWxzZX19XSwiX21pbGVzdG9uZXMiOltdLCJJZCI6IjAwMDAwMDAwLTAwMDAtMDAwMC0wMDAwLTAwMDAwMDAwMDAwMCIsIklzU2luZ2xlSXRlbVJvdyI6dHJ1ZX1dLCJJbmRleCI6MCwiSWQiOiJlNzE5MTVmMS1mYmQ4LTQ2MjgtOTgyYy1kM2EyYTgxYjZlMmEiLCJIZWFkZXJUZXh0IjpudWxsLCJJc0RlZmF1bHQiOnRydWUsIlN0eWxlIjp7IiRpZCI6Ijg1MCIsIkhlYWRlclN0eWxlIjp7IiRpZCI6Ijg1MSIsIlRleHRTdHlsZSI6eyIkaWQiOiI4NTIiLCJGb250U2V0dGluZ3MiOnsiJGlkIjoiODUzIiwiRm9udFNpemUiOjExLCJGb250TmFtZSI6IkNhbGlicmkiLCJJc0JvbGQiOmZhbHNlLCJJc0l0YWxpYyI6ZmFsc2UsIklzVW5kZXJsaW5lZCI6ZmFsc2UsIlBhcmVudFN0eWxlIjpudWxsfSwiQXV0b1NpemUiOjIsIkZvcmVncm91bmQiOnsiJGlkIjoiODU0IiwiQ29sb3IiOnsiJGlkIjoiODU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DU2IiwiVG9wIjowLjAsIkxlZnQiOjAuMCwiUmlnaHQiOjAuMCwiQm90dG9tIjowLjB9LCJQYWRkaW5nIjp7IiRpZCI6Ijg1NyIsIlRvcCI6MC4wLCJMZWZ0IjowLjAsIlJpZ2h0IjowLjAsIkJvdHRvbSI6MC4wfSwiQmFja2dyb3VuZCI6bnVsbCwiSXNWaXNpYmxlIjp0cnVlLCJXaWR0aCI6MC4wLCJIZWlnaHQiOjAuMCwiQm9yZGVyU3R5bGUiOm51bGwsIlBhcmVudFN0eWxlIjpudWxsfSwiUmVjdGFuZ2xlU3R5bGUiOnsiJGlkIjoiODU4IiwiTWFyZ2luIjp7IiRpZCI6Ijg1OSIsIlRvcCI6MC4wLCJMZWZ0IjowLjAsIlJpZ2h0IjowLjAsIkJvdHRvbSI6MC4wfSwiUGFkZGluZyI6eyIkaWQiOiI4NjAiLCJUb3AiOjAuMCwiTGVmdCI6MC4wLCJSaWdodCI6MC4wLCJCb3R0b20iOjAuMH0sIkJhY2tncm91bmQiOnsiJGlkIjoiODYxIiwiQ29sb3IiOnsiJGlkIjoiODYyIiwiQSI6NjMsIlIiOjExMiwiRyI6MTczLCJCIjo3MX19LCJJc1Zpc2libGUiOnRydWUsIldpZHRoIjowLjAsIkhlaWdodCI6MC4wLCJCb3JkZXJTdHlsZSI6eyIkaWQiOiI4NjMiLCJMaW5lQ29sb3IiOnsiJGlkIjoiODY0IiwiJHR5cGUiOiJOTFJFLkNvbW1vbi5Eb20uU29saWRDb2xvckJydXNoLCBOTFJFLkNvbW1vbiIsIkNvbG9yIjp7IiRpZCI6Ijg2NSIsIkEiOjI1NSwiUiI6MjU1LCJHIjowLCJCIjowfX0sIkxpbmVXZWlnaHQiOjAuMCwiTGluZVR5cGUiOjAsIlBhcmVudFN0eWxlIjpudWxsfSwiUGFyZW50U3R5bGUiOm51bGx9LCJNYXJnaW4iOnsiJGlkIjoiODY2IiwiVG9wIjowLjAsIkxlZnQiOjAuMCwiUmlnaHQiOjAuMCwiQm90dG9tIjowLjB9LCJQYWRkaW5nIjp7IiRpZCI6Ijg2NyIsIlRvcCI6MC4wLCJMZWZ0IjowLjAsIlJpZ2h0IjowLjAsIkJvdHRvbSI6MC4wfSwiQmFja2dyb3VuZCI6bnVsbCwiSXNWaXNpYmxlIjp0cnVlLCJXaWR0aCI6MC4wLCJIZWlnaHQiOjAuMCwiQm9yZGVyU3R5bGUiOm51bGwsIlBhcmVudFN0eWxlIjpudWxsfSwiQmFja2dyb3VuZFN0eWxlIjp7IiRpZCI6Ijg2OCIsIk1hcmdpbiI6eyIkaWQiOiI4NjkiLCJUb3AiOjAuMCwiTGVmdCI6MC4wLCJSaWdodCI6MC4wLCJCb3R0b20iOjAuMH0sIlBhZGRpbmciOnsiJGlkIjoiODcwIiwiVG9wIjowLjAsIkxlZnQiOjAuMCwiUmlnaHQiOjAuMCwiQm90dG9tIjowLjB9LCJCYWNrZ3JvdW5kIjp7IiRpZCI6Ijg3MSIsIkNvbG9yIjp7IiRpZCI6Ijg3MiIsIkEiOjUxLCJSIjoxNTUsIkciOjE4NywiQiI6ODl9fSwiSXNWaXNpYmxlIjp0cnVlLCJXaWR0aCI6MC4wLCJIZWlnaHQiOjAuMCwiQm9yZGVyU3R5bGUiOnsiJGlkIjoiODczIiwiTGluZUNvbG9yIjp7IiRpZCI6Ijg3NCIsIiR0eXBlIjoiTkxSRS5Db21tb24uRG9tLlNvbGlkQ29sb3JCcnVzaCwgTkxSRS5Db21tb24iLCJDb2xvciI6eyIkaWQiOiI4NzUiLCJBIjoyNTUsIlIiOjI1NSwiRyI6MCwiQiI6MH19LCJMaW5lV2VpZ2h0IjowLjAsIkxpbmVUeXBlIjowLCJQYXJlbnRTdHlsZSI6bnVsbH0sIlBhcmVudFN0eWxlIjpudWxsfSwiTWFyZ2luIjp7IiRpZCI6Ijg3NiIsIlRvcCI6MC4wLCJMZWZ0IjowLjAsIlJpZ2h0IjowLjAsIkJvdHRvbSI6MC4wfSwiUGFkZGluZyI6eyIkaWQiOiI4NzciLCJUb3AiOjAuMCwiTGVmdCI6MC4wLCJSaWdodCI6MC4wLCJCb3R0b20iOjAuMH0sIklzVmlzaWJsZSI6dHJ1ZSwiV2lkdGgiOjAuMCwiSGVpZ2h0IjowLjAsIkJvcmRlclN0eWxlIjpudWxsLCJQYXJlbnRTdHlsZSI6bnVsbH19XSwiSWQiOiI4OTExYmNlYi02Nzk0LTQxYWQtYjM3NS02YTc5NGI2ODJmMzEiLCJJbmRleCI6MjQsIkhlYWRlclRleHQiOiJEZXZlbG9wIiwiU3R5bGUiOnsiJGlkIjoiODc4IiwiSGVhZGVyU3R5bGUiOnsiJGlkIjoiODc5IiwiVGV4dElzVmVydGljYWwiOmZhbHNlLCJUZXh0U3R5bGUiOnsiJGlkIjoiODgwIiwiRm9udFNldHRpbmdzIjp7IiRpZCI6Ijg4MSIsIkZvbnRTaXplIjoxMCwiRm9udE5hbWUiOiJGcmFua2xpbiBHb3RoaWMgTWVkaXVtIiwiSXNCb2xkIjpmYWxzZSwiSXNJdGFsaWMiOmZhbHNlLCJJc1VuZGVybGluZWQiOmZhbHNlLCJQYXJlbnRTdHlsZSI6bnVsbH0sIkF1dG9TaXplIjowLCJGb3JlZ3JvdW5kIjp7IiRpZCI6Ijg4MiIsIkNvbG9yIjp7IiRpZCI6Ijg4MyIsIkEiOjI1NSwiUiI6MzksIkciOjEwMy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ODg0IiwiTWFyZ2luIjp7IiRyZWYiOiIzMzUifSwiUGFkZGluZyI6eyIkcmVmIjoiMzM2In0sIkJhY2tncm91bmQiOnsiJGlkIjoiODg1IiwiQ29sb3IiOnsiJGlkIjoiODg2IiwiQSI6MTI3LCJSIjoxMTIsIkciOjE3MywiQiI6NzF9fSwiSXNWaXNpYmxlIjpmYWxzZSwiV2lkdGgiOjAuMCwiSGVpZ2h0IjowLjAsIkJvcmRlclN0eWxlIjp7IiRpZCI6Ijg4NyIsIkxpbmVDb2xvciI6eyIkcmVmIjoiMzQwIn0sIkxpbmVXZWlnaHQiOjAuMCwiTGluZVR5cGUiOjAsIlBhcmVudFN0eWxlIjpudWxsfSwiUGFyZW50U3R5bGUiOm51bGx9LCJNYXJnaW4iOnsiJHJlZiI6IjM0MiJ9LCJQYWRkaW5nIjp7IiRyZWYiOiIzNDMifSwiQmFja2dyb3VuZCI6bnVsbCwiSXNWaXNpYmxlIjp0cnVlLCJXaWR0aCI6MC4wLCJIZWlnaHQiOjAuMCwiQm9yZGVyU3R5bGUiOm51bGwsIlBhcmVudFN0eWxlIjpudWxsfSwiQmFja2dyb3VuZFN0eWxlIjp7IiRpZCI6Ijg4OCIsIk1hcmdpbiI6eyIkcmVmIjoiMzQ1In0sIlBhZGRpbmciOnsiJHJlZiI6IjM0NiJ9LCJCYWNrZ3JvdW5kIjp7IiRpZCI6Ijg4OSIsIkNvbG9yIjp7IiRpZCI6Ijg5MCIsIkEiOjM4LCJSIjoxMTIsIkciOjE3MywiQiI6NzF9fSwiSXNWaXNpYmxlIjp0cnVlLCJXaWR0aCI6MC4wLCJIZWlnaHQiOjAuMCwiQm9yZGVyU3R5bGUiOnsiJGlkIjoiODkxIiwiTGluZUNvbG9yIjp7IiRyZWYiOiIzNTAifSwiTGluZVdlaWdodCI6MC4wLCJMaW5lVHlwZSI6MCwiUGFyZW50U3R5bGUiOm51bGx9LCJQYXJlbnRTdHlsZSI6bnVsbH0sIklzQWJvdmVUaW1lYmFuZCI6ZmFsc2UsIk1hcmdpbiI6eyIkaWQiOiI4OTIiLCJUb3AiOjAuMCwiTGVmdCI6MC4wLCJSaWdodCI6MC4wLCJCb3R0b20iOjAuMH0sIlBhZGRpbmciOnsiJGlkIjoiODkzIiwiVG9wIjowLjAsIkxlZnQiOjAuMCwiUmlnaHQiOjAuMCwiQm90dG9tIjowLjB9LCJJc1Zpc2libGUiOnRydWUsIldpZHRoIjowLjAsIkhlaWdodCI6MC4wLCJCb3JkZXJTdHlsZSI6eyIkaWQiOiI4OTQiLCJMaW5lQ29sb3IiOm51bGwsIkxpbmVXZWlnaHQiOjAuMCwiTGluZVR5cGUiOjAsIlBhcmVudFN0eWxlIjpudWxsfSwiUGFyZW50U3R5bGUiOm51bGx9fSx7IiRpZCI6Ijg5NSIsIl9hY3Rpdml0aWVzIjpbeyIkaWQiOiI4OTYiLCJfcm93cyI6W3siJGlkIjoiODk3IiwiX3Rhc2tzIjpbXSwiX21pbGVzdG9uZXMiOlt7IiRpZCI6Ijg5OCIsIklkIjoiMDk3ZmUwMzUtMDMyZS00Y2ZlLTllODktZDIzZGRkOGQ1MGNjIiwiSW5kZXgiOjMzLCJHcm91cElkIjpudWxsLCJUaXRsZSI6IldXIExhdW5jaCBFdmVudCIsIkRhdGVUaW1lIjoiMjAxOS0xMS0wMVQxMTo1OTowMFoiLCJQZXJjZW50YWdlQ29tcGxldGUiOm51bGwsIk5vdGUiOm51bGwsIlN0eWxlIjp7IiRpZCI6Ijg5OSIsIlRpdGxlUG9zaXRpb24iOiJSaWdodCIsIkRhdGVQb3NpdGlvbiI6IkxlZnQiLCJTaGFwZVR5cGUiOjEzLCJTaGFwZVNpemUiOjAsIlNoYXBlU3R5bGUiOnsiJGlkIjoiOTAwIiwiTWFyZ2luIjp7IiRyZWYiOiIyNzYifSwiUGFkZGluZyI6eyIkcmVmIjoiMjc3In0sIkJhY2tncm91bmQiOnsiJGlkIjoiOTAxIiwiQ29sb3IiOnsiJGlkIjoiOTAyIiwiQSI6MjU1LCJSIjoxMTUsIkciOjExNSwiQiI6MTE1fX0sIklzVmlzaWJsZSI6dHJ1ZSwiV2lkdGgiOjEyLjAsIkhlaWdodCI6MTQuMCwiQm9yZGVyU3R5bGUiOnsiJGlkIjoiOTAzIiwiTGluZUNvbG9yIjp7IiRyZWYiOiIyODEifSwiTGluZVdlaWdodCI6MC4wLCJMaW5lVHlwZSI6MCwiUGFyZW50U3R5bGUiOm51bGx9LCJQYXJlbnRTdHlsZSI6bnVsbH0sIlRpdGxlU3R5bGUiOnsiJGlkIjoiOTA0IiwiRm9udFNldHRpbmdzIjp7IiRpZCI6IjkwNSIsIkZvbnRTaXplIjoxMSwiRm9udE5hbWUiOiJDYWxpYnJpIiwiSXNCb2xkIjp0cnVlLCJJc0l0YWxpYyI6ZmFsc2UsIklzVW5kZXJsaW5lZCI6ZmFsc2UsIlBhcmVudFN0eWxlIjpudWxsfSwiQXV0b1NpemUiOjAsIkZvcmVncm91bmQiOnsiJGlkIjoiOTA2IiwiQ29sb3IiOnsiJGlkIjoiOTA3IiwiQSI6MjU1LCJSIjo4OSwiRyI6ODksIkIiOjg5fX0sIk1heFdpZHRoIjoyMDAuMCwiTWF4SGVpZ2h0IjoiSW5maW5pdHkiLCJTbWFydEZvcmVncm91bmRJc0FjdGl2ZSI6ZmFsc2UsIkhvcml6b250YWxBbGlnbm1lbnQiOjA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A4IiwiRm9udFNldHRpbmdzIjp7IiRpZCI6IjkwOSIsIkZvbnRTaXplIjoxMCwiRm9udE5hbWUiOiJDYWxpYnJpIiwiSXNCb2xkIjpmYWxzZSwiSXNJdGFsaWMiOmZhbHNlLCJJc1VuZGVybGluZWQiOmZhbHNlLCJQYXJlbnRTdHlsZSI6bnVsbH0sIkF1dG9TaXplIjowLCJGb3JlZ3JvdW5kIjp7IiRpZCI6IjkxMCIsIkNvbG9yIjp7IiRpZCI6Ijkx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OTEyIiwiRm9ybWF0U3RyaW5nIjoiZGRkLCBNTU0gZCwgeXl5eSIsIlNlcGFyYXRvciI6Ii8iLCJVc2VJbnRlcm5hdGlvbmFsRGF0ZUZvcm1hdCI6ZmFsc2UsIkRhdGVJc1Zpc2libGUiOnRydWUsIlRpbWVJc1Zpc2libGUiOmZhbHNlLCJIb3VyRGlnaXRzIjoxLCJBbVBtRGVzaWduYXRvciI6MiwiVHJpbTAwTWludXRlcyI6ZmFsc2UsIkxhc3RLbm93blZpc2liaWxpdHlTdGF0ZSI6eyIkaWQiOiI5MTMiLCJEYXRlUGFydElzVmlzaWJsZSI6dHJ1ZSwiVGltZVBhcnRJc1Zpc2libGUiOmZhbHNlfX0sIldlZWtOdW1iZXJpbmciOnsiJGlkIjoiOTE0IiwiRm9ybWF0IjowLCJJc1Zpc2libGUiOmZhbHNlLCJMYXN0S25vd25WaXNpYmlsaXR5U3RhdGUiOmZhbHNlfSwiSXNWaXNpYmxlIjp0cnVlLCJQYXJlbnRTdHlsZSI6bnVsbH0sIkh5cGVybGluayI6eyIkaWQiOiI5MTUiLCJBZGRyZXNzIjoiIiwiU3ViQWRkcmVzcyI6IiJ9LCJJbXBvcnRJZCI6IiJ9XSwiSWQiOiIwMDAwMDAwMC0wMDAwLTAwMDAtMDAwMC0wMDAwMDAwMDAwMDAiLCJJc1NpbmdsZUl0ZW1Sb3ciOnRydWV9LHsiJGlkIjoiOTE2IiwiX3Rhc2tzIjpbXSwiX21pbGVzdG9uZXMiOlt7IiRpZCI6IjkxNyIsIklkIjoiY2EzZGJlNDAtMGMxNS00MjM0LTkzYjYtYzAyZTVmMTdmZmNmIiwiSW5kZXgiOjM0LCJHcm91cElkIjoiNjRlY2QxZGYtMTdiMS00NTYzLWEwNDEtMDdmYmIyNDg4NmQyIiwiVGl0bGUiOiJCZXRhIEJsb2cgTGF1bmNoIiwiRGF0ZVRpbWUiOiIyMDE5LTA3LTA0VDExOjU5OjAwWiIsIlBlcmNlbnRhZ2VDb21wbGV0ZSI6bnVsbCwiTm90ZSI6bnVsbCwiU3R5bGUiOnsiJGlkIjoiOTE4IiwiVGl0bGVQb3NpdGlvbiI6IkxlZnQiLCJEYXRlUG9zaXRpb24iOiJSaWdodCIsIlNoYXBlVHlwZSI6MTMsIlNoYXBlU2l6ZSI6MCwiU2hhcGVTdHlsZSI6eyIkaWQiOiI5MTkiLCJNYXJnaW4iOnsiJHJlZiI6IjI3NiJ9LCJQYWRkaW5nIjp7IiRyZWYiOiIyNzcifSwiQmFja2dyb3VuZCI6eyIkaWQiOiI5MjAiLCJDb2xvciI6eyIkaWQiOiI5MjEiLCJBIjoyNTUsIlIiOjExNSwiRyI6MTE1LCJCIjoxMTV9fSwiSXNWaXNpYmxlIjp0cnVlLCJXaWR0aCI6MTIuMCwiSGVpZ2h0IjoxNC4wLCJCb3JkZXJTdHlsZSI6eyIkaWQiOiI5MjIiLCJMaW5lQ29sb3IiOnsiJHJlZiI6IjI4MSJ9LCJMaW5lV2VpZ2h0IjowLjAsIkxpbmVUeXBlIjowLCJQYXJlbnRTdHlsZSI6bnVsbH0sIlBhcmVudFN0eWxlIjpudWxsfSwiVGl0bGVTdHlsZSI6eyIkaWQiOiI5MjMiLCJGb250U2V0dGluZ3MiOnsiJGlkIjoiOTI0IiwiRm9udFNpemUiOjExLCJGb250TmFtZSI6IkNhbGlicmkiLCJJc0JvbGQiOnRydWUsIklzSXRhbGljIjpmYWxzZSwiSXNVbmRlcmxpbmVkIjpmYWxzZSwiUGFyZW50U3R5bGUiOm51bGx9LCJBdXRvU2l6ZSI6MCwiRm9yZWdyb3VuZCI6eyIkaWQiOiI5MjUiLCJDb2xvciI6eyIkaWQiOiI5MjYiLCJBIjoyNTUsIlIiOjg5LCJHIjo4OSwiQiI6ODl9fSwiTWF4V2lkdGgiOjIwMC4wLCJNYXhIZWlnaHQiOiJJbmZpbml0eSIsIlNtYXJ0Rm9yZWdyb3VuZElzQWN0aXZlIjpmYWxzZSwiSG9yaXpvbnRhbEFsaWdubWVudCI6Mi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5MjciLCJGb250U2V0dGluZ3MiOnsiJGlkIjoiOTI4IiwiRm9udFNpemUiOjksIkZvbnROYW1lIjoiQ2FsaWJyaSIsIklzQm9sZCI6ZmFsc2UsIklzSXRhbGljIjpmYWxzZSwiSXNVbmRlcmxpbmVkIjpmYWxzZSwiUGFyZW50U3R5bGUiOm51bGx9LCJBdXRvU2l6ZSI6MCwiRm9yZWdyb3VuZCI6eyIkaWQiOiI5MjkiLCJDb2xvciI6eyIkaWQiOiI5MzAiLCJBIjoyNTUsIlIiOjExNSwiRyI6MTE1LCJCIjoxMTV9fSwiTWF4V2lkdGgiOjIwMC4wLCJNYXhIZWlnaHQiOiJJbmZpbml0eSIsIlNtYXJ0Rm9yZWdyb3VuZElzQWN0aXZlIjpmYWxzZSwiSG9yaXpvbnRhbEFsaWdubWVudCI6MC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OTMxIiwiRm9ybWF0U3RyaW5nIjoiTU1NTSBkLCB5eXl5IiwiU2VwYXJhdG9yIjoiLyIsIlVzZUludGVybmF0aW9uYWxEYXRlRm9ybWF0IjpmYWxzZSwiRGF0ZUlzVmlzaWJsZSI6dHJ1ZSwiVGltZUlzVmlzaWJsZSI6ZmFsc2UsIkhvdXJEaWdpdHMiOjEsIkFtUG1EZXNpZ25hdG9yIjoyLCJUcmltMDBNaW51dGVzIjpmYWxzZSwiTGFzdEtub3duVmlzaWJpbGl0eVN0YXRlIjp7IiRpZCI6IjkzMiIsIkRhdGVQYXJ0SXNWaXNpYmxlIjp0cnVlLCJUaW1lUGFydElzVmlzaWJsZSI6ZmFsc2V9fSwiV2Vla051bWJlcmluZyI6eyIkaWQiOiI5MzMiLCJGb3JtYXQiOjAsIklzVmlzaWJsZSI6ZmFsc2UsIkxhc3RLbm93blZpc2liaWxpdHlTdGF0ZSI6ZmFsc2V9LCJJc1Zpc2libGUiOnRydWUsIlBhcmVudFN0eWxlIjpudWxsfSwiSHlwZXJsaW5rIjp7IiRpZCI6IjkzNCIsIkFkZHJlc3MiOiIiLCJTdWJBZGRyZXNzIjoiIn0sIkltcG9ydElkIjoiIn0seyIkaWQiOiI5MzUiLCJJZCI6IjA4ZjczYmY4LTZhMjQtNGYwYS04MWFjLWUxZjc1ZWZiZGQ2YiIsIkluZGV4IjozNSwiR3JvdXBJZCI6IjY0ZWNkMWRmLTE3YjEtNDU2My1hMDQxLTA3ZmJiMjQ4ODZkMiIsIlRpdGxlIjoiR2FydG5lciBBbmFseXN0IFJldmlldyIsIkRhdGVUaW1lIjoiMjAxOS0xMS0wMVQxMTo1OTowMFoiLCJQZXJjZW50YWdlQ29tcGxldGUiOm51bGwsIk5vdGUiOm51bGwsIlN0eWxlIjp7IiRpZCI6IjkzNiIsIlRpdGxlUG9zaXRpb24iOiJMZWZ0IiwiRGF0ZVBvc2l0aW9uIjoiUmlnaHQiLCJTaGFwZVR5cGUiOjEzLCJTaGFwZVNpemUiOjAsIlNoYXBlU3R5bGUiOnsiJGlkIjoiOTM3IiwiTWFyZ2luIjp7IiRyZWYiOiIyNzYifSwiUGFkZGluZyI6eyIkcmVmIjoiMjc3In0sIkJhY2tncm91bmQiOnsiJGlkIjoiOTM4IiwiQ29sb3IiOnsiJGlkIjoiOTM5IiwiQSI6MjU1LCJSIjoxMTUsIkciOjExNSwiQiI6MTE1fX0sIklzVmlzaWJsZSI6dHJ1ZSwiV2lkdGgiOjEyLjAsIkhlaWdodCI6MTQuMCwiQm9yZGVyU3R5bGUiOnsiJGlkIjoiOTQwIiwiTGluZUNvbG9yIjp7IiRyZWYiOiIyODEifSwiTGluZVdlaWdodCI6MC4wLCJMaW5lVHlwZSI6MCwiUGFyZW50U3R5bGUiOm51bGx9LCJQYXJlbnRTdHlsZSI6bnVsbH0sIlRpdGxlU3R5bGUiOnsiJGlkIjoiOTQxIiwiRm9udFNldHRpbmdzIjp7IiRpZCI6Ijk0MiIsIkZvbnRTaXplIjoxMSwiRm9udE5hbWUiOiJDYWxpYnJpIiwiSXNCb2xkIjp0cnVlLCJJc0l0YWxpYyI6ZmFsc2UsIklzVW5kZXJsaW5lZCI6ZmFsc2UsIlBhcmVudFN0eWxlIjpudWxsfSwiQXV0b1NpemUiOjAsIkZvcmVncm91bmQiOnsiJGlkIjoiOTQzIiwiQ29sb3IiOnsiJGlkIjoiOTQ0IiwiQSI6MjU1LCJSIjo4OSwiRyI6ODksIkIiOjg5fX0sIk1heFdpZHRoIjoyMDAuMCwiTWF4SGVpZ2h0IjoiSW5maW5pdHkiLCJTbWFydEZvcmVncm91bmRJc0FjdGl2ZSI6ZmFsc2UsIkhvcml6b250YWxBbGlnbm1lbnQiOjI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Q1IiwiRm9udFNldHRpbmdzIjp7IiRpZCI6Ijk0NiIsIkZvbnRTaXplIjo5LCJGb250TmFtZSI6IkNhbGlicmkiLCJJc0JvbGQiOmZhbHNlLCJJc0l0YWxpYyI6ZmFsc2UsIklzVW5kZXJsaW5lZCI6ZmFsc2UsIlBhcmVudFN0eWxlIjpudWxsfSwiQXV0b1NpemUiOjAsIkZvcmVncm91bmQiOnsiJGlkIjoiOTQ3IiwiQ29sb3IiOnsiJGlkIjoiOTQ4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yZWYiOiIyOTMifSwiUGFkZGluZyI6eyIkcmVmIjoiMjk0In0sIkJhY2tncm91bmQiOnsiJHJlZiI6IjE3MCJ9LCJJc1Zpc2libGUiOnRydWUsIldpZHRoIjowLjAsIkhlaWdodCI6MC4wLCJCb3JkZXJTdHlsZSI6bnVsbCwiUGFyZW50U3R5bGUiOm51bGx9LCJEYXRlRm9ybWF0Ijp7IiRpZCI6Ijk0OSIsIkZvcm1hdFN0cmluZyI6Ik1NTU0gZCwgeXl5eSIsIlNlcGFyYXRvciI6Ii8iLCJVc2VJbnRlcm5hdGlvbmFsRGF0ZUZvcm1hdCI6ZmFsc2UsIkRhdGVJc1Zpc2libGUiOnRydWUsIlRpbWVJc1Zpc2libGUiOmZhbHNlLCJIb3VyRGlnaXRzIjoxLCJBbVBtRGVzaWduYXRvciI6MiwiVHJpbTAwTWludXRlcyI6ZmFsc2UsIkxhc3RLbm93blZpc2liaWxpdHlTdGF0ZSI6eyIkaWQiOiI5NTAiLCJEYXRlUGFydElzVmlzaWJsZSI6dHJ1ZSwiVGltZVBhcnRJc1Zpc2libGUiOmZhbHNlfX0sIldlZWtOdW1iZXJpbmciOnsiJGlkIjoiOTUxIiwiRm9ybWF0IjowLCJJc1Zpc2libGUiOmZhbHNlLCJMYXN0S25vd25WaXNpYmlsaXR5U3RhdGUiOmZhbHNlfSwiSXNWaXNpYmxlIjp0cnVlLCJQYXJlbnRTdHlsZSI6bnVsbH0sIkh5cGVybGluayI6eyIkaWQiOiI5NTIiLCJBZGRyZXNzIjoiIiwiU3ViQWRkcmVzcyI6IiJ9LCJJbXBvcnRJZCI6IiJ9XSwiSWQiOiI2NGVjZDFkZi0xN2IxLTQ1NjMtYTA0MS0wN2ZiYjI0ODg2ZDIiLCJJc1NpbmdsZUl0ZW1Sb3ciOmZhbHNlfSx7IiRpZCI6Ijk1MyIsIl90YXNrcyI6W10sIl9taWxlc3RvbmVzIjpbeyIkaWQiOiI5NTQiLCJJZCI6IjE1NWRjMGRmLTZmNDEtNDNhOC1hMDViLTdmMTg3ZDE2ZjNjYiIsIkluZGV4IjozNiwiR3JvdXBJZCI6ImEyNTcwODc5LTQ3YWItNDBiNy1hYjE1LThkN2ZjZmUxMGYzNCIsIlRpdGxlIjoiUHJlc3MgUmVsZWFzZSIsIkRhdGVUaW1lIjoiMjAxOS0wOC0wMlQxMTo1OTowMFoiLCJQZXJjZW50YWdlQ29tcGxldGUiOm51bGwsIk5vdGUiOm51bGwsIlN0eWxlIjp7IiRpZCI6Ijk1NSIsIlRpdGxlUG9zaXRpb24iOiJMZWZ0IiwiRGF0ZVBvc2l0aW9uIjoiUmlnaHQiLCJTaGFwZVR5cGUiOjEzLCJTaGFwZVNpemUiOjAsIlNoYXBlU3R5bGUiOnsiJGlkIjoiOTU2IiwiTWFyZ2luIjp7IiRyZWYiOiIyNzYifSwiUGFkZGluZyI6eyIkcmVmIjoiMjc3In0sIkJhY2tncm91bmQiOnsiJGlkIjoiOTU3IiwiQ29sb3IiOnsiJGlkIjoiOTU4IiwiQSI6MjU1LCJSIjoxMTUsIkciOjExNSwiQiI6MTE1fX0sIklzVmlzaWJsZSI6dHJ1ZSwiV2lkdGgiOjEyLjAsIkhlaWdodCI6MTQuMCwiQm9yZGVyU3R5bGUiOnsiJGlkIjoiOTU5IiwiTGluZUNvbG9yIjp7IiRyZWYiOiIyODEifSwiTGluZVdlaWdodCI6MC4wLCJMaW5lVHlwZSI6MCwiUGFyZW50U3R5bGUiOm51bGx9LCJQYXJlbnRTdHlsZSI6bnVsbH0sIlRpdGxlU3R5bGUiOnsiJGlkIjoiOTYwIiwiRm9udFNldHRpbmdzIjp7IiRpZCI6Ijk2MSIsIkZvbnRTaXplIjoxMSwiRm9udE5hbWUiOiJDYWxpYnJpIiwiSXNCb2xkIjp0cnVlLCJJc0l0YWxpYyI6ZmFsc2UsIklzVW5kZXJsaW5lZCI6ZmFsc2UsIlBhcmVudFN0eWxlIjpudWxsfSwiQXV0b1NpemUiOjAsIkZvcmVncm91bmQiOnsiJGlkIjoiOTYyIiwiQ29sb3IiOnsiJGlkIjoiOTYzIiwiQSI6MjU1LCJSIjo4OSwiRyI6ODksIkIiOjg5fX0sIk1heFdpZHRoIjoyMDAuMCwiTWF4SGVpZ2h0IjoiSW5maW5pdHkiLCJTbWFydEZvcmVncm91bmRJc0FjdGl2ZSI6ZmFsc2UsIkhvcml6b250YWxBbGlnbm1lbnQiOjIsIlZlcnRpY2FsQWxpZ25tZW50IjowLCJTbWFydEZvcmVncm91bmQiOm51bGwsIkJhY2tncm91bmRGaWxsVHlwZSI6MCwiTWFyZ2luIjp7IiRyZWYiOiIyODcifSwiUGFkZGluZyI6eyIkcmVmIjoiMjg4In0sIkJhY2tncm91bmQiOnsiJHJlZiI6IjE2MiJ9LCJJc1Zpc2libGUiOnRydWUsIldpZHRoIjowLjAsIkhlaWdodCI6MC4wLCJCb3JkZXJTdHlsZSI6bnVsbCwiUGFyZW50U3R5bGUiOm51bGx9LCJEYXRlU3R5bGUiOnsiJGlkIjoiOTY0IiwiRm9udFNldHRpbmdzIjp7IiRpZCI6Ijk2NSIsIkZvbnRTaXplIjo5LCJGb250TmFtZSI6IkNhbGlicmkiLCJJc0JvbGQiOmZhbHNlLCJJc0l0YWxpYyI6ZmFsc2UsIklzVW5kZXJsaW5lZCI6ZmFsc2UsIlBhcmVudFN0eWxlIjpudWxsfSwiQXV0b1NpemUiOjAsIkZvcmVncm91bmQiOnsiJGlkIjoiOTY2IiwiQ29sb3IiOnsiJGlkIjoiOTY3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yZWYiOiIyOTMifSwiUGFkZGluZyI6eyIkcmVmIjoiMjk0In0sIkJhY2tncm91bmQiOnsiJHJlZiI6IjE3MCJ9LCJJc1Zpc2libGUiOnRydWUsIldpZHRoIjowLjAsIkhlaWdodCI6MC4wLCJCb3JkZXJTdHlsZSI6bnVsbCwiUGFyZW50U3R5bGUiOm51bGx9LCJEYXRlRm9ybWF0Ijp7IiRpZCI6Ijk2OCIsIkZvcm1hdFN0cmluZyI6Ik1NTU0gZCwgeXl5eSIsIlNlcGFyYXRvciI6Ii8iLCJVc2VJbnRlcm5hdGlvbmFsRGF0ZUZvcm1hdCI6ZmFsc2UsIkRhdGVJc1Zpc2libGUiOnRydWUsIlRpbWVJc1Zpc2libGUiOmZhbHNlLCJIb3VyRGlnaXRzIjoxLCJBbVBtRGVzaWduYXRvciI6MiwiVHJpbTAwTWludXRlcyI6ZmFsc2UsIkxhc3RLbm93blZpc2liaWxpdHlTdGF0ZSI6eyIkaWQiOiI5NjkiLCJEYXRlUGFydElzVmlzaWJsZSI6dHJ1ZSwiVGltZVBhcnRJc1Zpc2libGUiOmZhbHNlfX0sIldlZWtOdW1iZXJpbmciOnsiJGlkIjoiOTcwIiwiRm9ybWF0IjowLCJJc1Zpc2libGUiOmZhbHNlLCJMYXN0S25vd25WaXNpYmlsaXR5U3RhdGUiOmZhbHNlfSwiSXNWaXNpYmxlIjp0cnVlLCJQYXJlbnRTdHlsZSI6bnVsbH0sIkh5cGVybGluayI6eyIkaWQiOiI5NzEiLCJBZGRyZXNzIjoiIiwiU3ViQWRkcmVzcyI6IiJ9LCJJbXBvcnRJZCI6IiJ9LHsiJGlkIjoiOTcyIiwiSWQiOiIwN2I5OGJjZi02NzhkLTQ2NzEtYWE2My1lNmM5MGYwNDAyYWEiLCJJbmRleCI6MzcsIkdyb3VwSWQiOiJhMjU3MDg3OS00N2FiLTQwYjctYWIxNS04ZDdmY2ZlMTBmMzQiLCJUaXRsZSI6IlB1YmxpYyBXZWJzaXRlIExpdmUiLCJEYXRlVGltZSI6IjIwMTktMTEtMDFUMTE6NTk6MDBaIiwiUGVyY2VudGFnZUNvbXBsZXRlIjpudWxsLCJOb3RlIjpudWxsLCJTdHlsZSI6eyIkaWQiOiI5NzMiLCJUaXRsZVBvc2l0aW9uIjoiTGVmdCIsIkRhdGVQb3NpdGlvbiI6IlJpZ2h0IiwiU2hhcGVUeXBlIjoxMywiU2hhcGVTaXplIjowLCJTaGFwZVN0eWxlIjp7IiRpZCI6Ijk3NCIsIk1hcmdpbiI6eyIkcmVmIjoiMjc2In0sIlBhZGRpbmciOnsiJHJlZiI6IjI3NyJ9LCJCYWNrZ3JvdW5kIjp7IiRpZCI6Ijk3NSIsIkNvbG9yIjp7IiRpZCI6Ijk3NiIsIkEiOjI1NSwiUiI6MTE1LCJHIjoxMTUsIkIiOjExNX19LCJJc1Zpc2libGUiOnRydWUsIldpZHRoIjoxMi4wLCJIZWlnaHQiOjE0LjAsIkJvcmRlclN0eWxlIjp7IiRpZCI6Ijk3NyIsIkxpbmVDb2xvciI6eyIkcmVmIjoiMjgxIn0sIkxpbmVXZWlnaHQiOjAuMCwiTGluZVR5cGUiOjAsIlBhcmVudFN0eWxlIjpudWxsfSwiUGFyZW50U3R5bGUiOm51bGx9LCJUaXRsZVN0eWxlIjp7IiRpZCI6Ijk3OCIsIkZvbnRTZXR0aW5ncyI6eyIkaWQiOiI5NzkiLCJGb250U2l6ZSI6MTEsIkZvbnROYW1lIjoiQ2FsaWJyaSIsIklzQm9sZCI6dHJ1ZSwiSXNJdGFsaWMiOmZhbHNlLCJJc1VuZGVybGluZWQiOmZhbHNlLCJQYXJlbnRTdHlsZSI6bnVsbH0sIkF1dG9TaXplIjowLCJGb3JlZ3JvdW5kIjp7IiRpZCI6Ijk4MCIsIkNvbG9yIjp7IiRpZCI6Ijk4MSIsIkEiOjI1NSwiUiI6ODksIkciOjg5LCJCIjo4OX19LCJNYXhXaWR0aCI6MjAwLjAsIk1heEhlaWdodCI6IkluZmluaXR5IiwiU21hcnRGb3JlZ3JvdW5kSXNBY3RpdmUiOmZhbHNlLCJIb3Jpem9udGFsQWxpZ25tZW50IjoyLCJWZXJ0aWNhbEFsaWdubWVudCI6MCwiU21hcnRGb3JlZ3JvdW5kIjpudWxsLCJCYWNrZ3JvdW5kRmlsbFR5cGUiOjAsIk1hcmdpbiI6eyIkcmVmIjoiMjg3In0sIlBhZGRpbmciOnsiJHJlZiI6IjI4OCJ9LCJCYWNrZ3JvdW5kIjp7IiRyZWYiOiIxNjIifSwiSXNWaXNpYmxlIjp0cnVlLCJXaWR0aCI6MC4wLCJIZWlnaHQiOjAuMCwiQm9yZGVyU3R5bGUiOm51bGwsIlBhcmVudFN0eWxlIjpudWxsfSwiRGF0ZVN0eWxlIjp7IiRpZCI6Ijk4MiIsIkZvbnRTZXR0aW5ncyI6eyIkaWQiOiI5ODMiLCJGb250U2l6ZSI6OSwiRm9udE5hbWUiOiJDYWxpYnJpIiwiSXNCb2xkIjpmYWxzZSwiSXNJdGFsaWMiOmZhbHNlLCJJc1VuZGVybGluZWQiOmZhbHNlLCJQYXJlbnRTdHlsZSI6bnVsbH0sIkF1dG9TaXplIjowLCJGb3JlZ3JvdW5kIjp7IiRpZCI6Ijk4NCIsIkNvbG9yIjp7IiRpZCI6Ijk4NSIsIkEiOjI1NSwiUiI6MTE1LCJHIjoxMTUsIkIiOjExNX19LCJNYXhXaWR0aCI6MjAwLjAsIk1heEhlaWdodCI6IkluZmluaXR5IiwiU21hcnRGb3JlZ3JvdW5kSXNBY3RpdmUiOmZhbHNlLCJIb3Jpem9udGFsQWxpZ25tZW50IjowLCJWZXJ0aWNhbEFsaWdubWVudCI6MCwiU21hcnRGb3JlZ3JvdW5kIjpudWxsLCJCYWNrZ3JvdW5kRmlsbFR5cGUiOjAsIk1hcmdpbiI6eyIkcmVmIjoiMjkzIn0sIlBhZGRpbmciOnsiJHJlZiI6IjI5NCJ9LCJCYWNrZ3JvdW5kIjp7IiRyZWYiOiIxNzAifSwiSXNWaXNpYmxlIjp0cnVlLCJXaWR0aCI6MC4wLCJIZWlnaHQiOjAuMCwiQm9yZGVyU3R5bGUiOm51bGwsIlBhcmVudFN0eWxlIjpudWxsfSwiRGF0ZUZvcm1hdCI6eyIkaWQiOiI5ODYiLCJGb3JtYXRTdHJpbmciOiJNTU1NIGQsIHl5eXkiLCJTZXBhcmF0b3IiOiIvIiwiVXNlSW50ZXJuYXRpb25hbERhdGVGb3JtYXQiOmZhbHNlLCJEYXRlSXNWaXNpYmxlIjp0cnVlLCJUaW1lSXNWaXNpYmxlIjpmYWxzZSwiSG91ckRpZ2l0cyI6MSwiQW1QbURlc2lnbmF0b3IiOjIsIlRyaW0wME1pbnV0ZXMiOmZhbHNlLCJMYXN0S25vd25WaXNpYmlsaXR5U3RhdGUiOnsiJGlkIjoiOTg3IiwiRGF0ZVBhcnRJc1Zpc2libGUiOnRydWUsIlRpbWVQYXJ0SXNWaXNpYmxlIjpmYWxzZX19LCJXZWVrTnVtYmVyaW5nIjp7IiRpZCI6Ijk4OCIsIkZvcm1hdCI6MCwiSXNWaXNpYmxlIjpmYWxzZSwiTGFzdEtub3duVmlzaWJpbGl0eVN0YXRlIjpmYWxzZX0sIklzVmlzaWJsZSI6dHJ1ZSwiUGFyZW50U3R5bGUiOm51bGx9LCJIeXBlcmxpbmsiOnsiJGlkIjoiOTg5IiwiQWRkcmVzcyI6IiIsIlN1YkFkZHJlc3MiOiIifSwiSW1wb3J0SWQiOiIifV0sIklkIjoiYTI1NzA4NzktNDdhYi00MGI3LWFiMTUtOGQ3ZmNmZTEwZjM0IiwiSXNTaW5nbGVJdGVtUm93IjpmYWxzZX1dLCJJbmRleCI6MCwiSWQiOiI4NDlmYjY5NS03NTBkLTQ4N2QtYmVlMi0wYmJjNzVmZTQ4ZTIiLCJIZWFkZXJUZXh0IjpudWxsLCJJc0RlZmF1bHQiOnRydWUsIlN0eWxlIjp7IiRpZCI6Ijk5MCIsIkhlYWRlclN0eWxlIjp7IiRpZCI6Ijk5MSIsIlRleHRTdHlsZSI6eyIkaWQiOiI5OTIiLCJGb250U2V0dGluZ3MiOnsiJGlkIjoiOTkzIiwiRm9udFNpemUiOjExLCJGb250TmFtZSI6IkNhbGlicmkiLCJJc0JvbGQiOmZhbHNlLCJJc0l0YWxpYyI6ZmFsc2UsIklzVW5kZXJsaW5lZCI6ZmFsc2UsIlBhcmVudFN0eWxlIjpudWxsfSwiQXV0b1NpemUiOjIsIkZvcmVncm91bmQiOnsiJGlkIjoiOTk0IiwiQ29sb3IiOnsiJGlkIjoiOTk1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OTk2IiwiVG9wIjowLjAsIkxlZnQiOjAuMCwiUmlnaHQiOjAuMCwiQm90dG9tIjowLjB9LCJQYWRkaW5nIjp7IiRpZCI6Ijk5NyIsIlRvcCI6MC4wLCJMZWZ0IjowLjAsIlJpZ2h0IjowLjAsIkJvdHRvbSI6MC4wfSwiQmFja2dyb3VuZCI6bnVsbCwiSXNWaXNpYmxlIjp0cnVlLCJXaWR0aCI6MC4wLCJIZWlnaHQiOjAuMCwiQm9yZGVyU3R5bGUiOm51bGwsIlBhcmVudFN0eWxlIjpudWxsfSwiUmVjdGFuZ2xlU3R5bGUiOnsiJGlkIjoiOTk4IiwiTWFyZ2luIjp7IiRpZCI6Ijk5OSIsIlRvcCI6MC4wLCJMZWZ0IjowLjAsIlJpZ2h0IjowLjAsIkJvdHRvbSI6MC4wfSwiUGFkZGluZyI6eyIkaWQiOiIxMDAwIiwiVG9wIjowLjAsIkxlZnQiOjAuMCwiUmlnaHQiOjAuMCwiQm90dG9tIjowLjB9LCJCYWNrZ3JvdW5kIjp7IiRpZCI6IjEwMDEiLCJDb2xvciI6eyIkaWQiOiIxMDAyIiwiQSI6NjMsIlIiOjE2NSwiRyI6MTY1LCJCIjoxNjV9fSwiSXNWaXNpYmxlIjp0cnVlLCJXaWR0aCI6MC4wLCJIZWlnaHQiOjAuMCwiQm9yZGVyU3R5bGUiOnsiJGlkIjoiMTAwMyIsIkxpbmVDb2xvciI6eyIkaWQiOiIxMDA0IiwiJHR5cGUiOiJOTFJFLkNvbW1vbi5Eb20uU29saWRDb2xvckJydXNoLCBOTFJFLkNvbW1vbiIsIkNvbG9yIjp7IiRpZCI6IjEwMDUiLCJBIjoyNTUsIlIiOjI1NSwiRyI6MCwiQiI6MH19LCJMaW5lV2VpZ2h0IjowLjAsIkxpbmVUeXBlIjowLCJQYXJlbnRTdHlsZSI6bnVsbH0sIlBhcmVudFN0eWxlIjpudWxsfSwiTWFyZ2luIjp7IiRpZCI6IjEwMDYiLCJUb3AiOjAuMCwiTGVmdCI6MC4wLCJSaWdodCI6MC4wLCJCb3R0b20iOjAuMH0sIlBhZGRpbmciOnsiJGlkIjoiMTAwNyIsIlRvcCI6MC4wLCJMZWZ0IjowLjAsIlJpZ2h0IjowLjAsIkJvdHRvbSI6MC4wfSwiQmFja2dyb3VuZCI6bnVsbCwiSXNWaXNpYmxlIjp0cnVlLCJXaWR0aCI6MC4wLCJIZWlnaHQiOjAuMCwiQm9yZGVyU3R5bGUiOm51bGwsIlBhcmVudFN0eWxlIjpudWxsfSwiQmFja2dyb3VuZFN0eWxlIjp7IiRpZCI6IjEwMDgiLCJNYXJnaW4iOnsiJGlkIjoiMTAwOSIsIlRvcCI6MC4wLCJMZWZ0IjowLjAsIlJpZ2h0IjowLjAsIkJvdHRvbSI6MC4wfSwiUGFkZGluZyI6eyIkaWQiOiIxMDEwIiwiVG9wIjowLjAsIkxlZnQiOjAuMCwiUmlnaHQiOjAuMCwiQm90dG9tIjowLjB9LCJCYWNrZ3JvdW5kIjp7IiRpZCI6IjEwMTEiLCJDb2xvciI6eyIkaWQiOiIxMDEyIiwiQSI6NTEsIlIiOjE1NSwiRyI6MTg3LCJCIjo4OX19LCJJc1Zpc2libGUiOnRydWUsIldpZHRoIjowLjAsIkhlaWdodCI6MC4wLCJCb3JkZXJTdHlsZSI6eyIkaWQiOiIxMDEzIiwiTGluZUNvbG9yIjp7IiRpZCI6IjEwMTQiLCIkdHlwZSI6Ik5MUkUuQ29tbW9uLkRvbS5Tb2xpZENvbG9yQnJ1c2gsIE5MUkUuQ29tbW9uIiwiQ29sb3IiOnsiJGlkIjoiMTAxNSIsIkEiOjI1NSwiUiI6MjU1LCJHIjowLCJCIjowfX0sIkxpbmVXZWlnaHQiOjAuMCwiTGluZVR5cGUiOjAsIlBhcmVudFN0eWxlIjpudWxsfSwiUGFyZW50U3R5bGUiOm51bGx9LCJNYXJnaW4iOnsiJGlkIjoiMTAxNiIsIlRvcCI6MC4wLCJMZWZ0IjowLjAsIlJpZ2h0IjowLjAsIkJvdHRvbSI6MC4wfSwiUGFkZGluZyI6eyIkaWQiOiIxMDE3IiwiVG9wIjowLjAsIkxlZnQiOjAuMCwiUmlnaHQiOjAuMCwiQm90dG9tIjowLjB9LCJJc1Zpc2libGUiOnRydWUsIldpZHRoIjowLjAsIkhlaWdodCI6MC4wLCJCb3JkZXJTdHlsZSI6bnVsbCwiUGFyZW50U3R5bGUiOm51bGx9fV0sIklkIjoiOWViNzY1ODQtYmIzMi00NTJlLWFjMDctZmIyNjM3YmFlYTFhIiwiSW5kZXgiOjMyLCJIZWFkZXJUZXh0IjoiTGF1bmNoIiwiU3R5bGUiOnsiJGlkIjoiMTAxOCIsIkhlYWRlclN0eWxlIjp7IiRpZCI6IjEwMTkiLCJUZXh0SXNWZXJ0aWNhbCI6ZmFsc2UsIlRleHRTdHlsZSI6eyIkaWQiOiIxMDIwIiwiRm9udFNldHRpbmdzIjp7IiRpZCI6IjEwMjEiLCJGb250U2l6ZSI6MTAsIkZvbnROYW1lIjoiRnJhbmtsaW4gR290aGljIE1lZGl1bSIsIklzQm9sZCI6ZmFsc2UsIklzSXRhbGljIjpmYWxzZSwiSXNVbmRlcmxpbmVkIjpmYWxzZSwiUGFyZW50U3R5bGUiOm51bGx9LCJBdXRvU2l6ZSI6MCwiRm9yZWdyb3VuZCI6eyIkaWQiOiIxMDIyIiwiQ29sb3IiOnsiJGlkIjoiMTAyMyIsIkEiOjI1NSwiUiI6MCwiRyI6MCwiQiI6MH19LCJNYXhXaWR0aCI6MC4wLCJNYXhIZWlnaHQiOjAuMCwiU21hcnRGb3JlZ3JvdW5kSXNBY3RpdmUiOmZhbHNlLCJIb3Jpem9udGFsQWxpZ25tZW50IjowLCJWZXJ0aWNhbEFsaWdubWVudCI6MCwiU21hcnRGb3JlZ3JvdW5kIjpudWxsLCJCYWNrZ3JvdW5kRmlsbFR5cGUiOjAsIk1hcmdpbiI6eyIkcmVmIjoiMzMyIn0sIlBhZGRpbmciOnsiJHJlZiI6IjMzMyJ9LCJCYWNrZ3JvdW5kIjpudWxsLCJJc1Zpc2libGUiOmZhbHNlLCJXaWR0aCI6MC4wLCJIZWlnaHQiOjAuMCwiQm9yZGVyU3R5bGUiOm51bGwsIlBhcmVudFN0eWxlIjpudWxsfSwiUmVjdGFuZ2xlU3R5bGUiOnsiJGlkIjoiMTAyNCIsIk1hcmdpbiI6eyIkcmVmIjoiMzM1In0sIlBhZGRpbmciOnsiJHJlZiI6IjMzNiJ9LCJCYWNrZ3JvdW5kIjp7IiRpZCI6IjEwMjUiLCJDb2xvciI6eyIkaWQiOiIxMDI2IiwiQSI6MTI3LCJSIjoxNjUsIkciOjE2NSwiQiI6MTY1fX0sIklzVmlzaWJsZSI6ZmFsc2UsIldpZHRoIjowLjAsIkhlaWdodCI6MC4wLCJCb3JkZXJTdHlsZSI6eyIkaWQiOiIxMDI3IiwiTGluZUNvbG9yIjp7IiRyZWYiOiIzNDAifSwiTGluZVdlaWdodCI6MC4wLCJMaW5lVHlwZSI6MCwiUGFyZW50U3R5bGUiOm51bGx9LCJQYXJlbnRTdHlsZSI6bnVsbH0sIk1hcmdpbiI6eyIkcmVmIjoiMzQyIn0sIlBhZGRpbmciOnsiJHJlZiI6IjM0MyJ9LCJCYWNrZ3JvdW5kIjpudWxsLCJJc1Zpc2libGUiOnRydWUsIldpZHRoIjowLjAsIkhlaWdodCI6MC4wLCJCb3JkZXJTdHlsZSI6bnVsbCwiUGFyZW50U3R5bGUiOm51bGx9LCJCYWNrZ3JvdW5kU3R5bGUiOnsiJGlkIjoiMTAyOCIsIk1hcmdpbiI6eyIkcmVmIjoiMzQ1In0sIlBhZGRpbmciOnsiJHJlZiI6IjM0NiJ9LCJCYWNrZ3JvdW5kIjp7IiRpZCI6IjEwMjkiLCJDb2xvciI6eyIkaWQiOiIxMDMwIiwiQSI6MzgsIlIiOjE2NSwiRyI6MTY1LCJCIjoxNjV9fSwiSXNWaXNpYmxlIjp0cnVlLCJXaWR0aCI6MC4wLCJIZWlnaHQiOjAuMCwiQm9yZGVyU3R5bGUiOnsiJGlkIjoiMTAzMSIsIkxpbmVDb2xvciI6eyIkcmVmIjoiMzUwIn0sIkxpbmVXZWlnaHQiOjAuMCwiTGluZVR5cGUiOjAsIlBhcmVudFN0eWxlIjpudWxsfSwiUGFyZW50U3R5bGUiOm51bGx9LCJJc0Fib3ZlVGltZWJhbmQiOmZhbHNlLCJNYXJnaW4iOnsiJGlkIjoiMTAzMiIsIlRvcCI6MC4wLCJMZWZ0IjowLjAsIlJpZ2h0IjowLjAsIkJvdHRvbSI6MC4wfSwiUGFkZGluZyI6eyIkaWQiOiIxMDMzIiwiVG9wIjowLjAsIkxlZnQiOjAuMCwiUmlnaHQiOjAuMCwiQm90dG9tIjowLjB9LCJJc1Zpc2libGUiOnRydWUsIldpZHRoIjowLjAsIkhlaWdodCI6MC4wLCJCb3JkZXJTdHlsZSI6eyIkaWQiOiIxMDM0IiwiTGluZUNvbG9yIjpudWxsLCJMaW5lV2VpZ2h0IjowLjAsIkxpbmVUeXBlIjowLCJQYXJlbnRTdHlsZSI6bnVsbH0sIlBhcmVudFN0eWxlIjpudWxsfX1dLCJDdWx0dXJlSW5mb05hbWUiOiJlbi1VUyIsIlN0eWxlTmFtZSI6bnVsbCwiVmVyc2lvbiI6eyIkaWQiOiIxMDM1IiwiVmVyc2lvbiI6IjMuNi4xIiwiT3JpZ2luYWxBc3NlbWJseVZlcnNpb24iOiI0LjAwLjAxLjAwIiwiRWRpdGlvbiI6IlBybyIsIkxhc3RTYXZlZEVkaXRpb24iOjMsIklzUGx1c0VkaXRpb24iOnRydWUsIklzUHJvRWRpdGlvbiI6dHJ1ZX0sIkVmZmVjdCI6MCwiU3R5bGUiOnsiJGlkIjoiMTAzNiIsIlRpbWViYW5kU3R5bGUiOnsiJGlkIjoiMTAzNyIsIlNjYWxlTWFya2luZyI6MSwiU2hhcGUiOjEwLCJTaGFwZVN0eWxlIjp7IiRpZCI6IjEwMzgiLCJNYXJnaW4iOnsiJGlkIjoiMTAzOSIsIlRvcCI6MC4wLCJMZWZ0IjoxMC4wLCJSaWdodCI6MTAuMCwiQm90dG9tIjowLjB9LCJQYWRkaW5nIjp7IiRpZCI6IjEwNDAiLCJUb3AiOjMuMCwiTGVmdCI6MC4wLCJSaWdodCI6MC4wLCJCb3R0b20iOjMuMH0sIkJhY2tncm91bmQiOnsiJGlkIjoiMTA0MSIsIkNvbG9yIjp7IiRpZCI6IjEwNDIiLCJBIjoyNTUsIlIiOjY4LCJHIjo4NCwiQiI6MTA2fX0sIklzVmlzaWJsZSI6dHJ1ZSwiV2lkdGgiOjg1OC4wLCJIZWlnaHQiOjIwLjAsIkJvcmRlclN0eWxlIjp7IiRpZCI6IjEwNDMiLCJMaW5lQ29sb3IiOnsiJGlkIjoiMTA0NCIsIiR0eXBlIjoiTkxSRS5Db21tb24uRG9tLlNvbGlkQ29sb3JCcnVzaCwgTkxSRS5Db21tb24iLCJDb2xvciI6eyIkaWQiOiIxMDQ1IiwiQSI6MjU1LCJSIjoyNTUsIkciOjAsIkIiOjB9fSwiTGluZVdlaWdodCI6MC4wLCJMaW5lVHlwZSI6MCwiUGFyZW50U3R5bGUiOm51bGx9LCJQYXJlbnRTdHlsZSI6bnVsbH0sIk1pZGRsZVRpZXJTaGFwZVN0eWxlIjp7IiRpZCI6IjEwNDYiLCJNYXJnaW4iOnsiJHJlZiI6IjEwMzkifSwiUGFkZGluZyI6eyIkcmVmIjoiMTA0MCJ9LCJCYWNrZ3JvdW5kIjp7IiRyZWYiOiIxMDQxIn0sIklzVmlzaWJsZSI6dHJ1ZSwiV2lkdGgiOjg1OC4wLCJIZWlnaHQiOjIwLjAsIkJvcmRlclN0eWxlIjpudWxsLCJQYXJlbnRTdHlsZSI6bnVsbH0sIkJvdHRvbVRpZXJTaGFwZVN0eWxlIjp7IiRpZCI6IjEwNDciLCJNYXJnaW4iOnsiJHJlZiI6IjEwMzkifSwiUGFkZGluZyI6eyIkcmVmIjoiMTA0MCJ9LCJCYWNrZ3JvdW5kIjp7IiRyZWYiOiIxMDQxIn0sIklzVmlzaWJsZSI6dHJ1ZSwiV2lkdGgiOjg1OC4wLCJIZWlnaHQiOjIwLjAsIkJvcmRlclN0eWxlIjpudWxsLCJQYXJlbnRTdHlsZSI6bnVsbH0sIlJpZ2h0RW5kQ2Fwc1N0eWxlIjp7IiRpZCI6IjEwNDgiLCJGb250U2V0dGluZ3MiOnsiJGlkIjoiMTA0OSIsIkZvbnRTaXplIjoxOCwiRm9udE5hbWUiOiJDYWxpYnJpIiwiSXNCb2xkIjp0cnVlLCJJc0l0YWxpYyI6ZmFsc2UsIklzVW5kZXJsaW5lZCI6ZmFsc2UsIlBhcmVudFN0eWxlIjpudWxsfSwiQXV0b1NpemUiOjAsIkZvcmVncm91bmQiOnsiJGlkIjoiMTA1MCIsIkNvbG9yIjp7IiRpZCI6IjEwNTE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wNTIiLCJUb3AiOjAuMCwiTGVmdCI6MC4wLCJSaWdodCI6MjAuMCwiQm90dG9tIjowLjB9LCJQYWRkaW5nIjp7IiRpZCI6IjEwNTMiLCJUb3AiOjAuMCwiTGVmdCI6MC4wLCJSaWdodCI6MC4wLCJCb3R0b20iOjAuMH0sIkJhY2tncm91bmQiOnsiJGlkIjoiMTA1NCIsIkNvbG9yIjp7IiRyZWYiOiIxNSJ9fSwiSXNWaXNpYmxlIjpmYWxzZSwiV2lkdGgiOjAuMCwiSGVpZ2h0IjowLjAsIkJvcmRlclN0eWxlIjpudWxsLCJQYXJlbnRTdHlsZSI6bnVsbH0sIkxlZnRFbmRDYXBzU3R5bGUiOnsiJGlkIjoiMTA1NSIsIkZvbnRTZXR0aW5ncyI6eyIkaWQiOiIxMDU2IiwiRm9udFNpemUiOjE4LCJGb250TmFtZSI6IkNhbGlicmkiLCJJc0JvbGQiOnRydWUsIklzSXRhbGljIjpmYWxzZSwiSXNVbmRlcmxpbmVkIjpmYWxzZSwiUGFyZW50U3R5bGUiOm51bGx9LCJBdXRvU2l6ZSI6MCwiRm9yZWdyb3VuZCI6eyIkaWQiOiIxMDU3IiwiQ29sb3IiOnsiJGlkIjoiMTA1O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A1OSIsIlRvcCI6MC4wLCJMZWZ0IjoyMC4wLCJSaWdodCI6MC4wLCJCb3R0b20iOjAuMH0sIlBhZGRpbmciOnsiJGlkIjoiMTA2MCIsIlRvcCI6MC4wLCJMZWZ0IjowLjAsIlJpZ2h0IjowLjAsIkJvdHRvbSI6MC4wfSwiQmFja2dyb3VuZCI6eyIkaWQiOiIxMDYxIiwiQ29sb3IiOnsiJHJlZiI6IjE1In19LCJJc1Zpc2libGUiOmZhbHNlLCJXaWR0aCI6MC4wLCJIZWlnaHQiOjAuMCwiQm9yZGVyU3R5bGUiOm51bGwsIlBhcmVudFN0eWxlIjpudWxsfSwiVG9kYXlUZXh0U3R5bGUiOnsiJGlkIjoiMTA2MiIsIkZvbnRTZXR0aW5ncyI6eyIkaWQiOiIxMDYzIiwiRm9udFNpemUiOjEyLCJGb250TmFtZSI6IkNhbGlicmkiLCJJc0JvbGQiOmZhbHNlLCJJc0l0YWxpYyI6ZmFsc2UsIklzVW5kZXJsaW5lZCI6ZmFsc2UsIlBhcmVudFN0eWxlIjpudWxsfSwiQXV0b1NpemUiOjAsIkZvcmVncm91bmQiOnsiJGlkIjoiMTA2NCIsIkNvbG9yIjp7IiRpZCI6IjEwNj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A2NiIsIlRvcCI6MC4wLCJMZWZ0IjowLjAsIlJpZ2h0IjowLjAsIkJvdHRvbSI6MC4wfSwiUGFkZGluZyI6eyIkaWQiOiIxMDY3IiwiVG9wIjowLjAsIkxlZnQiOjAuMCwiUmlnaHQiOjAuMCwiQm90dG9tIjowLjB9LCJCYWNrZ3JvdW5kIjp7IiRpZCI6IjEwNjgiLCJDb2xvciI6eyIkcmVmIjoiMTUifX0sIklzVmlzaWJsZSI6dHJ1ZSwiV2lkdGgiOjAuMCwiSGVpZ2h0IjowLjAsIkJvcmRlclN0eWxlIjpudWxsLCJQYXJlbnRTdHlsZSI6bnVsbH0sIlRvZGF5TWFya2VyU3R5bGUiOnsiJGlkIjoiMTA2OSIsIk1hcmdpbiI6eyIkaWQiOiIxMDcwIiwiVG9wIjowLjAsIkxlZnQiOjAuMCwiUmlnaHQiOjAuMCwiQm90dG9tIjowLjB9LCJQYWRkaW5nIjp7IiRpZCI6IjEwNzEiLCJUb3AiOjAuMCwiTGVmdCI6MC4wLCJSaWdodCI6MC4wLCJCb3R0b20iOjAuMH0sIkJhY2tncm91bmQiOnsiJGlkIjoiMTA3MiIsIkNvbG9yIjp7IiRpZCI6IjEwNzMiLCJBIjoyNTUsIlIiOjI1NSwiRyI6MCwiQiI6MH19LCJJc1Zpc2libGUiOnRydWUsIldpZHRoIjowLjAsIkhlaWdodCI6MC4wLCJCb3JkZXJTdHlsZSI6bnVsbCwiUGFyZW50U3R5bGUiOm51bGx9LCJTY2FsZVN0eWxlIjp7IiRpZCI6IjEwNzQiLCJTaGFwZSI6MywiU2hvd1NlZ21lbnRTZXBhcmF0b3JzIjpmYWxzZSwiU2VnbWVudFNlcGFyYXRvck9wYWNpdHkiOjMwLCJIYXNCZWVuVmlzaWJsZUJlZm9yZSI6dHJ1ZSwiRm9udFNldHRpbmdzIjp7IiRpZCI6IjEwNzUiLCJGb250U2l6ZSI6MTIsIkZvbnROYW1lIjoiQ2FsaWJyaSIsIklzQm9sZCI6ZmFsc2UsIklzSXRhbGljIjpmYWxzZSwiSXNVbmRlcmxpbmVkIjpmYWxzZSwiUGFyZW50U3R5bGUiOm51bGx9LCJBdXRvU2l6ZSI6MCwiRm9yZWdyb3VuZCI6eyIkaWQiOiIxMDc2IiwiQ29sb3IiOnsiJGlkIjoiMTA3Ny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xMDc4IiwiVG9wIjowLjAsIkxlZnQiOjUuMCwiUmlnaHQiOjAuMCwiQm90dG9tIjowLjB9LCJQYWRkaW5nIjp7IiRpZCI6IjEwNzkiLCJUb3AiOjAuMCwiTGVmdCI6MC4wLCJSaWdodCI6MC4wLCJCb3R0b20iOjAuMH0sIkJhY2tncm91bmQiOnsiJGlkIjoiMTA4MCIsIkNvbG9yIjp7IiRyZWYiOiIxNSJ9fSwiSXNWaXNpYmxlIjp0cnVlLCJXaWR0aCI6MC4wLCJIZWlnaHQiOjAuMCwiQm9yZGVyU3R5bGUiOm51bGwsIlBhcmVudFN0eWxlIjpudWxsfSwiU2luZ2xlU2NhbGVTaGFwZVN0eWxlIjp7IiRpZCI6IjEwODEiLCJTaGFwZSI6MywiSGVpZ2h0IjoyMC4wfSwiTWlkZGxlVGllclNjYWxlU3R5bGUiOnsiJGlkIjoiMTA4MiIsIlNoYXBlIjozLCJTaG93U2VnbWVudFNlcGFyYXRvcnMiOmZhbHNlLCJTZWdtZW50U2VwYXJhdG9yT3BhY2l0eSI6MzAsIkhhc0JlZW5WaXNpYmxlQmVmb3JlIjpmYWxzZSwiRm9udFNldHRpbmdzIjp7IiRpZCI6IjEwODMiLCJGb250U2l6ZSI6MTIsIkZvbnROYW1lIjoiQ2FsaWJyaSIsIklzQm9sZCI6ZmFsc2UsIklzSXRhbGljIjpmYWxzZSwiSXNVbmRlcmxpbmVkIjpmYWxzZSwiUGFyZW50U3R5bGUiOm51bGx9LCJBdXRvU2l6ZSI6MCwiRm9yZWdyb3VuZCI6eyIkcmVmIjoiMTA3NiJ9LCJNYXhXaWR0aCI6MjAwLjAsIk1heEhlaWdodCI6IkluZmluaXR5IiwiU21hcnRGb3JlZ3JvdW5kSXNBY3RpdmUiOmZhbHNlLCJIb3Jpem9udGFsQWxpZ25tZW50IjowLCJWZXJ0aWNhbEFsaWdubWVudCI6MSwiU21hcnRGb3JlZ3JvdW5kIjpudWxsLCJCYWNrZ3JvdW5kRmlsbFR5cGUiOjAsIk1hcmdpbiI6eyIkcmVmIjoiMTA3OCJ9LCJQYWRkaW5nIjp7IiRyZWYiOiIxMDc5In0sIkJhY2tncm91bmQiOnsiJHJlZiI6IjEwODAifSwiSXNWaXNpYmxlIjpmYWxzZSwiV2lkdGgiOjAuMCwiSGVpZ2h0IjowLjAsIkJvcmRlclN0eWxlIjpudWxsLCJQYXJlbnRTdHlsZSI6bnVsbH0sIkJvdHRvbVRpZXJTY2FsZVN0eWxlIjp7IiRpZCI6IjEwODQiLCJTaGFwZSI6MywiU2hvd1NlZ21lbnRTZXBhcmF0b3JzIjpmYWxzZSwiU2VnbWVudFNlcGFyYXRvck9wYWNpdHkiOjMwLCJIYXNCZWVuVmlzaWJsZUJlZm9yZSI6ZmFsc2UsIkZvbnRTZXR0aW5ncyI6eyIkaWQiOiIxMDg1IiwiRm9udFNpemUiOjEyLCJGb250TmFtZSI6IkNhbGlicmkiLCJJc0JvbGQiOmZhbHNlLCJJc0l0YWxpYyI6ZmFsc2UsIklzVW5kZXJsaW5lZCI6ZmFsc2UsIlBhcmVudFN0eWxlIjpudWxsfSwiQXV0b1NpemUiOjAsIkZvcmVncm91bmQiOnsiJHJlZiI6IjEwNzYifSwiTWF4V2lkdGgiOjIwMC4wLCJNYXhIZWlnaHQiOiJJbmZpbml0eSIsIlNtYXJ0Rm9yZWdyb3VuZElzQWN0aXZlIjpmYWxzZSwiSG9yaXpvbnRhbEFsaWdubWVudCI6MCwiVmVydGljYWxBbGlnbm1lbnQiOjEsIlNtYXJ0Rm9yZWdyb3VuZCI6bnVsbCwiQmFja2dyb3VuZEZpbGxUeXBlIjowLCJNYXJnaW4iOnsiJHJlZiI6IjEwNzgifSwiUGFkZGluZyI6eyIkcmVmIjoiMTA3OSJ9LCJCYWNrZ3JvdW5kIjp7IiRyZWYiOiIxMDgwIn0sIklzVmlzaWJsZSI6ZmFsc2UsIldpZHRoIjowLjAsIkhlaWdodCI6MC4wLCJCb3JkZXJTdHlsZSI6bnVsbCwiUGFyZW50U3R5bGUiOm51bGx9LCJFbGFwc2VkVGltZUJhY2tncm91bmQiOnsiJGlkIjoiMTA4NiIsIkNvbG9yIjp7IiRpZCI6IjEwODciLCJBIjoxOTEsIlIiOjI1NSwiRyI6MCwiQiI6MH19LCJBcHBlbmRZZWFyT25ZZWFyQ2hhbmdlIjpmYWxzZSwiRWxhcHNlZFRpbWVGb3JtYXQiOjIsIlRvZGF5TWFya2VyUG9zaXRpb24iOjAsIlF1aWNrUG9zaXRpb24iOjMsIkFic29sdXRlUG9zaXRpb24iOjE4My42LCJNYXJnaW4iOnsiJGlkIjoiMTA4OCIsIlRvcCI6MC4wLCJMZWZ0IjoxMC4wLCJSaWdodCI6MTAuMCwiQm90dG9tIjowLjB9LCJQYWRkaW5nIjp7IiRpZCI6IjEwODkiLCJUb3AiOjAuMCwiTGVmdCI6MC4wLCJSaWdodCI6MC4wLCJCb3R0b20iOjAuMH0sIkJhY2tncm91bmQiOnsiJGlkIjoiMTA5MCIsIkNvbG9yIjp7IiRpZCI6IjEwOTEiLCJBIjoyNTUsIlIiOjQ3LCJHIjo1NCwiQiI6MTUzfX0sIklzVmlzaWJsZSI6dHJ1ZSwiV2lkdGgiOjAuMCwiSGVpZ2h0IjowLjAsIkJvcmRlclN0eWxlIjpudWxsLCJQYXJlbnRTdHlsZSI6bnVsbH0sIkRlZmF1bHRNaWxlc3RvbmVTdHlsZSI6eyIkaWQiOiIxMDkyIiwiU2hhcGUiOjIsIkNvbm5lY3Rvck1hcmdpbiI6eyIkaWQiOiIxMDkzIiwiVG9wIjowLjAsIkxlZnQiOjIuMCwiUmlnaHQiOjIuMCwiQm90dG9tIjowLjB9LCJDb25uZWN0b3JTdHlsZSI6eyIkaWQiOiIxMDk0IiwiTGluZUNvbG9yIjp7IiRpZCI6IjEwOTUiLCIkdHlwZSI6Ik5MUkUuQ29tbW9uLkRvbS5Tb2xpZENvbG9yQnJ1c2gsIE5MUkUuQ29tbW9uIiwiQ29sb3IiOnsiJGlkIjoiMTA5NiIsIkEiOjEyNywiUiI6NzksIkciOjEyOSwiQiI6MTg5fX0sIkxpbmVXZWlnaHQiOjEuMCwiTGluZVR5cGUiOjAsIlBhcmVudFN0eWxlIjpudWxsfSwiSXNCZWxvd1RpbWViYW5kIjpmYWxzZSwiUG9zaXRpb25PblRhc2siOjAsIkhpZGVEYXRlIjpmYWxzZSwiU2hhcGVTaXplIjoxLCJTcGFjaW5nIjoyLjAsIlBhZGRpbmciOnsiJGlkIjoiMTA5NyIsIlRvcCI6Ny4wLCJMZWZ0IjozLjAsIlJpZ2h0IjowLjAsIkJvdHRvbSI6Mi4wfSwiU2hhcGVTdHlsZSI6eyIkaWQiOiIxMDk4IiwiTWFyZ2luIjp7IiRyZWYiOiIyNzYifSwiUGFkZGluZyI6eyIkcmVmIjoiMjc3In0sIkJhY2tncm91bmQiOnsiJGlkIjoiMTA5OSIsIkNvbG9yIjp7IiRpZCI6IjExMDAiLCJBIjoyNTUsIlIiOjAsIkciOjExNCwiQiI6MTg4fX0sIklzVmlzaWJsZSI6dHJ1ZSwiV2lkdGgiOjEzLjAsIkhlaWdodCI6MTMuMCwiQm9yZGVyU3R5bGUiOnsiJGlkIjoiMTEwMSIsIkxpbmVDb2xvciI6eyIkcmVmIjoiMjgxIn0sIkxpbmVXZWlnaHQiOjAuMCwiTGluZVR5cGUiOjAsIlBhcmVudFN0eWxlIjpudWxsfSwiUGFyZW50U3R5bGUiOm51bGx9LCJUaXRsZVN0eWxlIjp7IiRpZCI6IjExMDIiLCJGb250U2V0dGluZ3MiOnsiJGlkIjoiMTEwMyIsIkZvbnRTaXplIjoxMSwiRm9udE5hbWUiOiJDYWxpYnJpIiwiSXNCb2xkIjp0cnVlLCJJc0l0YWxpYyI6ZmFsc2UsIklzVW5kZXJsaW5lZCI6ZmFsc2UsIlBhcmVudFN0eWxlIjpudWxsfSwiQXV0b1NpemUiOjAsIkZvcmVncm91bmQiOnsiJGlkIjoiMTEwNCIsIkNvbG9yIjp7IiRpZCI6IjExMDU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I4NyJ9LCJQYWRkaW5nIjp7IiRyZWYiOiIyODgifSwiQmFja2dyb3VuZCI6eyIkcmVmIjoiMTYyIn0sIklzVmlzaWJsZSI6dHJ1ZSwiV2lkdGgiOjAuMCwiSGVpZ2h0IjowLjAsIkJvcmRlclN0eWxlIjpudWxsLCJQYXJlbnRTdHlsZSI6bnVsbH0sIkRhdGVTdHlsZSI6eyIkaWQiOiIxMTA2IiwiRm9udFNldHRpbmdzIjp7IiRpZCI6IjExMDciLCJGb250U2l6ZSI6MTAsIkZvbnROYW1lIjoiQ2FsaWJyaSIsIklzQm9sZCI6ZmFsc2UsIklzSXRhbGljIjpmYWxzZSwiSXNVbmRlcmxpbmVkIjpmYWxzZSwiUGFyZW50U3R5bGUiOm51bGx9LCJBdXRvU2l6ZSI6MCwiRm9yZWdyb3VuZCI6eyIkaWQiOiIxMTA4IiwiQ29sb3IiOnsiJGlkIjoiMTEw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I5MyJ9LCJQYWRkaW5nIjp7IiRyZWYiOiIyOTQifSwiQmFja2dyb3VuZCI6eyIkcmVmIjoiMTcwIn0sIklzVmlzaWJsZSI6dHJ1ZSwiV2lkdGgiOjAuMCwiSGVpZ2h0IjowLjAsIkJvcmRlclN0eWxlIjpudWxsLCJQYXJlbnRTdHlsZSI6bnVsbH0sIkRhdGVGb3JtYXQiOnsiJGlkIjoiMTE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ExIiwiRm9ybWF0IjowLCJJc1Zpc2libGUiOmZhbHNlLCJMYXN0S25vd25WaXNpYmlsaXR5U3RhdGUiOmZhbHNlfSwiSXNWaXNpYmxlIjp0cnVlLCJQYXJlbnRTdHlsZSI6bnVsbH0sIkRlZmF1bHRUYXNrU3R5bGUiOnsiJGlkIjoiMTExMiIsIlNoYXBlIjoxLCJTaGFwZVRoaWNrbmVzcyI6MCwiRHVyYXRpb25Gb3JtYXQiOjAsIkluY2x1ZGVOb25Xb3JraW5nRGF5c0luRHVyYXRpb24iOmZhbHNlLCJQZXJjZW50YWdlQ29tcGxldGVTdHlsZSI6eyIkaWQiOiIxMTEzIiwiRm9udFNldHRpbmdzIjp7IiRpZCI6IjExMT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MTExNSIsIlRvcCI6MC4wLCJMZWZ0IjowLjAsIlJpZ2h0IjowLjAsIkJvdHRvbSI6MC4wfSwiUGFkZGluZyI6eyIkaWQiOiIxMTE2IiwiVG9wIjowLjAsIkxlZnQiOjAuMCwiUmlnaHQiOjAuMCwiQm90dG9tIjowLjB9LCJCYWNrZ3JvdW5kIjp7IiRyZWYiOiIxNCJ9LCJJc1Zpc2libGUiOnRydWUsIldpZHRoIjowLjAsIkhlaWdodCI6MC4wLCJCb3JkZXJTdHlsZSI6bnVsbCwiUGFyZW50U3R5bGUiOm51bGx9LCJEdXJhdGlvblN0eWxlIjp7IiRpZCI6IjExMTciLCJGb250U2V0dGluZ3MiOnsiJGlkIjoiMTExOCIsIkZvbnRTaXplIjoxMCwiRm9udE5hbWUiOiJDYWxpYnJpIiwiSXNCb2xkIjpmYWxzZSwiSXNJdGFsaWMiOmZhbHNlLCJJc1VuZGVybGluZWQiOmZhbHNlLCJQYXJlbnRTdHlsZSI6bnVsbH0sIkF1dG9TaXplIjowLCJGb3JlZ3JvdW5kIjp7IiRpZCI6IjExMTkiLCJDb2xvciI6eyIkcmVmIjoiMjAifX0sIk1heFdpZHRoIjoyMDAuMCwiTWF4SGVpZ2h0IjoiSW5maW5pdHkiLCJTbWFydEZvcmVncm91bmRJc0FjdGl2ZSI6ZmFsc2UsIkhvcml6b250YWxBbGlnbm1lbnQiOjAsIlZlcnRpY2FsQWxpZ25tZW50IjowLCJTbWFydEZvcmVncm91bmQiOm51bGwsIkJhY2tncm91bmRGaWxsVHlwZSI6MCwiTWFyZ2luIjp7IiRpZCI6IjExMjAiLCJUb3AiOjAuMCwiTGVmdCI6MC4wLCJSaWdodCI6MC4wLCJCb3R0b20iOjAuMH0sIlBhZGRpbmciOnsiJGlkIjoiMTEyMSIsIlRvcCI6MC4wLCJMZWZ0IjowLjAsIlJpZ2h0IjowLjAsIkJvdHRvbSI6MC4wfSwiQmFja2dyb3VuZCI6eyIkcmVmIjoiMjMifSwiSXNWaXNpYmxlIjp0cnVlLCJXaWR0aCI6MC4wLCJIZWlnaHQiOjAuMCwiQm9yZGVyU3R5bGUiOm51bGwsIlBhcmVudFN0eWxlIjpudWxsfSwiSG9yaXpvbnRhbENvbm5lY3RvclN0eWxlIjp7IiRpZCI6IjExMjIiLCJMaW5lQ29sb3IiOnsiJHJlZiI6IjI2In0sIkxpbmVXZWlnaHQiOjEuMCwiTGluZVR5cGUiOjAsIlBhcmVudFN0eWxlIjpudWxsfSwiVmVydGljYWxDb25uZWN0b3JTdHlsZSI6eyIkaWQiOiIxMTIzIiwiTGluZUNvbG9yIjp7IiRyZWYiOiIyO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zLCJJc0JlbG93VGltZWJhbmQiOmZhbHNlLCJQZXJjZW50YWdlQ29tcGxldGVTaGFwZU9wYWNpdHkiOjM1LCJTaGFwZVN0eWxlIjp7IiRpZCI6IjExMjQiLCJNYXJnaW4iOnsiJGlkIjoiMTEyNSIsIlRvcCI6MC4wLCJMZWZ0Ijo0LjAsIlJpZ2h0Ijo0LjAsIkJvdHRvbSI6MC4wfSwiUGFkZGluZyI6eyIkaWQiOiIxMTI2IiwiVG9wIjowLjAsIkxlZnQiOjAuMCwiUmlnaHQiOjAuMCwiQm90dG9tIjowLjB9LCJCYWNrZ3JvdW5kIjp7IiRpZCI6IjExMjciLCJDb2xvciI6eyIkaWQiOiIxMTI4IiwiQSI6MjU1LCJSIjowLCJHIjoxMTQsIkIiOjE4OH19LCJJc1Zpc2libGUiOnRydWUsIldpZHRoIjowLjAsIkhlaWdodCI6MTAuMCwiQm9yZGVyU3R5bGUiOnsiJGlkIjoiMTEyOSIsIkxpbmVDb2xvciI6eyIkcmVmIjoiMzcifSwiTGluZVdlaWdodCI6MC4wLCJMaW5lVHlwZSI6MCwiUGFyZW50U3R5bGUiOm51bGx9LCJQYXJlbnRTdHlsZSI6bnVsbH0sIlRpdGxlU3R5bGUiOnsiJGlkIjoiMTEzMCIsIkZvbnRTZXR0aW5ncyI6eyIkaWQiOiIxMTMxIiwiRm9udFNpemUiOjExLCJGb250TmFtZSI6IkNhbGlicmkiLCJJc0JvbGQiOnRydWUsIklzSXRhbGljIjpmYWxzZSwiSXNVbmRlcmxpbmVkIjpmYWxzZSwiUGFyZW50U3R5bGUiOm51bGx9LCJBdXRvU2l6ZSI6MCwiRm9yZWdyb3VuZCI6eyIkaWQiOiIxMTMyIiwiQ29sb3IiOnsiJGlkIjoiMTEzM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M0IiwiVG9wIjowLjAsIkxlZnQiOjAuMCwiUmlnaHQiOjAuMCwiQm90dG9tIjowLjB9LCJQYWRkaW5nIjp7IiRpZCI6IjExMzUiLCJUb3AiOjAuMCwiTGVmdCI6MC4wLCJSaWdodCI6MC4wLCJCb3R0b20iOjAuMH0sIkJhY2tncm91bmQiOnsiJHJlZiI6IjQ1In0sIklzVmlzaWJsZSI6dHJ1ZSwiV2lkdGgiOjAuMCwiSGVpZ2h0IjowLjAsIkJvcmRlclN0eWxlIjpudWxsLCJQYXJlbnRTdHlsZSI6bnVsbH0sIkRhdGVTdHlsZSI6eyIkaWQiOiIxMTM2IiwiRm9udFNldHRpbmdzIjp7IiRpZCI6IjExMzciLCJGb250U2l6ZSI6MTAsIkZvbnROYW1lIjoiQ2FsaWJyaSIsIklzQm9sZCI6ZmFsc2UsIklzSXRhbGljIjpmYWxzZSwiSXNVbmRlcmxpbmVkIjpmYWxzZSwiUGFyZW50U3R5bGUiOm51bGx9LCJBdXRvU2l6ZSI6MCwiRm9yZWdyb3VuZCI6eyIkaWQiOiIxMTM4IiwiQ29sb3IiOnsiJGlkIjoiMTEz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E0MCIsIlRvcCI6MC4wLCJMZWZ0IjowLjAsIlJpZ2h0IjowLjAsIkJvdHRvbSI6MC4wfSwiUGFkZGluZyI6eyIkaWQiOiIxMTQxIiwiVG9wIjowLjAsIkxlZnQiOjAuMCwiUmlnaHQiOjAuMCwiQm90dG9tIjowLjB9LCJCYWNrZ3JvdW5kIjp7IiRyZWYiOiI1MyJ9LCJJc1Zpc2libGUiOnRydWUsIldpZHRoIjowLjAsIkhlaWdodCI6MC4wLCJCb3JkZXJTdHlsZSI6bnVsbCwiUGFyZW50U3R5bGUiOm51bGx9LCJEYXRlRm9ybWF0Ijp7IiRpZCI6IjExND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0MyIsIkZvcm1hdCI6MCwiSXNWaXNpYmxlIjpmYWxzZSwiTGFzdEtub3duVmlzaWJpbGl0eVN0YXRlIjpmYWxzZX0sIklzVmlzaWJsZSI6dHJ1ZSwiUGFyZW50U3R5bGUiOm51bGwsIl9leHBsaWNpdGx5U2V0Ijp7IiRpZCI6IjExNDQ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ExNDUiLCJHcmlkbGluZVN0eWxlIjp7IiRpZCI6IjExNDYiLCJMaW5lQ29sb3IiOnsiJGlkIjoiMTE0NyIsIiR0eXBlIjoiTkxSRS5Db21tb24uRG9tLlNvbGlkQ29sb3JCcnVzaCwgTkxSRS5Db21tb24iLCJDb2xvciI6eyIkaWQiOiIxMTQ4IiwiQSI6MzgsIlIiOjkxLCJHIjoxNTUsIkIiOjIxM319LCJMaW5lV2VpZ2h0IjoxLjAsIkxpbmVUeXBlIjowLCJQYXJlbnRTdHlsZSI6bnVsbH0sIk1hcmdpbiI6eyIkaWQiOiIxMTQ5IiwiVG9wIjowLjAsIkxlZnQiOjAuMCwiUmlnaHQiOjAuMCwiQm90dG9tIjowLjB9LCJQYWRkaW5nIjp7IiRpZCI6IjExNTAiLCJUb3AiOjAuMCwiTGVmdCI6MC4wLCJSaWdodCI6MC4wLCJCb3R0b20iOjAuMH0sIkJhY2tncm91bmQiOm51bGwsIklzVmlzaWJsZSI6dHJ1ZSwiV2lkdGgiOjAuMCwiSGVpZ2h0IjowLjAsIkJvcmRlclN0eWxlIjp7IiRpZCI6IjExNTEiLCJMaW5lQ29sb3IiOm51bGwsIkxpbmVXZWlnaHQiOjAuMCwiTGluZVR5cGUiOjAsIlBhcmVudFN0eWxlIjpudWxsfSwiUGFyZW50U3R5bGUiOm51bGx9LCJBY3Rpdml0eUxpbmVQYW5lbFN0eWxlIjp7IiRpZCI6IjExNTIiLCJBY3Rpdml0eUxpbmVTdHlsZSI6eyIkaWQiOiIxMTUzIiwiTGluZUNvbG9yIjp7IiRpZCI6IjExNTQiLCIkdHlwZSI6Ik5MUkUuQ29tbW9uLkRvbS5Tb2xpZENvbG9yQnJ1c2gsIE5MUkUuQ29tbW9uIiwiQ29sb3IiOnsiJGlkIjoiMTE1NSIsIkEiOjM4LCJSIjo3OSwiRyI6MTI5LCJCIjoxODl9fSwiTGluZVdlaWdodCI6MS4wLCJMaW5lVHlwZSI6MCwiUGFyZW50U3R5bGUiOm51bGx9LCJNYXJnaW4iOnsiJGlkIjoiMTE1NiIsIlRvcCI6MC4wLCJMZWZ0IjowLjAsIlJpZ2h0IjowLjAsIkJvdHRvbSI6MC4wfSwiUGFkZGluZyI6eyIkaWQiOiIxMTU3IiwiVG9wIjowLjAsIkxlZnQiOjAuMCwiUmlnaHQiOjAuMCwiQm90dG9tIjowLjB9LCJCYWNrZ3JvdW5kIjpudWxsLCJJc1Zpc2libGUiOnRydWUsIldpZHRoIjowLjAsIkhlaWdodCI6MC4wLCJCb3JkZXJTdHlsZSI6bnVsbCwiUGFyZW50U3R5bGUiOm51bGx9LCJTaG93RWxhcHNlZFRpbWVHcmFkaWVudFN0eWxlIjpmYWxzZSwiVGltZWJhbmRSZXNlcnZlZExlZnRBcmVhU3R5bGUiOnsiJGlkIjoiMTE1OCIsIkFjdGl2aXR5SGVhZGVyV2lkdGgiOjAuMCwiSXNTZXQiOmZhbHNlfSwiRGVmYXVsdFN3aW1sYW5lU3R5bGUiOnsiJGlkIjoiMTE1OSIsIkhlYWRlclN0eWxlIjp7IiRpZCI6IjExNjAiLCJUZXh0U3R5bGUiOnsiJGlkIjoiMTE2MSIsIkZvbnRTZXR0aW5ncyI6eyIkaWQiOiIxMTYyIiwiRm9udFNpemUiOjEyLCJGb250TmFtZSI6IkNhbGlicmkiLCJJc0JvbGQiOmZhbHNlLCJJc0l0YWxpYyI6ZmFsc2UsIklzVW5kZXJsaW5lZCI6ZmFsc2UsIlBhcmVudFN0eWxlIjpudWxsfSwiQXV0b1NpemUiOjAsIkZvcmVncm91bmQiOnsiJGlkIjoiMTE2MyIsIkNvbG9yIjp7IiRpZCI6IjExNjQiLCJBIjoyNTUsIlIiOjMyLCJHIjo1NiwiQiI6MTAwfX0sIk1heFdpZHRoIjowLjAsIk1heEhlaWdodCI6MC4wLCJTbWFydEZvcmVncm91bmRJc0FjdGl2ZSI6ZmFsc2UsIkhvcml6b250YWxBbGlnbm1lbnQiOjAsIlZlcnRpY2FsQWxpZ25tZW50IjowLCJTbWFydEZvcmVncm91bmQiOm51bGwsIkJhY2tncm91bmRGaWxsVHlwZSI6MCwiTWFyZ2luIjp7IiRyZWYiOiIzMzIifSwiUGFkZGluZyI6eyIkcmVmIjoiMzMzIn0sIkJhY2tncm91bmQiOm51bGwsIklzVmlzaWJsZSI6ZmFsc2UsIldpZHRoIjowLjAsIkhlaWdodCI6MC4wLCJCb3JkZXJTdHlsZSI6bnVsbCwiUGFyZW50U3R5bGUiOm51bGx9LCJSZWN0YW5nbGVTdHlsZSI6eyIkaWQiOiIxMTY1IiwiTWFyZ2luIjp7IiRyZWYiOiIzMzUifSwiUGFkZGluZyI6eyIkcmVmIjoiMzM2In0sIkJhY2tncm91bmQiOnsiJGlkIjoiMTE2NiIsIkNvbG9yIjp7IiRpZCI6IjExNjciLCJBIjoxMjcsIlIiOjkxLCJHIjoxNTUsIkIiOjIxM319LCJJc1Zpc2libGUiOmZhbHNlLCJXaWR0aCI6MC4wLCJIZWlnaHQiOjAuMCwiQm9yZGVyU3R5bGUiOnsiJGlkIjoiMTE2OCIsIkxpbmVDb2xvciI6eyIkcmVmIjoiMzQwIn0sIkxpbmVXZWlnaHQiOjAuMCwiTGluZVR5cGUiOjAsIlBhcmVudFN0eWxlIjpudWxsfSwiUGFyZW50U3R5bGUiOm51bGx9LCJNYXJnaW4iOnsiJHJlZiI6IjM0MiJ9LCJQYWRkaW5nIjp7IiRyZWYiOiIzNDMifSwiQmFja2dyb3VuZCI6bnVsbCwiSXNWaXNpYmxlIjp0cnVlLCJXaWR0aCI6MC4wLCJIZWlnaHQiOjAuMCwiQm9yZGVyU3R5bGUiOm51bGwsIlBhcmVudFN0eWxlIjpudWxsfSwiQmFja2dyb3VuZFN0eWxlIjp7IiRpZCI6IjExNjkiLCJNYXJnaW4iOnsiJHJlZiI6IjM0NSJ9LCJQYWRkaW5nIjp7IiRyZWYiOiIzNDYifSwiQmFja2dyb3VuZCI6eyIkaWQiOiIxMTcwIiwiQ29sb3IiOnsiJGlkIjoiMTE3MSIsIkEiOjM4LCJSIjo5MSwiRyI6MTU1LCJCIjoyMTN9fSwiSXNWaXNpYmxlIjp0cnVlLCJXaWR0aCI6MC4wLCJIZWlnaHQiOjAuMCwiQm9yZGVyU3R5bGUiOnsiJGlkIjoiMTE3MiIsIkxpbmVDb2xvciI6eyIkcmVmIjoiMzUwIn0sIkxpbmVXZWlnaHQiOjAuMCwiTGluZVR5cGUiOjAsIlBhcmVudFN0eWxlIjpudWxsfSwiUGFyZW50U3R5bGUiOm51bGx9LCJJc0Fib3ZlVGltZWJhbmQiOmZhbHNlLCJNYXJnaW4iOnsiJGlkIjoiMTE3MyIsIlRvcCI6MC4wLCJMZWZ0IjowLjAsIlJpZ2h0IjowLjAsIkJvdHRvbSI6MC4wfSwiUGFkZGluZyI6eyIkaWQiOiIxMTc0IiwiVG9wIjowLjAsIkxlZnQiOjAuMCwiUmlnaHQiOjAuMCwiQm90dG9tIjowLjB9LCJJc1Zpc2libGUiOnRydWUsIldpZHRoIjowLjAsIkhlaWdodCI6MC4wLCJCb3JkZXJTdHlsZSI6bnVsbCwiUGFyZW50U3R5bGUiOm51bGx9fSwiU2NhbGUiOnsiJGlkIjoiMTE3NSIsIlN0YXJ0RGF0ZSI6IjAwMDEtMDEtMDFUMDA6MDA6MDAiLCJFbmREYXRlIjoiMjAxOS0xMi0yMlQxMjo1OTowMCIsIkZvcm1hdCI6Ik1NTSIsIlR5cGUiOjIsIkF1dG9EYXRlUmFuZ2UiOnRydWUsIldvcmtpbmdEYXlzIjozMSwiRmlzY2FsWWVhciI6eyIkaWQiOiIxMTc2IiwiU3RhcnRNb250aCI6MSwiVXNlU3RhcnRpbmdZZWFyRm9yTnVtYmVyaW5nIjp0cnVlLCJTaG93RmlzY2FsWWVhckxhYmVsIjp0cnVlfSwiVG9kYXlNYXJrZXJUZXh0IjoiVG9kYXkiLCJBdXRvU2NhbGVUeXBlIjp0cnVlfSwiU2NhbGVWMiI6eyIkaWQiOiIxMTc3IiwiU3RhcnREYXRlIjoiMDAwMS0wMS0wMVQwMDowMDowMCIsIkVuZERhdGUiOiIyMDE5LTEyLTIyVDEyOjU5OjAwIiwiQXV0b0RhdGVSYW5nZSI6dHJ1ZSwiV29ya2luZ0RheXMiOjMxLCJGaXNjYWxZZWFyIjp7IiRyZWYiOiIxMTc2In0sIlRvZGF5TWFya2VyVGV4dCI6IlRvZGF5IiwiQXV0b1NjYWxlVHlwZSI6dHJ1ZSwiVGltZWJhbmRTY2FsZXMiOnsiJGlkIjoiMTE3OCIsIlRvcFNjYWxlTGF5ZXIiOnsiJGlkIjoiMTE3OSIsIkZvcm1hdCI6Ik1NTSIsIlR5cGUiOjJ9LCJNaWRkbGVTY2FsZUxheWVyIjp7IiRpZCI6IjExODAiLCJGb3JtYXQiOm51bGwsIlR5cGUiOjB9LCJCb3R0b21TY2FsZUxheWVyIjp7IiRpZCI6IjExODEiLCJGb3JtYXQiOm51bGwsIlR5cGUiOjB9fX0sIk1pbGVzdG9uZXMiOlt7IiRpZCI6IjExODIiLCJEYXRlIjoiMjAxOS0wMS0yNVQxMTo1OTowMFoiLCJTdHlsZSI6eyIkaWQiOiIxMTgzIiwiU2hhcGUiOjE5LCJDb25uZWN0b3JNYXJnaW4iOnsiJGlkIjoiMTE4NCIsIlRvcCI6MC4wLCJMZWZ0IjoyLjAsIlJpZ2h0IjoyLjAsIkJvdHRvbSI6MC4wfSwiQ29ubmVjdG9yU3R5bGUiOnsiJGlkIjoiMTE4NSIsIkxpbmVDb2xvciI6eyIkaWQiOiIxMTg2IiwiJHR5cGUiOiJOTFJFLkNvbW1vbi5Eb20uU29saWRDb2xvckJydXNoLCBOTFJFLkNvbW1vbiIsIkNvbG9yIjp7IiRpZCI6IjExODciLCJBIjoxMjcsIlIiOjc5LCJHIjoxMjksIkIiOjE4OX19LCJMaW5lV2VpZ2h0IjoxLjAsIkxpbmVUeXBlIjowLCJQYXJlbnRTdHlsZSI6bnVsbH0sIklzQmVsb3dUaW1lYmFuZCI6ZmFsc2UsIlBvc2l0aW9uT25UYXNrIjowLCJIaWRlRGF0ZSI6ZmFsc2UsIlNoYXBlU2l6ZSI6MSwiU3BhY2luZyI6Mi4wLCJQYWRkaW5nIjp7IiRpZCI6IjExODgiLCJUb3AiOjcuMCwiTGVmdCI6My4wLCJSaWdodCI6MC4wLCJCb3R0b20iOjIuMH0sIlNoYXBlU3R5bGUiOnsiJGlkIjoiMTE4OSIsIk1hcmdpbiI6eyIkaWQiOiIxMTkwIiwiVG9wIjowLjAsIkxlZnQiOjAuMCwiUmlnaHQiOjAuMCwiQm90dG9tIjowLjB9LCJQYWRkaW5nIjp7IiRpZCI6IjExOTEiLCJUb3AiOjAuMCwiTGVmdCI6MC4wLCJSaWdodCI6MC4wLCJCb3R0b20iOjAuMH0sIkJhY2tncm91bmQiOnsiJGlkIjoiMTE5MiIsIkNvbG9yIjp7IiRpZCI6IjExOTMiLCJBIjoyNTUsIlIiOjExMiwiRyI6MTczLCJCIjo3MX19LCJJc1Zpc2libGUiOnRydWUsIldpZHRoIjoxMy4wLCJIZWlnaHQiOjEzLjAsIkJvcmRlclN0eWxlIjp7IiRpZCI6IjExOTQiLCJMaW5lQ29sb3IiOnsiJHJlZiI6IjI4MSJ9LCJMaW5lV2VpZ2h0IjowLjAsIkxpbmVUeXBlIjowLCJQYXJlbnRTdHlsZSI6bnVsbH0sIlBhcmVudFN0eWxlIjpudWxsfSwiVGl0bGVTdHlsZSI6eyIkaWQiOiIxMTk1IiwiRm9udFNldHRpbmdzIjp7IiRpZCI6IjExOTYiLCJGb250U2l6ZSI6MTEsIkZvbnROYW1lIjoiQ2FsaWJyaSIsIklzQm9sZCI6dHJ1ZSwiSXNJdGFsaWMiOmZhbHNlLCJJc1VuZGVybGluZWQiOmZhbHNlLCJQYXJlbnRTdHlsZSI6bnVsbH0sIkF1dG9TaXplIjowLCJGb3JlZ3JvdW5kIjp7IiRpZCI6IjExOTciLCJDb2xvciI6eyIkaWQiOiIxMTk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xOTkiLCJUb3AiOjAuMCwiTGVmdCI6MC4wLCJSaWdodCI6MC4wLCJCb3R0b20iOjAuMH0sIlBhZGRpbmciOnsiJGlkIjoiMTIwMCIsIlRvcCI6MC4wLCJMZWZ0IjowLjAsIlJpZ2h0IjowLjAsIkJvdHRvbSI6MC4wfSwiQmFja2dyb3VuZCI6eyIkcmVmIjoiMTYyIn0sIklzVmlzaWJsZSI6dHJ1ZSwiV2lkdGgiOjAuMCwiSGVpZ2h0IjowLjAsIkJvcmRlclN0eWxlIjp7IiRpZCI6IjEyMDEiLCJMaW5lQ29sb3IiOm51bGwsIkxpbmVXZWlnaHQiOjAuMCwiTGluZVR5cGUiOjAsIlBhcmVudFN0eWxlIjpudWxsfSwiUGFyZW50U3R5bGUiOm51bGx9LCJEYXRlU3R5bGUiOnsiJGlkIjoiMTIwMiIsIkZvbnRTZXR0aW5ncyI6eyIkaWQiOiIxMjAzIiwiRm9udFNpemUiOjEwLCJGb250TmFtZSI6IkNhbGlicmkiLCJJc0JvbGQiOmZhbHNlLCJJc0l0YWxpYyI6ZmFsc2UsIklzVW5kZXJsaW5lZCI6ZmFsc2UsIlBhcmVudFN0eWxlIjpudWxsfSwiQXV0b1NpemUiOjAsIkZvcmVncm91bmQiOnsiJGlkIjoiMTIwNCIsIkNvbG9yIjp7IiRpZCI6IjEyMD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DYiLCJUb3AiOjAuMCwiTGVmdCI6MC4wLCJSaWdodCI6MC4wLCJCb3R0b20iOjAuMH0sIlBhZGRpbmciOnsiJGlkIjoiMTIwNyIsIlRvcCI6MC4wLCJMZWZ0IjowLjAsIlJpZ2h0IjowLjAsIkJvdHRvbSI6MC4wfSwiQmFja2dyb3VuZCI6eyIkcmVmIjoiMTcwIn0sIklzVmlzaWJsZSI6dHJ1ZSwiV2lkdGgiOjAuMCwiSGVpZ2h0IjowLjAsIkJvcmRlclN0eWxlIjp7IiRpZCI6IjEyMDgiLCJMaW5lQ29sb3IiOm51bGwsIkxpbmVXZWlnaHQiOjAuMCwiTGluZVR5cGUiOjAsIlBhcmVudFN0eWxlIjpudWxsfSwiUGFyZW50U3R5bGUiOm51bGx9LCJEYXRlRm9ybWF0Ijp7IiRpZCI6IjEy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xMCIsIkZvcm1hdCI6MCwiSXNWaXNpYmxlIjpmYWxzZSwiTGFzdEtub3duVmlzaWJpbGl0eVN0YXRlIjpmYWxzZX0sIklzVmlzaWJsZSI6dHJ1ZSwiUGFyZW50U3R5bGUiOm51bGx9LCJJbmRleCI6MCwiUGVyY2VudGFnZUNvbXBsZXRlIjpudWxsLCJQb3NpdGlvbiI6eyJSYXRpbyI6MC4wLCJJc0N1c3RvbSI6ZmFsc2V9LCJEYXRlRm9ybWF0Ijp7IiRyZWYiOiIxMjA5In0sIldlZWtOdW1iZXJpbmciOnsiJGlkIjoiMTIxMSIsIkZvcm1hdCI6MCwiSXNWaXNpYmxlIjpmYWxzZSwiTGFzdEtub3duVmlzaWJpbGl0eVN0YXRlIjpmYWxzZX0sIlJlbGF0ZWRUYXNrSWQiOiIwMDAwMDAwMC0wMDAwLTAwMDAtMDAwMC0wMDAwMDAwMDAwMDAiLCJJZCI6IjE3NzE4ODcwLTdlNTQtNDgzMC1iOGNlLTg4NGE0NWIxNGQzYSIsIkltcG9ydElkIjpudWxsLCJUaXRsZSI6IlByb2plY3QgS2lja29mZiIsIk5vdGUiOm51bGwsIkh5cGVybGluayI6eyIkaWQiOiIxMjEyIiwiQWRkcmVzcyI6IiIsIlN1YkFkZHJlc3MiOiIifSwiSXNDaGFuZ2VkIjpmYWxzZSwiSXNOZXciOmZhbHNlfSx7IiRpZCI6IjEyMTMiLCJEYXRlIjoiMjAxOS0wMy0xMFQxMTo1OTowMFoiLCJTdHlsZSI6eyIkaWQiOiIxMjE0IiwiU2hhcGUiOjE5LCJDb25uZWN0b3JNYXJnaW4iOnsiJGlkIjoiMTIxNSIsIlRvcCI6MC4wLCJMZWZ0IjoyLjAsIlJpZ2h0IjoyLjAsIkJvdHRvbSI6MC4wfSwiQ29ubmVjdG9yU3R5bGUiOnsiJGlkIjoiMTIxNiIsIkxpbmVDb2xvciI6eyIkaWQiOiIxMjE3IiwiJHR5cGUiOiJOTFJFLkNvbW1vbi5Eb20uU29saWRDb2xvckJydXNoLCBOTFJFLkNvbW1vbiIsIkNvbG9yIjp7IiRpZCI6IjEyMTgiLCJBIjoxMjcsIlIiOjc5LCJHIjoxMjksIkIiOjE4OX19LCJMaW5lV2VpZ2h0IjoxLjAsIkxpbmVUeXBlIjowLCJQYXJlbnRTdHlsZSI6bnVsbH0sIklzQmVsb3dUaW1lYmFuZCI6ZmFsc2UsIlBvc2l0aW9uT25UYXNrIjowLCJIaWRlRGF0ZSI6ZmFsc2UsIlNoYXBlU2l6ZSI6MSwiU3BhY2luZyI6MC4wLCJQYWRkaW5nIjp7IiRpZCI6IjEyMTkiLCJUb3AiOjcuMCwiTGVmdCI6My4wLCJSaWdodCI6MC4wLCJCb3R0b20iOjIuMH0sIlNoYXBlU3R5bGUiOnsiJGlkIjoiMTIyMCIsIk1hcmdpbiI6eyIkaWQiOiIxMjIxIiwiVG9wIjowLjAsIkxlZnQiOjAuMCwiUmlnaHQiOjAuMCwiQm90dG9tIjowLjB9LCJQYWRkaW5nIjp7IiRpZCI6IjEyMjIiLCJUb3AiOjAuMCwiTGVmdCI6MC4wLCJSaWdodCI6MC4wLCJCb3R0b20iOjAuMH0sIkJhY2tncm91bmQiOnsiJGlkIjoiMTIyMyIsIkNvbG9yIjp7IiRpZCI6IjEyMjQiLCJBIjoyNTUsIlIiOjE3OCwiRyI6MTQsIkIiOjE4fX0sIklzVmlzaWJsZSI6dHJ1ZSwiV2lkdGgiOjEzLjAsIkhlaWdodCI6MTMuMCwiQm9yZGVyU3R5bGUiOnsiJGlkIjoiMTIyNSIsIkxpbmVDb2xvciI6eyIkcmVmIjoiMjgxIn0sIkxpbmVXZWlnaHQiOjAuMCwiTGluZVR5cGUiOjAsIlBhcmVudFN0eWxlIjpudWxsfSwiUGFyZW50U3R5bGUiOm51bGx9LCJUaXRsZVN0eWxlIjp7IiRpZCI6IjEyMjYiLCJGb250U2V0dGluZ3MiOnsiJGlkIjoiMTIyNyIsIkZvbnRTaXplIjoxMSwiRm9udE5hbWUiOiJDYWxpYnJpIiwiSXNCb2xkIjp0cnVlLCJJc0l0YWxpYyI6ZmFsc2UsIklzVW5kZXJsaW5lZCI6ZmFsc2UsIlBhcmVudFN0eWxlIjpudWxsfSwiQXV0b1NpemUiOjIsIkZvcmVncm91bmQiOnsiJGlkIjoiMTIyOCIsIkNvbG9yIjp7IiRpZCI6IjEyMjkiLCJBIjoyNTUsIlIiOjAsIkciOjAsIkIiOjB9fSwiTWF4V2lkdGgiOjc4Ljg2NjY2NjY2NjY2NjY3NCwiTWF4SGVpZ2h0IjoiSW5maW5pdHkiLCJTbWFydEZvcmVncm91bmRJc0FjdGl2ZSI6ZmFsc2UsIkhvcml6b250YWxBbGlnbm1lbnQiOjAsIlZlcnRpY2FsQWxpZ25tZW50IjowLCJTbWFydEZvcmVncm91bmQiOm51bGwsIkJhY2tncm91bmRGaWxsVHlwZSI6MCwiTWFyZ2luIjp7IiRpZCI6IjEyMzAiLCJUb3AiOjAuMCwiTGVmdCI6MC4wLCJSaWdodCI6MC4wLCJCb3R0b20iOjAuMH0sIlBhZGRpbmciOnsiJGlkIjoiMTIzMSIsIlRvcCI6MC4wLCJMZWZ0IjowLjAsIlJpZ2h0IjowLjAsIkJvdHRvbSI6MC4wfSwiQmFja2dyb3VuZCI6eyIkcmVmIjoiMTYyIn0sIklzVmlzaWJsZSI6dHJ1ZSwiV2lkdGgiOjAuMCwiSGVpZ2h0IjowLjAsIkJvcmRlclN0eWxlIjp7IiRpZCI6IjEyMzIiLCJMaW5lQ29sb3IiOm51bGwsIkxpbmVXZWlnaHQiOjAuMCwiTGluZVR5cGUiOjAsIlBhcmVudFN0eWxlIjpudWxsfSwiUGFyZW50U3R5bGUiOm51bGx9LCJEYXRlU3R5bGUiOnsiJGlkIjoiMTIzMyIsIkZvbnRTZXR0aW5ncyI6eyIkaWQiOiIxMjM0IiwiRm9udFNpemUiOjEwLCJGb250TmFtZSI6IkNhbGlicmkiLCJJc0JvbGQiOmZhbHNlLCJJc0l0YWxpYyI6ZmFsc2UsIklzVW5kZXJsaW5lZCI6ZmFsc2UsIlBhcmVudFN0eWxlIjpudWxsfSwiQXV0b1NpemUiOjAsIkZvcmVncm91bmQiOnsiJGlkIjoiMTIzNSIsIkNvbG9yIjp7IiRpZCI6IjEyMz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MzciLCJUb3AiOjAuMCwiTGVmdCI6MC4wLCJSaWdodCI6MC4wLCJCb3R0b20iOjAuMH0sIlBhZGRpbmciOnsiJGlkIjoiMTIzOCIsIlRvcCI6MC4wLCJMZWZ0IjowLjAsIlJpZ2h0IjowLjAsIkJvdHRvbSI6MC4wfSwiQmFja2dyb3VuZCI6eyIkcmVmIjoiMTcwIn0sIklzVmlzaWJsZSI6dHJ1ZSwiV2lkdGgiOjAuMCwiSGVpZ2h0IjowLjAsIkJvcmRlclN0eWxlIjp7IiRpZCI6IjEyMzkiLCJMaW5lQ29sb3IiOm51bGwsIkxpbmVXZWlnaHQiOjAuMCwiTGluZVR5cGUiOjAsIlBhcmVudFN0eWxlIjpudWxsfSwiUGFyZW50U3R5bGUiOm51bGx9LCJEYXRlRm9ybWF0Ijp7IiRpZCI6IjEyN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0MSIsIkZvcm1hdCI6MCwiSXNWaXNpYmxlIjpmYWxzZSwiTGFzdEtub3duVmlzaWJpbGl0eVN0YXRlIjpmYWxzZX0sIklzVmlzaWJsZSI6dHJ1ZSwiUGFyZW50U3R5bGUiOm51bGx9LCJJbmRleCI6MSwiUGVyY2VudGFnZUNvbXBsZXRlIjpudWxsLCJQb3NpdGlvbiI6eyJSYXRpbyI6MC4wLCJJc0N1c3RvbSI6ZmFsc2V9LCJEYXRlRm9ybWF0Ijp7IiRyZWYiOiIxMjQwIn0sIldlZWtOdW1iZXJpbmciOnsiJGlkIjoiMTI0MiIsIkZvcm1hdCI6MCwiSXNWaXNpYmxlIjpmYWxzZSwiTGFzdEtub3duVmlzaWJpbGl0eVN0YXRlIjpmYWxzZX0sIlJlbGF0ZWRUYXNrSWQiOiIwMDAwMDAwMC0wMDAwLTAwMDAtMDAwMC0wMDAwMDAwMDAwMDAiLCJJZCI6ImU3ZDQyNDIxLWQ5ZTYtNDBhMi1hMTA3LWFmYTQyMzE0MWM0NiIsIkltcG9ydElkIjpudWxsLCJUaXRsZSI6IkV4ZWN1dGl2ZSBSZXZpZXciLCJOb3RlIjpudWxsLCJIeXBlcmxpbmsiOnsiJGlkIjoiMTI0MyIsIkFkZHJlc3MiOiIiLCJTdWJBZGRyZXNzIjoiIn0sIklzQ2hhbmdlZCI6ZmFsc2UsIklzTmV3IjpmYWxzZX0seyIkaWQiOiIxMjQ0IiwiRGF0ZSI6IjIwMTktMDMtMjFUMTE6NTk6MDBaIiwiU3R5bGUiOnsiJGlkIjoiMTI0NSIsIlNoYXBlIjoxOSwiQ29ubmVjdG9yTWFyZ2luIjp7IiRpZCI6IjEyNDYiLCJUb3AiOjAuMCwiTGVmdCI6Mi4wLCJSaWdodCI6Mi4wLCJCb3R0b20iOjAuMH0sIkNvbm5lY3RvclN0eWxlIjp7IiRpZCI6IjEyNDciLCJMaW5lQ29sb3IiOnsiJGlkIjoiMTI0OCIsIiR0eXBlIjoiTkxSRS5Db21tb24uRG9tLlNvbGlkQ29sb3JCcnVzaCwgTkxSRS5Db21tb24iLCJDb2xvciI6eyIkaWQiOiIxMjQ5IiwiQSI6MTI3LCJSIjo3OSwiRyI6MTI5LCJCIjoxODl9fSwiTGluZVdlaWdodCI6MS4wLCJMaW5lVHlwZSI6MCwiUGFyZW50U3R5bGUiOm51bGx9LCJJc0JlbG93VGltZWJhbmQiOmZhbHNlLCJQb3NpdGlvbk9uVGFzayI6MCwiSGlkZURhdGUiOmZhbHNlLCJTaGFwZVNpemUiOjEsIlNwYWNpbmciOjAuMCwiUGFkZGluZyI6eyIkaWQiOiIxMjUwIiwiVG9wIjo3LjAsIkxlZnQiOjMuMCwiUmlnaHQiOjAuMCwiQm90dG9tIjoyLjB9LCJTaGFwZVN0eWxlIjp7IiRpZCI6IjEyNTEiLCJNYXJnaW4iOnsiJGlkIjoiMTI1MiIsIlRvcCI6MC4wLCJMZWZ0IjowLjAsIlJpZ2h0IjowLjAsIkJvdHRvbSI6MC4wfSwiUGFkZGluZyI6eyIkaWQiOiIxMjUzIiwiVG9wIjowLjAsIkxlZnQiOjAuMCwiUmlnaHQiOjAuMCwiQm90dG9tIjowLjB9LCJCYWNrZ3JvdW5kIjp7IiRpZCI6IjEyNTQiLCJDb2xvciI6eyIkaWQiOiIxMjU1IiwiQSI6MjU1LCJSIjoxNzgsIkciOjE0LCJCIjoxOH19LCJJc1Zpc2libGUiOnRydWUsIldpZHRoIjoxMy4wLCJIZWlnaHQiOjEzLjAsIkJvcmRlclN0eWxlIjp7IiRpZCI6IjEyNTYiLCJMaW5lQ29sb3IiOnsiJHJlZiI6IjI4MSJ9LCJMaW5lV2VpZ2h0IjowLjAsIkxpbmVUeXBlIjowLCJQYXJlbnRTdHlsZSI6bnVsbH0sIlBhcmVudFN0eWxlIjpudWxsfSwiVGl0bGVTdHlsZSI6eyIkaWQiOiIxMjU3IiwiRm9udFNldHRpbmdzIjp7IiRpZCI6IjEyNTgiLCJGb250U2l6ZSI6MTEsIkZvbnROYW1lIjoiQ2FsaWJyaSIsIklzQm9sZCI6dHJ1ZSwiSXNJdGFsaWMiOmZhbHNlLCJJc1VuZGVybGluZWQiOmZhbHNlLCJQYXJlbnRTdHlsZSI6bnVsbH0sIkF1dG9TaXplIjoyLCJGb3JlZ3JvdW5kIjp7IiRpZCI6IjEyNTkiLCJDb2xvciI6eyIkaWQiOiIxMjYwIiwiQSI6MjU1LCJSIjowLCJHIjowLCJCIjowfX0sIk1heFdpZHRoIjo4NC40NDMzMzMzMzMzMzMzNDIsIk1heEhlaWdodCI6IkluZmluaXR5IiwiU21hcnRGb3JlZ3JvdW5kSXNBY3RpdmUiOmZhbHNlLCJIb3Jpem9udGFsQWxpZ25tZW50IjowLCJWZXJ0aWNhbEFsaWdubWVudCI6MCwiU21hcnRGb3JlZ3JvdW5kIjpudWxsLCJCYWNrZ3JvdW5kRmlsbFR5cGUiOjAsIk1hcmdpbiI6eyIkaWQiOiIxMjYxIiwiVG9wIjowLjAsIkxlZnQiOjAuMCwiUmlnaHQiOjAuMCwiQm90dG9tIjowLjB9LCJQYWRkaW5nIjp7IiRpZCI6IjEyNjIiLCJUb3AiOjAuMCwiTGVmdCI6MC4wLCJSaWdodCI6MC4wLCJCb3R0b20iOjAuMH0sIkJhY2tncm91bmQiOnsiJHJlZiI6IjE2MiJ9LCJJc1Zpc2libGUiOnRydWUsIldpZHRoIjowLjAsIkhlaWdodCI6MC4wLCJCb3JkZXJTdHlsZSI6eyIkaWQiOiIxMjYzIiwiTGluZUNvbG9yIjpudWxsLCJMaW5lV2VpZ2h0IjowLjAsIkxpbmVUeXBlIjowLCJQYXJlbnRTdHlsZSI6bnVsbH0sIlBhcmVudFN0eWxlIjpudWxsfSwiRGF0ZVN0eWxlIjp7IiRpZCI6IjEyNjQiLCJGb250U2V0dGluZ3MiOnsiJGlkIjoiMTI2NSIsIkZvbnRTaXplIjoxMCwiRm9udE5hbWUiOiJDYWxpYnJpIiwiSXNCb2xkIjpmYWxzZSwiSXNJdGFsaWMiOmZhbHNlLCJJc1VuZGVybGluZWQiOmZhbHNlLCJQYXJlbnRTdHlsZSI6bnVsbH0sIkF1dG9TaXplIjowLCJGb3JlZ3JvdW5kIjp7IiRpZCI6IjEyNjYiLCJDb2xvciI6eyIkaWQiOiIxMjY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Y4IiwiVG9wIjowLjAsIkxlZnQiOjAuMCwiUmlnaHQiOjAuMCwiQm90dG9tIjowLjB9LCJQYWRkaW5nIjp7IiRpZCI6IjEyNjkiLCJUb3AiOjAuMCwiTGVmdCI6MC4wLCJSaWdodCI6MC4wLCJCb3R0b20iOjAuMH0sIkJhY2tncm91bmQiOnsiJHJlZiI6IjE3MCJ9LCJJc1Zpc2libGUiOnRydWUsIldpZHRoIjowLjAsIkhlaWdodCI6MC4wLCJCb3JkZXJTdHlsZSI6eyIkaWQiOiIxMjcwIiwiTGluZUNvbG9yIjpudWxsLCJMaW5lV2VpZ2h0IjowLjAsIkxpbmVUeXBlIjowLCJQYXJlbnRTdHlsZSI6bnVsbH0sIlBhcmVudFN0eWxlIjpudWxsfSwiRGF0ZUZvcm1hdCI6eyIkaWQiOiIxMjc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zIiLCJGb3JtYXQiOjAsIklzVmlzaWJsZSI6ZmFsc2UsIkxhc3RLbm93blZpc2liaWxpdHlTdGF0ZSI6ZmFsc2V9LCJJc1Zpc2libGUiOnRydWUsIlBhcmVudFN0eWxlIjpudWxsfSwiSW5kZXgiOjIsIlBlcmNlbnRhZ2VDb21wbGV0ZSI6bnVsbCwiUG9zaXRpb24iOnsiUmF0aW8iOjAuMCwiSXNDdXN0b20iOmZhbHNlfSwiRGF0ZUZvcm1hdCI6eyIkcmVmIjoiMTI3MSJ9LCJXZWVrTnVtYmVyaW5nIjp7IiRpZCI6IjEyNzMiLCJGb3JtYXQiOjAsIklzVmlzaWJsZSI6ZmFsc2UsIkxhc3RLbm93blZpc2liaWxpdHlTdGF0ZSI6ZmFsc2V9LCJSZWxhdGVkVGFza0lkIjoiMDAwMDAwMDAtMDAwMC0wMDAwLTAwMDAtMDAwMDAwMDAwMDAwIiwiSWQiOiIwZTI4YTg0Yy1mNjcyLTRlMDAtYTA4OS05NjRiZTBkMjRiMGMiLCJJbXBvcnRJZCI6bnVsbCwiVGl0bGUiOiJFeGVjdXRpdmUgRGVjaXNpb24iLCJOb3RlIjpudWxsLCJIeXBlcmxpbmsiOnsiJGlkIjoiMTI3NCIsIkFkZHJlc3MiOiIiLCJTdWJBZGRyZXNzIjoiIn0sIklzQ2hhbmdlZCI6ZmFsc2UsIklzTmV3IjpmYWxzZX0seyIkaWQiOiIxMjc1IiwiRGF0ZSI6IjIwMTktMDYtMzBUMTE6NTk6MDBaIiwiU3R5bGUiOnsiJGlkIjoiMTI3NiIsIlNoYXBlIjoxOSwiQ29ubmVjdG9yTWFyZ2luIjp7IiRpZCI6IjEyNzciLCJUb3AiOjAuMCwiTGVmdCI6Mi4wLCJSaWdodCI6Mi4wLCJCb3R0b20iOjAuMH0sIkNvbm5lY3RvclN0eWxlIjp7IiRpZCI6IjEyNzgiLCJMaW5lQ29sb3IiOnsiJGlkIjoiMTI3OSIsIiR0eXBlIjoiTkxSRS5Db21tb24uRG9tLlNvbGlkQ29sb3JCcnVzaCwgTkxSRS5Db21tb24iLCJDb2xvciI6eyIkaWQiOiIxMjgwIiwiQSI6MTI3LCJSIjo3OSwiRyI6MTI5LCJCIjoxODl9fSwiTGluZVdlaWdodCI6MS4wLCJMaW5lVHlwZSI6MCwiUGFyZW50U3R5bGUiOm51bGx9LCJJc0JlbG93VGltZWJhbmQiOmZhbHNlLCJQb3NpdGlvbk9uVGFzayI6MCwiSGlkZURhdGUiOmZhbHNlLCJTaGFwZVNpemUiOjEsIlNwYWNpbmciOjAuMCwiUGFkZGluZyI6eyIkaWQiOiIxMjgxIiwiVG9wIjo3LjAsIkxlZnQiOjMuMCwiUmlnaHQiOjAuMCwiQm90dG9tIjoyLjB9LCJTaGFwZVN0eWxlIjp7IiRpZCI6IjEyODIiLCJNYXJnaW4iOnsiJGlkIjoiMTI4MyIsIlRvcCI6MC4wLCJMZWZ0IjowLjAsIlJpZ2h0IjowLjAsIkJvdHRvbSI6MC4wfSwiUGFkZGluZyI6eyIkaWQiOiIxMjg0IiwiVG9wIjowLjAsIkxlZnQiOjAuMCwiUmlnaHQiOjAuMCwiQm90dG9tIjowLjB9LCJCYWNrZ3JvdW5kIjp7IiRpZCI6IjEyODUiLCJDb2xvciI6eyIkaWQiOiIxMjg2IiwiQSI6MjU1LCJSIjo4MiwiRyI6MTQ3LCJCIjoyMDV9fSwiSXNWaXNpYmxlIjp0cnVlLCJXaWR0aCI6MTMuMCwiSGVpZ2h0IjoxMy4wLCJCb3JkZXJTdHlsZSI6eyIkaWQiOiIxMjg3IiwiTGluZUNvbG9yIjp7IiRyZWYiOiIyODEifSwiTGluZVdlaWdodCI6MC4wLCJMaW5lVHlwZSI6MCwiUGFyZW50U3R5bGUiOm51bGx9LCJQYXJlbnRTdHlsZSI6bnVsbH0sIlRpdGxlU3R5bGUiOnsiJGlkIjoiMTI4OCIsIkZvbnRTZXR0aW5ncyI6eyIkaWQiOiIxMjg5IiwiRm9udFNpemUiOjExLCJGb250TmFtZSI6IkNhbGlicmkiLCJJc0JvbGQiOnRydWUsIklzSXRhbGljIjpmYWxzZSwiSXNVbmRlcmxpbmVkIjpmYWxzZSwiUGFyZW50U3R5bGUiOm51bGx9LCJBdXRvU2l6ZSI6MCwiRm9yZWdyb3VuZCI6eyIkaWQiOiIxMjkwIiwiQ29sb3IiOnsiJGlkIjoiMTI5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kyIiwiVG9wIjowLjAsIkxlZnQiOjAuMCwiUmlnaHQiOjAuMCwiQm90dG9tIjowLjB9LCJQYWRkaW5nIjp7IiRpZCI6IjEyOTMiLCJUb3AiOjAuMCwiTGVmdCI6MC4wLCJSaWdodCI6MC4wLCJCb3R0b20iOjAuMH0sIkJhY2tncm91bmQiOnsiJHJlZiI6IjE2MiJ9LCJJc1Zpc2libGUiOnRydWUsIldpZHRoIjowLjAsIkhlaWdodCI6MC4wLCJCb3JkZXJTdHlsZSI6eyIkaWQiOiIxMjk0IiwiTGluZUNvbG9yIjpudWxsLCJMaW5lV2VpZ2h0IjowLjAsIkxpbmVUeXBlIjowLCJQYXJlbnRTdHlsZSI6bnVsbH0sIlBhcmVudFN0eWxlIjpudWxsfSwiRGF0ZVN0eWxlIjp7IiRpZCI6IjEyOTUiLCJGb250U2V0dGluZ3MiOnsiJGlkIjoiMTI5NiIsIkZvbnRTaXplIjoxMCwiRm9udE5hbWUiOiJDYWxpYnJpIiwiSXNCb2xkIjpmYWxzZSwiSXNJdGFsaWMiOmZhbHNlLCJJc1VuZGVybGluZWQiOmZhbHNlLCJQYXJlbnRTdHlsZSI6bnVsbH0sIkF1dG9TaXplIjowLCJGb3JlZ3JvdW5kIjp7IiRpZCI6IjEyOTciLCJDb2xvciI6eyIkaWQiOiIxMjk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k5IiwiVG9wIjowLjAsIkxlZnQiOjAuMCwiUmlnaHQiOjAuMCwiQm90dG9tIjowLjB9LCJQYWRkaW5nIjp7IiRpZCI6IjEzMDAiLCJUb3AiOjAuMCwiTGVmdCI6MC4wLCJSaWdodCI6MC4wLCJCb3R0b20iOjAuMH0sIkJhY2tncm91bmQiOnsiJHJlZiI6IjE3MCJ9LCJJc1Zpc2libGUiOnRydWUsIldpZHRoIjowLjAsIkhlaWdodCI6MC4wLCJCb3JkZXJTdHlsZSI6eyIkaWQiOiIxMzAxIiwiTGluZUNvbG9yIjpudWxsLCJMaW5lV2VpZ2h0IjowLjAsIkxpbmVUeXBlIjowLCJQYXJlbnRTdHlsZSI6bnVsbH0sIlBhcmVudFN0eWxlIjpudWxsfSwiRGF0ZUZvcm1hdCI6eyIkaWQiOiIxMzA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DMiLCJGb3JtYXQiOjAsIklzVmlzaWJsZSI6ZmFsc2UsIkxhc3RLbm93blZpc2liaWxpdHlTdGF0ZSI6ZmFsc2V9LCJJc1Zpc2libGUiOnRydWUsIlBhcmVudFN0eWxlIjpudWxsfSwiSW5kZXgiOjMsIlBlcmNlbnRhZ2VDb21wbGV0ZSI6bnVsbCwiUG9zaXRpb24iOnsiUmF0aW8iOjAuMCwiSXNDdXN0b20iOmZhbHNlfSwiRGF0ZUZvcm1hdCI6eyIkcmVmIjoiMTMwMiJ9LCJXZWVrTnVtYmVyaW5nIjp7IiRpZCI6IjEzMDQiLCJGb3JtYXQiOjAsIklzVmlzaWJsZSI6ZmFsc2UsIkxhc3RLbm93blZpc2liaWxpdHlTdGF0ZSI6ZmFsc2V9LCJSZWxhdGVkVGFza0lkIjoiMDAwMDAwMDAtMDAwMC0wMDAwLTAwMDAtMDAwMDAwMDAwMDAwIiwiSWQiOiJiOGM2MDMyNi05OTUyLTQzOWItOTc3Yy1iMTAzZTVmNzZiZGIiLCJJbXBvcnRJZCI6bnVsbCwiVGl0bGUiOiJCZXRhIFJlbGVhc2UiLCJOb3RlIjpudWxsLCJIeXBlcmxpbmsiOnsiJGlkIjoiMTMwNSIsIkFkZHJlc3MiOiIiLCJTdWJBZGRyZXNzIjoiIn0sIklzQ2hhbmdlZCI6ZmFsc2UsIklzTmV3IjpmYWxzZX0seyIkaWQiOiIxMzA2IiwiRGF0ZSI6IjIwMTktMTAtMDFUMTE6NTk6MDBaIiwiU3R5bGUiOnsiJGlkIjoiMTMwNyIsIlNoYXBlIjoxOSwiQ29ubmVjdG9yTWFyZ2luIjp7IiRpZCI6IjEzMDgiLCJUb3AiOjAuMCwiTGVmdCI6Mi4wLCJSaWdodCI6Mi4wLCJCb3R0b20iOjAuMH0sIkNvbm5lY3RvclN0eWxlIjp7IiRpZCI6IjEzMDkiLCJMaW5lQ29sb3IiOnsiJGlkIjoiMTMxMCIsIiR0eXBlIjoiTkxSRS5Db21tb24uRG9tLlNvbGlkQ29sb3JCcnVzaCwgTkxSRS5Db21tb24iLCJDb2xvciI6eyIkaWQiOiIxMzExIiwiQSI6MTI3LCJSIjo3OSwiRyI6MTI5LCJCIjoxODl9fSwiTGluZVdlaWdodCI6MS4wLCJMaW5lVHlwZSI6MCwiUGFyZW50U3R5bGUiOm51bGx9LCJJc0JlbG93VGltZWJhbmQiOmZhbHNlLCJQb3NpdGlvbk9uVGFzayI6MCwiSGlkZURhdGUiOmZhbHNlLCJTaGFwZVNpemUiOjEsIlNwYWNpbmciOjAuMCwiUGFkZGluZyI6eyIkaWQiOiIxMzEyIiwiVG9wIjo3LjAsIkxlZnQiOjMuMCwiUmlnaHQiOjAuMCwiQm90dG9tIjoyLjB9LCJTaGFwZVN0eWxlIjp7IiRpZCI6IjEzMTMiLCJNYXJnaW4iOnsiJGlkIjoiMTMxNCIsIlRvcCI6MC4wLCJMZWZ0IjowLjAsIlJpZ2h0IjowLjAsIkJvdHRvbSI6MC4wfSwiUGFkZGluZyI6eyIkaWQiOiIxMzE1IiwiVG9wIjowLjAsIkxlZnQiOjAuMCwiUmlnaHQiOjAuMCwiQm90dG9tIjowLjB9LCJCYWNrZ3JvdW5kIjp7IiRpZCI6IjEzMTYiLCJDb2xvciI6eyIkaWQiOiIxMzE3IiwiQSI6MjU1LCJSIjo4MiwiRyI6MTQ3LCJCIjoyMDV9fSwiSXNWaXNpYmxlIjp0cnVlLCJXaWR0aCI6MTMuMCwiSGVpZ2h0IjoxMy4wLCJCb3JkZXJTdHlsZSI6eyIkaWQiOiIxMzE4IiwiTGluZUNvbG9yIjp7IiRyZWYiOiIyODEifSwiTGluZVdlaWdodCI6MC4wLCJMaW5lVHlwZSI6MCwiUGFyZW50U3R5bGUiOm51bGx9LCJQYXJlbnRTdHlsZSI6bnVsbH0sIlRpdGxlU3R5bGUiOnsiJGlkIjoiMTMxOSIsIkZvbnRTZXR0aW5ncyI6eyIkaWQiOiIxMzIwIiwiRm9udFNpemUiOjExLCJGb250TmFtZSI6IkNhbGlicmkiLCJJc0JvbGQiOnRydWUsIklzSXRhbGljIjpmYWxzZSwiSXNVbmRlcmxpbmVkIjpmYWxzZSwiUGFyZW50U3R5bGUiOm51bGx9LCJBdXRvU2l6ZSI6MCwiRm9yZWdyb3VuZCI6eyIkaWQiOiIxMzIxIiwiQ29sb3IiOnsiJGlkIjoiMTMy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zIzIiwiVG9wIjowLjAsIkxlZnQiOjAuMCwiUmlnaHQiOjAuMCwiQm90dG9tIjowLjB9LCJQYWRkaW5nIjp7IiRpZCI6IjEzMjQiLCJUb3AiOjAuMCwiTGVmdCI6MC4wLCJSaWdodCI6MC4wLCJCb3R0b20iOjAuMH0sIkJhY2tncm91bmQiOnsiJHJlZiI6IjE2MiJ9LCJJc1Zpc2libGUiOnRydWUsIldpZHRoIjowLjAsIkhlaWdodCI6MC4wLCJCb3JkZXJTdHlsZSI6eyIkaWQiOiIxMzI1IiwiTGluZUNvbG9yIjpudWxsLCJMaW5lV2VpZ2h0IjowLjAsIkxpbmVUeXBlIjowLCJQYXJlbnRTdHlsZSI6bnVsbH0sIlBhcmVudFN0eWxlIjpudWxsfSwiRGF0ZVN0eWxlIjp7IiRpZCI6IjEzMjYiLCJGb250U2V0dGluZ3MiOnsiJGlkIjoiMTMyNyIsIkZvbnRTaXplIjoxMCwiRm9udE5hbWUiOiJDYWxpYnJpIiwiSXNCb2xkIjpmYWxzZSwiSXNJdGFsaWMiOmZhbHNlLCJJc1VuZGVybGluZWQiOmZhbHNlLCJQYXJlbnRTdHlsZSI6bnVsbH0sIkF1dG9TaXplIjowLCJGb3JlZ3JvdW5kIjp7IiRpZCI6IjEzMjgiLCJDb2xvciI6eyIkaWQiOiIxMzI5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pZCI6IjEzMzAiLCJUb3AiOjAuMCwiTGVmdCI6MC4wLCJSaWdodCI6MC4wLCJCb3R0b20iOjAuMH0sIlBhZGRpbmciOnsiJGlkIjoiMTMzMSIsIlRvcCI6MC4wLCJMZWZ0IjowLjAsIlJpZ2h0IjowLjAsIkJvdHRvbSI6MC4wfSwiQmFja2dyb3VuZCI6eyIkcmVmIjoiMTcwIn0sIklzVmlzaWJsZSI6dHJ1ZSwiV2lkdGgiOjAuMCwiSGVpZ2h0IjowLjAsIkJvcmRlclN0eWxlIjp7IiRpZCI6IjEzMzIiLCJMaW5lQ29sb3IiOm51bGwsIkxpbmVXZWlnaHQiOjAuMCwiTGluZVR5cGUiOjAsIlBhcmVudFN0eWxlIjpudWxsfSwiUGFyZW50U3R5bGUiOm51bGx9LCJEYXRlRm9ybWF0Ijp7IiRpZCI6IjEz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zNCIsIkZvcm1hdCI6MCwiSXNWaXNpYmxlIjpmYWxzZSwiTGFzdEtub3duVmlzaWJpbGl0eVN0YXRlIjpmYWxzZX0sIklzVmlzaWJsZSI6dHJ1ZSwiUGFyZW50U3R5bGUiOm51bGx9LCJJbmRleCI6NCwiUGVyY2VudGFnZUNvbXBsZXRlIjpudWxsLCJQb3NpdGlvbiI6eyJSYXRpbyI6MC4wLCJJc0N1c3RvbSI6ZmFsc2V9LCJEYXRlRm9ybWF0Ijp7IiRyZWYiOiIxMzMzIn0sIldlZWtOdW1iZXJpbmciOnsiJGlkIjoiMTMzNSIsIkZvcm1hdCI6MCwiSXNWaXNpYmxlIjpmYWxzZSwiTGFzdEtub3duVmlzaWJpbGl0eVN0YXRlIjpmYWxzZX0sIlJlbGF0ZWRUYXNrSWQiOiIwMDAwMDAwMC0wMDAwLTAwMDAtMDAwMC0wMDAwMDAwMDAwMDAiLCJJZCI6Ijc4YWI5MDhmLTE0YzctNGM4OC05OGFjLTM0ZDI2NjVlMTJmMiIsIkltcG9ydElkIjpudWxsLCJUaXRsZSI6IlJlbGVhc2UgQ2FuZGlkYXRlIiwiTm90ZSI6bnVsbCwiSHlwZXJsaW5rIjp7IiRpZCI6IjEzMzYiLCJBZGRyZXNzIjoiIiwiU3ViQWRkcmVzcyI6IiJ9LCJJc0NoYW5nZWQiOmZhbHNlLCJJc05ldyI6ZmFsc2V9LHsiJGlkIjoiMTMzNyIsIkRhdGUiOiIyMDE5LTEwLTIwVDExOjU5OjAwWiIsIlN0eWxlIjp7IiRpZCI6IjEzMzgiLCJTaGFwZSI6MTksIkNvbm5lY3Rvck1hcmdpbiI6eyIkaWQiOiIxMzM5IiwiVG9wIjowLjAsIkxlZnQiOjIuMCwiUmlnaHQiOjIuMCwiQm90dG9tIjowLjB9LCJDb25uZWN0b3JTdHlsZSI6eyIkaWQiOiIxMzQwIiwiTGluZUNvbG9yIjp7IiRpZCI6IjEzNDEiLCIkdHlwZSI6Ik5MUkUuQ29tbW9uLkRvbS5Tb2xpZENvbG9yQnJ1c2gsIE5MUkUuQ29tbW9uIiwiQ29sb3IiOnsiJGlkIjoiMTM0MiIsIkEiOjEyNywiUiI6NzksIkciOjEyOSwiQiI6MTg5fX0sIkxpbmVXZWlnaHQiOjEuMCwiTGluZVR5cGUiOjAsIlBhcmVudFN0eWxlIjpudWxsfSwiSXNCZWxvd1RpbWViYW5kIjpmYWxzZSwiUG9zaXRpb25PblRhc2siOjAsIkhpZGVEYXRlIjpmYWxzZSwiU2hhcGVTaXplIjoxLCJTcGFjaW5nIjowLjAsIlBhZGRpbmciOnsiJGlkIjoiMTM0MyIsIlRvcCI6Ny4wLCJMZWZ0IjozLjAsIlJpZ2h0IjowLjAsIkJvdHRvbSI6Mi4wfSwiU2hhcGVTdHlsZSI6eyIkaWQiOiIxMzQ0IiwiTWFyZ2luIjp7IiRpZCI6IjEzNDUiLCJUb3AiOjAuMCwiTGVmdCI6MC4wLCJSaWdodCI6MC4wLCJCb3R0b20iOjAuMH0sIlBhZGRpbmciOnsiJGlkIjoiMTM0NiIsIlRvcCI6MC4wLCJMZWZ0IjowLjAsIlJpZ2h0IjowLjAsIkJvdHRvbSI6MC4wfSwiQmFja2dyb3VuZCI6eyIkaWQiOiIxMzQ3IiwiQ29sb3IiOnsiJGlkIjoiMTM0OCIsIkEiOjI1NSwiUiI6MTEyLCJHIjoxNzMsIkIiOjcxfX0sIklzVmlzaWJsZSI6dHJ1ZSwiV2lkdGgiOjEzLjAsIkhlaWdodCI6MTMuMCwiQm9yZGVyU3R5bGUiOnsiJGlkIjoiMTM0OSIsIkxpbmVDb2xvciI6eyIkcmVmIjoiMjgxIn0sIkxpbmVXZWlnaHQiOjAuMCwiTGluZVR5cGUiOjAsIlBhcmVudFN0eWxlIjpudWxsfSwiUGFyZW50U3R5bGUiOm51bGx9LCJUaXRsZVN0eWxlIjp7IiRpZCI6IjEzNTAiLCJGb250U2V0dGluZ3MiOnsiJGlkIjoiMTM1MSIsIkZvbnRTaXplIjoxMSwiRm9udE5hbWUiOiJDYWxpYnJpIiwiSXNCb2xkIjp0cnVlLCJJc0l0YWxpYyI6ZmFsc2UsIklzVW5kZXJsaW5lZCI6ZmFsc2UsIlBhcmVudFN0eWxlIjpudWxsfSwiQXV0b1NpemUiOjAsIkZvcmVncm91bmQiOnsiJGlkIjoiMTM1MiIsIkNvbG9yIjp7IiRpZCI6IjEzNTMiLCJBIjoyNTUsIlIiOjU4LCJHIjoxMzcsIkIiOjB9fSwiTWF4V2lkdGgiOjIwMC4wLCJNYXhIZWlnaHQiOiJJbmZpbml0eSIsIlNtYXJ0Rm9yZWdyb3VuZElzQWN0aXZlIjpmYWxzZSwiSG9yaXpvbnRhbEFsaWdubWVudCI6MCwiVmVydGljYWxBbGlnbm1lbnQiOjAsIlNtYXJ0Rm9yZWdyb3VuZCI6bnVsbCwiQmFja2dyb3VuZEZpbGxUeXBlIjowLCJNYXJnaW4iOnsiJGlkIjoiMTM1NCIsIlRvcCI6MC4wLCJMZWZ0IjowLjAsIlJpZ2h0IjowLjAsIkJvdHRvbSI6MC4wfSwiUGFkZGluZyI6eyIkaWQiOiIxMzU1IiwiVG9wIjowLjAsIkxlZnQiOjAuMCwiUmlnaHQiOjAuMCwiQm90dG9tIjowLjB9LCJCYWNrZ3JvdW5kIjp7IiRyZWYiOiIxNjIifSwiSXNWaXNpYmxlIjp0cnVlLCJXaWR0aCI6MC4wLCJIZWlnaHQiOjAuMCwiQm9yZGVyU3R5bGUiOnsiJGlkIjoiMTM1NiIsIkxpbmVDb2xvciI6bnVsbCwiTGluZVdlaWdodCI6MC4wLCJMaW5lVHlwZSI6MCwiUGFyZW50U3R5bGUiOm51bGx9LCJQYXJlbnRTdHlsZSI6bnVsbH0sIkRhdGVTdHlsZSI6eyIkaWQiOiIxMzU3IiwiRm9udFNldHRpbmdzIjp7IiRpZCI6IjEzNTgiLCJGb250U2l6ZSI6MTAsIkZvbnROYW1lIjoiQ2FsaWJyaSIsIklzQm9sZCI6ZmFsc2UsIklzSXRhbGljIjpmYWxzZSwiSXNVbmRlcmxpbmVkIjpmYWxzZSwiUGFyZW50U3R5bGUiOm51bGx9LCJBdXRvU2l6ZSI6MCwiRm9yZWdyb3VuZCI6eyIkaWQiOiIxMzU5IiwiQ29sb3IiOnsiJGlkIjoiMTM2MCIsIkEiOjI1NSwiUiI6NTgsIkciOjEzNywiQiI6MH19LCJNYXhXaWR0aCI6MjAwLjAsIk1heEhlaWdodCI6IkluZmluaXR5IiwiU21hcnRGb3JlZ3JvdW5kSXNBY3RpdmUiOmZhbHNlLCJIb3Jpem9udGFsQWxpZ25tZW50IjowLCJWZXJ0aWNhbEFsaWdubWVudCI6MCwiU21hcnRGb3JlZ3JvdW5kIjpudWxsLCJCYWNrZ3JvdW5kRmlsbFR5cGUiOjAsIk1hcmdpbiI6eyIkaWQiOiIxMzYxIiwiVG9wIjowLjAsIkxlZnQiOjAuMCwiUmlnaHQiOjAuMCwiQm90dG9tIjowLjB9LCJQYWRkaW5nIjp7IiRpZCI6IjEzNjIiLCJUb3AiOjAuMCwiTGVmdCI6MC4wLCJSaWdodCI6MC4wLCJCb3R0b20iOjAuMH0sIkJhY2tncm91bmQiOnsiJHJlZiI6IjE3MCJ9LCJJc1Zpc2libGUiOnRydWUsIldpZHRoIjowLjAsIkhlaWdodCI6MC4wLCJCb3JkZXJTdHlsZSI6eyIkaWQiOiIxMzYzIiwiTGluZUNvbG9yIjpudWxsLCJMaW5lV2VpZ2h0IjowLjAsIkxpbmVUeXBlIjowLCJQYXJlbnRTdHlsZSI6bnVsbH0sIlBhcmVudFN0eWxlIjpudWxsfSwiRGF0ZUZvcm1hdCI6eyIkaWQiOiIxMzY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jUiLCJGb3JtYXQiOjAsIklzVmlzaWJsZSI6ZmFsc2UsIkxhc3RLbm93blZpc2liaWxpdHlTdGF0ZSI6ZmFsc2V9LCJJc1Zpc2libGUiOnRydWUsIlBhcmVudFN0eWxlIjpudWxsfSwiSW5kZXgiOjUsIlBlcmNlbnRhZ2VDb21wbGV0ZSI6bnVsbCwiUG9zaXRpb24iOnsiUmF0aW8iOjAuMCwiSXNDdXN0b20iOmZhbHNlfSwiRGF0ZUZvcm1hdCI6eyIkcmVmIjoiMTM2NCJ9LCJXZWVrTnVtYmVyaW5nIjp7IiRpZCI6IjEzNjYiLCJGb3JtYXQiOjAsIklzVmlzaWJsZSI6ZmFsc2UsIkxhc3RLbm93blZpc2liaWxpdHlTdGF0ZSI6ZmFsc2V9LCJSZWxhdGVkVGFza0lkIjoiMDAwMDAwMDAtMDAwMC0wMDAwLTAwMDAtMDAwMDAwMDAwMDAwIiwiSWQiOiJiMWEyYjBhZC01MGM1LTRmM2QtYjI0Yi0zYWFiNjlkNjhmYzUiLCJJbXBvcnRJZCI6bnVsbCwiVGl0bGUiOiJGaW5hbCBSZWxlYXNlIiwiTm90ZSI6bnVsbCwiSHlwZXJsaW5rIjp7IiRpZCI6IjEzNjciLCJBZGRyZXNzIjoiIiwiU3ViQWRkcmVzcyI6IiJ9LCJJc0NoYW5nZWQiOmZhbHNlLCJJc05ldyI6ZmFsc2V9XSwiVGFza3MiOltdLCJTd2ltbGFuZXMiOltdLCJNc1Byb2plY3RJdGVtc1RyZWUiOm51bGwsIk1ldGFkYXRhIjp7IiRpZCI6IjEzNjgiLCJSZWNlbnRDb2xvcnNDb2xsZWN0aW9uIjoiW1wiI0ZGNTI5M0NEXCIsXCIjRkZDRTkyMDBcIixcIiNGRjc0QUQ0OVwiLFwiI0ZGNzM3MzczXCIsXCIjRkY0NDU0NkFcIixcIiNGRkZFQkEwQVwiLFwiI0ZGNzBBRDQ3XCIsXCIjRkZCMjBFMTJcIl0iLCJNc3BMYXRlc3RJbXBvcnRJdGVtcyI6IntcIiRpZFwiOlwiMVwiLFwiUm9vdFwiOntcIkltcG9ydElkXCI6bnVsbCxcIklzSW1wb3J0ZWRcIjpmYWxzZSxcIkNoaWxkcmVuXCI6W119fSIsIk1zcFN5bmNCeVVpZCI6IkZhbHNlIiwiTXNwQ29sdW1uc01hcHBpbmciOiJbe1wiJGlkXCI6XCIxXCIsXCJTZWxlY3RlZE1hcHBpbmdcIjoxLFwiQ29sdW1uSGVhZGVyXCI6XCJTd2ltbGFuZVwiLFwiQ29sdW1uRnJpZW5kbHlOYW1lXCI6bnVsbH0se1wiJGlkXCI6XCIyXCIsXCJTZWxlY3RlZE1hcHBpbmdcIjoyLFwiQ29sdW1uSGVhZGVyXCI6XCJOYW1lXCIsXCJDb2x1bW5GcmllbmRseU5hbWVcIjpudWxsfSx7XCIkaWRcIjpcIjNcIixcIlNlbGVjdGVkTWFwcGluZ1wiOjMsXCJDb2x1bW5IZWFkZXJcIjpcIlN0YXJ0XCIsXCJDb2x1bW5GcmllbmRseU5hbWVcIjpudWxsfSx7XCIkaWRcIjpcIjRcIixcIlNlbGVjdGVkTWFwcGluZ1wiOjQsXCJDb2x1bW5IZWFkZXJcIjpcIkZpbmlzaFwiLFwiQ29sdW1uRnJpZW5kbHlOYW1lXCI6bnVsbH0se1wiJGlkXCI6XCI1XCIsXCJTZWxlY3RlZE1hcHBpbmdcIjo1LFwiQ29sdW1uSGVhZGVyXCI6XCJQZXJjZW50Q29tcGxldGVcIixcIkNvbHVtbkZyaWVuZGx5TmFtZVwiOm51bGx9XSJ9LCJTZXR0aW5ncyI6eyIkaWQiOiIxMzY5IiwiSW1wYU9wdGlvbnMiOnsiJGlkIjoiMTM3MC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EzNzEiLCJVc2VUaW1lIjpmYWxzZSwiV29ya0RheVN0YXJ0IjoiMDA6MDA6MDAiLCJXb3JrRGF5RW5kIjoiMjM6NTk6MDAifSwiTGFzdFVzZWRUZW1wbGF0ZUlkIjoiZjM3NDYwNjMtMDA0Yy00NDVkLTkxODctY2VkZjdhY2UxNDNiIiwiRmlyc3RXZWVrT2ZZZWFyIjowLCJQbGFjZU1pbGVzdG9uZUF0VGhlQmVnaW5uaW5nT2ZUaGVEYXkiOmZhbHNl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ENDDATE" val="2019-12-22T12:59:00.0000000"/>
  <p:tag name="OTLTIMEBANDWORKINGDAYS" val="Standard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False"/>
  <p:tag name="OTLTIMEBANDSCALEMARKING" val="Years"/>
  <p:tag name="OTLRIGHTENDCAPSMARGINRIGHT" val="20"/>
  <p:tag name="OTLLEFTENDCAPSMARGINLEFT" val="20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SCALEFORMAT" val="MMM"/>
  <p:tag name="OTLTIMEBANDSCALETYPE" val="Months"/>
  <p:tag name="OTLTIMEBANDSHAPETYPE" val="RoundedCornerRectangleTimeband"/>
  <p:tag name="OTLTIMEBANDSHAPEHEIGHT" val="20"/>
  <p:tag name="OTLTIMEBANDSHAPEPADDINGLEFT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02-01T00:00:00.0000000Z"/>
  <p:tag name="OTLENDDATE" val="2019-03-07T11:59:00.0000000"/>
  <p:tag name="OTLDURATIONFORMAT" val="day"/>
  <p:tag name="OTLSPACING" val="5"/>
  <p:tag name="OTLSHAPETHICKNESSTYPE" val="Thin"/>
  <p:tag name="OTLWEEKNUMBERINGFORMAT" val="WNFormat1"/>
  <p:tag name="OTLWEEKNUMBERINGISVISIBL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02-01T00:00:00.0000000Z"/>
  <p:tag name="OTLENDDATE" val="2019-03-07T11:59:00.0000000"/>
  <p:tag name="OTLDURATIONFORMAT" val="day"/>
  <p:tag name="OTLSPACING" val="5"/>
  <p:tag name="OTLSHAPETHICKNESSTYPE" val="Thin"/>
  <p:tag name="OTLWEEKNUMBERINGFORMAT" val="WNFormat1"/>
  <p:tag name="OTLWEEKNUMBERINGISVISIBLE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02-01T00:00:00.0000000Z"/>
  <p:tag name="OTLENDDATE" val="2019-03-07T11:59:00.0000000"/>
  <p:tag name="OTLDURATIONFORMAT" val="day"/>
  <p:tag name="OTLSPACING" val="5"/>
  <p:tag name="OTLSHAPETHICKNESSTYPE" val="Thin"/>
  <p:tag name="OTLWEEKNUMBERINGFORMAT" val="WNFormat1"/>
  <p:tag name="OTLWEEKNUMBERINGISVISIBLE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02-01T00:00:00.0000000Z"/>
  <p:tag name="OTLENDDATE" val="2019-03-07T11:59:00.0000000"/>
  <p:tag name="OTLDURATIONFORMAT" val="day"/>
  <p:tag name="OTLSPACING" val="5"/>
  <p:tag name="OTLSHAPETHICKNESSTYPE" val="Thin"/>
  <p:tag name="OTLWEEKNUMBERINGFORMAT" val="WNFormat1"/>
  <p:tag name="OTLWEEKNUMBERINGISVISIBLE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02-01T00:00:00.0000000Z"/>
  <p:tag name="OTLENDDATE" val="2019-03-07T11:59:00.0000000"/>
  <p:tag name="OTLDURATIONFORMAT" val="day"/>
  <p:tag name="OTLSPACING" val="5"/>
  <p:tag name="OTLSHAPETHICKNESSTYPE" val="Thin"/>
  <p:tag name="OTLWEEKNUMBERINGFORMAT" val="WNFormat1"/>
  <p:tag name="OTLWEEKNUMBERINGISVISIBLE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02-01T00:00:00.0000000Z"/>
  <p:tag name="OTLENDDATE" val="2019-03-07T11:59:00.0000000"/>
  <p:tag name="OTLDURATIONFORMAT" val="day"/>
  <p:tag name="OTLSPACING" val="5"/>
  <p:tag name="OTLSHAPETHICKNESSTYPE" val="Thin"/>
  <p:tag name="OTLWEEKNUMBERINGFORMAT" val="WNFormat1"/>
  <p:tag name="OTLWEEKNUMBERINGISVISIBLE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02-01T00:00:00.0000000Z"/>
  <p:tag name="OTLENDDATE" val="2019-03-07T11:59:00.0000000"/>
  <p:tag name="OTLDURATIONFORMAT" val="day"/>
  <p:tag name="OTLSPACING" val="5"/>
  <p:tag name="OTLSHAPETHICKNESSTYPE" val="Thin"/>
  <p:tag name="OTLWEEKNUMBERINGFORMAT" val="WNFormat1"/>
  <p:tag name="OTLWEEKNUMBERINGISVISIBLE" val="Fals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9-02-01T00:00:00.0000000Z"/>
  <p:tag name="OTLENDDATE" val="2019-03-07T11:59:00.0000000"/>
  <p:tag name="OTLDURATIONFORMAT" val="day"/>
  <p:tag name="OTLSPACING" val="5"/>
  <p:tag name="OTLSHAPETHICKNESSTYPE" val="Thin"/>
  <p:tag name="OTLWEEKNUMBERINGFORMAT" val="WNFormat1"/>
  <p:tag name="OTLWEEKNUMBERINGISVISIBLE" val="Fals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86F4A466F26046961D2FEADA0F794E" ma:contentTypeVersion="16" ma:contentTypeDescription="Creare un nuovo documento." ma:contentTypeScope="" ma:versionID="5e02355d5cecf19426e57b875a489e7c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626cd6fb246126ddc64a9d91192dc07e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 xmlns="71b77f45-859e-4a9f-b23d-c4b37bd56895">2024-12-20T10:30:08+00:00</Date>
    <SharedWithUsers xmlns="7a69be49-e63e-4505-90ce-d18b3283f86f">
      <UserInfo>
        <DisplayName/>
        <AccountId xsi:nil="true"/>
        <AccountType/>
      </UserInfo>
    </SharedWithUsers>
    <lcf76f155ced4ddcb4097134ff3c332f xmlns="71b77f45-859e-4a9f-b23d-c4b37bd56895">
      <Terms xmlns="http://schemas.microsoft.com/office/infopath/2007/PartnerControls"/>
    </lcf76f155ced4ddcb4097134ff3c332f>
    <TaxCatchAll xmlns="7a69be49-e63e-4505-90ce-d18b3283f86f" xsi:nil="true"/>
  </documentManagement>
</p:properties>
</file>

<file path=customXml/itemProps1.xml><?xml version="1.0" encoding="utf-8"?>
<ds:datastoreItem xmlns:ds="http://schemas.openxmlformats.org/officeDocument/2006/customXml" ds:itemID="{7CA1DB72-242B-4815-8C66-22A08FCBB9DF}"/>
</file>

<file path=customXml/itemProps2.xml><?xml version="1.0" encoding="utf-8"?>
<ds:datastoreItem xmlns:ds="http://schemas.openxmlformats.org/officeDocument/2006/customXml" ds:itemID="{9CFA4A49-083C-4E34-AF97-646B47C04F71}"/>
</file>

<file path=customXml/itemProps3.xml><?xml version="1.0" encoding="utf-8"?>
<ds:datastoreItem xmlns:ds="http://schemas.openxmlformats.org/officeDocument/2006/customXml" ds:itemID="{CE19AC58-8C4A-4FB0-BCBA-ED381CA62C9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Grand écran</PresentationFormat>
  <Paragraphs>69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862</cp:revision>
  <dcterms:created xsi:type="dcterms:W3CDTF">2019-10-18T13:10:45Z</dcterms:created>
  <dcterms:modified xsi:type="dcterms:W3CDTF">2024-08-22T07:23:23Z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9a4386-74b9-4603-ae20-950a659f9b6e_Enabled">
    <vt:lpwstr>true</vt:lpwstr>
  </property>
  <property fmtid="{D5CDD505-2E9C-101B-9397-08002B2CF9AE}" pid="3" name="MSIP_Label_2e9a4386-74b9-4603-ae20-950a659f9b6e_SetDate">
    <vt:lpwstr>2024-05-31T12:52:19Z</vt:lpwstr>
  </property>
  <property fmtid="{D5CDD505-2E9C-101B-9397-08002B2CF9AE}" pid="4" name="MSIP_Label_2e9a4386-74b9-4603-ae20-950a659f9b6e_Method">
    <vt:lpwstr>Standard</vt:lpwstr>
  </property>
  <property fmtid="{D5CDD505-2E9C-101B-9397-08002B2CF9AE}" pid="5" name="MSIP_Label_2e9a4386-74b9-4603-ae20-950a659f9b6e_Name">
    <vt:lpwstr>Internal Use Only</vt:lpwstr>
  </property>
  <property fmtid="{D5CDD505-2E9C-101B-9397-08002B2CF9AE}" pid="6" name="MSIP_Label_2e9a4386-74b9-4603-ae20-950a659f9b6e_SiteId">
    <vt:lpwstr>c7d1a8f7-0546-4a0c-8cf5-3ddaebf97d51</vt:lpwstr>
  </property>
  <property fmtid="{D5CDD505-2E9C-101B-9397-08002B2CF9AE}" pid="7" name="MSIP_Label_2e9a4386-74b9-4603-ae20-950a659f9b6e_ActionId">
    <vt:lpwstr>4d758d57-d7d3-4f70-a306-487811f96526</vt:lpwstr>
  </property>
  <property fmtid="{D5CDD505-2E9C-101B-9397-08002B2CF9AE}" pid="8" name="MSIP_Label_2e9a4386-74b9-4603-ae20-950a659f9b6e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0x010100FA86F4A466F26046961D2FEADA0F794E</vt:lpwstr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_activity">
    <vt:lpwstr>{"FileActivityType":"9","FileActivityTimeStamp":"2024-05-31T15:49:26.400Z","FileActivityUsersOnPage":[{"DisplayName":"TCHAMFONG LIONEL","Id":"tchamfl@ext.essilor.com"},{"DisplayName":"GONON Jean-Philippe","Id":"gononjp@essilor.fr"},{"DisplayName":"COISNE Gaëtan","Id":"coisneg@essilor.fr"},{"DisplayName":"FUCHS Yoann","Id":"fuchsy@essilor.fr"},{"DisplayName":"DOS SANTOS Noël","Id":"dossantn@essilor.fr"}],"FileActivityNavigationId":null}</vt:lpwstr>
  </property>
  <property fmtid="{D5CDD505-2E9C-101B-9397-08002B2CF9AE}" pid="16" name="TriggerFlowInfo">
    <vt:lpwstr/>
  </property>
</Properties>
</file>