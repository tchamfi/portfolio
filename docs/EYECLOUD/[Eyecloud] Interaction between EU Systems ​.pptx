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4"/>
    <p:sldMasterId id="2147483668" r:id="rId5"/>
    <p:sldMasterId id="2147483674" r:id="rId6"/>
  </p:sldMasterIdLst>
  <p:notesMasterIdLst>
    <p:notesMasterId r:id="rId15"/>
  </p:notesMasterIdLst>
  <p:sldIdLst>
    <p:sldId id="261" r:id="rId7"/>
    <p:sldId id="264" r:id="rId8"/>
    <p:sldId id="260" r:id="rId9"/>
    <p:sldId id="259" r:id="rId10"/>
    <p:sldId id="256" r:id="rId11"/>
    <p:sldId id="257" r:id="rId12"/>
    <p:sldId id="258" r:id="rId13"/>
    <p:sldId id="263" r:id="rId14"/>
  </p:sldIdLst>
  <p:sldSz cx="9144000" cy="6858000" type="screen4x3"/>
  <p:notesSz cx="6858000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08422-9CD6-4F9B-8D81-BB525F818DE0}" v="731" dt="2022-11-17T12:27:55.629"/>
    <p1510:client id="{7F92FD14-E541-21AA-C809-F36D30758F57}" v="2" dt="2022-11-16T16:03:46.136"/>
    <p1510:client id="{90DAB4F5-CD4E-A3AC-B2BC-7F2A55FCE2EF}" v="396" dt="2022-11-17T11:32:49.149"/>
    <p1510:client id="{BEFDA514-FC20-3FA9-F464-CA1BFD908C61}" v="19" dt="2022-11-17T09:39:51.222"/>
    <p1510:client id="{D73B7998-8764-9AA9-498D-7CA6DAF298CC}" v="34" dt="2023-09-18T13:18:06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82"/>
        <p:guide orient="horz" pos="799"/>
        <p:guide orient="horz" pos="3430"/>
        <p:guide orient="horz" pos="1344"/>
        <p:guide orient="horz" pos="2840"/>
        <p:guide orient="horz" pos="2659"/>
        <p:guide pos="5511"/>
        <p:guide pos="975"/>
        <p:guide pos="36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CHAMFONG LIONEL" userId="S::tchamfl@ext.essilor.com::7ba41266-02c5-4eb4-be69-a4bf1727da15" providerId="AD" clId="Web-{BEFDA514-FC20-3FA9-F464-CA1BFD908C61}"/>
    <pc:docChg chg="modSld">
      <pc:chgData name="TCHAMFONG LIONEL" userId="S::tchamfl@ext.essilor.com::7ba41266-02c5-4eb4-be69-a4bf1727da15" providerId="AD" clId="Web-{BEFDA514-FC20-3FA9-F464-CA1BFD908C61}" dt="2022-11-17T09:39:51.222" v="18" actId="1076"/>
      <pc:docMkLst>
        <pc:docMk/>
      </pc:docMkLst>
      <pc:sldChg chg="addSp delSp modSp">
        <pc:chgData name="TCHAMFONG LIONEL" userId="S::tchamfl@ext.essilor.com::7ba41266-02c5-4eb4-be69-a4bf1727da15" providerId="AD" clId="Web-{BEFDA514-FC20-3FA9-F464-CA1BFD908C61}" dt="2022-11-17T09:39:51.222" v="18" actId="1076"/>
        <pc:sldMkLst>
          <pc:docMk/>
          <pc:sldMk cId="0" sldId="256"/>
        </pc:sldMkLst>
        <pc:spChg chg="mod">
          <ac:chgData name="TCHAMFONG LIONEL" userId="S::tchamfl@ext.essilor.com::7ba41266-02c5-4eb4-be69-a4bf1727da15" providerId="AD" clId="Web-{BEFDA514-FC20-3FA9-F464-CA1BFD908C61}" dt="2022-11-17T09:35:29.728" v="17" actId="1076"/>
          <ac:spMkLst>
            <pc:docMk/>
            <pc:sldMk cId="0" sldId="256"/>
            <ac:spMk id="50" creationId="{00000000-0000-0000-0000-000000000000}"/>
          </ac:spMkLst>
        </pc:spChg>
        <pc:picChg chg="add del mod">
          <ac:chgData name="TCHAMFONG LIONEL" userId="S::tchamfl@ext.essilor.com::7ba41266-02c5-4eb4-be69-a4bf1727da15" providerId="AD" clId="Web-{BEFDA514-FC20-3FA9-F464-CA1BFD908C61}" dt="2022-11-17T09:33:05.348" v="4"/>
          <ac:picMkLst>
            <pc:docMk/>
            <pc:sldMk cId="0" sldId="256"/>
            <ac:picMk id="2" creationId="{B9781816-6BD7-9D98-B0DB-303DDFA61682}"/>
          </ac:picMkLst>
        </pc:picChg>
        <pc:picChg chg="add del mod">
          <ac:chgData name="TCHAMFONG LIONEL" userId="S::tchamfl@ext.essilor.com::7ba41266-02c5-4eb4-be69-a4bf1727da15" providerId="AD" clId="Web-{BEFDA514-FC20-3FA9-F464-CA1BFD908C61}" dt="2022-11-17T09:34:18.475" v="8"/>
          <ac:picMkLst>
            <pc:docMk/>
            <pc:sldMk cId="0" sldId="256"/>
            <ac:picMk id="3" creationId="{060ABAA1-C00A-DF35-83EC-BB6FE82397CB}"/>
          </ac:picMkLst>
        </pc:picChg>
        <pc:picChg chg="add mod">
          <ac:chgData name="TCHAMFONG LIONEL" userId="S::tchamfl@ext.essilor.com::7ba41266-02c5-4eb4-be69-a4bf1727da15" providerId="AD" clId="Web-{BEFDA514-FC20-3FA9-F464-CA1BFD908C61}" dt="2022-11-17T09:39:51.222" v="18" actId="1076"/>
          <ac:picMkLst>
            <pc:docMk/>
            <pc:sldMk cId="0" sldId="256"/>
            <ac:picMk id="4" creationId="{18B23965-0055-1EE2-00D9-7BF606E9CE2A}"/>
          </ac:picMkLst>
        </pc:picChg>
        <pc:picChg chg="add del">
          <ac:chgData name="TCHAMFONG LIONEL" userId="S::tchamfl@ext.essilor.com::7ba41266-02c5-4eb4-be69-a4bf1727da15" providerId="AD" clId="Web-{BEFDA514-FC20-3FA9-F464-CA1BFD908C61}" dt="2022-11-17T09:34:11.835" v="6"/>
          <ac:picMkLst>
            <pc:docMk/>
            <pc:sldMk cId="0" sldId="256"/>
            <ac:picMk id="52" creationId="{00000000-0000-0000-0000-000000000000}"/>
          </ac:picMkLst>
        </pc:picChg>
      </pc:sldChg>
    </pc:docChg>
  </pc:docChgLst>
  <pc:docChgLst>
    <pc:chgData name="TCHAMFONG LIONEL" userId="S::tchamfl@ext.essilor.com::7ba41266-02c5-4eb4-be69-a4bf1727da15" providerId="AD" clId="Web-{6C608422-9CD6-4F9B-8D81-BB525F818DE0}"/>
    <pc:docChg chg="addSld delSld modSld addMainMaster">
      <pc:chgData name="TCHAMFONG LIONEL" userId="S::tchamfl@ext.essilor.com::7ba41266-02c5-4eb4-be69-a4bf1727da15" providerId="AD" clId="Web-{6C608422-9CD6-4F9B-8D81-BB525F818DE0}" dt="2022-11-17T12:27:55.629" v="710"/>
      <pc:docMkLst>
        <pc:docMk/>
      </pc:docMkLst>
      <pc:sldChg chg="delSp">
        <pc:chgData name="TCHAMFONG LIONEL" userId="S::tchamfl@ext.essilor.com::7ba41266-02c5-4eb4-be69-a4bf1727da15" providerId="AD" clId="Web-{6C608422-9CD6-4F9B-8D81-BB525F818DE0}" dt="2022-11-17T12:27:41.347" v="707"/>
        <pc:sldMkLst>
          <pc:docMk/>
          <pc:sldMk cId="0" sldId="256"/>
        </pc:sldMkLst>
        <pc:spChg chg="del">
          <ac:chgData name="TCHAMFONG LIONEL" userId="S::tchamfl@ext.essilor.com::7ba41266-02c5-4eb4-be69-a4bf1727da15" providerId="AD" clId="Web-{6C608422-9CD6-4F9B-8D81-BB525F818DE0}" dt="2022-11-17T12:27:41.347" v="707"/>
          <ac:spMkLst>
            <pc:docMk/>
            <pc:sldMk cId="0" sldId="256"/>
            <ac:spMk id="51" creationId="{00000000-0000-0000-0000-000000000000}"/>
          </ac:spMkLst>
        </pc:spChg>
      </pc:sldChg>
      <pc:sldChg chg="delSp modSp addAnim delAnim modAnim">
        <pc:chgData name="TCHAMFONG LIONEL" userId="S::tchamfl@ext.essilor.com::7ba41266-02c5-4eb4-be69-a4bf1727da15" providerId="AD" clId="Web-{6C608422-9CD6-4F9B-8D81-BB525F818DE0}" dt="2022-11-17T12:27:34.706" v="706"/>
        <pc:sldMkLst>
          <pc:docMk/>
          <pc:sldMk cId="0" sldId="257"/>
        </pc:sldMkLst>
        <pc:spChg chg="del">
          <ac:chgData name="TCHAMFONG LIONEL" userId="S::tchamfl@ext.essilor.com::7ba41266-02c5-4eb4-be69-a4bf1727da15" providerId="AD" clId="Web-{6C608422-9CD6-4F9B-8D81-BB525F818DE0}" dt="2022-11-17T12:27:34.706" v="70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26:41.017" v="691" actId="1076"/>
          <ac:spMkLst>
            <pc:docMk/>
            <pc:sldMk cId="0" sldId="257"/>
            <ac:spMk id="93" creationId="{00000000-0000-0000-0000-000000000000}"/>
          </ac:spMkLst>
        </pc:spChg>
      </pc:sldChg>
      <pc:sldChg chg="delSp modSp">
        <pc:chgData name="TCHAMFONG LIONEL" userId="S::tchamfl@ext.essilor.com::7ba41266-02c5-4eb4-be69-a4bf1727da15" providerId="AD" clId="Web-{6C608422-9CD6-4F9B-8D81-BB525F818DE0}" dt="2022-11-17T12:27:47.035" v="708"/>
        <pc:sldMkLst>
          <pc:docMk/>
          <pc:sldMk cId="56048255" sldId="259"/>
        </pc:sldMkLst>
        <pc:spChg chg="mod">
          <ac:chgData name="TCHAMFONG LIONEL" userId="S::tchamfl@ext.essilor.com::7ba41266-02c5-4eb4-be69-a4bf1727da15" providerId="AD" clId="Web-{6C608422-9CD6-4F9B-8D81-BB525F818DE0}" dt="2022-11-17T11:35:01.142" v="30" actId="20577"/>
          <ac:spMkLst>
            <pc:docMk/>
            <pc:sldMk cId="56048255" sldId="259"/>
            <ac:spMk id="2" creationId="{14CED1B3-6FC9-5676-47CD-A399A353EAA3}"/>
          </ac:spMkLst>
        </pc:spChg>
        <pc:spChg chg="del">
          <ac:chgData name="TCHAMFONG LIONEL" userId="S::tchamfl@ext.essilor.com::7ba41266-02c5-4eb4-be69-a4bf1727da15" providerId="AD" clId="Web-{6C608422-9CD6-4F9B-8D81-BB525F818DE0}" dt="2022-11-17T12:27:47.035" v="708"/>
          <ac:spMkLst>
            <pc:docMk/>
            <pc:sldMk cId="56048255" sldId="259"/>
            <ac:spMk id="3" creationId="{3C1880A4-641A-1014-972B-32A12BB6D25F}"/>
          </ac:spMkLst>
        </pc:spChg>
        <pc:spChg chg="del">
          <ac:chgData name="TCHAMFONG LIONEL" userId="S::tchamfl@ext.essilor.com::7ba41266-02c5-4eb4-be69-a4bf1727da15" providerId="AD" clId="Web-{6C608422-9CD6-4F9B-8D81-BB525F818DE0}" dt="2022-11-17T11:35:07.454" v="31"/>
          <ac:spMkLst>
            <pc:docMk/>
            <pc:sldMk cId="56048255" sldId="259"/>
            <ac:spMk id="4" creationId="{C6C0A3DB-DD80-E5EE-AEF8-583170DD2AF0}"/>
          </ac:spMkLst>
        </pc:spChg>
        <pc:picChg chg="mod">
          <ac:chgData name="TCHAMFONG LIONEL" userId="S::tchamfl@ext.essilor.com::7ba41266-02c5-4eb4-be69-a4bf1727da15" providerId="AD" clId="Web-{6C608422-9CD6-4F9B-8D81-BB525F818DE0}" dt="2022-11-17T11:35:20.658" v="33" actId="14100"/>
          <ac:picMkLst>
            <pc:docMk/>
            <pc:sldMk cId="56048255" sldId="259"/>
            <ac:picMk id="5" creationId="{D73D9A7B-F88B-ACA0-7A62-35FBA4290CF9}"/>
          </ac:picMkLst>
        </pc:picChg>
      </pc:sldChg>
      <pc:sldChg chg="addSp delSp modSp">
        <pc:chgData name="TCHAMFONG LIONEL" userId="S::tchamfl@ext.essilor.com::7ba41266-02c5-4eb4-be69-a4bf1727da15" providerId="AD" clId="Web-{6C608422-9CD6-4F9B-8D81-BB525F818DE0}" dt="2022-11-17T12:11:04.676" v="576" actId="20577"/>
        <pc:sldMkLst>
          <pc:docMk/>
          <pc:sldMk cId="2712886308" sldId="260"/>
        </pc:sldMkLst>
        <pc:spChg chg="add del mod">
          <ac:chgData name="TCHAMFONG LIONEL" userId="S::tchamfl@ext.essilor.com::7ba41266-02c5-4eb4-be69-a4bf1727da15" providerId="AD" clId="Web-{6C608422-9CD6-4F9B-8D81-BB525F818DE0}" dt="2022-11-17T11:59:07.826" v="380"/>
          <ac:spMkLst>
            <pc:docMk/>
            <pc:sldMk cId="2712886308" sldId="260"/>
            <ac:spMk id="3" creationId="{982260D9-331D-CE42-B1B3-4A6E2816F406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09:45.752" v="539" actId="20577"/>
          <ac:spMkLst>
            <pc:docMk/>
            <pc:sldMk cId="2712886308" sldId="260"/>
            <ac:spMk id="130" creationId="{00000000-0000-0000-0000-000000000000}"/>
          </ac:spMkLst>
        </pc:spChg>
        <pc:spChg chg="del mod">
          <ac:chgData name="TCHAMFONG LIONEL" userId="S::tchamfl@ext.essilor.com::7ba41266-02c5-4eb4-be69-a4bf1727da15" providerId="AD" clId="Web-{6C608422-9CD6-4F9B-8D81-BB525F818DE0}" dt="2022-11-17T11:59:05.779" v="379"/>
          <ac:spMkLst>
            <pc:docMk/>
            <pc:sldMk cId="2712886308" sldId="260"/>
            <ac:spMk id="131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1:04.676" v="576" actId="20577"/>
          <ac:spMkLst>
            <pc:docMk/>
            <pc:sldMk cId="2712886308" sldId="260"/>
            <ac:spMk id="132" creationId="{00000000-0000-0000-0000-000000000000}"/>
          </ac:spMkLst>
        </pc:spChg>
      </pc:sldChg>
      <pc:sldChg chg="addSp delSp modSp mod modClrScheme chgLayout">
        <pc:chgData name="TCHAMFONG LIONEL" userId="S::tchamfl@ext.essilor.com::7ba41266-02c5-4eb4-be69-a4bf1727da15" providerId="AD" clId="Web-{6C608422-9CD6-4F9B-8D81-BB525F818DE0}" dt="2022-11-17T12:27:55.629" v="710"/>
        <pc:sldMkLst>
          <pc:docMk/>
          <pc:sldMk cId="2890916125" sldId="261"/>
        </pc:sldMkLst>
        <pc:spChg chg="add del mod ord">
          <ac:chgData name="TCHAMFONG LIONEL" userId="S::tchamfl@ext.essilor.com::7ba41266-02c5-4eb4-be69-a4bf1727da15" providerId="AD" clId="Web-{6C608422-9CD6-4F9B-8D81-BB525F818DE0}" dt="2022-11-17T12:16:43.499" v="615"/>
          <ac:spMkLst>
            <pc:docMk/>
            <pc:sldMk cId="2890916125" sldId="261"/>
            <ac:spMk id="2" creationId="{5FD3DB00-C9E2-4594-8B86-866E7A97B721}"/>
          </ac:spMkLst>
        </pc:spChg>
        <pc:spChg chg="mod ord">
          <ac:chgData name="TCHAMFONG LIONEL" userId="S::tchamfl@ext.essilor.com::7ba41266-02c5-4eb4-be69-a4bf1727da15" providerId="AD" clId="Web-{6C608422-9CD6-4F9B-8D81-BB525F818DE0}" dt="2022-11-17T12:17:13.969" v="618" actId="1076"/>
          <ac:spMkLst>
            <pc:docMk/>
            <pc:sldMk cId="2890916125" sldId="261"/>
            <ac:spMk id="114" creationId="{00000000-0000-0000-0000-000000000000}"/>
          </ac:spMkLst>
        </pc:spChg>
        <pc:spChg chg="del mod ord">
          <ac:chgData name="TCHAMFONG LIONEL" userId="S::tchamfl@ext.essilor.com::7ba41266-02c5-4eb4-be69-a4bf1727da15" providerId="AD" clId="Web-{6C608422-9CD6-4F9B-8D81-BB525F818DE0}" dt="2022-11-17T12:27:55.629" v="710"/>
          <ac:spMkLst>
            <pc:docMk/>
            <pc:sldMk cId="2890916125" sldId="261"/>
            <ac:spMk id="124" creationId="{00000000-0000-0000-0000-000000000000}"/>
          </ac:spMkLst>
        </pc:spChg>
        <pc:grpChg chg="add del">
          <ac:chgData name="TCHAMFONG LIONEL" userId="S::tchamfl@ext.essilor.com::7ba41266-02c5-4eb4-be69-a4bf1727da15" providerId="AD" clId="Web-{6C608422-9CD6-4F9B-8D81-BB525F818DE0}" dt="2022-11-17T12:16:39.843" v="614"/>
          <ac:grpSpMkLst>
            <pc:docMk/>
            <pc:sldMk cId="2890916125" sldId="261"/>
            <ac:grpSpMk id="115" creationId="{00000000-0000-0000-0000-000000000000}"/>
          </ac:grpSpMkLst>
        </pc:grpChg>
        <pc:picChg chg="mod">
          <ac:chgData name="TCHAMFONG LIONEL" userId="S::tchamfl@ext.essilor.com::7ba41266-02c5-4eb4-be69-a4bf1727da15" providerId="AD" clId="Web-{6C608422-9CD6-4F9B-8D81-BB525F818DE0}" dt="2022-11-17T12:16:49.437" v="616" actId="1076"/>
          <ac:picMkLst>
            <pc:docMk/>
            <pc:sldMk cId="2890916125" sldId="261"/>
            <ac:picMk id="120" creationId="{00000000-0000-0000-0000-000000000000}"/>
          </ac:picMkLst>
        </pc:picChg>
      </pc:sldChg>
      <pc:sldChg chg="modSp new del">
        <pc:chgData name="TCHAMFONG LIONEL" userId="S::tchamfl@ext.essilor.com::7ba41266-02c5-4eb4-be69-a4bf1727da15" providerId="AD" clId="Web-{6C608422-9CD6-4F9B-8D81-BB525F818DE0}" dt="2022-11-17T11:46:04.802" v="247"/>
        <pc:sldMkLst>
          <pc:docMk/>
          <pc:sldMk cId="74851288" sldId="262"/>
        </pc:sldMkLst>
        <pc:spChg chg="mod">
          <ac:chgData name="TCHAMFONG LIONEL" userId="S::tchamfl@ext.essilor.com::7ba41266-02c5-4eb4-be69-a4bf1727da15" providerId="AD" clId="Web-{6C608422-9CD6-4F9B-8D81-BB525F818DE0}" dt="2022-11-17T11:42:12.858" v="111" actId="20577"/>
          <ac:spMkLst>
            <pc:docMk/>
            <pc:sldMk cId="74851288" sldId="262"/>
            <ac:spMk id="2" creationId="{F2E9FDAC-229C-0D1B-1B3A-12234992FE3E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1:42:47.296" v="134" actId="20577"/>
          <ac:spMkLst>
            <pc:docMk/>
            <pc:sldMk cId="74851288" sldId="262"/>
            <ac:spMk id="4" creationId="{952E4BBE-9C3E-AF2E-5C78-3BFCCA3EAB8F}"/>
          </ac:spMkLst>
        </pc:spChg>
      </pc:sldChg>
      <pc:sldChg chg="addSp delSp modSp add replId">
        <pc:chgData name="TCHAMFONG LIONEL" userId="S::tchamfl@ext.essilor.com::7ba41266-02c5-4eb4-be69-a4bf1727da15" providerId="AD" clId="Web-{6C608422-9CD6-4F9B-8D81-BB525F818DE0}" dt="2022-11-17T11:53:57.817" v="342" actId="20577"/>
        <pc:sldMkLst>
          <pc:docMk/>
          <pc:sldMk cId="2505287462" sldId="263"/>
        </pc:sldMkLst>
        <pc:spChg chg="add del mod">
          <ac:chgData name="TCHAMFONG LIONEL" userId="S::tchamfl@ext.essilor.com::7ba41266-02c5-4eb4-be69-a4bf1727da15" providerId="AD" clId="Web-{6C608422-9CD6-4F9B-8D81-BB525F818DE0}" dt="2022-11-17T11:43:34.704" v="150"/>
          <ac:spMkLst>
            <pc:docMk/>
            <pc:sldMk cId="2505287462" sldId="263"/>
            <ac:spMk id="3" creationId="{F7EE0D3D-801D-A8F8-0994-CF4842778AE6}"/>
          </ac:spMkLst>
        </pc:spChg>
        <pc:spChg chg="add del mod">
          <ac:chgData name="TCHAMFONG LIONEL" userId="S::tchamfl@ext.essilor.com::7ba41266-02c5-4eb4-be69-a4bf1727da15" providerId="AD" clId="Web-{6C608422-9CD6-4F9B-8D81-BB525F818DE0}" dt="2022-11-17T11:43:46.439" v="152"/>
          <ac:spMkLst>
            <pc:docMk/>
            <pc:sldMk cId="2505287462" sldId="263"/>
            <ac:spMk id="5" creationId="{08A6E69C-C01C-04AA-05F4-13E96D53D44B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1:53:57.817" v="342" actId="20577"/>
          <ac:spMkLst>
            <pc:docMk/>
            <pc:sldMk cId="2505287462" sldId="263"/>
            <ac:spMk id="130" creationId="{00000000-0000-0000-0000-000000000000}"/>
          </ac:spMkLst>
        </pc:spChg>
        <pc:spChg chg="add del">
          <ac:chgData name="TCHAMFONG LIONEL" userId="S::tchamfl@ext.essilor.com::7ba41266-02c5-4eb4-be69-a4bf1727da15" providerId="AD" clId="Web-{6C608422-9CD6-4F9B-8D81-BB525F818DE0}" dt="2022-11-17T11:43:41.657" v="151"/>
          <ac:spMkLst>
            <pc:docMk/>
            <pc:sldMk cId="2505287462" sldId="263"/>
            <ac:spMk id="131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1:43:11.547" v="144" actId="20577"/>
          <ac:spMkLst>
            <pc:docMk/>
            <pc:sldMk cId="2505287462" sldId="263"/>
            <ac:spMk id="132" creationId="{00000000-0000-0000-0000-000000000000}"/>
          </ac:spMkLst>
        </pc:spChg>
      </pc:sldChg>
      <pc:sldChg chg="delSp modSp add">
        <pc:chgData name="TCHAMFONG LIONEL" userId="S::tchamfl@ext.essilor.com::7ba41266-02c5-4eb4-be69-a4bf1727da15" providerId="AD" clId="Web-{6C608422-9CD6-4F9B-8D81-BB525F818DE0}" dt="2022-11-17T12:19:28.145" v="645" actId="20577"/>
        <pc:sldMkLst>
          <pc:docMk/>
          <pc:sldMk cId="1532420470" sldId="264"/>
        </pc:sldMkLst>
        <pc:spChg chg="del">
          <ac:chgData name="TCHAMFONG LIONEL" userId="S::tchamfl@ext.essilor.com::7ba41266-02c5-4eb4-be69-a4bf1727da15" providerId="AD" clId="Web-{6C608422-9CD6-4F9B-8D81-BB525F818DE0}" dt="2022-11-17T12:16:05.732" v="611"/>
          <ac:spMkLst>
            <pc:docMk/>
            <pc:sldMk cId="1532420470" sldId="264"/>
            <ac:spMk id="164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3:24.555" v="582" actId="1076"/>
          <ac:spMkLst>
            <pc:docMk/>
            <pc:sldMk cId="1532420470" sldId="264"/>
            <ac:spMk id="176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9:28.145" v="645" actId="20577"/>
          <ac:spMkLst>
            <pc:docMk/>
            <pc:sldMk cId="1532420470" sldId="264"/>
            <ac:spMk id="177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9:23.519" v="639" actId="20577"/>
          <ac:spMkLst>
            <pc:docMk/>
            <pc:sldMk cId="1532420470" sldId="264"/>
            <ac:spMk id="178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4:11.885" v="590" actId="20577"/>
          <ac:spMkLst>
            <pc:docMk/>
            <pc:sldMk cId="1532420470" sldId="264"/>
            <ac:spMk id="182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4:01.307" v="586" actId="20577"/>
          <ac:spMkLst>
            <pc:docMk/>
            <pc:sldMk cId="1532420470" sldId="264"/>
            <ac:spMk id="183" creationId="{00000000-0000-0000-0000-000000000000}"/>
          </ac:spMkLst>
        </pc:spChg>
        <pc:spChg chg="mod">
          <ac:chgData name="TCHAMFONG LIONEL" userId="S::tchamfl@ext.essilor.com::7ba41266-02c5-4eb4-be69-a4bf1727da15" providerId="AD" clId="Web-{6C608422-9CD6-4F9B-8D81-BB525F818DE0}" dt="2022-11-17T12:14:36.011" v="599" actId="1076"/>
          <ac:spMkLst>
            <pc:docMk/>
            <pc:sldMk cId="1532420470" sldId="264"/>
            <ac:spMk id="187" creationId="{00000000-0000-0000-0000-000000000000}"/>
          </ac:spMkLst>
        </pc:spChg>
      </pc:sldChg>
      <pc:sldMasterChg chg="add addSldLayout">
        <pc:chgData name="TCHAMFONG LIONEL" userId="S::tchamfl@ext.essilor.com::7ba41266-02c5-4eb4-be69-a4bf1727da15" providerId="AD" clId="Web-{6C608422-9CD6-4F9B-8D81-BB525F818DE0}" dt="2022-11-17T12:12:32.069" v="577"/>
        <pc:sldMasterMkLst>
          <pc:docMk/>
          <pc:sldMasterMk cId="0" sldId="2147483674"/>
        </pc:sldMasterMkLst>
        <pc:sldLayoutChg chg="add">
          <pc:chgData name="TCHAMFONG LIONEL" userId="S::tchamfl@ext.essilor.com::7ba41266-02c5-4eb4-be69-a4bf1727da15" providerId="AD" clId="Web-{6C608422-9CD6-4F9B-8D81-BB525F818DE0}" dt="2022-11-17T12:12:32.069" v="577"/>
          <pc:sldLayoutMkLst>
            <pc:docMk/>
            <pc:sldMasterMk cId="0" sldId="2147483674"/>
            <pc:sldLayoutMk cId="0" sldId="2147483675"/>
          </pc:sldLayoutMkLst>
        </pc:sldLayoutChg>
        <pc:sldLayoutChg chg="add">
          <pc:chgData name="TCHAMFONG LIONEL" userId="S::tchamfl@ext.essilor.com::7ba41266-02c5-4eb4-be69-a4bf1727da15" providerId="AD" clId="Web-{6C608422-9CD6-4F9B-8D81-BB525F818DE0}" dt="2022-11-17T12:12:32.069" v="577"/>
          <pc:sldLayoutMkLst>
            <pc:docMk/>
            <pc:sldMasterMk cId="0" sldId="2147483674"/>
            <pc:sldLayoutMk cId="0" sldId="2147483676"/>
          </pc:sldLayoutMkLst>
        </pc:sldLayoutChg>
      </pc:sldMasterChg>
    </pc:docChg>
  </pc:docChgLst>
  <pc:docChgLst>
    <pc:chgData name="TCHAMFONG LIONEL" userId="S::tchamfl@ext.essilor.com::7ba41266-02c5-4eb4-be69-a4bf1727da15" providerId="AD" clId="Web-{D73B7998-8764-9AA9-498D-7CA6DAF298CC}"/>
    <pc:docChg chg="modSld">
      <pc:chgData name="TCHAMFONG LIONEL" userId="S::tchamfl@ext.essilor.com::7ba41266-02c5-4eb4-be69-a4bf1727da15" providerId="AD" clId="Web-{D73B7998-8764-9AA9-498D-7CA6DAF298CC}" dt="2023-09-18T13:18:04.779" v="29"/>
      <pc:docMkLst>
        <pc:docMk/>
      </pc:docMkLst>
      <pc:sldChg chg="modSp">
        <pc:chgData name="TCHAMFONG LIONEL" userId="S::tchamfl@ext.essilor.com::7ba41266-02c5-4eb4-be69-a4bf1727da15" providerId="AD" clId="Web-{D73B7998-8764-9AA9-498D-7CA6DAF298CC}" dt="2023-09-18T13:18:04.779" v="29"/>
        <pc:sldMkLst>
          <pc:docMk/>
          <pc:sldMk cId="0" sldId="256"/>
        </pc:sldMkLst>
        <pc:graphicFrameChg chg="mod modGraphic">
          <ac:chgData name="TCHAMFONG LIONEL" userId="S::tchamfl@ext.essilor.com::7ba41266-02c5-4eb4-be69-a4bf1727da15" providerId="AD" clId="Web-{D73B7998-8764-9AA9-498D-7CA6DAF298CC}" dt="2023-09-18T13:18:04.779" v="29"/>
          <ac:graphicFrameMkLst>
            <pc:docMk/>
            <pc:sldMk cId="0" sldId="256"/>
            <ac:graphicFrameMk id="3" creationId="{FFAC25B1-B40C-44FB-BD53-C01465D88106}"/>
          </ac:graphicFrameMkLst>
        </pc:graphicFrameChg>
      </pc:sldChg>
    </pc:docChg>
  </pc:docChgLst>
  <pc:docChgLst>
    <pc:chgData name="TCHAMFONG LIONEL" userId="S::tchamfl@ext.essilor.com::7ba41266-02c5-4eb4-be69-a4bf1727da15" providerId="AD" clId="Web-{7F92FD14-E541-21AA-C809-F36D30758F57}"/>
    <pc:docChg chg="mod modSld">
      <pc:chgData name="TCHAMFONG LIONEL" userId="S::tchamfl@ext.essilor.com::7ba41266-02c5-4eb4-be69-a4bf1727da15" providerId="AD" clId="Web-{7F92FD14-E541-21AA-C809-F36D30758F57}" dt="2022-11-16T16:03:46.136" v="2"/>
      <pc:docMkLst>
        <pc:docMk/>
      </pc:docMkLst>
      <pc:sldChg chg="modSp">
        <pc:chgData name="TCHAMFONG LIONEL" userId="S::tchamfl@ext.essilor.com::7ba41266-02c5-4eb4-be69-a4bf1727da15" providerId="AD" clId="Web-{7F92FD14-E541-21AA-C809-F36D30758F57}" dt="2022-11-16T16:03:46.136" v="2"/>
        <pc:sldMkLst>
          <pc:docMk/>
          <pc:sldMk cId="0" sldId="258"/>
        </pc:sldMkLst>
        <pc:spChg chg="mod">
          <ac:chgData name="TCHAMFONG LIONEL" userId="S::tchamfl@ext.essilor.com::7ba41266-02c5-4eb4-be69-a4bf1727da15" providerId="AD" clId="Web-{7F92FD14-E541-21AA-C809-F36D30758F57}" dt="2022-11-16T16:03:46.136" v="2"/>
          <ac:spMkLst>
            <pc:docMk/>
            <pc:sldMk cId="0" sldId="258"/>
            <ac:spMk id="134" creationId="{00000000-0000-0000-0000-000000000000}"/>
          </ac:spMkLst>
        </pc:spChg>
      </pc:sldChg>
    </pc:docChg>
  </pc:docChgLst>
  <pc:docChgLst>
    <pc:chgData name="TCHAMFONG LIONEL" userId="S::tchamfl@ext.essilor.com::7ba41266-02c5-4eb4-be69-a4bf1727da15" providerId="AD" clId="Web-{90DAB4F5-CD4E-A3AC-B2BC-7F2A55FCE2EF}"/>
    <pc:docChg chg="addSld modSld sldOrd addMainMaster">
      <pc:chgData name="TCHAMFONG LIONEL" userId="S::tchamfl@ext.essilor.com::7ba41266-02c5-4eb4-be69-a4bf1727da15" providerId="AD" clId="Web-{90DAB4F5-CD4E-A3AC-B2BC-7F2A55FCE2EF}" dt="2022-11-17T11:32:48.555" v="363" actId="20577"/>
      <pc:docMkLst>
        <pc:docMk/>
      </pc:docMkLst>
      <pc:sldChg chg="addSp delSp modSp">
        <pc:chgData name="TCHAMFONG LIONEL" userId="S::tchamfl@ext.essilor.com::7ba41266-02c5-4eb4-be69-a4bf1727da15" providerId="AD" clId="Web-{90DAB4F5-CD4E-A3AC-B2BC-7F2A55FCE2EF}" dt="2022-11-17T11:15:31.604" v="283"/>
        <pc:sldMkLst>
          <pc:docMk/>
          <pc:sldMk cId="0" sldId="256"/>
        </pc:sldMkLst>
        <pc:graphicFrameChg chg="add mod modGraphic">
          <ac:chgData name="TCHAMFONG LIONEL" userId="S::tchamfl@ext.essilor.com::7ba41266-02c5-4eb4-be69-a4bf1727da15" providerId="AD" clId="Web-{90DAB4F5-CD4E-A3AC-B2BC-7F2A55FCE2EF}" dt="2022-11-17T11:15:31.604" v="283"/>
          <ac:graphicFrameMkLst>
            <pc:docMk/>
            <pc:sldMk cId="0" sldId="256"/>
            <ac:graphicFrameMk id="3" creationId="{FFAC25B1-B40C-44FB-BD53-C01465D88106}"/>
          </ac:graphicFrameMkLst>
        </pc:graphicFrameChg>
        <pc:picChg chg="add del mod">
          <ac:chgData name="TCHAMFONG LIONEL" userId="S::tchamfl@ext.essilor.com::7ba41266-02c5-4eb4-be69-a4bf1727da15" providerId="AD" clId="Web-{90DAB4F5-CD4E-A3AC-B2BC-7F2A55FCE2EF}" dt="2022-11-17T11:06:56.681" v="5"/>
          <ac:picMkLst>
            <pc:docMk/>
            <pc:sldMk cId="0" sldId="256"/>
            <ac:picMk id="2" creationId="{42BA87DE-FBC5-9E06-3CE6-8D66C18F6941}"/>
          </ac:picMkLst>
        </pc:picChg>
        <pc:picChg chg="mod">
          <ac:chgData name="TCHAMFONG LIONEL" userId="S::tchamfl@ext.essilor.com::7ba41266-02c5-4eb4-be69-a4bf1727da15" providerId="AD" clId="Web-{90DAB4F5-CD4E-A3AC-B2BC-7F2A55FCE2EF}" dt="2022-11-17T11:15:21.744" v="281" actId="14100"/>
          <ac:picMkLst>
            <pc:docMk/>
            <pc:sldMk cId="0" sldId="256"/>
            <ac:picMk id="4" creationId="{18B23965-0055-1EE2-00D9-7BF606E9CE2A}"/>
          </ac:picMkLst>
        </pc:picChg>
      </pc:sldChg>
      <pc:sldChg chg="addSp delSp modSp">
        <pc:chgData name="TCHAMFONG LIONEL" userId="S::tchamfl@ext.essilor.com::7ba41266-02c5-4eb4-be69-a4bf1727da15" providerId="AD" clId="Web-{90DAB4F5-CD4E-A3AC-B2BC-7F2A55FCE2EF}" dt="2022-11-17T11:23:00.929" v="310"/>
        <pc:sldMkLst>
          <pc:docMk/>
          <pc:sldMk cId="0" sldId="257"/>
        </pc:sldMkLst>
        <pc:spChg chg="add del mod">
          <ac:chgData name="TCHAMFONG LIONEL" userId="S::tchamfl@ext.essilor.com::7ba41266-02c5-4eb4-be69-a4bf1727da15" providerId="AD" clId="Web-{90DAB4F5-CD4E-A3AC-B2BC-7F2A55FCE2EF}" dt="2022-11-17T11:19:40.408" v="297"/>
          <ac:spMkLst>
            <pc:docMk/>
            <pc:sldMk cId="0" sldId="257"/>
            <ac:spMk id="2" creationId="{70816035-2659-B04A-259C-EB9686DC1BA3}"/>
          </ac:spMkLst>
        </pc:spChg>
        <pc:spChg chg="add del mod">
          <ac:chgData name="TCHAMFONG LIONEL" userId="S::tchamfl@ext.essilor.com::7ba41266-02c5-4eb4-be69-a4bf1727da15" providerId="AD" clId="Web-{90DAB4F5-CD4E-A3AC-B2BC-7F2A55FCE2EF}" dt="2022-11-17T11:21:31.473" v="303"/>
          <ac:spMkLst>
            <pc:docMk/>
            <pc:sldMk cId="0" sldId="257"/>
            <ac:spMk id="3" creationId="{5BB845E9-7749-FC65-B17F-12980CDDB0B9}"/>
          </ac:spMkLst>
        </pc:spChg>
        <pc:spChg chg="mod">
          <ac:chgData name="TCHAMFONG LIONEL" userId="S::tchamfl@ext.essilor.com::7ba41266-02c5-4eb4-be69-a4bf1727da15" providerId="AD" clId="Web-{90DAB4F5-CD4E-A3AC-B2BC-7F2A55FCE2EF}" dt="2022-11-17T11:22:46.929" v="308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TCHAMFONG LIONEL" userId="S::tchamfl@ext.essilor.com::7ba41266-02c5-4eb4-be69-a4bf1727da15" providerId="AD" clId="Web-{90DAB4F5-CD4E-A3AC-B2BC-7F2A55FCE2EF}" dt="2022-11-17T11:22:20.475" v="304"/>
          <ac:spMkLst>
            <pc:docMk/>
            <pc:sldMk cId="0" sldId="257"/>
            <ac:spMk id="108" creationId="{00000000-0000-0000-0000-000000000000}"/>
          </ac:spMkLst>
        </pc:spChg>
        <pc:spChg chg="mod">
          <ac:chgData name="TCHAMFONG LIONEL" userId="S::tchamfl@ext.essilor.com::7ba41266-02c5-4eb4-be69-a4bf1727da15" providerId="AD" clId="Web-{90DAB4F5-CD4E-A3AC-B2BC-7F2A55FCE2EF}" dt="2022-11-17T11:22:38.897" v="307" actId="1076"/>
          <ac:spMkLst>
            <pc:docMk/>
            <pc:sldMk cId="0" sldId="257"/>
            <ac:spMk id="109" creationId="{00000000-0000-0000-0000-000000000000}"/>
          </ac:spMkLst>
        </pc:spChg>
        <pc:spChg chg="mod">
          <ac:chgData name="TCHAMFONG LIONEL" userId="S::tchamfl@ext.essilor.com::7ba41266-02c5-4eb4-be69-a4bf1727da15" providerId="AD" clId="Web-{90DAB4F5-CD4E-A3AC-B2BC-7F2A55FCE2EF}" dt="2022-11-17T11:21:06.598" v="302" actId="20577"/>
          <ac:spMkLst>
            <pc:docMk/>
            <pc:sldMk cId="0" sldId="257"/>
            <ac:spMk id="110" creationId="{00000000-0000-0000-0000-000000000000}"/>
          </ac:spMkLst>
        </pc:spChg>
        <pc:cxnChg chg="mod">
          <ac:chgData name="TCHAMFONG LIONEL" userId="S::tchamfl@ext.essilor.com::7ba41266-02c5-4eb4-be69-a4bf1727da15" providerId="AD" clId="Web-{90DAB4F5-CD4E-A3AC-B2BC-7F2A55FCE2EF}" dt="2022-11-17T11:23:00.913" v="309"/>
          <ac:cxnSpMkLst>
            <pc:docMk/>
            <pc:sldMk cId="0" sldId="257"/>
            <ac:cxnSpMk id="105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90DAB4F5-CD4E-A3AC-B2BC-7F2A55FCE2EF}" dt="2022-11-17T11:23:00.929" v="310"/>
          <ac:cxnSpMkLst>
            <pc:docMk/>
            <pc:sldMk cId="0" sldId="257"/>
            <ac:cxnSpMk id="107" creationId="{00000000-0000-0000-0000-000000000000}"/>
          </ac:cxnSpMkLst>
        </pc:cxnChg>
      </pc:sldChg>
      <pc:sldChg chg="modSp">
        <pc:chgData name="TCHAMFONG LIONEL" userId="S::tchamfl@ext.essilor.com::7ba41266-02c5-4eb4-be69-a4bf1727da15" providerId="AD" clId="Web-{90DAB4F5-CD4E-A3AC-B2BC-7F2A55FCE2EF}" dt="2022-11-17T11:23:38.040" v="313"/>
        <pc:sldMkLst>
          <pc:docMk/>
          <pc:sldMk cId="0" sldId="258"/>
        </pc:sldMkLst>
        <pc:spChg chg="mod">
          <ac:chgData name="TCHAMFONG LIONEL" userId="S::tchamfl@ext.essilor.com::7ba41266-02c5-4eb4-be69-a4bf1727da15" providerId="AD" clId="Web-{90DAB4F5-CD4E-A3AC-B2BC-7F2A55FCE2EF}" dt="2022-11-17T11:16:59.466" v="284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TCHAMFONG LIONEL" userId="S::tchamfl@ext.essilor.com::7ba41266-02c5-4eb4-be69-a4bf1727da15" providerId="AD" clId="Web-{90DAB4F5-CD4E-A3AC-B2BC-7F2A55FCE2EF}" dt="2022-11-17T11:17:03.669" v="285"/>
          <ac:spMkLst>
            <pc:docMk/>
            <pc:sldMk cId="0" sldId="258"/>
            <ac:spMk id="133" creationId="{00000000-0000-0000-0000-000000000000}"/>
          </ac:spMkLst>
        </pc:spChg>
        <pc:cxnChg chg="mod">
          <ac:chgData name="TCHAMFONG LIONEL" userId="S::tchamfl@ext.essilor.com::7ba41266-02c5-4eb4-be69-a4bf1727da15" providerId="AD" clId="Web-{90DAB4F5-CD4E-A3AC-B2BC-7F2A55FCE2EF}" dt="2022-11-17T11:23:32.633" v="311"/>
          <ac:cxnSpMkLst>
            <pc:docMk/>
            <pc:sldMk cId="0" sldId="258"/>
            <ac:cxnSpMk id="123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90DAB4F5-CD4E-A3AC-B2BC-7F2A55FCE2EF}" dt="2022-11-17T11:23:38.040" v="313"/>
          <ac:cxnSpMkLst>
            <pc:docMk/>
            <pc:sldMk cId="0" sldId="258"/>
            <ac:cxnSpMk id="130" creationId="{00000000-0000-0000-0000-000000000000}"/>
          </ac:cxnSpMkLst>
        </pc:cxnChg>
        <pc:cxnChg chg="mod">
          <ac:chgData name="TCHAMFONG LIONEL" userId="S::tchamfl@ext.essilor.com::7ba41266-02c5-4eb4-be69-a4bf1727da15" providerId="AD" clId="Web-{90DAB4F5-CD4E-A3AC-B2BC-7F2A55FCE2EF}" dt="2022-11-17T11:23:32.633" v="312"/>
          <ac:cxnSpMkLst>
            <pc:docMk/>
            <pc:sldMk cId="0" sldId="258"/>
            <ac:cxnSpMk id="132" creationId="{00000000-0000-0000-0000-000000000000}"/>
          </ac:cxnSpMkLst>
        </pc:cxnChg>
      </pc:sldChg>
      <pc:sldChg chg="addSp delSp modSp new ord">
        <pc:chgData name="TCHAMFONG LIONEL" userId="S::tchamfl@ext.essilor.com::7ba41266-02c5-4eb4-be69-a4bf1727da15" providerId="AD" clId="Web-{90DAB4F5-CD4E-A3AC-B2BC-7F2A55FCE2EF}" dt="2022-11-17T11:28:45.658" v="326"/>
        <pc:sldMkLst>
          <pc:docMk/>
          <pc:sldMk cId="56048255" sldId="259"/>
        </pc:sldMkLst>
        <pc:spChg chg="add del mod">
          <ac:chgData name="TCHAMFONG LIONEL" userId="S::tchamfl@ext.essilor.com::7ba41266-02c5-4eb4-be69-a4bf1727da15" providerId="AD" clId="Web-{90DAB4F5-CD4E-A3AC-B2BC-7F2A55FCE2EF}" dt="2022-11-17T11:28:33.720" v="323"/>
          <ac:spMkLst>
            <pc:docMk/>
            <pc:sldMk cId="56048255" sldId="259"/>
            <ac:spMk id="6" creationId="{72C04B9B-F526-9CDB-699A-103D903C1AAA}"/>
          </ac:spMkLst>
        </pc:spChg>
        <pc:spChg chg="add del mod">
          <ac:chgData name="TCHAMFONG LIONEL" userId="S::tchamfl@ext.essilor.com::7ba41266-02c5-4eb4-be69-a4bf1727da15" providerId="AD" clId="Web-{90DAB4F5-CD4E-A3AC-B2BC-7F2A55FCE2EF}" dt="2022-11-17T11:28:45.658" v="326"/>
          <ac:spMkLst>
            <pc:docMk/>
            <pc:sldMk cId="56048255" sldId="259"/>
            <ac:spMk id="7" creationId="{6E37575D-9B3E-3AC8-7C6A-BABC11FA3200}"/>
          </ac:spMkLst>
        </pc:spChg>
        <pc:picChg chg="add mod">
          <ac:chgData name="TCHAMFONG LIONEL" userId="S::tchamfl@ext.essilor.com::7ba41266-02c5-4eb4-be69-a4bf1727da15" providerId="AD" clId="Web-{90DAB4F5-CD4E-A3AC-B2BC-7F2A55FCE2EF}" dt="2022-11-17T11:27:23.077" v="320" actId="1076"/>
          <ac:picMkLst>
            <pc:docMk/>
            <pc:sldMk cId="56048255" sldId="259"/>
            <ac:picMk id="5" creationId="{D73D9A7B-F88B-ACA0-7A62-35FBA4290CF9}"/>
          </ac:picMkLst>
        </pc:picChg>
      </pc:sldChg>
      <pc:sldChg chg="add ord">
        <pc:chgData name="TCHAMFONG LIONEL" userId="S::tchamfl@ext.essilor.com::7ba41266-02c5-4eb4-be69-a4bf1727da15" providerId="AD" clId="Web-{90DAB4F5-CD4E-A3AC-B2BC-7F2A55FCE2EF}" dt="2022-11-17T11:29:46.565" v="328"/>
        <pc:sldMkLst>
          <pc:docMk/>
          <pc:sldMk cId="2712886308" sldId="260"/>
        </pc:sldMkLst>
      </pc:sldChg>
      <pc:sldChg chg="modSp add ord">
        <pc:chgData name="TCHAMFONG LIONEL" userId="S::tchamfl@ext.essilor.com::7ba41266-02c5-4eb4-be69-a4bf1727da15" providerId="AD" clId="Web-{90DAB4F5-CD4E-A3AC-B2BC-7F2A55FCE2EF}" dt="2022-11-17T11:32:48.555" v="363" actId="20577"/>
        <pc:sldMkLst>
          <pc:docMk/>
          <pc:sldMk cId="2890916125" sldId="261"/>
        </pc:sldMkLst>
        <pc:spChg chg="mod">
          <ac:chgData name="TCHAMFONG LIONEL" userId="S::tchamfl@ext.essilor.com::7ba41266-02c5-4eb4-be69-a4bf1727da15" providerId="AD" clId="Web-{90DAB4F5-CD4E-A3AC-B2BC-7F2A55FCE2EF}" dt="2022-11-17T11:32:48.555" v="363" actId="20577"/>
          <ac:spMkLst>
            <pc:docMk/>
            <pc:sldMk cId="2890916125" sldId="261"/>
            <ac:spMk id="114" creationId="{00000000-0000-0000-0000-000000000000}"/>
          </ac:spMkLst>
        </pc:spChg>
      </pc:sldChg>
      <pc:sldMasterChg chg="add addSldLayout">
        <pc:chgData name="TCHAMFONG LIONEL" userId="S::tchamfl@ext.essilor.com::7ba41266-02c5-4eb4-be69-a4bf1727da15" providerId="AD" clId="Web-{90DAB4F5-CD4E-A3AC-B2BC-7F2A55FCE2EF}" dt="2022-11-17T11:29:38.909" v="327"/>
        <pc:sldMasterMkLst>
          <pc:docMk/>
          <pc:sldMasterMk cId="0" sldId="2147483668"/>
        </pc:sldMasterMkLst>
        <pc:sldLayoutChg chg="add">
          <pc:chgData name="TCHAMFONG LIONEL" userId="S::tchamfl@ext.essilor.com::7ba41266-02c5-4eb4-be69-a4bf1727da15" providerId="AD" clId="Web-{90DAB4F5-CD4E-A3AC-B2BC-7F2A55FCE2EF}" dt="2022-11-17T11:29:38.909" v="327"/>
          <pc:sldLayoutMkLst>
            <pc:docMk/>
            <pc:sldMasterMk cId="0" sldId="2147483668"/>
            <pc:sldLayoutMk cId="0" sldId="2147483655"/>
          </pc:sldLayoutMkLst>
        </pc:sldLayoutChg>
        <pc:sldLayoutChg chg="add">
          <pc:chgData name="TCHAMFONG LIONEL" userId="S::tchamfl@ext.essilor.com::7ba41266-02c5-4eb4-be69-a4bf1727da15" providerId="AD" clId="Web-{90DAB4F5-CD4E-A3AC-B2BC-7F2A55FCE2EF}" dt="2022-11-17T11:29:38.909" v="327"/>
          <pc:sldLayoutMkLst>
            <pc:docMk/>
            <pc:sldMasterMk cId="0" sldId="2147483668"/>
            <pc:sldLayoutMk cId="0" sldId="2147483669"/>
          </pc:sldLayoutMkLst>
        </pc:sldLayoutChg>
        <pc:sldLayoutChg chg="add">
          <pc:chgData name="TCHAMFONG LIONEL" userId="S::tchamfl@ext.essilor.com::7ba41266-02c5-4eb4-be69-a4bf1727da15" providerId="AD" clId="Web-{90DAB4F5-CD4E-A3AC-B2BC-7F2A55FCE2EF}" dt="2022-11-17T11:29:38.909" v="327"/>
          <pc:sldLayoutMkLst>
            <pc:docMk/>
            <pc:sldMasterMk cId="0" sldId="2147483668"/>
            <pc:sldLayoutMk cId="0" sldId="2147483670"/>
          </pc:sldLayoutMkLst>
        </pc:sldLayoutChg>
        <pc:sldLayoutChg chg="add">
          <pc:chgData name="TCHAMFONG LIONEL" userId="S::tchamfl@ext.essilor.com::7ba41266-02c5-4eb4-be69-a4bf1727da15" providerId="AD" clId="Web-{90DAB4F5-CD4E-A3AC-B2BC-7F2A55FCE2EF}" dt="2022-11-17T11:29:38.909" v="327"/>
          <pc:sldLayoutMkLst>
            <pc:docMk/>
            <pc:sldMasterMk cId="0" sldId="2147483668"/>
            <pc:sldLayoutMk cId="0" sldId="2147483671"/>
          </pc:sldLayoutMkLst>
        </pc:sldLayoutChg>
        <pc:sldLayoutChg chg="add">
          <pc:chgData name="TCHAMFONG LIONEL" userId="S::tchamfl@ext.essilor.com::7ba41266-02c5-4eb4-be69-a4bf1727da15" providerId="AD" clId="Web-{90DAB4F5-CD4E-A3AC-B2BC-7F2A55FCE2EF}" dt="2022-11-17T11:29:38.909" v="327"/>
          <pc:sldLayoutMkLst>
            <pc:docMk/>
            <pc:sldMasterMk cId="0" sldId="2147483668"/>
            <pc:sldLayoutMk cId="0" sldId="2147483672"/>
          </pc:sldLayoutMkLst>
        </pc:sldLayoutChg>
        <pc:sldLayoutChg chg="add">
          <pc:chgData name="TCHAMFONG LIONEL" userId="S::tchamfl@ext.essilor.com::7ba41266-02c5-4eb4-be69-a4bf1727da15" providerId="AD" clId="Web-{90DAB4F5-CD4E-A3AC-B2BC-7F2A55FCE2EF}" dt="2022-11-17T11:29:38.909" v="327"/>
          <pc:sldLayoutMkLst>
            <pc:docMk/>
            <pc:sldMasterMk cId="0" sldId="2147483668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8cd47cd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411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ga8cd47cdaa_0_0:notes"/>
          <p:cNvSpPr txBox="1">
            <a:spLocks noGrp="1"/>
          </p:cNvSpPr>
          <p:nvPr>
            <p:ph type="body" idx="1"/>
          </p:nvPr>
        </p:nvSpPr>
        <p:spPr>
          <a:xfrm>
            <a:off x="686291" y="4714875"/>
            <a:ext cx="54855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a8cd47cdaa_0_0:notes"/>
          <p:cNvSpPr txBox="1">
            <a:spLocks noGrp="1"/>
          </p:cNvSpPr>
          <p:nvPr>
            <p:ph type="sldNum" idx="12"/>
          </p:nvPr>
        </p:nvSpPr>
        <p:spPr>
          <a:xfrm>
            <a:off x="3884083" y="9428163"/>
            <a:ext cx="29724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880e159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a880e159e9_0_0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a880e159e9_0_0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11ac14028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11ac140285_0_21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111ac140285_0_21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8cb63d2f03_0_62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d57ce9c4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d57ce9c49_0_76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18d57ce9c49_0_76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880e159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a880e159e9_0_0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a880e159e9_0_0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486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marL="3200400" lvl="6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marL="3657600" lvl="7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marL="4114800" lvl="8" indent="-34290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 rot="10800000">
            <a:off x="4572000" y="209550"/>
            <a:ext cx="0" cy="266700"/>
          </a:xfrm>
          <a:prstGeom prst="straightConnector1">
            <a:avLst/>
          </a:prstGeom>
          <a:noFill/>
          <a:ln w="12700" cap="flat" cmpd="sng">
            <a:solidFill>
              <a:srgbClr val="E600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557213" y="2085975"/>
            <a:ext cx="8029575" cy="268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557213" y="1295400"/>
            <a:ext cx="8029575" cy="71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  <a:defRPr sz="1200"/>
            </a:lvl1pPr>
            <a:lvl2pPr lvl="1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lvl="4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lvl="5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lvl="6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lvl="7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lvl="8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557213" y="4849813"/>
            <a:ext cx="8029575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55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▫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573838" y="6416675"/>
            <a:ext cx="181451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600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71775" y="6416675"/>
            <a:ext cx="3597275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323850" y="6194425"/>
            <a:ext cx="8496300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;p1"/>
          <p:cNvCxnSpPr/>
          <p:nvPr/>
        </p:nvCxnSpPr>
        <p:spPr>
          <a:xfrm rot="10800000">
            <a:off x="323850" y="755650"/>
            <a:ext cx="8496300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1"/>
          <p:cNvSpPr/>
          <p:nvPr/>
        </p:nvSpPr>
        <p:spPr>
          <a:xfrm>
            <a:off x="8426450" y="6415088"/>
            <a:ext cx="71438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1361768" y="218904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 err="1">
                <a:latin typeface="Rambla"/>
                <a:sym typeface="Rambla"/>
              </a:rPr>
              <a:t>Eyecloud</a:t>
            </a:r>
            <a:r>
              <a:rPr lang="en-US" sz="2800" dirty="0">
                <a:latin typeface="Rambla"/>
                <a:sym typeface="Rambla"/>
              </a:rPr>
              <a:t> : Interaction between EU Systems </a:t>
            </a:r>
            <a:endParaRPr lang="en-US" sz="2800" dirty="0"/>
          </a:p>
        </p:txBody>
      </p:sp>
      <p:grpSp>
        <p:nvGrpSpPr>
          <p:cNvPr id="115" name="Google Shape;115;p23"/>
          <p:cNvGrpSpPr/>
          <p:nvPr/>
        </p:nvGrpSpPr>
        <p:grpSpPr>
          <a:xfrm>
            <a:off x="-58532" y="1447917"/>
            <a:ext cx="9202522" cy="3788720"/>
            <a:chOff x="0" y="1704976"/>
            <a:chExt cx="12192001" cy="4616449"/>
          </a:xfrm>
        </p:grpSpPr>
        <p:pic>
          <p:nvPicPr>
            <p:cNvPr id="116" name="Google Shape;116;p23" descr="C:\Users\rimeleng\Documents\A_IMAGES_PPT2015\Image21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26200" y="3722688"/>
              <a:ext cx="2794000" cy="259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3" descr="C:\Users\rimeleng\Documents\A_IMAGES_PPT2015\SaoPaulo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90051" y="3289300"/>
              <a:ext cx="2901949" cy="302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23" descr="C:\Users\rimeleng\Documents\A_IMAGES_PPT2015\Image22.jp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52801" y="3103563"/>
              <a:ext cx="2952751" cy="32178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23" descr="C:\Users\rimeleng\Documents\A_IMAGES_PPT2015\Feordi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3398839"/>
              <a:ext cx="3295651" cy="2917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23" descr="C:\Users\rimeleng\Documents\A_IMAGES_PPT2015\Verres.jpg"/>
            <p:cNvPicPr preferRelativeResize="0"/>
            <p:nvPr/>
          </p:nvPicPr>
          <p:blipFill rotWithShape="1">
            <a:blip r:embed="rId7">
              <a:alphaModFix/>
            </a:blip>
            <a:srcRect t="1526"/>
            <a:stretch/>
          </p:blipFill>
          <p:spPr>
            <a:xfrm>
              <a:off x="1" y="1708740"/>
              <a:ext cx="3291416" cy="162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23" descr="C:\Users\rimeleng\Documents\A_IMAGES_PPT2015\Image17.jpg"/>
            <p:cNvPicPr preferRelativeResize="0"/>
            <p:nvPr/>
          </p:nvPicPr>
          <p:blipFill rotWithShape="1">
            <a:blip r:embed="rId8">
              <a:alphaModFix/>
            </a:blip>
            <a:srcRect t="2467"/>
            <a:stretch/>
          </p:blipFill>
          <p:spPr>
            <a:xfrm>
              <a:off x="3359152" y="1720851"/>
              <a:ext cx="2950633" cy="13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23" descr="C:\Users\rimeleng\Documents\A_IMAGES_PPT2015\Image19.jp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309101" y="1704976"/>
              <a:ext cx="2882900" cy="152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23" descr="C:\Users\rimeleng\Documents\A_IMAGES_PPT2015\Enfants_chin.jp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411385" y="1709739"/>
              <a:ext cx="2813049" cy="195103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9091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1689956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30"/>
          <p:cNvCxnSpPr>
            <a:stCxn id="165" idx="6"/>
            <a:endCxn id="167" idx="2"/>
          </p:cNvCxnSpPr>
          <p:nvPr/>
        </p:nvCxnSpPr>
        <p:spPr>
          <a:xfrm>
            <a:off x="2265956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30"/>
          <p:cNvSpPr/>
          <p:nvPr/>
        </p:nvSpPr>
        <p:spPr>
          <a:xfrm>
            <a:off x="2941279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4192602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54439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0"/>
          <p:cNvCxnSpPr>
            <a:stCxn id="167" idx="6"/>
            <a:endCxn id="168" idx="2"/>
          </p:cNvCxnSpPr>
          <p:nvPr/>
        </p:nvCxnSpPr>
        <p:spPr>
          <a:xfrm>
            <a:off x="3517279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0"/>
          <p:cNvCxnSpPr>
            <a:stCxn id="168" idx="6"/>
            <a:endCxn id="169" idx="2"/>
          </p:cNvCxnSpPr>
          <p:nvPr/>
        </p:nvCxnSpPr>
        <p:spPr>
          <a:xfrm>
            <a:off x="4768602" y="3386577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0"/>
          <p:cNvCxnSpPr/>
          <p:nvPr/>
        </p:nvCxnSpPr>
        <p:spPr>
          <a:xfrm>
            <a:off x="1987800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0"/>
          <p:cNvCxnSpPr/>
          <p:nvPr/>
        </p:nvCxnSpPr>
        <p:spPr>
          <a:xfrm>
            <a:off x="4503331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0"/>
          <p:cNvCxnSpPr/>
          <p:nvPr/>
        </p:nvCxnSpPr>
        <p:spPr>
          <a:xfrm>
            <a:off x="3172606" y="3746649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0"/>
          <p:cNvCxnSpPr/>
          <p:nvPr/>
        </p:nvCxnSpPr>
        <p:spPr>
          <a:xfrm>
            <a:off x="5731957" y="3746649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0"/>
          <p:cNvSpPr txBox="1"/>
          <p:nvPr/>
        </p:nvSpPr>
        <p:spPr>
          <a:xfrm>
            <a:off x="3328507" y="2215325"/>
            <a:ext cx="227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/>
              <a:t>Difference between V2 and V3</a:t>
            </a:r>
            <a:endParaRPr lang="en-US" dirty="0"/>
          </a:p>
        </p:txBody>
      </p:sp>
      <p:sp>
        <p:nvSpPr>
          <p:cNvPr id="177" name="Google Shape;177;p30"/>
          <p:cNvSpPr txBox="1"/>
          <p:nvPr/>
        </p:nvSpPr>
        <p:spPr>
          <a:xfrm>
            <a:off x="2380575" y="4039739"/>
            <a:ext cx="1683313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 err="1"/>
              <a:t>Eyecloud</a:t>
            </a:r>
            <a:r>
              <a:rPr lang="en-US" b="1" dirty="0"/>
              <a:t> Volume in EU</a:t>
            </a:r>
            <a:endParaRPr lang="en-US" dirty="0"/>
          </a:p>
        </p:txBody>
      </p:sp>
      <p:sp>
        <p:nvSpPr>
          <p:cNvPr id="178" name="Google Shape;178;p30"/>
          <p:cNvSpPr txBox="1"/>
          <p:nvPr/>
        </p:nvSpPr>
        <p:spPr>
          <a:xfrm>
            <a:off x="736775" y="2214694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/>
              <a:t>Why a new version of </a:t>
            </a:r>
            <a:r>
              <a:rPr lang="en-US" b="1" dirty="0" err="1"/>
              <a:t>Eyecloud</a:t>
            </a:r>
            <a:r>
              <a:rPr lang="en-US" b="1" dirty="0"/>
              <a:t> ? </a:t>
            </a:r>
            <a:endParaRPr lang="en-US"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9" name="Google Shape;179;p30"/>
          <p:cNvCxnSpPr/>
          <p:nvPr/>
        </p:nvCxnSpPr>
        <p:spPr>
          <a:xfrm>
            <a:off x="6064066" y="3386609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30"/>
          <p:cNvSpPr/>
          <p:nvPr/>
        </p:nvSpPr>
        <p:spPr>
          <a:xfrm>
            <a:off x="67393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5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30"/>
          <p:cNvCxnSpPr/>
          <p:nvPr/>
        </p:nvCxnSpPr>
        <p:spPr>
          <a:xfrm>
            <a:off x="7017931" y="28105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30"/>
          <p:cNvSpPr txBox="1"/>
          <p:nvPr/>
        </p:nvSpPr>
        <p:spPr>
          <a:xfrm>
            <a:off x="6173583" y="2338236"/>
            <a:ext cx="170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/>
              <a:t>Orchestra and SAP : Solution</a:t>
            </a:r>
            <a:endParaRPr lang="en-US" dirty="0"/>
          </a:p>
        </p:txBody>
      </p:sp>
      <p:sp>
        <p:nvSpPr>
          <p:cNvPr id="183" name="Google Shape;183;p30"/>
          <p:cNvSpPr txBox="1"/>
          <p:nvPr/>
        </p:nvSpPr>
        <p:spPr>
          <a:xfrm>
            <a:off x="4546283" y="4044131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/>
              <a:t>Orchestra and SAP: Issue</a:t>
            </a:r>
            <a:endParaRPr lang="en-US" dirty="0"/>
          </a:p>
        </p:txBody>
      </p:sp>
      <p:sp>
        <p:nvSpPr>
          <p:cNvPr id="184" name="Google Shape;184;p30"/>
          <p:cNvSpPr/>
          <p:nvPr/>
        </p:nvSpPr>
        <p:spPr>
          <a:xfrm>
            <a:off x="7958525" y="3098577"/>
            <a:ext cx="576000" cy="576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6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30"/>
          <p:cNvCxnSpPr/>
          <p:nvPr/>
        </p:nvCxnSpPr>
        <p:spPr>
          <a:xfrm>
            <a:off x="7283266" y="3386609"/>
            <a:ext cx="675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30"/>
          <p:cNvCxnSpPr/>
          <p:nvPr/>
        </p:nvCxnSpPr>
        <p:spPr>
          <a:xfrm>
            <a:off x="8237131" y="3724945"/>
            <a:ext cx="0" cy="2160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Google Shape;187;p30"/>
          <p:cNvSpPr txBox="1"/>
          <p:nvPr/>
        </p:nvSpPr>
        <p:spPr>
          <a:xfrm>
            <a:off x="7353027" y="4090836"/>
            <a:ext cx="1788613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/>
              <a:t>What about KPB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420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503475" y="1116025"/>
            <a:ext cx="8103600" cy="4157960"/>
          </a:xfrm>
          <a:prstGeom prst="rect">
            <a:avLst/>
          </a:prstGeom>
          <a:noFill/>
          <a:ln w="9525" cap="flat" cmpd="sng">
            <a:solidFill>
              <a:srgbClr val="001C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790575" lvl="1" indent="-342900">
              <a:buClr>
                <a:srgbClr val="666666"/>
              </a:buClr>
              <a:buSzPts val="2000"/>
              <a:buFont typeface="Wingdings"/>
              <a:buChar char="q"/>
            </a:pPr>
            <a:r>
              <a:rPr lang="en-US" sz="20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 </a:t>
            </a: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914400" lvl="2" indent="-355600">
              <a:buClr>
                <a:srgbClr val="002060"/>
              </a:buClr>
              <a:buSzPts val="2000"/>
              <a:buFont typeface="Wingdings"/>
              <a:buChar char="Ø"/>
            </a:pP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Eyecloud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 will be more and more called by systems (especially in Europe) </a:t>
            </a:r>
            <a:endParaRPr lang="en-US" sz="20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790575" lvl="1" indent="-342900">
              <a:spcBef>
                <a:spcPts val="1200"/>
              </a:spcBef>
              <a:buClr>
                <a:srgbClr val="666666"/>
              </a:buClr>
              <a:buSzPts val="2000"/>
              <a:buFont typeface="Wingdings"/>
              <a:buChar char="q"/>
            </a:pPr>
            <a:r>
              <a:rPr lang="en-US" sz="20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Stake </a:t>
            </a: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Wingdings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 respond to this,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Eyecloud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needs to evolve by building a more robust and more available platform. </a:t>
            </a:r>
            <a:endParaRPr lang="en-US" sz="200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558800">
              <a:buClr>
                <a:srgbClr val="002060"/>
              </a:buClr>
              <a:buSzPts val="2000"/>
            </a:pP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Wingdings"/>
              <a:buChar char="q"/>
            </a:pPr>
            <a:r>
              <a:rPr lang="en-US" sz="2000" b="1" u="sng" dirty="0">
                <a:solidFill>
                  <a:srgbClr val="002060"/>
                </a:solidFill>
                <a:latin typeface="Calibri"/>
                <a:cs typeface="Calibri"/>
              </a:rPr>
              <a:t>Solution</a:t>
            </a:r>
          </a:p>
          <a:p>
            <a:pPr marL="914400" indent="-355600">
              <a:buClr>
                <a:srgbClr val="002060"/>
              </a:buClr>
              <a:buSzPts val="2000"/>
              <a:buFont typeface="Wingdings"/>
              <a:buChar char="Ø"/>
            </a:pPr>
            <a:r>
              <a:rPr lang="en-US" sz="2000" dirty="0">
                <a:solidFill>
                  <a:srgbClr val="002060"/>
                </a:solidFill>
                <a:ea typeface="Calibri"/>
                <a:cs typeface="Calibri"/>
              </a:rPr>
              <a:t>The implementation of </a:t>
            </a:r>
            <a:r>
              <a:rPr lang="en-US" sz="2000" dirty="0" err="1">
                <a:solidFill>
                  <a:srgbClr val="002060"/>
                </a:solidFill>
                <a:ea typeface="Calibri"/>
                <a:cs typeface="Calibri"/>
              </a:rPr>
              <a:t>Eyecloud</a:t>
            </a:r>
            <a:r>
              <a:rPr lang="en-US" sz="2000" dirty="0">
                <a:solidFill>
                  <a:srgbClr val="002060"/>
                </a:solidFill>
                <a:ea typeface="Calibri"/>
                <a:cs typeface="Calibri"/>
              </a:rPr>
              <a:t> V3 aims to build this High available platform in order to be ready for the increase in demand</a:t>
            </a:r>
          </a:p>
          <a:p>
            <a:pPr marL="914400" marR="0" lvl="0" indent="-355600" algn="l" rtl="0">
              <a:spcAft>
                <a:spcPts val="0"/>
              </a:spcAft>
              <a:buClr>
                <a:srgbClr val="002060"/>
              </a:buClr>
              <a:buSzPts val="2000"/>
              <a:buFont typeface="Wingdings"/>
              <a:buChar char="q"/>
            </a:pPr>
            <a:endParaRPr lang="en-US" sz="2000" b="1" i="0" u="sng" strike="noStrike" cap="none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Calibri"/>
              <a:buChar char="●"/>
            </a:pPr>
            <a:endParaRPr lang="en-US" sz="200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457200">
              <a:spcBef>
                <a:spcPts val="1200"/>
              </a:spcBef>
            </a:pP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1371600">
              <a:spcBef>
                <a:spcPts val="1200"/>
              </a:spcBef>
            </a:pP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57699" y="206575"/>
            <a:ext cx="8518525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6428"/>
              </a:lnSpc>
              <a:buClr>
                <a:srgbClr val="002A63"/>
              </a:buClr>
              <a:buSzPts val="2800"/>
            </a:pPr>
            <a:r>
              <a:rPr lang="en-US" sz="2400" dirty="0"/>
              <a:t>Introduction :</a:t>
            </a:r>
            <a:r>
              <a:rPr lang="en-US" sz="2400" b="0" dirty="0"/>
              <a:t> Why we're implementing a new </a:t>
            </a:r>
            <a:r>
              <a:rPr lang="en-US" sz="2400" b="0" dirty="0" err="1"/>
              <a:t>Eyecloud</a:t>
            </a:r>
            <a:r>
              <a:rPr lang="en-US" sz="2400" b="0" dirty="0"/>
              <a:t> version </a:t>
            </a:r>
            <a:endParaRPr lang="en-US" sz="2400" b="0">
              <a:solidFill>
                <a:srgbClr val="00398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288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D1B3-6FC9-5676-47CD-A399A353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Eyecloud</a:t>
            </a:r>
            <a:r>
              <a:rPr lang="en-US" dirty="0"/>
              <a:t> Volume per EU Systems (Last 24hours)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73D9A7B-F88B-ACA0-7A62-35FBA429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574914"/>
            <a:ext cx="8189842" cy="241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825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005475" y="-48910"/>
            <a:ext cx="77028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Difference between V2 and V3 : Infrastructure </a:t>
            </a:r>
            <a:endParaRPr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8B23965-0055-1EE2-00D9-7BF606E9C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0" y="633693"/>
            <a:ext cx="9011916" cy="3748189"/>
          </a:xfrm>
          <a:prstGeom prst="rect">
            <a:avLst/>
          </a:prstGeom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FAC25B1-B40C-44FB-BD53-C01465D88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62593"/>
              </p:ext>
            </p:extLst>
          </p:nvPr>
        </p:nvGraphicFramePr>
        <p:xfrm>
          <a:off x="208721" y="4661452"/>
          <a:ext cx="8837272" cy="1167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981">
                  <a:extLst>
                    <a:ext uri="{9D8B030D-6E8A-4147-A177-3AD203B41FA5}">
                      <a16:colId xmlns:a16="http://schemas.microsoft.com/office/drawing/2014/main" val="2420833667"/>
                    </a:ext>
                  </a:extLst>
                </a:gridCol>
                <a:gridCol w="3092565">
                  <a:extLst>
                    <a:ext uri="{9D8B030D-6E8A-4147-A177-3AD203B41FA5}">
                      <a16:colId xmlns:a16="http://schemas.microsoft.com/office/drawing/2014/main" val="1802141933"/>
                    </a:ext>
                  </a:extLst>
                </a:gridCol>
                <a:gridCol w="3579726">
                  <a:extLst>
                    <a:ext uri="{9D8B030D-6E8A-4147-A177-3AD203B41FA5}">
                      <a16:colId xmlns:a16="http://schemas.microsoft.com/office/drawing/2014/main" val="2975449217"/>
                    </a:ext>
                  </a:extLst>
                </a:gridCol>
              </a:tblGrid>
              <a:tr h="2981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V2</a:t>
                      </a:r>
                    </a:p>
                  </a:txBody>
                  <a:tcPr>
                    <a:lnL w="0">
                      <a:noFill/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V3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26823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URL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latin typeface="Arial"/>
                        </a:rPr>
                        <a:t>https://in-eyecloud.rxdigitalplatform.com/v2/uoid</a:t>
                      </a:r>
                      <a:endParaRPr lang="en-US" sz="10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latin typeface="Arial"/>
                        </a:rPr>
                        <a:t>https://in-ec-prd.rxdigitalplatform.com/v3/ecid</a:t>
                      </a:r>
                      <a:endParaRPr lang="en-US" sz="10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100338"/>
                  </a:ext>
                </a:extLst>
              </a:tr>
              <a:tr h="248478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Eyecloud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ID Format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latin typeface="Arial"/>
                        </a:rPr>
                        <a:t>Alphanumeric with </a:t>
                      </a:r>
                      <a:r>
                        <a:rPr lang="en-US" sz="1000" dirty="0"/>
                        <a:t>8 Characters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latin typeface="Arial"/>
                        </a:rPr>
                        <a:t>Alphanumeric with 9</a:t>
                      </a:r>
                      <a:r>
                        <a:rPr lang="en-US" sz="1000" dirty="0"/>
                        <a:t> characters</a:t>
                      </a:r>
                      <a:endParaRPr lang="en-US" sz="10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4487"/>
                  </a:ext>
                </a:extLst>
              </a:tr>
              <a:tr h="238539">
                <a:tc vMerge="1">
                  <a:txBody>
                    <a:bodyPr/>
                    <a:lstStyle/>
                    <a:p>
                      <a:endParaRPr lang="en-US">
                        <a:sym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Lowercase only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Lower case only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2328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2792365" y="3463451"/>
            <a:ext cx="1777215" cy="4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Save the UOID in DynamoDB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95075" y="4144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03075" y="79750"/>
            <a:ext cx="77028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between Orchestra and SAP sharing Eyecloud ID  : Issue</a:t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339275" y="4332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343250" y="4866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352875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6610175" y="41442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6854375" y="43320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6858350" y="4866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6867975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1352375" y="41720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596575" y="43598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1600550" y="48945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1610175" y="4061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2729425" y="41298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2973625" y="43176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2977600" y="48523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2987225" y="4019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4004400" y="41442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4248600" y="43320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/>
              <a:t>S3 bucket</a:t>
            </a:r>
            <a:endParaRPr sz="800" b="1"/>
          </a:p>
        </p:txBody>
      </p:sp>
      <p:sp>
        <p:nvSpPr>
          <p:cNvPr id="79" name="Google Shape;79;p9"/>
          <p:cNvSpPr/>
          <p:nvPr/>
        </p:nvSpPr>
        <p:spPr>
          <a:xfrm>
            <a:off x="4252575" y="48668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/>
              <a:t>DynamoDB</a:t>
            </a:r>
            <a:endParaRPr sz="600" b="1"/>
          </a:p>
        </p:txBody>
      </p:sp>
      <p:sp>
        <p:nvSpPr>
          <p:cNvPr id="80" name="Google Shape;80;p9"/>
          <p:cNvSpPr txBox="1"/>
          <p:nvPr/>
        </p:nvSpPr>
        <p:spPr>
          <a:xfrm>
            <a:off x="4262200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endCxn id="64" idx="0"/>
          </p:cNvCxnSpPr>
          <p:nvPr/>
        </p:nvCxnSpPr>
        <p:spPr>
          <a:xfrm flipH="1">
            <a:off x="631875" y="34706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1889175" y="34707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9"/>
          <p:cNvCxnSpPr/>
          <p:nvPr/>
        </p:nvCxnSpPr>
        <p:spPr>
          <a:xfrm>
            <a:off x="2098675" y="34571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2085725" y="3492525"/>
            <a:ext cx="2444100" cy="6372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9"/>
          <p:cNvCxnSpPr/>
          <p:nvPr/>
        </p:nvCxnSpPr>
        <p:spPr>
          <a:xfrm flipH="1">
            <a:off x="7510624" y="3057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86;p9"/>
          <p:cNvSpPr txBox="1"/>
          <p:nvPr/>
        </p:nvSpPr>
        <p:spPr>
          <a:xfrm rot="828">
            <a:off x="7672001" y="12600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2095925" y="1210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2258977" y="1634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UOID to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endCxn id="90" idx="1"/>
          </p:cNvCxnSpPr>
          <p:nvPr/>
        </p:nvCxnSpPr>
        <p:spPr>
          <a:xfrm rot="10800000" flipH="1">
            <a:off x="2765450" y="9375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3977900" y="528175"/>
            <a:ext cx="13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1001974" y="2526175"/>
            <a:ext cx="2114424" cy="879876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Eyecloud API V2</a:t>
            </a:r>
            <a:endParaRPr sz="1100"/>
          </a:p>
        </p:txBody>
      </p:sp>
      <p:sp>
        <p:nvSpPr>
          <p:cNvPr id="93" name="Google Shape;93;p9"/>
          <p:cNvSpPr/>
          <p:nvPr/>
        </p:nvSpPr>
        <p:spPr>
          <a:xfrm>
            <a:off x="1160925" y="760500"/>
            <a:ext cx="1568400" cy="4104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Orchestra </a:t>
            </a: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6171562" y="2178125"/>
            <a:ext cx="19227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Eyecloud API V3</a:t>
            </a:r>
            <a:endParaRPr sz="1100"/>
          </a:p>
        </p:txBody>
      </p:sp>
      <p:cxnSp>
        <p:nvCxnSpPr>
          <p:cNvPr id="95" name="Google Shape;95;p9"/>
          <p:cNvCxnSpPr/>
          <p:nvPr/>
        </p:nvCxnSpPr>
        <p:spPr>
          <a:xfrm>
            <a:off x="7504150" y="1198700"/>
            <a:ext cx="3600" cy="9801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9"/>
          <p:cNvSpPr/>
          <p:nvPr/>
        </p:nvSpPr>
        <p:spPr>
          <a:xfrm>
            <a:off x="6494150" y="760500"/>
            <a:ext cx="1340700" cy="3540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SAP</a:t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1924925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1</a:t>
            </a:r>
            <a:endParaRPr sz="1200" b="1"/>
          </a:p>
        </p:txBody>
      </p:sp>
      <p:sp>
        <p:nvSpPr>
          <p:cNvPr id="97" name="Google Shape;97;p9"/>
          <p:cNvSpPr/>
          <p:nvPr/>
        </p:nvSpPr>
        <p:spPr>
          <a:xfrm>
            <a:off x="3236600" y="36515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2</a:t>
            </a:r>
            <a:endParaRPr sz="1200" b="1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1725450" y="1189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9" name="Google Shape;99;p9"/>
          <p:cNvSpPr/>
          <p:nvPr/>
        </p:nvSpPr>
        <p:spPr>
          <a:xfrm>
            <a:off x="1543925" y="1595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3</a:t>
            </a:r>
            <a:endParaRPr sz="1200" b="1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658775" y="1558225"/>
            <a:ext cx="102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Get back UOID 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from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439525" y="833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4</a:t>
            </a:r>
            <a:endParaRPr sz="1200" b="1"/>
          </a:p>
        </p:txBody>
      </p:sp>
      <p:sp>
        <p:nvSpPr>
          <p:cNvPr id="102" name="Google Shape;102;p9"/>
          <p:cNvSpPr/>
          <p:nvPr/>
        </p:nvSpPr>
        <p:spPr>
          <a:xfrm>
            <a:off x="7335125" y="14429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5</a:t>
            </a:r>
            <a:endParaRPr sz="1200" b="1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7672001" y="33174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Check if ID is present before posting Document on It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7335125" y="34241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6</a:t>
            </a:r>
            <a:endParaRPr sz="1200" b="1"/>
          </a:p>
        </p:txBody>
      </p:sp>
      <p:cxnSp>
        <p:nvCxnSpPr>
          <p:cNvPr id="105" name="Google Shape;105;p9"/>
          <p:cNvCxnSpPr/>
          <p:nvPr/>
        </p:nvCxnSpPr>
        <p:spPr>
          <a:xfrm flipH="1">
            <a:off x="6824824" y="3057064"/>
            <a:ext cx="3300" cy="1099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6" name="Google Shape;106;p9"/>
          <p:cNvSpPr/>
          <p:nvPr/>
        </p:nvSpPr>
        <p:spPr>
          <a:xfrm>
            <a:off x="6649325" y="34241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7</a:t>
            </a:r>
            <a:endParaRPr sz="1200" b="1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6821824" y="1247133"/>
            <a:ext cx="6300" cy="931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8" name="Google Shape;108;p9"/>
          <p:cNvSpPr/>
          <p:nvPr/>
        </p:nvSpPr>
        <p:spPr>
          <a:xfrm>
            <a:off x="6649325" y="1442938"/>
            <a:ext cx="360300" cy="354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8</a:t>
            </a:r>
            <a:endParaRPr sz="1200" b="1"/>
          </a:p>
        </p:txBody>
      </p:sp>
      <p:sp>
        <p:nvSpPr>
          <p:cNvPr id="109" name="Google Shape;109;p9"/>
          <p:cNvSpPr txBox="1"/>
          <p:nvPr/>
        </p:nvSpPr>
        <p:spPr>
          <a:xfrm rot="828">
            <a:off x="5621227" y="3393634"/>
            <a:ext cx="1145609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UOID not present</a:t>
            </a:r>
            <a:endParaRPr lang="en-US" sz="9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5139850" y="1412375"/>
            <a:ext cx="164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UOID not present, Impossible to store document</a:t>
            </a:r>
            <a:endParaRPr lang="en-US" sz="9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/>
        </p:nvSpPr>
        <p:spPr>
          <a:xfrm rot="1741">
            <a:off x="2258965" y="3696717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Save the ECID in DynamoDB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603075" y="79750"/>
            <a:ext cx="77028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between Orchestra and SAP sharing Eyecloud ID : Solution </a:t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1489800" y="4449075"/>
            <a:ext cx="1098600" cy="1367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990000"/>
              </a:solidFill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734000" y="4636875"/>
            <a:ext cx="662700" cy="4614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/>
              <a:t>S3 bucket</a:t>
            </a:r>
            <a:endParaRPr sz="800" b="1"/>
          </a:p>
        </p:txBody>
      </p:sp>
      <p:sp>
        <p:nvSpPr>
          <p:cNvPr id="120" name="Google Shape;120;p10"/>
          <p:cNvSpPr/>
          <p:nvPr/>
        </p:nvSpPr>
        <p:spPr>
          <a:xfrm>
            <a:off x="1737975" y="51716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/>
              <a:t>DynamoDB</a:t>
            </a:r>
            <a:endParaRPr sz="600" b="1"/>
          </a:p>
        </p:txBody>
      </p:sp>
      <p:sp>
        <p:nvSpPr>
          <p:cNvPr id="121" name="Google Shape;121;p10"/>
          <p:cNvSpPr txBox="1"/>
          <p:nvPr/>
        </p:nvSpPr>
        <p:spPr>
          <a:xfrm>
            <a:off x="1823800" y="43388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 rot="-1077020">
            <a:off x="4853959" y="1962433"/>
            <a:ext cx="1245002" cy="60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a Document with the ECID gotten from Orchestra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10"/>
          <p:cNvCxnSpPr/>
          <p:nvPr/>
        </p:nvCxnSpPr>
        <p:spPr>
          <a:xfrm flipH="1">
            <a:off x="2400725" y="1210100"/>
            <a:ext cx="15600" cy="12585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4" name="Google Shape;124;p10"/>
          <p:cNvSpPr txBox="1"/>
          <p:nvPr/>
        </p:nvSpPr>
        <p:spPr>
          <a:xfrm rot="1161">
            <a:off x="2563777" y="1634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Ask ECID to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0"/>
          <p:cNvCxnSpPr>
            <a:endCxn id="126" idx="1"/>
          </p:cNvCxnSpPr>
          <p:nvPr/>
        </p:nvCxnSpPr>
        <p:spPr>
          <a:xfrm rot="10800000" flipH="1">
            <a:off x="2765450" y="965700"/>
            <a:ext cx="3728700" cy="135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10"/>
          <p:cNvSpPr txBox="1"/>
          <p:nvPr/>
        </p:nvSpPr>
        <p:spPr>
          <a:xfrm rot="746">
            <a:off x="3977900" y="528175"/>
            <a:ext cx="13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Share the ECID with SAP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001974" y="2526175"/>
            <a:ext cx="2114424" cy="879876"/>
          </a:xfrm>
          <a:prstGeom prst="cloud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Eyecloud API V3</a:t>
            </a:r>
            <a:endParaRPr sz="1100"/>
          </a:p>
        </p:txBody>
      </p:sp>
      <p:sp>
        <p:nvSpPr>
          <p:cNvPr id="129" name="Google Shape;129;p10"/>
          <p:cNvSpPr/>
          <p:nvPr/>
        </p:nvSpPr>
        <p:spPr>
          <a:xfrm>
            <a:off x="1160925" y="760500"/>
            <a:ext cx="1568400" cy="4104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Orchestra </a:t>
            </a:r>
            <a:endParaRPr/>
          </a:p>
        </p:txBody>
      </p:sp>
      <p:cxnSp>
        <p:nvCxnSpPr>
          <p:cNvPr id="130" name="Google Shape;130;p10"/>
          <p:cNvCxnSpPr>
            <a:stCxn id="126" idx="2"/>
          </p:cNvCxnSpPr>
          <p:nvPr/>
        </p:nvCxnSpPr>
        <p:spPr>
          <a:xfrm flipH="1">
            <a:off x="3043700" y="1170900"/>
            <a:ext cx="4120800" cy="14238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p10"/>
          <p:cNvSpPr/>
          <p:nvPr/>
        </p:nvSpPr>
        <p:spPr>
          <a:xfrm>
            <a:off x="6494150" y="760500"/>
            <a:ext cx="1340700" cy="410400"/>
          </a:xfrm>
          <a:prstGeom prst="flowChartAlternateProcess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SAP</a:t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2229725" y="1595338"/>
            <a:ext cx="360300" cy="3540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/>
              <a:t>1</a:t>
            </a:r>
            <a:endParaRPr sz="1200" b="1"/>
          </a:p>
        </p:txBody>
      </p:sp>
      <p:cxnSp>
        <p:nvCxnSpPr>
          <p:cNvPr id="132" name="Google Shape;132;p10"/>
          <p:cNvCxnSpPr/>
          <p:nvPr/>
        </p:nvCxnSpPr>
        <p:spPr>
          <a:xfrm flipH="1">
            <a:off x="1725450" y="1189975"/>
            <a:ext cx="3600" cy="128880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33" name="Google Shape;133;p10"/>
          <p:cNvSpPr/>
          <p:nvPr/>
        </p:nvSpPr>
        <p:spPr>
          <a:xfrm>
            <a:off x="1543925" y="1595338"/>
            <a:ext cx="360300" cy="3540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Font typeface="Arial"/>
              <a:buNone/>
            </a:pPr>
            <a:r>
              <a:rPr lang="en-US" sz="1200" b="1"/>
              <a:t>3</a:t>
            </a:r>
            <a:endParaRPr sz="1200" b="1"/>
          </a:p>
        </p:txBody>
      </p:sp>
      <p:sp>
        <p:nvSpPr>
          <p:cNvPr id="134" name="Google Shape;134;p10"/>
          <p:cNvSpPr txBox="1"/>
          <p:nvPr/>
        </p:nvSpPr>
        <p:spPr>
          <a:xfrm rot="1005">
            <a:off x="658775" y="1558225"/>
            <a:ext cx="102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Get back ECID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from Eyecloud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439525" y="8333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4</a:t>
            </a:r>
            <a:endParaRPr sz="1200" b="1"/>
          </a:p>
        </p:txBody>
      </p:sp>
      <p:sp>
        <p:nvSpPr>
          <p:cNvPr id="136" name="Google Shape;136;p10"/>
          <p:cNvSpPr/>
          <p:nvPr/>
        </p:nvSpPr>
        <p:spPr>
          <a:xfrm>
            <a:off x="4950863" y="1742563"/>
            <a:ext cx="360300" cy="354000"/>
          </a:xfrm>
          <a:prstGeom prst="ellipse">
            <a:avLst/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5</a:t>
            </a:r>
            <a:endParaRPr sz="1200" b="1"/>
          </a:p>
        </p:txBody>
      </p:sp>
      <p:cxnSp>
        <p:nvCxnSpPr>
          <p:cNvPr id="137" name="Google Shape;137;p10"/>
          <p:cNvCxnSpPr>
            <a:stCxn id="128" idx="1"/>
          </p:cNvCxnSpPr>
          <p:nvPr/>
        </p:nvCxnSpPr>
        <p:spPr>
          <a:xfrm flipH="1">
            <a:off x="2043886" y="3405114"/>
            <a:ext cx="15300" cy="10557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" name="Google Shape;138;p10"/>
          <p:cNvSpPr/>
          <p:nvPr/>
        </p:nvSpPr>
        <p:spPr>
          <a:xfrm>
            <a:off x="1885200" y="3695438"/>
            <a:ext cx="360300" cy="35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2</a:t>
            </a:r>
            <a:endParaRPr sz="12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503475" y="1116025"/>
            <a:ext cx="8103600" cy="2567700"/>
          </a:xfrm>
          <a:prstGeom prst="rect">
            <a:avLst/>
          </a:prstGeom>
          <a:noFill/>
          <a:ln w="9525" cap="flat" cmpd="sng">
            <a:solidFill>
              <a:srgbClr val="001C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790575" lvl="1" indent="-342900"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lang="en-US" sz="20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 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Today, KPB Lisbon is calling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Eyecloud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on our Preproduction environment  (they want to move forward on Production soon) </a:t>
            </a:r>
            <a:endParaRPr lang="en-US" sz="20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790575" lvl="1" indent="-342900">
              <a:spcBef>
                <a:spcPts val="1200"/>
              </a:spcBef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lang="en-US" sz="20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Questions </a:t>
            </a: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Will KPB be replaced by SAP ?   </a:t>
            </a:r>
            <a:endParaRPr lang="en-US" sz="200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914400" indent="-355600">
              <a:buClr>
                <a:srgbClr val="002060"/>
              </a:buClr>
              <a:buSzPts val="2000"/>
              <a:buFont typeface="Calibri"/>
              <a:buChar char="●"/>
            </a:pP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Today, KPB is only creating IDs on </a:t>
            </a:r>
            <a:r>
              <a:rPr lang="en-US" sz="200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Eyecloud</a:t>
            </a:r>
            <a:r>
              <a:rPr lang="en-US" sz="20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 Does it Share those IDs to another Systems (like Orchestra will share to SAP)  </a:t>
            </a:r>
          </a:p>
          <a:p>
            <a:pPr marL="914400" marR="0" lvl="0" indent="-355600" algn="l" rtl="0"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endParaRPr lang="en-US" sz="2000" i="0" strike="noStrike" cap="none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457200">
              <a:spcBef>
                <a:spcPts val="1200"/>
              </a:spcBef>
            </a:pP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1371600">
              <a:spcBef>
                <a:spcPts val="1200"/>
              </a:spcBef>
            </a:pPr>
            <a:endParaRPr lang="en-US"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973925" y="206575"/>
            <a:ext cx="69879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6428"/>
              </a:lnSpc>
            </a:pPr>
            <a:r>
              <a:rPr lang="en-US" sz="2800" dirty="0"/>
              <a:t>What about KPB Lisbon ?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87462"/>
      </p:ext>
    </p:extLst>
  </p:cSld>
  <p:clrMapOvr>
    <a:masterClrMapping/>
  </p:clrMapOvr>
</p:sld>
</file>

<file path=ppt/theme/theme1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ranfinance">
  <a:themeElements>
    <a:clrScheme name="SG_FR 1">
      <a:dk1>
        <a:srgbClr val="E60028"/>
      </a:dk1>
      <a:lt1>
        <a:srgbClr val="FFFFFF"/>
      </a:lt1>
      <a:dk2>
        <a:srgbClr val="7DBE78"/>
      </a:dk2>
      <a:lt2>
        <a:srgbClr val="6E6E87"/>
      </a:lt2>
      <a:accent1>
        <a:srgbClr val="69AACD"/>
      </a:accent1>
      <a:accent2>
        <a:srgbClr val="C8AAC3"/>
      </a:accent2>
      <a:accent3>
        <a:srgbClr val="FFFFFF"/>
      </a:accent3>
      <a:accent4>
        <a:srgbClr val="C40021"/>
      </a:accent4>
      <a:accent5>
        <a:srgbClr val="B9D2E3"/>
      </a:accent5>
      <a:accent6>
        <a:srgbClr val="B59AB0"/>
      </a:accent6>
      <a:hlink>
        <a:srgbClr val="F0B93C"/>
      </a:hlink>
      <a:folHlink>
        <a:srgbClr val="C86E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6F4A466F26046961D2FEADA0F794E" ma:contentTypeVersion="16" ma:contentTypeDescription="Crée un document." ma:contentTypeScope="" ma:versionID="029e64fe54d8b0768025a5c5bf4c8114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9cb520361c8cb052414c7e9e9ff8c5db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1b77f45-859e-4a9f-b23d-c4b37bd56895" xsi:nil="true"/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2022-11-22T15:05:49+00:00</Date>
  </documentManagement>
</p:properties>
</file>

<file path=customXml/itemProps1.xml><?xml version="1.0" encoding="utf-8"?>
<ds:datastoreItem xmlns:ds="http://schemas.openxmlformats.org/officeDocument/2006/customXml" ds:itemID="{78AEA4E2-51F5-48CC-8CAF-B5B6D6653A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EF89FA-9D21-42AD-A8B4-71530EA92504}"/>
</file>

<file path=customXml/itemProps3.xml><?xml version="1.0" encoding="utf-8"?>
<ds:datastoreItem xmlns:ds="http://schemas.openxmlformats.org/officeDocument/2006/customXml" ds:itemID="{BBCD4233-A576-4A52-9ACF-83E7FD3F0F2D}">
  <ds:schemaRefs>
    <ds:schemaRef ds:uri="http://schemas.microsoft.com/office/2006/metadata/properties"/>
    <ds:schemaRef ds:uri="http://schemas.microsoft.com/office/infopath/2007/PartnerControls"/>
    <ds:schemaRef ds:uri="71b77f45-859e-4a9f-b23d-c4b37bd56895"/>
    <ds:schemaRef ds:uri="7a69be49-e63e-4505-90ce-d18b3283f86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8</Slides>
  <Notes>7</Notes>
  <HiddenSlides>0</HiddenSlide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BRED</vt:lpstr>
      <vt:lpstr>BRED</vt:lpstr>
      <vt:lpstr>Franfinance</vt:lpstr>
      <vt:lpstr>Eyecloud : Interaction between EU Systems </vt:lpstr>
      <vt:lpstr>Summary</vt:lpstr>
      <vt:lpstr>Introduction : Why we're implementing a new Eyecloud version </vt:lpstr>
      <vt:lpstr>Eyecloud Volume per EU Systems (Last 24hours)</vt:lpstr>
      <vt:lpstr>Difference between V2 and V3 : Infrastructure </vt:lpstr>
      <vt:lpstr>Interaction between Orchestra and SAP sharing Eyecloud ID  : Issue</vt:lpstr>
      <vt:lpstr>Interaction between Orchestra and SAP sharing Eyecloud ID : Solution </vt:lpstr>
      <vt:lpstr>What about KPB Lisbon ?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Eyecloud : Interaction between EU Systems </dc:title>
  <cp:revision>343</cp:revision>
  <dcterms:modified xsi:type="dcterms:W3CDTF">2023-09-18T13:18:10Z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9a4386-74b9-4603-ae20-950a659f9b6e_Enabled">
    <vt:lpwstr>true</vt:lpwstr>
  </property>
  <property fmtid="{D5CDD505-2E9C-101B-9397-08002B2CF9AE}" pid="3" name="MSIP_Label_2e9a4386-74b9-4603-ae20-950a659f9b6e_SetDate">
    <vt:lpwstr>2022-11-16T16:01:01Z</vt:lpwstr>
  </property>
  <property fmtid="{D5CDD505-2E9C-101B-9397-08002B2CF9AE}" pid="4" name="MSIP_Label_2e9a4386-74b9-4603-ae20-950a659f9b6e_Method">
    <vt:lpwstr>Standard</vt:lpwstr>
  </property>
  <property fmtid="{D5CDD505-2E9C-101B-9397-08002B2CF9AE}" pid="5" name="MSIP_Label_2e9a4386-74b9-4603-ae20-950a659f9b6e_Name">
    <vt:lpwstr>Internal Use Only</vt:lpwstr>
  </property>
  <property fmtid="{D5CDD505-2E9C-101B-9397-08002B2CF9AE}" pid="6" name="MSIP_Label_2e9a4386-74b9-4603-ae20-950a659f9b6e_SiteId">
    <vt:lpwstr>c7d1a8f7-0546-4a0c-8cf5-3ddaebf97d51</vt:lpwstr>
  </property>
  <property fmtid="{D5CDD505-2E9C-101B-9397-08002B2CF9AE}" pid="7" name="MSIP_Label_2e9a4386-74b9-4603-ae20-950a659f9b6e_ActionId">
    <vt:lpwstr>7f6fb785-1b84-46f6-83d7-9cab30597388</vt:lpwstr>
  </property>
  <property fmtid="{D5CDD505-2E9C-101B-9397-08002B2CF9AE}" pid="8" name="MSIP_Label_2e9a4386-74b9-4603-ae20-950a659f9b6e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0x010100FA86F4A466F26046961D2FEADA0F794E</vt:lpwstr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