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4" r:id="rId6"/>
    <p:sldMasterId id="2147483657" r:id="rId7"/>
    <p:sldMasterId id="2147483664" r:id="rId8"/>
    <p:sldMasterId id="2147483676" r:id="rId9"/>
    <p:sldMasterId id="2147483683" r:id="rId10"/>
  </p:sldMasterIdLst>
  <p:notesMasterIdLst>
    <p:notesMasterId r:id="rId11"/>
  </p:notesMasterIdLst>
  <p:sldIdLst>
    <p:sldId id="256" r:id="rId12"/>
    <p:sldId id="257" r:id="rId13"/>
    <p:sldId id="258" r:id="rId14"/>
    <p:sldId id="259" r:id="rId15"/>
    <p:sldId id="260" r:id="rId16"/>
    <p:sldId id="261" r:id="rId17"/>
    <p:sldId id="262" r:id="rId18"/>
    <p:sldId id="263" r:id="rId19"/>
    <p:sldId id="264" r:id="rId20"/>
    <p:sldId id="265" r:id="rId21"/>
  </p:sldIdLst>
  <p:sldSz cy="6858000" cx="9144000"/>
  <p:notesSz cx="6858000" cy="9926625"/>
  <p:embeddedFontLst>
    <p:embeddedFont>
      <p:font typeface="Rambla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82">
          <p15:clr>
            <a:srgbClr val="A4A3A4"/>
          </p15:clr>
        </p15:guide>
        <p15:guide id="2" orient="horz" pos="799">
          <p15:clr>
            <a:srgbClr val="A4A3A4"/>
          </p15:clr>
        </p15:guide>
        <p15:guide id="3" orient="horz" pos="3430">
          <p15:clr>
            <a:srgbClr val="A4A3A4"/>
          </p15:clr>
        </p15:guide>
        <p15:guide id="4" orient="horz" pos="1344">
          <p15:clr>
            <a:srgbClr val="A4A3A4"/>
          </p15:clr>
        </p15:guide>
        <p15:guide id="5" orient="horz" pos="2840">
          <p15:clr>
            <a:srgbClr val="A4A3A4"/>
          </p15:clr>
        </p15:guide>
        <p15:guide id="6" orient="horz" pos="2659">
          <p15:clr>
            <a:srgbClr val="A4A3A4"/>
          </p15:clr>
        </p15:guide>
        <p15:guide id="7" pos="5511">
          <p15:clr>
            <a:srgbClr val="A4A3A4"/>
          </p15:clr>
        </p15:guide>
        <p15:guide id="8" pos="975">
          <p15:clr>
            <a:srgbClr val="A4A3A4"/>
          </p15:clr>
        </p15:guide>
        <p15:guide id="9" pos="362">
          <p15:clr>
            <a:srgbClr val="A4A3A4"/>
          </p15:clr>
        </p15:guide>
      </p15:sldGuideLst>
    </p:ext>
    <p:ext uri="GoogleSlidesCustomDataVersion2">
      <go:slidesCustomData xmlns:go="http://customooxmlschemas.google.com/" r:id="rId26" roundtripDataSignature="AMtx7mg67q4s6YVYZA7dIHXEfceiOioZ9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38513F8-3BF8-4638-8665-5AD3A9B88BDE}">
  <a:tblStyle styleId="{838513F8-3BF8-4638-8665-5AD3A9B88BDE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7ED"/>
          </a:solidFill>
        </a:fill>
      </a:tcStyle>
    </a:wholeTbl>
    <a:band1H>
      <a:tcTxStyle/>
      <a:tcStyle>
        <a:fill>
          <a:solidFill>
            <a:srgbClr val="CACCD8"/>
          </a:solidFill>
        </a:fill>
      </a:tcStyle>
    </a:band1H>
    <a:band2H>
      <a:tcTxStyle/>
    </a:band2H>
    <a:band1V>
      <a:tcTxStyle/>
      <a:tcStyle>
        <a:fill>
          <a:solidFill>
            <a:srgbClr val="CACCD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  <a:tblStyle styleId="{4C46FA67-046C-48FA-912E-4063D7E5271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82" orient="horz"/>
        <p:guide pos="799" orient="horz"/>
        <p:guide pos="3430" orient="horz"/>
        <p:guide pos="1344" orient="horz"/>
        <p:guide pos="2840" orient="horz"/>
        <p:guide pos="2659" orient="horz"/>
        <p:guide pos="5511"/>
        <p:guide pos="975"/>
        <p:guide pos="362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9.xml"/><Relationship Id="rId22" Type="http://schemas.openxmlformats.org/officeDocument/2006/relationships/font" Target="fonts/Rambla-regular.fntdata"/><Relationship Id="rId21" Type="http://schemas.openxmlformats.org/officeDocument/2006/relationships/slide" Target="slides/slide10.xml"/><Relationship Id="rId24" Type="http://schemas.openxmlformats.org/officeDocument/2006/relationships/font" Target="fonts/Rambla-italic.fntdata"/><Relationship Id="rId23" Type="http://schemas.openxmlformats.org/officeDocument/2006/relationships/font" Target="fonts/Rambl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Master" Target="slideMasters/slideMaster5.xml"/><Relationship Id="rId26" Type="http://customschemas.google.com/relationships/presentationmetadata" Target="metadata"/><Relationship Id="rId25" Type="http://schemas.openxmlformats.org/officeDocument/2006/relationships/font" Target="fonts/Rambla-boldItalic.fntdata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slideMaster" Target="slideMasters/slideMaster4.xml"/><Relationship Id="rId11" Type="http://schemas.openxmlformats.org/officeDocument/2006/relationships/notesMaster" Target="notesMasters/notesMaster1.xml"/><Relationship Id="rId10" Type="http://schemas.openxmlformats.org/officeDocument/2006/relationships/slideMaster" Target="slideMasters/slideMaster6.xml"/><Relationship Id="rId13" Type="http://schemas.openxmlformats.org/officeDocument/2006/relationships/slide" Target="slides/slide2.xml"/><Relationship Id="rId12" Type="http://schemas.openxmlformats.org/officeDocument/2006/relationships/slide" Target="slides/slide1.xml"/><Relationship Id="rId15" Type="http://schemas.openxmlformats.org/officeDocument/2006/relationships/slide" Target="slides/slide4.xml"/><Relationship Id="rId14" Type="http://schemas.openxmlformats.org/officeDocument/2006/relationships/slide" Target="slides/slide3.xml"/><Relationship Id="rId17" Type="http://schemas.openxmlformats.org/officeDocument/2006/relationships/slide" Target="slides/slide6.xml"/><Relationship Id="rId16" Type="http://schemas.openxmlformats.org/officeDocument/2006/relationships/slide" Target="slides/slide5.xml"/><Relationship Id="rId19" Type="http://schemas.openxmlformats.org/officeDocument/2006/relationships/slide" Target="slides/slide8.xml"/><Relationship Id="rId18" Type="http://schemas.openxmlformats.org/officeDocument/2006/relationships/slide" Target="slides/slide7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1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:notes"/>
          <p:cNvSpPr/>
          <p:nvPr>
            <p:ph idx="2" type="sldImg"/>
          </p:nvPr>
        </p:nvSpPr>
        <p:spPr>
          <a:xfrm>
            <a:off x="947738" y="744538"/>
            <a:ext cx="4964112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25" name="Google Shape;225;p1:notes"/>
          <p:cNvSpPr txBox="1"/>
          <p:nvPr>
            <p:ph idx="1" type="body"/>
          </p:nvPr>
        </p:nvSpPr>
        <p:spPr>
          <a:xfrm>
            <a:off x="686291" y="4714875"/>
            <a:ext cx="5485500" cy="44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:notes"/>
          <p:cNvSpPr txBox="1"/>
          <p:nvPr>
            <p:ph idx="12" type="sldNum"/>
          </p:nvPr>
        </p:nvSpPr>
        <p:spPr>
          <a:xfrm>
            <a:off x="3884083" y="9428163"/>
            <a:ext cx="2972400" cy="496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:notes"/>
          <p:cNvSpPr/>
          <p:nvPr>
            <p:ph idx="2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:notes"/>
          <p:cNvSpPr txBox="1"/>
          <p:nvPr>
            <p:ph idx="1" type="body"/>
          </p:nvPr>
        </p:nvSpPr>
        <p:spPr>
          <a:xfrm>
            <a:off x="685801" y="4715153"/>
            <a:ext cx="5486400" cy="4466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p2:notes"/>
          <p:cNvSpPr txBox="1"/>
          <p:nvPr>
            <p:ph idx="12" type="sldNum"/>
          </p:nvPr>
        </p:nvSpPr>
        <p:spPr>
          <a:xfrm>
            <a:off x="3884613" y="9428584"/>
            <a:ext cx="2971800" cy="49633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:notes"/>
          <p:cNvSpPr/>
          <p:nvPr>
            <p:ph idx="2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3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3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:notes"/>
          <p:cNvSpPr/>
          <p:nvPr>
            <p:ph idx="2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4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4" name="Google Shape;284;p4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:notes"/>
          <p:cNvSpPr/>
          <p:nvPr>
            <p:ph idx="2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5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5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:notes"/>
          <p:cNvSpPr/>
          <p:nvPr>
            <p:ph idx="2" type="sldImg"/>
          </p:nvPr>
        </p:nvSpPr>
        <p:spPr>
          <a:xfrm>
            <a:off x="917575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6:notes"/>
          <p:cNvSpPr txBox="1"/>
          <p:nvPr>
            <p:ph idx="1" type="body"/>
          </p:nvPr>
        </p:nvSpPr>
        <p:spPr>
          <a:xfrm>
            <a:off x="679768" y="4715147"/>
            <a:ext cx="54381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375" lIns="90750" spcFirstLastPara="1" rIns="90750" wrap="square" tIns="453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:notes"/>
          <p:cNvSpPr/>
          <p:nvPr>
            <p:ph idx="2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2" name="Google Shape;382;p7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3" name="Google Shape;383;p7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8:notes"/>
          <p:cNvSpPr/>
          <p:nvPr>
            <p:ph idx="2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4" name="Google Shape;394;p8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5" name="Google Shape;395;p8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:notes"/>
          <p:cNvSpPr/>
          <p:nvPr>
            <p:ph idx="2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2" name="Google Shape;402;p9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000"/>
          </a:p>
        </p:txBody>
      </p:sp>
      <p:sp>
        <p:nvSpPr>
          <p:cNvPr id="403" name="Google Shape;403;p9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0:notes"/>
          <p:cNvSpPr/>
          <p:nvPr>
            <p:ph idx="2" type="sldImg"/>
          </p:nvPr>
        </p:nvSpPr>
        <p:spPr>
          <a:xfrm>
            <a:off x="947738" y="744538"/>
            <a:ext cx="4962525" cy="37226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10:notes"/>
          <p:cNvSpPr txBox="1"/>
          <p:nvPr>
            <p:ph idx="1" type="body"/>
          </p:nvPr>
        </p:nvSpPr>
        <p:spPr>
          <a:xfrm>
            <a:off x="685801" y="4715153"/>
            <a:ext cx="5486400" cy="4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9" name="Google Shape;429;p10:notes"/>
          <p:cNvSpPr txBox="1"/>
          <p:nvPr>
            <p:ph idx="12" type="sldNum"/>
          </p:nvPr>
        </p:nvSpPr>
        <p:spPr>
          <a:xfrm>
            <a:off x="3884613" y="9428584"/>
            <a:ext cx="2971800" cy="496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1.jpg"/><Relationship Id="rId3" Type="http://schemas.openxmlformats.org/officeDocument/2006/relationships/image" Target="../media/image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bleu">
  <p:cSld name="Titre et contenu bleu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2"/>
          <p:cNvSpPr txBox="1"/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i="0" sz="28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7" name="Google Shape;17;p12"/>
          <p:cNvSpPr txBox="1"/>
          <p:nvPr>
            <p:ph idx="1" type="body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i="0" sz="2400" u="none" cap="none" strike="noStrike">
                <a:solidFill>
                  <a:srgbClr val="535353"/>
                </a:solidFill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i="0" sz="2000" u="none" cap="none" strike="noStrike">
                <a:solidFill>
                  <a:srgbClr val="535353"/>
                </a:solidFill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i="0" sz="2400" u="none" cap="none" strike="noStrike">
                <a:solidFill>
                  <a:schemeClr val="dk1"/>
                </a:solidFill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i="0" sz="2000" u="none" cap="none" strike="noStrike">
                <a:solidFill>
                  <a:schemeClr val="dk1"/>
                </a:solidFill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8" name="Google Shape;1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 showMasterSp="0">
  <p:cSld name="Sommair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6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26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indent="-301625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indent="-301625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indent="-301625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1" type="ftr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suite">
  <p:cSld name="Slide de suite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7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27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lonnes">
  <p:cSld name="Deux colonne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8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11" type="ftr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557213" y="1052513"/>
            <a:ext cx="8029575" cy="4897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▫"/>
              <a:defRPr/>
            </a:lvl3pPr>
            <a:lvl4pPr indent="-342900" lvl="3" marL="1828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6pPr>
            <a:lvl7pPr indent="-342900" lvl="6" marL="32004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7pPr>
            <a:lvl8pPr indent="-342900" lvl="7" marL="36576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8pPr>
            <a:lvl9pPr indent="-342900" lvl="8" marL="41148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5" name="Google Shape;55;p25"/>
          <p:cNvCxnSpPr/>
          <p:nvPr/>
        </p:nvCxnSpPr>
        <p:spPr>
          <a:xfrm rot="10800000">
            <a:off x="4572000" y="209550"/>
            <a:ext cx="0" cy="266700"/>
          </a:xfrm>
          <a:prstGeom prst="straightConnector1">
            <a:avLst/>
          </a:prstGeom>
          <a:noFill/>
          <a:ln cap="flat" cmpd="sng" w="12700">
            <a:solidFill>
              <a:srgbClr val="E6002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" name="Google Shape;56;p25"/>
          <p:cNvSpPr txBox="1"/>
          <p:nvPr>
            <p:ph type="ctrTitle"/>
          </p:nvPr>
        </p:nvSpPr>
        <p:spPr>
          <a:xfrm>
            <a:off x="557213" y="2085975"/>
            <a:ext cx="8029575" cy="26812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3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" type="subTitle"/>
          </p:nvPr>
        </p:nvSpPr>
        <p:spPr>
          <a:xfrm>
            <a:off x="557213" y="1295400"/>
            <a:ext cx="8029575" cy="71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oto Sans Symbols"/>
              <a:buNone/>
              <a:defRPr sz="1200"/>
            </a:lvl1pPr>
            <a:lvl2pPr lvl="1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▫"/>
              <a:defRPr/>
            </a:lvl3pPr>
            <a:lvl4pPr lvl="3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  <a:defRPr/>
            </a:lvl4pPr>
            <a:lvl5pPr lvl="4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5pPr>
            <a:lvl6pPr lvl="5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6pPr>
            <a:lvl7pPr lvl="6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7pPr>
            <a:lvl8pPr lvl="7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8pPr>
            <a:lvl9pPr lvl="8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800"/>
              <a:buChar char="."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0" type="dt"/>
          </p:nvPr>
        </p:nvSpPr>
        <p:spPr>
          <a:xfrm>
            <a:off x="557213" y="4849813"/>
            <a:ext cx="8029575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70" name="Google Shape;70;p18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 showMasterSp="0">
  <p:cSld name="Sommaire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2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" name="Google Shape;75;p29"/>
          <p:cNvSpPr txBox="1"/>
          <p:nvPr>
            <p:ph idx="1" type="body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indent="-301625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indent="-301625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indent="-301625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9"/>
          <p:cNvSpPr txBox="1"/>
          <p:nvPr>
            <p:ph idx="11" type="ftr"/>
          </p:nvPr>
        </p:nvSpPr>
        <p:spPr>
          <a:xfrm>
            <a:off x="836438" y="6310262"/>
            <a:ext cx="1924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suite">
  <p:cSld name="Slide de suite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0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2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0" name="Google Shape;80;p30"/>
          <p:cNvSpPr txBox="1"/>
          <p:nvPr>
            <p:ph idx="1" type="body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0"/>
          <p:cNvSpPr txBox="1"/>
          <p:nvPr>
            <p:ph idx="11" type="ftr"/>
          </p:nvPr>
        </p:nvSpPr>
        <p:spPr>
          <a:xfrm>
            <a:off x="836438" y="6310262"/>
            <a:ext cx="1386900" cy="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lonnes">
  <p:cSld name="Deux colonne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1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1"/>
          <p:cNvSpPr txBox="1"/>
          <p:nvPr>
            <p:ph idx="12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31"/>
          <p:cNvSpPr txBox="1"/>
          <p:nvPr>
            <p:ph idx="1" type="body"/>
          </p:nvPr>
        </p:nvSpPr>
        <p:spPr>
          <a:xfrm>
            <a:off x="574675" y="2133600"/>
            <a:ext cx="3600000" cy="3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6" name="Google Shape;86;p31"/>
          <p:cNvSpPr txBox="1"/>
          <p:nvPr>
            <p:ph idx="2" type="body"/>
          </p:nvPr>
        </p:nvSpPr>
        <p:spPr>
          <a:xfrm>
            <a:off x="5148713" y="2133600"/>
            <a:ext cx="3600000" cy="33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7" name="Google Shape;87;p31"/>
          <p:cNvSpPr txBox="1"/>
          <p:nvPr>
            <p:ph idx="11" type="ftr"/>
          </p:nvPr>
        </p:nvSpPr>
        <p:spPr>
          <a:xfrm>
            <a:off x="836438" y="6310262"/>
            <a:ext cx="1924800" cy="2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bleu">
  <p:cSld name="Titre et contenu bleu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2"/>
          <p:cNvSpPr txBox="1"/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i="0" sz="28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91" name="Google Shape;91;p32"/>
          <p:cNvSpPr txBox="1"/>
          <p:nvPr>
            <p:ph idx="1" type="body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i="0" sz="2400" u="none" cap="none" strike="noStrike">
                <a:solidFill>
                  <a:srgbClr val="535353"/>
                </a:solidFill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i="0" sz="2000" u="none" cap="none" strike="noStrike">
                <a:solidFill>
                  <a:srgbClr val="535353"/>
                </a:solidFill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i="0" sz="2400" u="none" cap="none" strike="noStrike">
                <a:solidFill>
                  <a:schemeClr val="dk1"/>
                </a:solidFill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i="0" sz="2000" u="none" cap="none" strike="noStrike">
                <a:solidFill>
                  <a:schemeClr val="dk1"/>
                </a:solidFill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92" name="Google Shape;9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32"/>
          <p:cNvSpPr txBox="1"/>
          <p:nvPr>
            <p:ph idx="11" type="ftr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4" name="Google Shape;94;p32"/>
          <p:cNvSpPr txBox="1"/>
          <p:nvPr>
            <p:ph idx="12" type="sldNum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311708" y="992767"/>
            <a:ext cx="8520525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51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51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51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51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51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51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51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51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5175"/>
            </a:lvl9pPr>
          </a:lstStyle>
          <a:p/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311700" y="3778833"/>
            <a:ext cx="8520525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2775"/>
            </a:lvl9pPr>
          </a:lstStyle>
          <a:p/>
        </p:txBody>
      </p:sp>
      <p:sp>
        <p:nvSpPr>
          <p:cNvPr id="102" name="Google Shape;102;p20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3"/>
          <p:cNvSpPr txBox="1"/>
          <p:nvPr>
            <p:ph type="title"/>
          </p:nvPr>
        </p:nvSpPr>
        <p:spPr>
          <a:xfrm>
            <a:off x="311700" y="2867800"/>
            <a:ext cx="8520525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/>
        </p:txBody>
      </p:sp>
      <p:sp>
        <p:nvSpPr>
          <p:cNvPr id="105" name="Google Shape;105;p43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4"/>
          <p:cNvSpPr txBox="1"/>
          <p:nvPr>
            <p:ph type="title"/>
          </p:nvPr>
        </p:nvSpPr>
        <p:spPr>
          <a:xfrm>
            <a:off x="311700" y="593367"/>
            <a:ext cx="8520525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08" name="Google Shape;108;p44"/>
          <p:cNvSpPr txBox="1"/>
          <p:nvPr>
            <p:ph idx="1" type="body"/>
          </p:nvPr>
        </p:nvSpPr>
        <p:spPr>
          <a:xfrm>
            <a:off x="311700" y="1536633"/>
            <a:ext cx="852052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1575"/>
              </a:spcBef>
              <a:spcAft>
                <a:spcPts val="1575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09" name="Google Shape;109;p44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5"/>
          <p:cNvSpPr txBox="1"/>
          <p:nvPr>
            <p:ph type="title"/>
          </p:nvPr>
        </p:nvSpPr>
        <p:spPr>
          <a:xfrm>
            <a:off x="311700" y="593367"/>
            <a:ext cx="8520525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2" name="Google Shape;112;p45"/>
          <p:cNvSpPr txBox="1"/>
          <p:nvPr>
            <p:ph idx="1" type="body"/>
          </p:nvPr>
        </p:nvSpPr>
        <p:spPr>
          <a:xfrm>
            <a:off x="311700" y="1536633"/>
            <a:ext cx="399982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indent="-330200" lvl="1" marL="914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■"/>
              <a:defRPr sz="1200"/>
            </a:lvl3pPr>
            <a:lvl4pPr indent="-330200" lvl="3" marL="18288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●"/>
              <a:defRPr sz="1200"/>
            </a:lvl4pPr>
            <a:lvl5pPr indent="-330200" lvl="4" marL="22860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○"/>
              <a:defRPr sz="1200"/>
            </a:lvl5pPr>
            <a:lvl6pPr indent="-330200" lvl="5" marL="27432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■"/>
              <a:defRPr sz="1200"/>
            </a:lvl6pPr>
            <a:lvl7pPr indent="-330200" lvl="6" marL="3200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●"/>
              <a:defRPr sz="1200"/>
            </a:lvl7pPr>
            <a:lvl8pPr indent="-330200" lvl="7" marL="3657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○"/>
              <a:defRPr sz="1200"/>
            </a:lvl8pPr>
            <a:lvl9pPr indent="-330200" lvl="8" marL="4114800" algn="l">
              <a:lnSpc>
                <a:spcPct val="115000"/>
              </a:lnSpc>
              <a:spcBef>
                <a:spcPts val="1575"/>
              </a:spcBef>
              <a:spcAft>
                <a:spcPts val="1575"/>
              </a:spcAft>
              <a:buSzPts val="1600"/>
              <a:buChar char="■"/>
              <a:defRPr sz="1200"/>
            </a:lvl9pPr>
          </a:lstStyle>
          <a:p/>
        </p:txBody>
      </p:sp>
      <p:sp>
        <p:nvSpPr>
          <p:cNvPr id="113" name="Google Shape;113;p45"/>
          <p:cNvSpPr txBox="1"/>
          <p:nvPr>
            <p:ph idx="2" type="body"/>
          </p:nvPr>
        </p:nvSpPr>
        <p:spPr>
          <a:xfrm>
            <a:off x="4832400" y="1536633"/>
            <a:ext cx="399982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425"/>
            </a:lvl1pPr>
            <a:lvl2pPr indent="-330200" lvl="1" marL="914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■"/>
              <a:defRPr sz="1200"/>
            </a:lvl3pPr>
            <a:lvl4pPr indent="-330200" lvl="3" marL="18288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●"/>
              <a:defRPr sz="1200"/>
            </a:lvl4pPr>
            <a:lvl5pPr indent="-330200" lvl="4" marL="22860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○"/>
              <a:defRPr sz="1200"/>
            </a:lvl5pPr>
            <a:lvl6pPr indent="-330200" lvl="5" marL="27432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■"/>
              <a:defRPr sz="1200"/>
            </a:lvl6pPr>
            <a:lvl7pPr indent="-330200" lvl="6" marL="3200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●"/>
              <a:defRPr sz="1200"/>
            </a:lvl7pPr>
            <a:lvl8pPr indent="-330200" lvl="7" marL="3657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○"/>
              <a:defRPr sz="1200"/>
            </a:lvl8pPr>
            <a:lvl9pPr indent="-330200" lvl="8" marL="4114800" algn="l">
              <a:lnSpc>
                <a:spcPct val="115000"/>
              </a:lnSpc>
              <a:spcBef>
                <a:spcPts val="1575"/>
              </a:spcBef>
              <a:spcAft>
                <a:spcPts val="1575"/>
              </a:spcAft>
              <a:buSzPts val="1600"/>
              <a:buChar char="■"/>
              <a:defRPr sz="1200"/>
            </a:lvl9pPr>
          </a:lstStyle>
          <a:p/>
        </p:txBody>
      </p:sp>
      <p:sp>
        <p:nvSpPr>
          <p:cNvPr id="114" name="Google Shape;114;p45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6"/>
          <p:cNvSpPr txBox="1"/>
          <p:nvPr>
            <p:ph type="title"/>
          </p:nvPr>
        </p:nvSpPr>
        <p:spPr>
          <a:xfrm>
            <a:off x="311700" y="593367"/>
            <a:ext cx="8520525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17" name="Google Shape;117;p46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2400"/>
            </a:lvl9pPr>
          </a:lstStyle>
          <a:p/>
        </p:txBody>
      </p:sp>
      <p:sp>
        <p:nvSpPr>
          <p:cNvPr id="120" name="Google Shape;120;p4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200"/>
            </a:lvl1pPr>
            <a:lvl2pPr indent="-330200" lvl="1" marL="914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○"/>
              <a:defRPr sz="1200"/>
            </a:lvl2pPr>
            <a:lvl3pPr indent="-330200" lvl="2" marL="1371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■"/>
              <a:defRPr sz="1200"/>
            </a:lvl3pPr>
            <a:lvl4pPr indent="-330200" lvl="3" marL="18288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●"/>
              <a:defRPr sz="1200"/>
            </a:lvl4pPr>
            <a:lvl5pPr indent="-330200" lvl="4" marL="22860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○"/>
              <a:defRPr sz="1200"/>
            </a:lvl5pPr>
            <a:lvl6pPr indent="-330200" lvl="5" marL="27432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■"/>
              <a:defRPr sz="1200"/>
            </a:lvl6pPr>
            <a:lvl7pPr indent="-330200" lvl="6" marL="3200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●"/>
              <a:defRPr sz="1200"/>
            </a:lvl7pPr>
            <a:lvl8pPr indent="-330200" lvl="7" marL="3657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600"/>
              <a:buChar char="○"/>
              <a:defRPr sz="1200"/>
            </a:lvl8pPr>
            <a:lvl9pPr indent="-330200" lvl="8" marL="4114800" algn="l">
              <a:lnSpc>
                <a:spcPct val="115000"/>
              </a:lnSpc>
              <a:spcBef>
                <a:spcPts val="1575"/>
              </a:spcBef>
              <a:spcAft>
                <a:spcPts val="1575"/>
              </a:spcAft>
              <a:buSzPts val="1600"/>
              <a:buChar char="■"/>
              <a:defRPr sz="1200"/>
            </a:lvl9pPr>
          </a:lstStyle>
          <a:p/>
        </p:txBody>
      </p:sp>
      <p:sp>
        <p:nvSpPr>
          <p:cNvPr id="121" name="Google Shape;121;p47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8"/>
          <p:cNvSpPr txBox="1"/>
          <p:nvPr>
            <p:ph type="title"/>
          </p:nvPr>
        </p:nvSpPr>
        <p:spPr>
          <a:xfrm>
            <a:off x="490250" y="600200"/>
            <a:ext cx="6367725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4800"/>
            </a:lvl9pPr>
          </a:lstStyle>
          <a:p/>
        </p:txBody>
      </p:sp>
      <p:sp>
        <p:nvSpPr>
          <p:cNvPr id="124" name="Google Shape;124;p48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49"/>
          <p:cNvSpPr txBox="1"/>
          <p:nvPr>
            <p:ph type="title"/>
          </p:nvPr>
        </p:nvSpPr>
        <p:spPr>
          <a:xfrm>
            <a:off x="265500" y="1644233"/>
            <a:ext cx="4045275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4200"/>
            </a:lvl9pPr>
          </a:lstStyle>
          <a:p/>
        </p:txBody>
      </p:sp>
      <p:sp>
        <p:nvSpPr>
          <p:cNvPr id="128" name="Google Shape;128;p49"/>
          <p:cNvSpPr txBox="1"/>
          <p:nvPr>
            <p:ph idx="1" type="subTitle"/>
          </p:nvPr>
        </p:nvSpPr>
        <p:spPr>
          <a:xfrm>
            <a:off x="265500" y="3737433"/>
            <a:ext cx="4045275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100"/>
            </a:lvl9pPr>
          </a:lstStyle>
          <a:p/>
        </p:txBody>
      </p:sp>
      <p:sp>
        <p:nvSpPr>
          <p:cNvPr id="129" name="Google Shape;129;p49"/>
          <p:cNvSpPr txBox="1"/>
          <p:nvPr>
            <p:ph idx="2" type="body"/>
          </p:nvPr>
        </p:nvSpPr>
        <p:spPr>
          <a:xfrm>
            <a:off x="4939500" y="965433"/>
            <a:ext cx="3836925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1575"/>
              </a:spcBef>
              <a:spcAft>
                <a:spcPts val="1575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0" name="Google Shape;130;p49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0"/>
          <p:cNvSpPr txBox="1"/>
          <p:nvPr>
            <p:ph idx="1" type="body"/>
          </p:nvPr>
        </p:nvSpPr>
        <p:spPr>
          <a:xfrm>
            <a:off x="311700" y="5640767"/>
            <a:ext cx="5998725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33" name="Google Shape;133;p50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1"/>
          <p:cNvSpPr txBox="1"/>
          <p:nvPr>
            <p:ph hasCustomPrompt="1" type="title"/>
          </p:nvPr>
        </p:nvSpPr>
        <p:spPr>
          <a:xfrm>
            <a:off x="311700" y="1474833"/>
            <a:ext cx="8520525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6" name="Google Shape;136;p51"/>
          <p:cNvSpPr txBox="1"/>
          <p:nvPr>
            <p:ph idx="1" type="body"/>
          </p:nvPr>
        </p:nvSpPr>
        <p:spPr>
          <a:xfrm>
            <a:off x="311700" y="4202967"/>
            <a:ext cx="8520525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1575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1575"/>
              </a:spcBef>
              <a:spcAft>
                <a:spcPts val="1575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37" name="Google Shape;137;p51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2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0" name="Google Shape;140;p5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06925"/>
            <a:ext cx="722459" cy="25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22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9" name="Google Shape;149;p22"/>
          <p:cNvSpPr txBox="1"/>
          <p:nvPr>
            <p:ph idx="12" type="sldNum"/>
          </p:nvPr>
        </p:nvSpPr>
        <p:spPr>
          <a:xfrm>
            <a:off x="8459788" y="6416675"/>
            <a:ext cx="360362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maire" showMasterSp="0">
  <p:cSld name="Sommaire"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3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7407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Calibri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53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53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 cap="none"/>
            </a:lvl1pPr>
            <a:lvl2pPr indent="-228600" lvl="1" marL="9144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1250"/>
              <a:buFont typeface="Calibri"/>
              <a:buNone/>
              <a:defRPr sz="1250">
                <a:solidFill>
                  <a:schemeClr val="dk2"/>
                </a:solidFill>
              </a:defRPr>
            </a:lvl2pPr>
            <a:lvl3pPr indent="-301625" lvl="2" marL="1371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◼"/>
              <a:defRPr sz="1150"/>
            </a:lvl3pPr>
            <a:lvl4pPr indent="-301625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150"/>
              <a:buChar char="-"/>
              <a:defRPr sz="1150"/>
            </a:lvl4pPr>
            <a:lvl5pPr indent="-301625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50"/>
              <a:buChar char="."/>
              <a:defRPr sz="115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4" name="Google Shape;154;p53"/>
          <p:cNvSpPr txBox="1"/>
          <p:nvPr>
            <p:ph idx="11" type="ftr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suite">
  <p:cSld name="Slide de suite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4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54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8" name="Google Shape;158;p54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54"/>
          <p:cNvSpPr txBox="1"/>
          <p:nvPr>
            <p:ph idx="11" type="ftr"/>
          </p:nvPr>
        </p:nvSpPr>
        <p:spPr>
          <a:xfrm>
            <a:off x="836438" y="6310262"/>
            <a:ext cx="1386809" cy="242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lonnes">
  <p:cSld name="Deux colonnes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5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55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3" name="Google Shape;163;p55"/>
          <p:cNvSpPr txBox="1"/>
          <p:nvPr>
            <p:ph idx="1" type="body"/>
          </p:nvPr>
        </p:nvSpPr>
        <p:spPr>
          <a:xfrm>
            <a:off x="574675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4" name="Google Shape;164;p55"/>
          <p:cNvSpPr txBox="1"/>
          <p:nvPr>
            <p:ph idx="2" type="body"/>
          </p:nvPr>
        </p:nvSpPr>
        <p:spPr>
          <a:xfrm>
            <a:off x="5148713" y="2133600"/>
            <a:ext cx="3600000" cy="331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800"/>
              <a:buChar char="+"/>
              <a:defRPr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2pPr>
            <a:lvl3pPr indent="-3429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◼"/>
              <a:defRPr/>
            </a:lvl3pPr>
            <a:lvl4pPr indent="-342900" lvl="3" marL="18288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800"/>
              <a:buChar char="-"/>
              <a:defRPr/>
            </a:lvl4pPr>
            <a:lvl5pPr indent="-3429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.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5" name="Google Shape;165;p55"/>
          <p:cNvSpPr txBox="1"/>
          <p:nvPr>
            <p:ph idx="11" type="ftr"/>
          </p:nvPr>
        </p:nvSpPr>
        <p:spPr>
          <a:xfrm>
            <a:off x="836438" y="6310262"/>
            <a:ext cx="1924691" cy="2864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 bleu">
  <p:cSld name="Titre et contenu bleu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5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841389"/>
            <a:ext cx="7559041" cy="75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56"/>
          <p:cNvSpPr txBox="1"/>
          <p:nvPr>
            <p:ph type="title"/>
          </p:nvPr>
        </p:nvSpPr>
        <p:spPr>
          <a:xfrm>
            <a:off x="553225" y="4077"/>
            <a:ext cx="80508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i="0" sz="2800" u="none" cap="none" strike="noStrike"/>
            </a:lvl1pPr>
            <a:lvl2pPr lvl="1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6pPr>
            <a:lvl7pPr lvl="6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7pPr>
            <a:lvl8pPr lvl="7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8pPr>
            <a:lvl9pPr lvl="8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Times"/>
                <a:ea typeface="Times"/>
                <a:cs typeface="Times"/>
                <a:sym typeface="Times"/>
              </a:defRPr>
            </a:lvl9pPr>
          </a:lstStyle>
          <a:p/>
        </p:txBody>
      </p:sp>
      <p:sp>
        <p:nvSpPr>
          <p:cNvPr id="169" name="Google Shape;169;p56"/>
          <p:cNvSpPr txBox="1"/>
          <p:nvPr>
            <p:ph idx="1" type="body"/>
          </p:nvPr>
        </p:nvSpPr>
        <p:spPr>
          <a:xfrm>
            <a:off x="553234" y="1583383"/>
            <a:ext cx="8050800" cy="44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353"/>
              </a:buClr>
              <a:buSzPts val="2400"/>
              <a:buNone/>
              <a:defRPr i="0" sz="2400" u="none" cap="none" strike="noStrike">
                <a:solidFill>
                  <a:srgbClr val="535353"/>
                </a:solidFill>
              </a:defRPr>
            </a:lvl1pPr>
            <a:lvl2pPr indent="-35560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92D2"/>
              </a:buClr>
              <a:buSzPts val="2000"/>
              <a:buChar char="–"/>
              <a:defRPr i="0" sz="2000" u="none" cap="none" strike="noStrike">
                <a:solidFill>
                  <a:srgbClr val="535353"/>
                </a:solidFill>
              </a:defRPr>
            </a:lvl2pPr>
            <a:lvl3pPr indent="-381000" lvl="2" marL="1371600" marR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i="0" sz="2400" u="none" cap="none" strike="noStrike">
                <a:solidFill>
                  <a:schemeClr val="dk1"/>
                </a:solidFill>
              </a:defRPr>
            </a:lvl3pPr>
            <a:lvl4pPr indent="-355600" lvl="3" marL="1828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i="0" sz="2000" u="none" cap="none" strike="noStrike">
                <a:solidFill>
                  <a:schemeClr val="dk1"/>
                </a:solidFill>
              </a:defRPr>
            </a:lvl4pPr>
            <a:lvl5pPr indent="-355600" lvl="4" marL="22860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5pPr>
            <a:lvl6pPr indent="-355600" lvl="5" marL="27432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6pPr>
            <a:lvl7pPr indent="-355600" lvl="6" marL="3200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7pPr>
            <a:lvl8pPr indent="-355600" lvl="7" marL="36576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8pPr>
            <a:lvl9pPr indent="-355600" lvl="8" marL="41148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i="0" sz="2000" u="none" cap="none" strike="noStrike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170" name="Google Shape;17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606925"/>
            <a:ext cx="963278" cy="25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6"/>
          <p:cNvSpPr txBox="1"/>
          <p:nvPr>
            <p:ph idx="11" type="ftr"/>
          </p:nvPr>
        </p:nvSpPr>
        <p:spPr>
          <a:xfrm>
            <a:off x="2038643" y="6329675"/>
            <a:ext cx="44820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2" name="Google Shape;172;p56"/>
          <p:cNvSpPr txBox="1"/>
          <p:nvPr>
            <p:ph idx="12" type="sldNum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9494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7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75" name="Google Shape;175;p57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76" name="Google Shape;176;p5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4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83" name="Google Shape;183;p24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84" name="Google Shape;184;p2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87" name="Google Shape;187;p3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191" name="Google Shape;191;p3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4" name="Google Shape;194;p3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5" name="Google Shape;195;p3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196" name="Google Shape;196;p3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199" name="Google Shape;199;p3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202" name="Google Shape;202;p3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03" name="Google Shape;203;p3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206" name="Google Shape;206;p3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3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10" name="Google Shape;210;p3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1" name="Google Shape;211;p3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12" name="Google Shape;212;p3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15" name="Google Shape;215;p4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4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218" name="Google Shape;218;p4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19" name="Google Shape;219;p4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2" name="Google Shape;222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606925"/>
            <a:ext cx="722459" cy="1883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theme" Target="../theme/theme6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theme" Target="../theme/theme2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0.xml"/><Relationship Id="rId12" Type="http://schemas.openxmlformats.org/officeDocument/2006/relationships/theme" Target="../theme/theme7.xml"/><Relationship Id="rId9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1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b="1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1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5275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b="0" i="1" sz="10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" name="Google Shape;13;p11"/>
          <p:cNvSpPr txBox="1"/>
          <p:nvPr>
            <p:ph idx="10" type="dt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/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600" u="none" cap="none" strike="noStrike">
                <a:solidFill>
                  <a:srgbClr val="E6002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p13"/>
          <p:cNvSpPr txBox="1"/>
          <p:nvPr>
            <p:ph idx="1" type="body"/>
          </p:nvPr>
        </p:nvSpPr>
        <p:spPr>
          <a:xfrm>
            <a:off x="557213" y="1052513"/>
            <a:ext cx="8029575" cy="4897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Noto Sans Symbols"/>
              <a:buChar char="▪"/>
              <a:defRPr b="1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▫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85750" lvl="3" marL="18288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-"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85750" lvl="4" marL="22860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85750" lvl="5" marL="27432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85750" lvl="6" marL="32004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85750" lvl="7" marL="3657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85750" lvl="8" marL="41148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."/>
              <a:defRPr b="0" i="0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p13"/>
          <p:cNvSpPr txBox="1"/>
          <p:nvPr>
            <p:ph idx="10" type="dt"/>
          </p:nvPr>
        </p:nvSpPr>
        <p:spPr>
          <a:xfrm>
            <a:off x="6573838" y="6416675"/>
            <a:ext cx="1814512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36000" wrap="square" tIns="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5" name="Google Shape;45;p13"/>
          <p:cNvSpPr txBox="1"/>
          <p:nvPr>
            <p:ph idx="12" type="sldNum"/>
          </p:nvPr>
        </p:nvSpPr>
        <p:spPr>
          <a:xfrm>
            <a:off x="8459788" y="6416675"/>
            <a:ext cx="360362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1" i="0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3"/>
          <p:cNvSpPr txBox="1"/>
          <p:nvPr>
            <p:ph idx="11" type="ftr"/>
          </p:nvPr>
        </p:nvSpPr>
        <p:spPr>
          <a:xfrm>
            <a:off x="2771775" y="6416675"/>
            <a:ext cx="3597275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47" name="Google Shape;47;p13"/>
          <p:cNvCxnSpPr/>
          <p:nvPr/>
        </p:nvCxnSpPr>
        <p:spPr>
          <a:xfrm rot="10800000">
            <a:off x="323850" y="6194425"/>
            <a:ext cx="8496300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" name="Google Shape;48;p13"/>
          <p:cNvCxnSpPr/>
          <p:nvPr/>
        </p:nvCxnSpPr>
        <p:spPr>
          <a:xfrm rot="10800000">
            <a:off x="323850" y="755650"/>
            <a:ext cx="8496300" cy="0"/>
          </a:xfrm>
          <a:prstGeom prst="straightConnector1">
            <a:avLst/>
          </a:prstGeom>
          <a:noFill/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" name="Google Shape;49;p13"/>
          <p:cNvSpPr/>
          <p:nvPr/>
        </p:nvSpPr>
        <p:spPr>
          <a:xfrm>
            <a:off x="8426450" y="6415088"/>
            <a:ext cx="71438" cy="442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1441281" y="79756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461401" y="1340528"/>
            <a:ext cx="8287200" cy="47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b="1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1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5275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b="0" i="1" sz="10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6"/>
          <p:cNvSpPr txBox="1"/>
          <p:nvPr>
            <p:ph idx="12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16"/>
          <p:cNvSpPr txBox="1"/>
          <p:nvPr>
            <p:ph idx="10" type="dt"/>
          </p:nvPr>
        </p:nvSpPr>
        <p:spPr>
          <a:xfrm>
            <a:off x="5687367" y="6619875"/>
            <a:ext cx="13992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593367"/>
            <a:ext cx="8520525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536633"/>
            <a:ext cx="8520525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6217622"/>
            <a:ext cx="548775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  <a:defRPr b="0" i="0" sz="975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1"/>
          <p:cNvSpPr txBox="1"/>
          <p:nvPr>
            <p:ph type="title"/>
          </p:nvPr>
        </p:nvSpPr>
        <p:spPr>
          <a:xfrm>
            <a:off x="1441281" y="79756"/>
            <a:ext cx="7200900" cy="57150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461401" y="1340528"/>
            <a:ext cx="8287311" cy="4761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 Black"/>
              <a:buChar char="+"/>
              <a:defRPr b="1" i="0" sz="16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Calibri"/>
              <a:buNone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Noto Sans Symbols"/>
              <a:buChar char="◼"/>
              <a:defRPr b="0" i="0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rial"/>
              <a:buChar char="-"/>
              <a:defRPr b="0" i="1" sz="12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5275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50"/>
              <a:buFont typeface="Arial"/>
              <a:buChar char="."/>
              <a:defRPr b="0" i="1" sz="105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21"/>
          <p:cNvSpPr txBox="1"/>
          <p:nvPr>
            <p:ph idx="12" type="sldNum"/>
          </p:nvPr>
        </p:nvSpPr>
        <p:spPr>
          <a:xfrm>
            <a:off x="4534278" y="6426479"/>
            <a:ext cx="407376" cy="364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b="0" i="0" sz="7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21"/>
          <p:cNvSpPr txBox="1"/>
          <p:nvPr>
            <p:ph idx="10" type="dt"/>
          </p:nvPr>
        </p:nvSpPr>
        <p:spPr>
          <a:xfrm>
            <a:off x="5687367" y="6619875"/>
            <a:ext cx="1399233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</p:sldLayoutIdLst>
  <p:transition>
    <p:fade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0" name="Google Shape;180;p2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5.jpg"/><Relationship Id="rId10" Type="http://schemas.openxmlformats.org/officeDocument/2006/relationships/image" Target="../media/image6.jpg"/><Relationship Id="rId9" Type="http://schemas.openxmlformats.org/officeDocument/2006/relationships/image" Target="../media/image8.jpg"/><Relationship Id="rId5" Type="http://schemas.openxmlformats.org/officeDocument/2006/relationships/image" Target="../media/image12.jpg"/><Relationship Id="rId6" Type="http://schemas.openxmlformats.org/officeDocument/2006/relationships/image" Target="../media/image11.jpg"/><Relationship Id="rId7" Type="http://schemas.openxmlformats.org/officeDocument/2006/relationships/image" Target="../media/image9.jpg"/><Relationship Id="rId8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"/>
          <p:cNvSpPr txBox="1"/>
          <p:nvPr>
            <p:ph type="title"/>
          </p:nvPr>
        </p:nvSpPr>
        <p:spPr>
          <a:xfrm>
            <a:off x="553225" y="4075"/>
            <a:ext cx="8495400" cy="10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latin typeface="Rambla"/>
                <a:ea typeface="Rambla"/>
                <a:cs typeface="Rambla"/>
                <a:sym typeface="Rambla"/>
              </a:rPr>
              <a:t>KICK OFF MEETING : EyeCloud HAMR </a:t>
            </a:r>
            <a:endParaRPr b="1" i="0" sz="3600" u="none" cap="none" strike="noStrike">
              <a:solidFill>
                <a:srgbClr val="000000"/>
              </a:solidFill>
              <a:latin typeface="Rambla"/>
              <a:ea typeface="Rambla"/>
              <a:cs typeface="Rambla"/>
              <a:sym typeface="Rambla"/>
            </a:endParaRPr>
          </a:p>
        </p:txBody>
      </p:sp>
      <p:grpSp>
        <p:nvGrpSpPr>
          <p:cNvPr id="229" name="Google Shape;229;p1"/>
          <p:cNvGrpSpPr/>
          <p:nvPr/>
        </p:nvGrpSpPr>
        <p:grpSpPr>
          <a:xfrm>
            <a:off x="-58532" y="1447917"/>
            <a:ext cx="9202522" cy="3788720"/>
            <a:chOff x="0" y="1704976"/>
            <a:chExt cx="12192001" cy="4616449"/>
          </a:xfrm>
        </p:grpSpPr>
        <p:pic>
          <p:nvPicPr>
            <p:cNvPr descr="C:\Users\rimeleng\Documents\A_IMAGES_PPT2015\Image21.jpg" id="230" name="Google Shape;230;p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26200" y="3722688"/>
              <a:ext cx="2794000" cy="2597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:\Users\rimeleng\Documents\A_IMAGES_PPT2015\SaoPaulo.jpg" id="231" name="Google Shape;231;p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9290051" y="3289300"/>
              <a:ext cx="2901949" cy="3028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:\Users\rimeleng\Documents\A_IMAGES_PPT2015\Image22.jpg" id="232" name="Google Shape;232;p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352801" y="3103563"/>
              <a:ext cx="2952751" cy="321786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:\Users\rimeleng\Documents\A_IMAGES_PPT2015\Feordi.jpg" id="233" name="Google Shape;233;p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3398839"/>
              <a:ext cx="3295651" cy="29178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:\Users\rimeleng\Documents\A_IMAGES_PPT2015\Verres.jpg" id="234" name="Google Shape;234;p1"/>
            <p:cNvPicPr preferRelativeResize="0"/>
            <p:nvPr/>
          </p:nvPicPr>
          <p:blipFill rotWithShape="1">
            <a:blip r:embed="rId7">
              <a:alphaModFix/>
            </a:blip>
            <a:srcRect b="0" l="0" r="0" t="1525"/>
            <a:stretch/>
          </p:blipFill>
          <p:spPr>
            <a:xfrm>
              <a:off x="1" y="1720850"/>
              <a:ext cx="3291417" cy="162718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:\Users\rimeleng\Documents\A_IMAGES_PPT2015\Image17.jpg" id="235" name="Google Shape;235;p1"/>
            <p:cNvPicPr preferRelativeResize="0"/>
            <p:nvPr/>
          </p:nvPicPr>
          <p:blipFill rotWithShape="1">
            <a:blip r:embed="rId8">
              <a:alphaModFix/>
            </a:blip>
            <a:srcRect b="0" l="0" r="0" t="2466"/>
            <a:stretch/>
          </p:blipFill>
          <p:spPr>
            <a:xfrm>
              <a:off x="3359152" y="1720851"/>
              <a:ext cx="2950633" cy="13303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:\Users\rimeleng\Documents\A_IMAGES_PPT2015\Image19.jpg" id="236" name="Google Shape;236;p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9309101" y="1704976"/>
              <a:ext cx="2882900" cy="15271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:\Users\rimeleng\Documents\A_IMAGES_PPT2015\Enfants_chin.jpg" id="237" name="Google Shape;237;p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6411385" y="1709739"/>
              <a:ext cx="2813049" cy="195103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8" name="Google Shape;238;p1"/>
          <p:cNvSpPr txBox="1"/>
          <p:nvPr>
            <p:ph type="title"/>
          </p:nvPr>
        </p:nvSpPr>
        <p:spPr>
          <a:xfrm>
            <a:off x="297609" y="5236637"/>
            <a:ext cx="8050800" cy="12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1800"/>
              <a:t>26th January 2022</a:t>
            </a:r>
            <a:endParaRPr i="0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239" name="Google Shape;239;p1"/>
          <p:cNvSpPr txBox="1"/>
          <p:nvPr>
            <p:ph idx="12" type="sldNum"/>
          </p:nvPr>
        </p:nvSpPr>
        <p:spPr>
          <a:xfrm>
            <a:off x="7672175" y="6357975"/>
            <a:ext cx="1471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"/>
          <p:cNvSpPr txBox="1"/>
          <p:nvPr>
            <p:ph type="title"/>
          </p:nvPr>
        </p:nvSpPr>
        <p:spPr>
          <a:xfrm>
            <a:off x="557213" y="260350"/>
            <a:ext cx="7831137" cy="5000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000">
                <a:solidFill>
                  <a:srgbClr val="003985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46" name="Google Shape;246;p2"/>
          <p:cNvSpPr txBox="1"/>
          <p:nvPr>
            <p:ph idx="4294967295" type="sldNum"/>
          </p:nvPr>
        </p:nvSpPr>
        <p:spPr>
          <a:xfrm>
            <a:off x="8459788" y="6416675"/>
            <a:ext cx="360362" cy="441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"/>
          <p:cNvSpPr/>
          <p:nvPr/>
        </p:nvSpPr>
        <p:spPr>
          <a:xfrm>
            <a:off x="1689956" y="3098577"/>
            <a:ext cx="576000" cy="576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8" name="Google Shape;248;p2"/>
          <p:cNvCxnSpPr>
            <a:stCxn id="247" idx="6"/>
            <a:endCxn id="249" idx="2"/>
          </p:cNvCxnSpPr>
          <p:nvPr/>
        </p:nvCxnSpPr>
        <p:spPr>
          <a:xfrm>
            <a:off x="2265956" y="3386577"/>
            <a:ext cx="675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2"/>
          <p:cNvSpPr/>
          <p:nvPr/>
        </p:nvSpPr>
        <p:spPr>
          <a:xfrm>
            <a:off x="2941279" y="3098577"/>
            <a:ext cx="576000" cy="576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"/>
          <p:cNvSpPr/>
          <p:nvPr/>
        </p:nvSpPr>
        <p:spPr>
          <a:xfrm>
            <a:off x="4192602" y="3098577"/>
            <a:ext cx="576000" cy="576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"/>
          <p:cNvSpPr/>
          <p:nvPr/>
        </p:nvSpPr>
        <p:spPr>
          <a:xfrm>
            <a:off x="5443925" y="3098577"/>
            <a:ext cx="576000" cy="576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2" name="Google Shape;252;p2"/>
          <p:cNvCxnSpPr>
            <a:stCxn id="249" idx="6"/>
            <a:endCxn id="250" idx="2"/>
          </p:cNvCxnSpPr>
          <p:nvPr/>
        </p:nvCxnSpPr>
        <p:spPr>
          <a:xfrm>
            <a:off x="3517279" y="3386577"/>
            <a:ext cx="675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3" name="Google Shape;253;p2"/>
          <p:cNvCxnSpPr>
            <a:stCxn id="250" idx="6"/>
            <a:endCxn id="251" idx="2"/>
          </p:cNvCxnSpPr>
          <p:nvPr/>
        </p:nvCxnSpPr>
        <p:spPr>
          <a:xfrm>
            <a:off x="4768602" y="3386577"/>
            <a:ext cx="675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4" name="Google Shape;254;p2"/>
          <p:cNvCxnSpPr/>
          <p:nvPr/>
        </p:nvCxnSpPr>
        <p:spPr>
          <a:xfrm>
            <a:off x="1987800" y="2810545"/>
            <a:ext cx="0" cy="21600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5" name="Google Shape;255;p2"/>
          <p:cNvCxnSpPr/>
          <p:nvPr/>
        </p:nvCxnSpPr>
        <p:spPr>
          <a:xfrm>
            <a:off x="4503331" y="2810545"/>
            <a:ext cx="0" cy="21600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6" name="Google Shape;256;p2"/>
          <p:cNvCxnSpPr/>
          <p:nvPr/>
        </p:nvCxnSpPr>
        <p:spPr>
          <a:xfrm>
            <a:off x="3172606" y="3746649"/>
            <a:ext cx="0" cy="21600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7" name="Google Shape;257;p2"/>
          <p:cNvCxnSpPr/>
          <p:nvPr/>
        </p:nvCxnSpPr>
        <p:spPr>
          <a:xfrm>
            <a:off x="5731957" y="3746649"/>
            <a:ext cx="0" cy="21600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8" name="Google Shape;258;p2"/>
          <p:cNvSpPr txBox="1"/>
          <p:nvPr/>
        </p:nvSpPr>
        <p:spPr>
          <a:xfrm>
            <a:off x="3517350" y="2215325"/>
            <a:ext cx="2275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Target Architecture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"/>
          <p:cNvSpPr txBox="1"/>
          <p:nvPr/>
        </p:nvSpPr>
        <p:spPr>
          <a:xfrm>
            <a:off x="2380575" y="4039739"/>
            <a:ext cx="1603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Reminder of process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"/>
          <p:cNvSpPr txBox="1"/>
          <p:nvPr/>
        </p:nvSpPr>
        <p:spPr>
          <a:xfrm>
            <a:off x="856045" y="2214694"/>
            <a:ext cx="236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2"/>
          <p:cNvCxnSpPr/>
          <p:nvPr/>
        </p:nvCxnSpPr>
        <p:spPr>
          <a:xfrm>
            <a:off x="6064066" y="3386609"/>
            <a:ext cx="675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2" name="Google Shape;262;p2"/>
          <p:cNvSpPr/>
          <p:nvPr/>
        </p:nvSpPr>
        <p:spPr>
          <a:xfrm>
            <a:off x="6739325" y="3098577"/>
            <a:ext cx="576000" cy="576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3" name="Google Shape;263;p2"/>
          <p:cNvCxnSpPr/>
          <p:nvPr/>
        </p:nvCxnSpPr>
        <p:spPr>
          <a:xfrm>
            <a:off x="7017931" y="2810545"/>
            <a:ext cx="0" cy="21600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4" name="Google Shape;264;p2"/>
          <p:cNvSpPr txBox="1"/>
          <p:nvPr/>
        </p:nvSpPr>
        <p:spPr>
          <a:xfrm>
            <a:off x="6173583" y="2338236"/>
            <a:ext cx="17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"/>
          <p:cNvSpPr txBox="1"/>
          <p:nvPr/>
        </p:nvSpPr>
        <p:spPr>
          <a:xfrm>
            <a:off x="4546283" y="4044131"/>
            <a:ext cx="23658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Functional Scope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"/>
          <p:cNvSpPr/>
          <p:nvPr/>
        </p:nvSpPr>
        <p:spPr>
          <a:xfrm>
            <a:off x="7958525" y="3098577"/>
            <a:ext cx="576000" cy="576000"/>
          </a:xfrm>
          <a:prstGeom prst="ellipse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2"/>
          <p:cNvCxnSpPr/>
          <p:nvPr/>
        </p:nvCxnSpPr>
        <p:spPr>
          <a:xfrm>
            <a:off x="7283266" y="3386609"/>
            <a:ext cx="6753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8" name="Google Shape;268;p2"/>
          <p:cNvCxnSpPr/>
          <p:nvPr/>
        </p:nvCxnSpPr>
        <p:spPr>
          <a:xfrm>
            <a:off x="8237131" y="3724945"/>
            <a:ext cx="0" cy="216000"/>
          </a:xfrm>
          <a:prstGeom prst="straightConnector1">
            <a:avLst/>
          </a:prstGeom>
          <a:solidFill>
            <a:schemeClr val="lt2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9" name="Google Shape;269;p2"/>
          <p:cNvSpPr txBox="1"/>
          <p:nvPr/>
        </p:nvSpPr>
        <p:spPr>
          <a:xfrm>
            <a:off x="7392783" y="4090836"/>
            <a:ext cx="170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Communication Plan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"/>
          <p:cNvSpPr/>
          <p:nvPr/>
        </p:nvSpPr>
        <p:spPr>
          <a:xfrm>
            <a:off x="503475" y="1116025"/>
            <a:ext cx="8103600" cy="2567700"/>
          </a:xfrm>
          <a:prstGeom prst="rect">
            <a:avLst/>
          </a:prstGeom>
          <a:noFill/>
          <a:ln cap="flat" cmpd="sng" w="9525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16000">
            <a:noAutofit/>
          </a:bodyPr>
          <a:lstStyle/>
          <a:p>
            <a:pPr indent="-342900" lvl="1" marL="790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 Symbols"/>
              <a:buChar char="❖"/>
            </a:pPr>
            <a:r>
              <a:rPr b="1" i="0" lang="en-US" sz="2000" u="sng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Context </a:t>
            </a:r>
            <a:endParaRPr b="0" i="0" sz="2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Build an active / active calculation platform on both datacenter aws Ireland and aws Canada.</a:t>
            </a:r>
            <a:endParaRPr b="0" i="0" sz="2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905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 Symbols"/>
              <a:buChar char="❖"/>
            </a:pPr>
            <a:r>
              <a:rPr b="1" i="0" lang="en-US" sz="2000" u="sng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Stake </a:t>
            </a:r>
            <a:endParaRPr b="1" i="0" sz="2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Ongoing Support group strategy for having a  central platform.</a:t>
            </a:r>
            <a:endParaRPr b="0" i="0" sz="2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5560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●"/>
            </a:pPr>
            <a:r>
              <a:rPr b="0" i="0" lang="en-US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Continuously improving existing high availability solution with a minimum of  downtime. </a:t>
            </a:r>
            <a:endParaRPr b="0" i="0" sz="2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"/>
          <p:cNvSpPr txBox="1"/>
          <p:nvPr>
            <p:ph type="title"/>
          </p:nvPr>
        </p:nvSpPr>
        <p:spPr>
          <a:xfrm>
            <a:off x="648275" y="720100"/>
            <a:ext cx="34281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002A63"/>
              </a:buClr>
              <a:buSzPts val="2800"/>
              <a:buFont typeface="Calibri"/>
              <a:buNone/>
            </a:pPr>
            <a:r>
              <a:rPr lang="en-US" sz="2300" u="sng"/>
              <a:t>Context &amp; Stake  </a:t>
            </a:r>
            <a:endParaRPr sz="2300" u="sng">
              <a:solidFill>
                <a:srgbClr val="002A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"/>
          <p:cNvSpPr txBox="1"/>
          <p:nvPr>
            <p:ph type="title"/>
          </p:nvPr>
        </p:nvSpPr>
        <p:spPr>
          <a:xfrm>
            <a:off x="973925" y="206575"/>
            <a:ext cx="6987900" cy="45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002A63"/>
              </a:buClr>
              <a:buSzPts val="2800"/>
              <a:buFont typeface="Calibri"/>
              <a:buNone/>
            </a:pPr>
            <a:r>
              <a:rPr lang="en-US" sz="2800"/>
              <a:t>Introduction</a:t>
            </a:r>
            <a:endParaRPr sz="2800">
              <a:solidFill>
                <a:srgbClr val="002A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"/>
          <p:cNvSpPr txBox="1"/>
          <p:nvPr>
            <p:ph idx="4294967295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9" name="Google Shape;279;p3"/>
          <p:cNvSpPr/>
          <p:nvPr/>
        </p:nvSpPr>
        <p:spPr>
          <a:xfrm>
            <a:off x="568475" y="4235425"/>
            <a:ext cx="8103600" cy="1989000"/>
          </a:xfrm>
          <a:prstGeom prst="rect">
            <a:avLst/>
          </a:prstGeom>
          <a:noFill/>
          <a:ln cap="flat" cmpd="sng" w="9525">
            <a:solidFill>
              <a:srgbClr val="001C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16000">
            <a:noAutofit/>
          </a:bodyPr>
          <a:lstStyle/>
          <a:p>
            <a:pPr indent="-342900" lvl="1" marL="7905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000"/>
              <a:buFont typeface="Noto Sans Symbols"/>
              <a:buChar char="❖"/>
            </a:pPr>
            <a:r>
              <a:rPr b="0" i="0" lang="en-US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Confirm the project steps.</a:t>
            </a:r>
            <a:endParaRPr b="0" i="0" sz="2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905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❖"/>
            </a:pPr>
            <a:r>
              <a:rPr b="0" i="0" lang="en-US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Confirm the assignation of dedicated  resources.</a:t>
            </a:r>
            <a:endParaRPr b="0" i="0" sz="2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790575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alibri"/>
              <a:buChar char="❖"/>
            </a:pPr>
            <a:r>
              <a:rPr b="0" i="0" lang="en-US" sz="2000" u="none" cap="none" strike="noStrike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Confirm the functional Scope and roadmap</a:t>
            </a:r>
            <a:endParaRPr b="0" i="0" sz="2000" u="none" cap="none" strike="noStrike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"/>
          <p:cNvSpPr txBox="1"/>
          <p:nvPr>
            <p:ph type="title"/>
          </p:nvPr>
        </p:nvSpPr>
        <p:spPr>
          <a:xfrm>
            <a:off x="720875" y="3825150"/>
            <a:ext cx="25416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6428"/>
              </a:lnSpc>
              <a:spcBef>
                <a:spcPts val="0"/>
              </a:spcBef>
              <a:spcAft>
                <a:spcPts val="0"/>
              </a:spcAft>
              <a:buClr>
                <a:srgbClr val="002A63"/>
              </a:buClr>
              <a:buSzPts val="2800"/>
              <a:buFont typeface="Calibri"/>
              <a:buNone/>
            </a:pPr>
            <a:r>
              <a:rPr lang="en-US" sz="2300" u="sng"/>
              <a:t>Kick off Purpose</a:t>
            </a:r>
            <a:endParaRPr sz="2300" u="sng">
              <a:solidFill>
                <a:srgbClr val="002A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"/>
          <p:cNvSpPr txBox="1"/>
          <p:nvPr>
            <p:ph type="title"/>
          </p:nvPr>
        </p:nvSpPr>
        <p:spPr>
          <a:xfrm>
            <a:off x="557213" y="260350"/>
            <a:ext cx="7831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Reminder of the process</a:t>
            </a:r>
            <a:endParaRPr b="0" i="1">
              <a:solidFill>
                <a:srgbClr val="000000"/>
              </a:solidFill>
            </a:endParaRPr>
          </a:p>
        </p:txBody>
      </p:sp>
      <p:sp>
        <p:nvSpPr>
          <p:cNvPr id="287" name="Google Shape;287;p4"/>
          <p:cNvSpPr txBox="1"/>
          <p:nvPr/>
        </p:nvSpPr>
        <p:spPr>
          <a:xfrm>
            <a:off x="6112815" y="764704"/>
            <a:ext cx="10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Actors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4"/>
          <p:cNvSpPr/>
          <p:nvPr/>
        </p:nvSpPr>
        <p:spPr>
          <a:xfrm>
            <a:off x="5878815" y="1001486"/>
            <a:ext cx="1548000" cy="547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Viet  / L.TCHAMFONG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Reviews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J.Phillipe.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4"/>
          <p:cNvSpPr/>
          <p:nvPr/>
        </p:nvSpPr>
        <p:spPr>
          <a:xfrm>
            <a:off x="5878815" y="1698171"/>
            <a:ext cx="1548000" cy="58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L.TCHAMFONG              Viet                    J.NGUEN                                       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Marc.B      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JP. Lee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F.JEAN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4"/>
          <p:cNvSpPr/>
          <p:nvPr/>
        </p:nvSpPr>
        <p:spPr>
          <a:xfrm>
            <a:off x="5893901" y="3294745"/>
            <a:ext cx="1548000" cy="68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L.TCHAMFONG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M.BESANCENOT,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Y.FUCHS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C.ADINS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4"/>
          <p:cNvSpPr/>
          <p:nvPr/>
        </p:nvSpPr>
        <p:spPr>
          <a:xfrm>
            <a:off x="5879386" y="4194630"/>
            <a:ext cx="1548000" cy="60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L.TCHAMFONG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sng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: Viet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4"/>
          <p:cNvSpPr/>
          <p:nvPr/>
        </p:nvSpPr>
        <p:spPr>
          <a:xfrm>
            <a:off x="5879386" y="4934859"/>
            <a:ext cx="1548000" cy="6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RIDE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(Rashmi)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RIOS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(Jean paul)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RICS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(K.GLA)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CCOE 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(Souad/Chunan)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4"/>
          <p:cNvSpPr/>
          <p:nvPr/>
        </p:nvSpPr>
        <p:spPr>
          <a:xfrm>
            <a:off x="5879386" y="5689600"/>
            <a:ext cx="1548000" cy="50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Viet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4"/>
          <p:cNvSpPr txBox="1"/>
          <p:nvPr/>
        </p:nvSpPr>
        <p:spPr>
          <a:xfrm>
            <a:off x="647712" y="764704"/>
            <a:ext cx="10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Steps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4"/>
          <p:cNvSpPr/>
          <p:nvPr/>
        </p:nvSpPr>
        <p:spPr>
          <a:xfrm>
            <a:off x="359712" y="986971"/>
            <a:ext cx="1656000" cy="566100"/>
          </a:xfrm>
          <a:prstGeom prst="rect">
            <a:avLst/>
          </a:prstGeom>
          <a:solidFill>
            <a:srgbClr val="F0EBE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Business Overviews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Viet </a:t>
            </a:r>
            <a:endParaRPr b="1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4"/>
          <p:cNvSpPr/>
          <p:nvPr/>
        </p:nvSpPr>
        <p:spPr>
          <a:xfrm>
            <a:off x="359712" y="1698171"/>
            <a:ext cx="1656000" cy="581400"/>
          </a:xfrm>
          <a:prstGeom prst="rect">
            <a:avLst/>
          </a:prstGeom>
          <a:solidFill>
            <a:srgbClr val="F0EBEF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Scoping  / Requirements / Epics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Viet  …</a:t>
            </a:r>
            <a:endParaRPr b="1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"/>
          <p:cNvSpPr/>
          <p:nvPr/>
        </p:nvSpPr>
        <p:spPr>
          <a:xfrm>
            <a:off x="359712" y="2452916"/>
            <a:ext cx="1656000" cy="640500"/>
          </a:xfrm>
          <a:prstGeom prst="rect">
            <a:avLst/>
          </a:prstGeom>
          <a:solidFill>
            <a:srgbClr val="D8CAD6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Global Architecture  Document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L.TCHAMFONG</a:t>
            </a:r>
            <a:endParaRPr b="1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4"/>
          <p:cNvSpPr/>
          <p:nvPr/>
        </p:nvSpPr>
        <p:spPr>
          <a:xfrm>
            <a:off x="374227" y="3294745"/>
            <a:ext cx="1656000" cy="682200"/>
          </a:xfrm>
          <a:prstGeom prst="rect">
            <a:avLst/>
          </a:prstGeom>
          <a:solidFill>
            <a:srgbClr val="D8CAD6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Charge  / Resources Organizations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L.TCHAMFONG</a:t>
            </a:r>
            <a:endParaRPr b="1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4"/>
          <p:cNvSpPr/>
          <p:nvPr/>
        </p:nvSpPr>
        <p:spPr>
          <a:xfrm>
            <a:off x="359712" y="4194630"/>
            <a:ext cx="1656000" cy="600300"/>
          </a:xfrm>
          <a:prstGeom prst="rect">
            <a:avLst/>
          </a:prstGeom>
          <a:solidFill>
            <a:srgbClr val="B599B0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Direction  / Planning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 .Viet </a:t>
            </a:r>
            <a:endParaRPr b="1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"/>
          <p:cNvSpPr/>
          <p:nvPr/>
        </p:nvSpPr>
        <p:spPr>
          <a:xfrm>
            <a:off x="359712" y="4934859"/>
            <a:ext cx="1656000" cy="610200"/>
          </a:xfrm>
          <a:prstGeom prst="rect">
            <a:avLst/>
          </a:prstGeom>
          <a:solidFill>
            <a:srgbClr val="B599B0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18000" spcFirstLastPara="1" rIns="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Implementation /Realization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L. TCHAMFONG</a:t>
            </a:r>
            <a:endParaRPr b="1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"/>
          <p:cNvSpPr/>
          <p:nvPr/>
        </p:nvSpPr>
        <p:spPr>
          <a:xfrm>
            <a:off x="359712" y="5689600"/>
            <a:ext cx="1656000" cy="507900"/>
          </a:xfrm>
          <a:prstGeom prst="rect">
            <a:avLst/>
          </a:prstGeom>
          <a:solidFill>
            <a:srgbClr val="B599B0"/>
          </a:solidFill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Management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Resp. Viet</a:t>
            </a:r>
            <a:endParaRPr b="1" i="1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"/>
          <p:cNvSpPr txBox="1"/>
          <p:nvPr/>
        </p:nvSpPr>
        <p:spPr>
          <a:xfrm>
            <a:off x="3120109" y="764704"/>
            <a:ext cx="16563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Description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4"/>
          <p:cNvSpPr/>
          <p:nvPr/>
        </p:nvSpPr>
        <p:spPr>
          <a:xfrm>
            <a:off x="2148201" y="986971"/>
            <a:ext cx="3600000" cy="566100"/>
          </a:xfrm>
          <a:prstGeom prst="rect">
            <a:avLst/>
          </a:prstGeom>
          <a:solidFill>
            <a:schemeClr val="lt1">
              <a:alpha val="98431"/>
            </a:schemeClr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Context Stake and </a:t>
            </a:r>
            <a:r>
              <a:rPr b="1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Goals</a:t>
            </a: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Expected Benefits / Success criteria's.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Desired deliveries dates and priorities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"/>
          <p:cNvSpPr/>
          <p:nvPr/>
        </p:nvSpPr>
        <p:spPr>
          <a:xfrm>
            <a:off x="2146326" y="1698171"/>
            <a:ext cx="3600000" cy="58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-30161" lvl="0" marL="87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7312" lvl="0" marL="87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Perimeter , Scoping and hypotheses per components.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7312" lvl="0" marL="87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Matrix  of 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87312" lvl="0" marL="87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 technical's requirements ..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87312" lvl="0" marL="87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"/>
          <p:cNvSpPr/>
          <p:nvPr/>
        </p:nvSpPr>
        <p:spPr>
          <a:xfrm>
            <a:off x="2146326" y="2452916"/>
            <a:ext cx="3600000" cy="64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-87312" lvl="0" marL="8731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scenarios for each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"/>
          <p:cNvSpPr/>
          <p:nvPr/>
        </p:nvSpPr>
        <p:spPr>
          <a:xfrm>
            <a:off x="2160841" y="3294745"/>
            <a:ext cx="3600000" cy="68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Defined  charge / charge plan based on the technical specifications and defined 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required resources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4"/>
          <p:cNvSpPr/>
          <p:nvPr/>
        </p:nvSpPr>
        <p:spPr>
          <a:xfrm>
            <a:off x="2147538" y="4091405"/>
            <a:ext cx="3600000" cy="60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direction  /  lots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715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Char char="•"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detailed  project plan 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"/>
          <p:cNvSpPr/>
          <p:nvPr/>
        </p:nvSpPr>
        <p:spPr>
          <a:xfrm>
            <a:off x="2146326" y="4934859"/>
            <a:ext cx="3600000" cy="6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Enhancement on impacted components.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2146326" y="5689600"/>
            <a:ext cx="3600000" cy="50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Define change management strategy and operational training plan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"/>
          <p:cNvSpPr txBox="1"/>
          <p:nvPr/>
        </p:nvSpPr>
        <p:spPr>
          <a:xfrm>
            <a:off x="7650472" y="764704"/>
            <a:ext cx="1080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Deliveries</a:t>
            </a:r>
            <a:endParaRPr b="0" i="1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4"/>
          <p:cNvSpPr/>
          <p:nvPr/>
        </p:nvSpPr>
        <p:spPr>
          <a:xfrm>
            <a:off x="7560472" y="1016000"/>
            <a:ext cx="1394700" cy="528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Resume context/stake and acceptance deliveries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"/>
          <p:cNvSpPr/>
          <p:nvPr/>
        </p:nvSpPr>
        <p:spPr>
          <a:xfrm>
            <a:off x="7560471" y="1698171"/>
            <a:ext cx="1409400" cy="58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-Scoping documents.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-Epics stories Details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"/>
          <p:cNvSpPr/>
          <p:nvPr/>
        </p:nvSpPr>
        <p:spPr>
          <a:xfrm>
            <a:off x="7560472" y="2452916"/>
            <a:ext cx="1365900" cy="640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Applications Designs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"/>
          <p:cNvSpPr/>
          <p:nvPr/>
        </p:nvSpPr>
        <p:spPr>
          <a:xfrm>
            <a:off x="7574987" y="3294745"/>
            <a:ext cx="1365900" cy="682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Costing components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Materials resources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Assigns  human resources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7560472" y="4194630"/>
            <a:ext cx="1380300" cy="600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Direction + Project plan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7559000" y="4934859"/>
            <a:ext cx="1381800" cy="610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Setup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7560472" y="5689600"/>
            <a:ext cx="1409400" cy="507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Change management plan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5878815" y="2460171"/>
            <a:ext cx="1548000" cy="581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A5A5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72000" spcFirstLastPara="1" rIns="7200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L.TCHAMFONG              Viet                    J.NGUEN                                       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Marc.B       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JP. Lee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F.JEAN</a:t>
            </a:r>
            <a:endParaRPr b="0" i="0" sz="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"/>
          <p:cNvSpPr/>
          <p:nvPr/>
        </p:nvSpPr>
        <p:spPr>
          <a:xfrm>
            <a:off x="5792050" y="1280925"/>
            <a:ext cx="3180000" cy="36597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"/>
          <p:cNvSpPr/>
          <p:nvPr/>
        </p:nvSpPr>
        <p:spPr>
          <a:xfrm>
            <a:off x="153250" y="1357125"/>
            <a:ext cx="3180000" cy="34563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5"/>
          <p:cNvSpPr txBox="1"/>
          <p:nvPr>
            <p:ph idx="12" type="sldNum"/>
          </p:nvPr>
        </p:nvSpPr>
        <p:spPr>
          <a:xfrm>
            <a:off x="8472458" y="60652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7" name="Google Shape;327;p5"/>
          <p:cNvSpPr/>
          <p:nvPr/>
        </p:nvSpPr>
        <p:spPr>
          <a:xfrm>
            <a:off x="3581400" y="2796550"/>
            <a:ext cx="1086000" cy="8382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5"/>
          <p:cNvSpPr/>
          <p:nvPr/>
        </p:nvSpPr>
        <p:spPr>
          <a:xfrm>
            <a:off x="381000" y="933450"/>
            <a:ext cx="2743200" cy="838200"/>
          </a:xfrm>
          <a:prstGeom prst="rect">
            <a:avLst/>
          </a:prstGeom>
          <a:gradFill>
            <a:gsLst>
              <a:gs pos="0">
                <a:srgbClr val="3177EE"/>
              </a:gs>
              <a:gs pos="100000">
                <a:srgbClr val="113D8A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Eyecloud V2 </a:t>
            </a:r>
            <a:endParaRPr b="1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with the current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"/>
          <p:cNvSpPr/>
          <p:nvPr/>
        </p:nvSpPr>
        <p:spPr>
          <a:xfrm>
            <a:off x="6019800" y="933450"/>
            <a:ext cx="2743200" cy="838200"/>
          </a:xfrm>
          <a:prstGeom prst="rect">
            <a:avLst/>
          </a:prstGeom>
          <a:gradFill>
            <a:gsLst>
              <a:gs pos="0">
                <a:srgbClr val="3177EE"/>
              </a:gs>
              <a:gs pos="100000">
                <a:srgbClr val="113D8A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Eyecloud V3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with the new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5"/>
          <p:cNvSpPr/>
          <p:nvPr/>
        </p:nvSpPr>
        <p:spPr>
          <a:xfrm>
            <a:off x="4038600" y="2796550"/>
            <a:ext cx="1086000" cy="8382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5"/>
          <p:cNvSpPr/>
          <p:nvPr/>
        </p:nvSpPr>
        <p:spPr>
          <a:xfrm>
            <a:off x="4495800" y="2796550"/>
            <a:ext cx="1086000" cy="838200"/>
          </a:xfrm>
          <a:prstGeom prst="chevron">
            <a:avLst>
              <a:gd fmla="val 50000" name="adj"/>
            </a:avLst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5"/>
          <p:cNvSpPr/>
          <p:nvPr/>
        </p:nvSpPr>
        <p:spPr>
          <a:xfrm>
            <a:off x="381000" y="3390900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Users are using V2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3" name="Google Shape;333;p5"/>
          <p:cNvCxnSpPr/>
          <p:nvPr/>
        </p:nvCxnSpPr>
        <p:spPr>
          <a:xfrm flipH="1" rot="10800000">
            <a:off x="304800" y="5638950"/>
            <a:ext cx="8763600" cy="18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34" name="Google Shape;334;p5"/>
          <p:cNvSpPr txBox="1"/>
          <p:nvPr/>
        </p:nvSpPr>
        <p:spPr>
          <a:xfrm>
            <a:off x="1219200" y="5200650"/>
            <a:ext cx="742800" cy="4002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Today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5"/>
          <p:cNvSpPr txBox="1"/>
          <p:nvPr/>
        </p:nvSpPr>
        <p:spPr>
          <a:xfrm>
            <a:off x="7010400" y="5200650"/>
            <a:ext cx="1086000" cy="4002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Tomorrow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5"/>
          <p:cNvSpPr/>
          <p:nvPr/>
        </p:nvSpPr>
        <p:spPr>
          <a:xfrm>
            <a:off x="6019800" y="3314700"/>
            <a:ext cx="2743200" cy="9138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Current and new Users will use V3 to get and create new IDs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5"/>
          <p:cNvSpPr/>
          <p:nvPr/>
        </p:nvSpPr>
        <p:spPr>
          <a:xfrm>
            <a:off x="381000" y="2552700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Multiple ID Types (UEID, ULID</a:t>
            </a:r>
            <a:r>
              <a:rPr b="1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UFID, UOID)  with the V2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"/>
          <p:cNvSpPr/>
          <p:nvPr/>
        </p:nvSpPr>
        <p:spPr>
          <a:xfrm>
            <a:off x="6019800" y="2476500"/>
            <a:ext cx="2743200" cy="666900"/>
          </a:xfrm>
          <a:prstGeom prst="rect">
            <a:avLst/>
          </a:prstGeom>
          <a:gradFill>
            <a:gsLst>
              <a:gs pos="0">
                <a:srgbClr val="D4E5F5"/>
              </a:gs>
              <a:gs pos="100000">
                <a:srgbClr val="70A4D5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Unique ID Type with the V3 and uniqueness reinforcement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5"/>
          <p:cNvSpPr txBox="1"/>
          <p:nvPr>
            <p:ph idx="4294967295" type="title"/>
          </p:nvPr>
        </p:nvSpPr>
        <p:spPr>
          <a:xfrm>
            <a:off x="481013" y="107950"/>
            <a:ext cx="7831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b="1" lang="en-US" sz="2000">
                <a:latin typeface="Calibri"/>
                <a:ea typeface="Calibri"/>
                <a:cs typeface="Calibri"/>
                <a:sym typeface="Calibri"/>
              </a:rPr>
              <a:t>Functional Scope </a:t>
            </a:r>
            <a:endParaRPr b="0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"/>
          <p:cNvSpPr/>
          <p:nvPr/>
        </p:nvSpPr>
        <p:spPr>
          <a:xfrm>
            <a:off x="2654100" y="3152419"/>
            <a:ext cx="4683150" cy="2521125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6A5A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6"/>
          <p:cNvSpPr/>
          <p:nvPr/>
        </p:nvSpPr>
        <p:spPr>
          <a:xfrm>
            <a:off x="253800" y="2161825"/>
            <a:ext cx="8855325" cy="881775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76A5AF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2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6"/>
          <p:cNvSpPr/>
          <p:nvPr/>
        </p:nvSpPr>
        <p:spPr>
          <a:xfrm>
            <a:off x="1206975" y="13117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"/>
          <p:cNvSpPr/>
          <p:nvPr/>
        </p:nvSpPr>
        <p:spPr>
          <a:xfrm>
            <a:off x="2468356" y="13117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6"/>
          <p:cNvSpPr/>
          <p:nvPr/>
        </p:nvSpPr>
        <p:spPr>
          <a:xfrm>
            <a:off x="3729737" y="13117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BBGR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6"/>
          <p:cNvSpPr/>
          <p:nvPr/>
        </p:nvSpPr>
        <p:spPr>
          <a:xfrm>
            <a:off x="3407475" y="5139526"/>
            <a:ext cx="642925" cy="470450"/>
          </a:xfrm>
          <a:prstGeom prst="flowChartMagneticDisk">
            <a:avLst/>
          </a:prstGeom>
          <a:solidFill>
            <a:srgbClr val="FF0000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MySQL</a:t>
            </a:r>
            <a:endParaRPr b="0" i="0" sz="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6"/>
          <p:cNvSpPr/>
          <p:nvPr/>
        </p:nvSpPr>
        <p:spPr>
          <a:xfrm>
            <a:off x="6554800" y="5170900"/>
            <a:ext cx="642938" cy="439061"/>
          </a:xfrm>
          <a:prstGeom prst="flowChartDocument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1" name="Google Shape;351;p6"/>
          <p:cNvCxnSpPr>
            <a:stCxn id="352" idx="2"/>
            <a:endCxn id="349" idx="1"/>
          </p:cNvCxnSpPr>
          <p:nvPr/>
        </p:nvCxnSpPr>
        <p:spPr>
          <a:xfrm rot="5400000">
            <a:off x="4049738" y="4633250"/>
            <a:ext cx="185700" cy="827100"/>
          </a:xfrm>
          <a:prstGeom prst="bentConnector3">
            <a:avLst>
              <a:gd fmla="val 5000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3" name="Google Shape;353;p6"/>
          <p:cNvCxnSpPr>
            <a:stCxn id="354" idx="1"/>
            <a:endCxn id="352" idx="2"/>
          </p:cNvCxnSpPr>
          <p:nvPr/>
        </p:nvCxnSpPr>
        <p:spPr>
          <a:xfrm flipH="1" rot="5400000">
            <a:off x="4935538" y="4574476"/>
            <a:ext cx="185700" cy="944400"/>
          </a:xfrm>
          <a:prstGeom prst="bentConnector3">
            <a:avLst>
              <a:gd fmla="val 49967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6"/>
          <p:cNvSpPr/>
          <p:nvPr/>
        </p:nvSpPr>
        <p:spPr>
          <a:xfrm>
            <a:off x="1312090" y="14641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6"/>
          <p:cNvSpPr/>
          <p:nvPr/>
        </p:nvSpPr>
        <p:spPr>
          <a:xfrm>
            <a:off x="2573471" y="14641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6"/>
          <p:cNvSpPr/>
          <p:nvPr/>
        </p:nvSpPr>
        <p:spPr>
          <a:xfrm>
            <a:off x="3834852" y="14641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BBGR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"/>
          <p:cNvSpPr/>
          <p:nvPr/>
        </p:nvSpPr>
        <p:spPr>
          <a:xfrm>
            <a:off x="1417205" y="16165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Orchestra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6"/>
          <p:cNvSpPr/>
          <p:nvPr/>
        </p:nvSpPr>
        <p:spPr>
          <a:xfrm>
            <a:off x="2678586" y="16165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ESO</a:t>
            </a:r>
            <a:endParaRPr b="0" i="0" sz="9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6"/>
          <p:cNvSpPr/>
          <p:nvPr/>
        </p:nvSpPr>
        <p:spPr>
          <a:xfrm>
            <a:off x="3939968" y="16165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BBGR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6"/>
          <p:cNvSpPr/>
          <p:nvPr/>
        </p:nvSpPr>
        <p:spPr>
          <a:xfrm>
            <a:off x="4124525" y="2273775"/>
            <a:ext cx="822825" cy="250875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R53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6"/>
          <p:cNvSpPr/>
          <p:nvPr/>
        </p:nvSpPr>
        <p:spPr>
          <a:xfrm>
            <a:off x="3924344" y="3206914"/>
            <a:ext cx="562807" cy="307088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ALB int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6"/>
          <p:cNvSpPr/>
          <p:nvPr/>
        </p:nvSpPr>
        <p:spPr>
          <a:xfrm>
            <a:off x="4603500" y="3206914"/>
            <a:ext cx="572175" cy="307088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ALB ext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6"/>
          <p:cNvSpPr/>
          <p:nvPr/>
        </p:nvSpPr>
        <p:spPr>
          <a:xfrm>
            <a:off x="6137175" y="1311750"/>
            <a:ext cx="822825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A&amp;R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5" name="Google Shape;365;p6"/>
          <p:cNvCxnSpPr>
            <a:stCxn id="360" idx="2"/>
            <a:endCxn id="361" idx="0"/>
          </p:cNvCxnSpPr>
          <p:nvPr/>
        </p:nvCxnSpPr>
        <p:spPr>
          <a:xfrm flipH="1" rot="-5400000">
            <a:off x="4286018" y="2023800"/>
            <a:ext cx="338700" cy="161400"/>
          </a:xfrm>
          <a:prstGeom prst="bentConnector3">
            <a:avLst>
              <a:gd fmla="val 49978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6" name="Google Shape;366;p6"/>
          <p:cNvCxnSpPr>
            <a:stCxn id="361" idx="2"/>
            <a:endCxn id="362" idx="0"/>
          </p:cNvCxnSpPr>
          <p:nvPr/>
        </p:nvCxnSpPr>
        <p:spPr>
          <a:xfrm rot="5400000">
            <a:off x="4029688" y="2700600"/>
            <a:ext cx="682200" cy="3303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67" name="Google Shape;367;p6"/>
          <p:cNvCxnSpPr>
            <a:stCxn id="364" idx="2"/>
            <a:endCxn id="361" idx="0"/>
          </p:cNvCxnSpPr>
          <p:nvPr/>
        </p:nvCxnSpPr>
        <p:spPr>
          <a:xfrm rot="5400000">
            <a:off x="5220488" y="945750"/>
            <a:ext cx="643500" cy="2012700"/>
          </a:xfrm>
          <a:prstGeom prst="bentConnector3">
            <a:avLst>
              <a:gd fmla="val 49994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6"/>
          <p:cNvCxnSpPr>
            <a:stCxn id="361" idx="2"/>
            <a:endCxn id="363" idx="0"/>
          </p:cNvCxnSpPr>
          <p:nvPr/>
        </p:nvCxnSpPr>
        <p:spPr>
          <a:xfrm flipH="1" rot="-5400000">
            <a:off x="4371688" y="2688900"/>
            <a:ext cx="682200" cy="3537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69" name="Google Shape;369;p6"/>
          <p:cNvSpPr/>
          <p:nvPr/>
        </p:nvSpPr>
        <p:spPr>
          <a:xfrm>
            <a:off x="4991105" y="13117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6"/>
          <p:cNvSpPr/>
          <p:nvPr/>
        </p:nvSpPr>
        <p:spPr>
          <a:xfrm>
            <a:off x="5143505" y="1464150"/>
            <a:ext cx="869400" cy="3186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DEO</a:t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1" name="Google Shape;371;p6"/>
          <p:cNvCxnSpPr>
            <a:stCxn id="362" idx="2"/>
            <a:endCxn id="352" idx="0"/>
          </p:cNvCxnSpPr>
          <p:nvPr/>
        </p:nvCxnSpPr>
        <p:spPr>
          <a:xfrm>
            <a:off x="4205748" y="3514002"/>
            <a:ext cx="350400" cy="40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372" name="Google Shape;372;p6"/>
          <p:cNvCxnSpPr>
            <a:stCxn id="363" idx="2"/>
            <a:endCxn id="352" idx="0"/>
          </p:cNvCxnSpPr>
          <p:nvPr/>
        </p:nvCxnSpPr>
        <p:spPr>
          <a:xfrm flipH="1">
            <a:off x="4556288" y="3514002"/>
            <a:ext cx="333300" cy="408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373" name="Google Shape;373;p6"/>
          <p:cNvSpPr/>
          <p:nvPr/>
        </p:nvSpPr>
        <p:spPr>
          <a:xfrm>
            <a:off x="0" y="857250"/>
            <a:ext cx="9144000" cy="376425"/>
          </a:xfrm>
          <a:prstGeom prst="rect">
            <a:avLst/>
          </a:prstGeom>
          <a:solidFill>
            <a:srgbClr val="4581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Eyecloud works : Simplified Architecture </a:t>
            </a:r>
            <a:endParaRPr b="1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6"/>
          <p:cNvSpPr/>
          <p:nvPr/>
        </p:nvSpPr>
        <p:spPr>
          <a:xfrm>
            <a:off x="3853125" y="3922325"/>
            <a:ext cx="1406025" cy="1031625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6"/>
          <p:cNvSpPr/>
          <p:nvPr/>
        </p:nvSpPr>
        <p:spPr>
          <a:xfrm>
            <a:off x="3921675" y="4006975"/>
            <a:ext cx="1260675" cy="1980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Provides of unique ECID on the fly | batch mode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"/>
          <p:cNvSpPr/>
          <p:nvPr/>
        </p:nvSpPr>
        <p:spPr>
          <a:xfrm>
            <a:off x="3921675" y="4464175"/>
            <a:ext cx="1260675" cy="198000"/>
          </a:xfrm>
          <a:prstGeom prst="rect">
            <a:avLst/>
          </a:prstGeom>
          <a:solidFill>
            <a:srgbClr val="1C45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Provides (GET) document / metadata</a:t>
            </a:r>
            <a:endParaRPr b="0" i="0" sz="67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6"/>
          <p:cNvSpPr/>
          <p:nvPr/>
        </p:nvSpPr>
        <p:spPr>
          <a:xfrm>
            <a:off x="3921675" y="4235575"/>
            <a:ext cx="1260675" cy="198000"/>
          </a:xfrm>
          <a:prstGeom prst="rect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Stores (POST) document / metadata</a:t>
            </a:r>
            <a:endParaRPr b="0" i="0" sz="67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6"/>
          <p:cNvSpPr/>
          <p:nvPr/>
        </p:nvSpPr>
        <p:spPr>
          <a:xfrm>
            <a:off x="3921675" y="4692775"/>
            <a:ext cx="1260675" cy="19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 Authorization</a:t>
            </a:r>
            <a:endParaRPr b="0" i="0" sz="675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6"/>
          <p:cNvSpPr txBox="1"/>
          <p:nvPr/>
        </p:nvSpPr>
        <p:spPr>
          <a:xfrm>
            <a:off x="5171825" y="2450900"/>
            <a:ext cx="1161675" cy="4704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ECID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Post data/document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7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Get data/document</a:t>
            </a:r>
            <a:endParaRPr b="0" i="0" sz="675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6"/>
          <p:cNvSpPr/>
          <p:nvPr/>
        </p:nvSpPr>
        <p:spPr>
          <a:xfrm>
            <a:off x="5179125" y="5139526"/>
            <a:ext cx="642925" cy="470450"/>
          </a:xfrm>
          <a:prstGeom prst="flowChartMagneticDisk">
            <a:avLst/>
          </a:prstGeom>
          <a:gradFill>
            <a:gsLst>
              <a:gs pos="0">
                <a:srgbClr val="0B5394"/>
              </a:gs>
              <a:gs pos="100000">
                <a:srgbClr val="CFE2F3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Dynamo DB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9" name="Google Shape;379;p6"/>
          <p:cNvCxnSpPr>
            <a:stCxn id="354" idx="4"/>
            <a:endCxn id="350" idx="1"/>
          </p:cNvCxnSpPr>
          <p:nvPr/>
        </p:nvCxnSpPr>
        <p:spPr>
          <a:xfrm>
            <a:off x="5822050" y="5374751"/>
            <a:ext cx="732900" cy="15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7"/>
          <p:cNvSpPr txBox="1"/>
          <p:nvPr>
            <p:ph type="title"/>
          </p:nvPr>
        </p:nvSpPr>
        <p:spPr>
          <a:xfrm>
            <a:off x="374481" y="-93369"/>
            <a:ext cx="72009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Setting an High </a:t>
            </a:r>
            <a:r>
              <a:rPr lang="en-US"/>
              <a:t>Availability</a:t>
            </a:r>
            <a:r>
              <a:rPr lang="en-US"/>
              <a:t> Multi Region (HAMR) API on AWS </a:t>
            </a:r>
            <a:endParaRPr/>
          </a:p>
        </p:txBody>
      </p:sp>
      <p:sp>
        <p:nvSpPr>
          <p:cNvPr id="386" name="Google Shape;386;p7"/>
          <p:cNvSpPr txBox="1"/>
          <p:nvPr>
            <p:ph idx="12" type="sldNum"/>
          </p:nvPr>
        </p:nvSpPr>
        <p:spPr>
          <a:xfrm>
            <a:off x="8459788" y="6416675"/>
            <a:ext cx="3603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/>
              <a:t>P.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7" name="Google Shape;38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22275" y="550150"/>
            <a:ext cx="6950476" cy="604652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7"/>
          <p:cNvSpPr/>
          <p:nvPr/>
        </p:nvSpPr>
        <p:spPr>
          <a:xfrm>
            <a:off x="1319560" y="2369634"/>
            <a:ext cx="1812073" cy="11987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7"/>
          <p:cNvSpPr/>
          <p:nvPr/>
        </p:nvSpPr>
        <p:spPr>
          <a:xfrm>
            <a:off x="6328316" y="2564780"/>
            <a:ext cx="1812073" cy="1198756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7"/>
          <p:cNvSpPr/>
          <p:nvPr/>
        </p:nvSpPr>
        <p:spPr>
          <a:xfrm>
            <a:off x="1960755" y="2834267"/>
            <a:ext cx="1328854" cy="2787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7"/>
          <p:cNvSpPr/>
          <p:nvPr/>
        </p:nvSpPr>
        <p:spPr>
          <a:xfrm>
            <a:off x="6095999" y="2890023"/>
            <a:ext cx="1328854" cy="27878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8"/>
          <p:cNvSpPr txBox="1"/>
          <p:nvPr>
            <p:ph type="title"/>
          </p:nvPr>
        </p:nvSpPr>
        <p:spPr>
          <a:xfrm>
            <a:off x="2005475" y="-48910"/>
            <a:ext cx="77028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Difference between V2 and V3 : Infrastructure </a:t>
            </a:r>
            <a:endParaRPr/>
          </a:p>
        </p:txBody>
      </p:sp>
      <p:pic>
        <p:nvPicPr>
          <p:cNvPr id="398" name="Google Shape;39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260" y="633693"/>
            <a:ext cx="9011916" cy="374818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99" name="Google Shape;399;p8"/>
          <p:cNvGraphicFramePr/>
          <p:nvPr/>
        </p:nvGraphicFramePr>
        <p:xfrm>
          <a:off x="208721" y="466145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{838513F8-3BF8-4638-8665-5AD3A9B88BDE}</a:tableStyleId>
              </a:tblPr>
              <a:tblGrid>
                <a:gridCol w="2164975"/>
                <a:gridCol w="3092575"/>
                <a:gridCol w="3579725"/>
              </a:tblGrid>
              <a:tr h="298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cap="none" strike="noStrike"/>
                        <a:t>V2</a:t>
                      </a:r>
                      <a:endParaRPr/>
                    </a:p>
                  </a:txBody>
                  <a:tcPr marT="45725" marB="45725" marR="91450" marL="91450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u="none" cap="none" strike="noStrike"/>
                        <a:t>V3</a:t>
                      </a:r>
                      <a:endParaRPr/>
                    </a:p>
                  </a:txBody>
                  <a:tcPr marT="45725" marB="45725" marR="91450" marL="91450"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URL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https://in-eyecloud.rxdigitalplatform.com/v2/uoid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https://in-ec-prd.rxdigitalplatform.com/v3/ecid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48475">
                <a:tc row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Eyecloud ID Format</a:t>
                      </a:r>
                      <a:endParaRPr/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Alphanumeric with </a:t>
                      </a:r>
                      <a:r>
                        <a:rPr lang="en-US" sz="1000" u="none" cap="none" strike="noStrike"/>
                        <a:t>8 Characters 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b="0" i="0" lang="en-US" sz="10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Alphanumeric with 9</a:t>
                      </a:r>
                      <a:r>
                        <a:rPr lang="en-US" sz="1000" u="none" cap="none" strike="noStrike"/>
                        <a:t> characters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2385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Lowercase only 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/>
                        <a:t>Lower case only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5" name="Google Shape;405;p9"/>
          <p:cNvGraphicFramePr/>
          <p:nvPr/>
        </p:nvGraphicFramePr>
        <p:xfrm>
          <a:off x="969602" y="7651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{4C46FA67-046C-48FA-912E-4063D7E52719}</a:tableStyleId>
              </a:tblPr>
              <a:tblGrid>
                <a:gridCol w="1904525"/>
                <a:gridCol w="1865600"/>
                <a:gridCol w="939525"/>
                <a:gridCol w="852375"/>
                <a:gridCol w="805875"/>
                <a:gridCol w="836900"/>
              </a:tblGrid>
              <a:tr h="294500">
                <a:tc gridSpan="2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Noto Sans Symbols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1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496"/>
                    </a:solidFill>
                  </a:tcPr>
                </a:tc>
                <a:tc hMerge="1"/>
                <a:tc gridSpan="4"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1300"/>
                        <a:buFont typeface="Noto Sans Symbols"/>
                        <a:buNone/>
                      </a:pPr>
                      <a:r>
                        <a:rPr b="1" i="0" lang="en-US" sz="16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202</a:t>
                      </a: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</a:rPr>
                        <a:t>2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56496"/>
                    </a:solidFill>
                  </a:tcPr>
                </a:tc>
                <a:tc hMerge="1"/>
                <a:tc hMerge="1"/>
                <a:tc hMerge="1"/>
              </a:tr>
              <a:tr h="3763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November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December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Q1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Q2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Q3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800"/>
                        <a:buFont typeface="Noto Sans Symbols"/>
                        <a:buNone/>
                      </a:pPr>
                      <a:r>
                        <a:rPr b="1" i="0" lang="en-US" sz="11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Q4</a:t>
                      </a:r>
                      <a:endParaRPr sz="1500" u="none" cap="none" strike="noStrike"/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7BAAC9"/>
                    </a:solidFill>
                  </a:tcPr>
                </a:tc>
              </a:tr>
              <a:tr h="356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2"/>
                        </a:buClr>
                        <a:buSzPts val="500"/>
                        <a:buFont typeface="Noto Sans Symbols"/>
                        <a:buNone/>
                      </a:pPr>
                      <a:r>
                        <a:t/>
                      </a:r>
                      <a:endParaRPr b="0" i="0" sz="700" u="none" cap="none" strike="noStrike">
                        <a:solidFill>
                          <a:srgbClr val="103184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2200" marB="42200" marR="91450" marL="91450">
                    <a:lnL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1C8EB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FF4F9"/>
                    </a:solidFill>
                  </a:tcPr>
                </a:tc>
              </a:tr>
            </a:tbl>
          </a:graphicData>
        </a:graphic>
      </p:graphicFrame>
      <p:sp>
        <p:nvSpPr>
          <p:cNvPr id="406" name="Google Shape;406;p9"/>
          <p:cNvSpPr txBox="1"/>
          <p:nvPr>
            <p:ph idx="4294967295" type="sldNum"/>
          </p:nvPr>
        </p:nvSpPr>
        <p:spPr>
          <a:xfrm>
            <a:off x="4534278" y="6426479"/>
            <a:ext cx="4074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</a:pPr>
            <a:r>
              <a:rPr lang="en-US">
                <a:solidFill>
                  <a:srgbClr val="003985"/>
                </a:solidFill>
              </a:rPr>
              <a:t>P.</a:t>
            </a:r>
            <a:fld id="{00000000-1234-1234-1234-123412341234}" type="slidenum">
              <a:rPr lang="en-US">
                <a:solidFill>
                  <a:srgbClr val="003985"/>
                </a:solidFill>
              </a:rPr>
              <a:t>‹#›</a:t>
            </a:fld>
            <a:endParaRPr>
              <a:solidFill>
                <a:srgbClr val="003985"/>
              </a:solidFill>
            </a:endParaRPr>
          </a:p>
        </p:txBody>
      </p:sp>
      <p:sp>
        <p:nvSpPr>
          <p:cNvPr id="407" name="Google Shape;407;p9"/>
          <p:cNvSpPr/>
          <p:nvPr/>
        </p:nvSpPr>
        <p:spPr>
          <a:xfrm>
            <a:off x="2106875" y="1717300"/>
            <a:ext cx="2498700" cy="788100"/>
          </a:xfrm>
          <a:prstGeom prst="chevron">
            <a:avLst>
              <a:gd fmla="val 12125" name="adj"/>
            </a:avLst>
          </a:prstGeom>
          <a:solidFill>
            <a:srgbClr val="DDDDDD"/>
          </a:solidFill>
          <a:ln cap="flat" cmpd="sng" w="9525">
            <a:solidFill>
              <a:srgbClr val="9E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55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8" name="Google Shape;408;p9"/>
          <p:cNvGrpSpPr/>
          <p:nvPr/>
        </p:nvGrpSpPr>
        <p:grpSpPr>
          <a:xfrm>
            <a:off x="2553260" y="1965879"/>
            <a:ext cx="1827000" cy="383400"/>
            <a:chOff x="962733" y="2156518"/>
            <a:chExt cx="1827000" cy="383400"/>
          </a:xfrm>
        </p:grpSpPr>
        <p:sp>
          <p:nvSpPr>
            <p:cNvPr id="409" name="Google Shape;409;p9"/>
            <p:cNvSpPr/>
            <p:nvPr/>
          </p:nvSpPr>
          <p:spPr>
            <a:xfrm>
              <a:off x="962733" y="2156518"/>
              <a:ext cx="1827000" cy="383400"/>
            </a:xfrm>
            <a:prstGeom prst="chevron">
              <a:avLst>
                <a:gd fmla="val 17064" name="adj"/>
              </a:avLst>
            </a:prstGeom>
            <a:solidFill>
              <a:srgbClr val="556496"/>
            </a:solidFill>
            <a:ln>
              <a:noFill/>
            </a:ln>
          </p:spPr>
          <p:txBody>
            <a:bodyPr anchorCtr="0" anchor="ctr" bIns="45700" lIns="0" spcFirstLastPara="1" rIns="0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3300"/>
                </a:buClr>
                <a:buSzPts val="554"/>
                <a:buFont typeface="Noto Sans Symbols"/>
                <a:buNone/>
              </a:pPr>
              <a:r>
                <a:t/>
              </a:r>
              <a:endParaRPr b="1" i="1" sz="5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9"/>
            <p:cNvSpPr/>
            <p:nvPr/>
          </p:nvSpPr>
          <p:spPr>
            <a:xfrm>
              <a:off x="1108525" y="2228073"/>
              <a:ext cx="1505400" cy="230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b="1" i="0" lang="en-US" sz="9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Scoping / Requirements</a:t>
              </a:r>
              <a:endParaRPr b="0" i="0" sz="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1" name="Google Shape;411;p9"/>
          <p:cNvSpPr/>
          <p:nvPr/>
        </p:nvSpPr>
        <p:spPr>
          <a:xfrm>
            <a:off x="3237858" y="1764286"/>
            <a:ext cx="9954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1000" u="none" cap="none" strike="noStrike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Scoping STEP</a:t>
            </a:r>
            <a:endParaRPr b="1" i="1" sz="1000" u="none" cap="none" strike="noStrike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9"/>
          <p:cNvSpPr/>
          <p:nvPr/>
        </p:nvSpPr>
        <p:spPr>
          <a:xfrm>
            <a:off x="4676825" y="1663475"/>
            <a:ext cx="2019300" cy="2442000"/>
          </a:xfrm>
          <a:prstGeom prst="chevron">
            <a:avLst>
              <a:gd fmla="val 12125" name="adj"/>
            </a:avLst>
          </a:prstGeom>
          <a:solidFill>
            <a:srgbClr val="DDDDDD"/>
          </a:solidFill>
          <a:ln cap="flat" cmpd="sng" w="9525">
            <a:solidFill>
              <a:srgbClr val="949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55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9"/>
          <p:cNvSpPr/>
          <p:nvPr/>
        </p:nvSpPr>
        <p:spPr>
          <a:xfrm>
            <a:off x="4905425" y="1888150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en-US" sz="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Route 53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4716550" y="1688075"/>
            <a:ext cx="18270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1" lang="en-US" sz="900" u="none" cap="none" strike="noStrike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Conception and Realization STEP 1</a:t>
            </a:r>
            <a:endParaRPr b="1" i="1" sz="900" u="none" cap="none" strike="noStrike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5057825" y="2590275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en-US" sz="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S3  Replication 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9"/>
          <p:cNvSpPr/>
          <p:nvPr/>
        </p:nvSpPr>
        <p:spPr>
          <a:xfrm>
            <a:off x="5057825" y="2971275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en-US" sz="6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Global table in Dynamo DBs</a:t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4830250" y="3279425"/>
            <a:ext cx="1694400" cy="804900"/>
          </a:xfrm>
          <a:prstGeom prst="chevron">
            <a:avLst>
              <a:gd fmla="val 12125" name="adj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en-US" sz="554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1" i="1" sz="55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/>
          <p:nvPr/>
        </p:nvSpPr>
        <p:spPr>
          <a:xfrm>
            <a:off x="4905425" y="3504675"/>
            <a:ext cx="787200" cy="2865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en-US" sz="6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Discussion with users</a:t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9"/>
          <p:cNvSpPr/>
          <p:nvPr/>
        </p:nvSpPr>
        <p:spPr>
          <a:xfrm>
            <a:off x="4981625" y="3843075"/>
            <a:ext cx="787200" cy="1788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en-US" sz="6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Realization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9"/>
          <p:cNvSpPr/>
          <p:nvPr/>
        </p:nvSpPr>
        <p:spPr>
          <a:xfrm>
            <a:off x="5057823" y="3288275"/>
            <a:ext cx="12327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US" sz="800" u="none" cap="none" strike="noStrike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Id uniqueness enhancement</a:t>
            </a:r>
            <a:endParaRPr b="1" i="1" sz="800" u="none" cap="none" strike="noStrike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9"/>
          <p:cNvSpPr/>
          <p:nvPr/>
        </p:nvSpPr>
        <p:spPr>
          <a:xfrm>
            <a:off x="4981625" y="2269150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en-US" sz="6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ASGs duplication </a:t>
            </a:r>
            <a:endParaRPr b="1" i="1" sz="6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9"/>
          <p:cNvSpPr/>
          <p:nvPr/>
        </p:nvSpPr>
        <p:spPr>
          <a:xfrm>
            <a:off x="6505625" y="3949466"/>
            <a:ext cx="1694400" cy="1084800"/>
          </a:xfrm>
          <a:prstGeom prst="chevron">
            <a:avLst>
              <a:gd fmla="val 12125" name="adj"/>
            </a:avLst>
          </a:prstGeom>
          <a:solidFill>
            <a:srgbClr val="DDDDDD"/>
          </a:solidFill>
          <a:ln cap="flat" cmpd="sng" w="9525">
            <a:solidFill>
              <a:srgbClr val="9494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554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9"/>
          <p:cNvSpPr/>
          <p:nvPr/>
        </p:nvSpPr>
        <p:spPr>
          <a:xfrm>
            <a:off x="6658025" y="4199550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en-US" sz="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Authentication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9"/>
          <p:cNvSpPr/>
          <p:nvPr/>
        </p:nvSpPr>
        <p:spPr>
          <a:xfrm>
            <a:off x="7191425" y="4656750"/>
            <a:ext cx="863400" cy="248700"/>
          </a:xfrm>
          <a:prstGeom prst="chevron">
            <a:avLst>
              <a:gd fmla="val 17064" name="adj"/>
            </a:avLst>
          </a:prstGeom>
          <a:solidFill>
            <a:srgbClr val="556496"/>
          </a:solidFill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rPr b="1" i="1" lang="en-US" sz="754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Authorization</a:t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300"/>
              </a:buClr>
              <a:buSzPts val="554"/>
              <a:buFont typeface="Noto Sans Symbols"/>
              <a:buNone/>
            </a:pPr>
            <a:r>
              <a:t/>
            </a:r>
            <a:endParaRPr b="1" i="1" sz="754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9"/>
          <p:cNvSpPr/>
          <p:nvPr/>
        </p:nvSpPr>
        <p:spPr>
          <a:xfrm>
            <a:off x="6545350" y="3923275"/>
            <a:ext cx="1827000" cy="17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1" i="1" lang="en-US" sz="800" u="none" cap="none" strike="noStrike">
                <a:solidFill>
                  <a:srgbClr val="103184"/>
                </a:solidFill>
                <a:latin typeface="Calibri"/>
                <a:ea typeface="Calibri"/>
                <a:cs typeface="Calibri"/>
                <a:sym typeface="Calibri"/>
              </a:rPr>
              <a:t>Conception and Realization STEP 2</a:t>
            </a:r>
            <a:endParaRPr b="1" i="1" sz="800" u="none" cap="none" strike="noStrike">
              <a:solidFill>
                <a:srgbClr val="10318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0"/>
          <p:cNvSpPr txBox="1"/>
          <p:nvPr>
            <p:ph idx="12" type="sldNum"/>
          </p:nvPr>
        </p:nvSpPr>
        <p:spPr>
          <a:xfrm>
            <a:off x="8472458" y="60652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2" name="Google Shape;432;p10"/>
          <p:cNvSpPr/>
          <p:nvPr/>
        </p:nvSpPr>
        <p:spPr>
          <a:xfrm>
            <a:off x="3092890" y="1238250"/>
            <a:ext cx="2412000" cy="78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Steerco Meeting with management team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6376085" y="1238250"/>
            <a:ext cx="2412000" cy="78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Follow Up meeting with project team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0"/>
          <p:cNvSpPr/>
          <p:nvPr/>
        </p:nvSpPr>
        <p:spPr>
          <a:xfrm>
            <a:off x="3092890" y="2257393"/>
            <a:ext cx="2412000" cy="6228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a month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"/>
          <p:cNvSpPr/>
          <p:nvPr/>
        </p:nvSpPr>
        <p:spPr>
          <a:xfrm>
            <a:off x="6376085" y="3116414"/>
            <a:ext cx="2412000" cy="1447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Lionel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Rashmi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Chunan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K.GLA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Jean Paul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Françoise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6376085" y="2257393"/>
            <a:ext cx="2412000" cy="6228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a week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0"/>
          <p:cNvSpPr txBox="1"/>
          <p:nvPr>
            <p:ph idx="4294967295" type="title"/>
          </p:nvPr>
        </p:nvSpPr>
        <p:spPr>
          <a:xfrm>
            <a:off x="481013" y="107950"/>
            <a:ext cx="78312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</a:pPr>
            <a:r>
              <a:rPr b="1"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Communication Plan </a:t>
            </a:r>
            <a:endParaRPr b="0" i="1">
              <a:solidFill>
                <a:srgbClr val="000000"/>
              </a:solidFill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3159894" y="3116414"/>
            <a:ext cx="2412000" cy="14475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Lionel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Jean Philippe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Marc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Christophe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Yoann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44890" y="1238250"/>
            <a:ext cx="2412000" cy="782700"/>
          </a:xfrm>
          <a:prstGeom prst="rect">
            <a:avLst/>
          </a:prstGeom>
          <a:gradFill>
            <a:gsLst>
              <a:gs pos="0">
                <a:srgbClr val="F5D0D0"/>
              </a:gs>
              <a:gs pos="100000">
                <a:srgbClr val="D96868"/>
              </a:gs>
            </a:gsLst>
            <a:lin ang="5400012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Meeting Type 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0"/>
          <p:cNvSpPr/>
          <p:nvPr/>
        </p:nvSpPr>
        <p:spPr>
          <a:xfrm>
            <a:off x="44890" y="2257393"/>
            <a:ext cx="2412000" cy="622800"/>
          </a:xfrm>
          <a:prstGeom prst="rect">
            <a:avLst/>
          </a:prstGeom>
          <a:gradFill>
            <a:gsLst>
              <a:gs pos="0">
                <a:srgbClr val="FDECDB"/>
              </a:gs>
              <a:gs pos="100000">
                <a:srgbClr val="F0A963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When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0"/>
          <p:cNvSpPr/>
          <p:nvPr/>
        </p:nvSpPr>
        <p:spPr>
          <a:xfrm>
            <a:off x="121100" y="3400400"/>
            <a:ext cx="2335800" cy="622800"/>
          </a:xfrm>
          <a:prstGeom prst="rect">
            <a:avLst/>
          </a:prstGeom>
          <a:gradFill>
            <a:gsLst>
              <a:gs pos="0">
                <a:srgbClr val="DCECD5"/>
              </a:gs>
              <a:gs pos="100000">
                <a:srgbClr val="93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Who</a:t>
            </a:r>
            <a:endParaRPr b="1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2" name="Google Shape;442;p10"/>
          <p:cNvCxnSpPr/>
          <p:nvPr/>
        </p:nvCxnSpPr>
        <p:spPr>
          <a:xfrm>
            <a:off x="2757675" y="804575"/>
            <a:ext cx="19200" cy="432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3" name="Google Shape;443;p10"/>
          <p:cNvCxnSpPr/>
          <p:nvPr/>
        </p:nvCxnSpPr>
        <p:spPr>
          <a:xfrm flipH="1" rot="10800000">
            <a:off x="95775" y="2106900"/>
            <a:ext cx="90993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cxnSp>
        <p:nvCxnSpPr>
          <p:cNvPr id="444" name="Google Shape;444;p10"/>
          <p:cNvCxnSpPr/>
          <p:nvPr/>
        </p:nvCxnSpPr>
        <p:spPr>
          <a:xfrm flipH="1" rot="10800000">
            <a:off x="95775" y="3021300"/>
            <a:ext cx="9099300" cy="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BRED">
  <a:themeElements>
    <a:clrScheme name="BRED">
      <a:dk1>
        <a:srgbClr val="000000"/>
      </a:dk1>
      <a:lt1>
        <a:srgbClr val="FFFFFF"/>
      </a:lt1>
      <a:dk2>
        <a:srgbClr val="003985"/>
      </a:dk2>
      <a:lt2>
        <a:srgbClr val="565656"/>
      </a:lt2>
      <a:accent1>
        <a:srgbClr val="003985"/>
      </a:accent1>
      <a:accent2>
        <a:srgbClr val="00B3E9"/>
      </a:accent2>
      <a:accent3>
        <a:srgbClr val="6BA8D2"/>
      </a:accent3>
      <a:accent4>
        <a:srgbClr val="005A8C"/>
      </a:accent4>
      <a:accent5>
        <a:srgbClr val="ACC6DB"/>
      </a:accent5>
      <a:accent6>
        <a:srgbClr val="F0EFEE"/>
      </a:accent6>
      <a:hlink>
        <a:srgbClr val="003985"/>
      </a:hlink>
      <a:folHlink>
        <a:srgbClr val="0039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Franfinance">
  <a:themeElements>
    <a:clrScheme name="SG_FR 1">
      <a:dk1>
        <a:srgbClr val="E60028"/>
      </a:dk1>
      <a:lt1>
        <a:srgbClr val="FFFFFF"/>
      </a:lt1>
      <a:dk2>
        <a:srgbClr val="7DBE78"/>
      </a:dk2>
      <a:lt2>
        <a:srgbClr val="6E6E87"/>
      </a:lt2>
      <a:accent1>
        <a:srgbClr val="69AACD"/>
      </a:accent1>
      <a:accent2>
        <a:srgbClr val="C8AAC3"/>
      </a:accent2>
      <a:accent3>
        <a:srgbClr val="FFFFFF"/>
      </a:accent3>
      <a:accent4>
        <a:srgbClr val="C40021"/>
      </a:accent4>
      <a:accent5>
        <a:srgbClr val="B9D2E3"/>
      </a:accent5>
      <a:accent6>
        <a:srgbClr val="B59AB0"/>
      </a:accent6>
      <a:hlink>
        <a:srgbClr val="F0B93C"/>
      </a:hlink>
      <a:folHlink>
        <a:srgbClr val="C86E5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0x010100FA86F4A466F26046961D2FEADA0F794E</vt:lpwstr>
  </property>
  <property fmtid="{D5CDD505-2E9C-101B-9397-08002B2CF9AE}" pid="3" name="MSIP_Label_2e9a4386-74b9-4603-ae20-950a659f9b6e_Enabled">
    <vt:lpwstr>true</vt:lpwstr>
  </property>
  <property fmtid="{D5CDD505-2E9C-101B-9397-08002B2CF9AE}" pid="4" name="MSIP_Label_2e9a4386-74b9-4603-ae20-950a659f9b6e_SetDate">
    <vt:lpwstr>2022-11-17T12:12:11Z</vt:lpwstr>
  </property>
  <property fmtid="{D5CDD505-2E9C-101B-9397-08002B2CF9AE}" pid="5" name="MSIP_Label_2e9a4386-74b9-4603-ae20-950a659f9b6e_Method">
    <vt:lpwstr>Standard</vt:lpwstr>
  </property>
  <property fmtid="{D5CDD505-2E9C-101B-9397-08002B2CF9AE}" pid="6" name="MSIP_Label_2e9a4386-74b9-4603-ae20-950a659f9b6e_Name">
    <vt:lpwstr>Internal Use Only</vt:lpwstr>
  </property>
  <property fmtid="{D5CDD505-2E9C-101B-9397-08002B2CF9AE}" pid="7" name="MSIP_Label_2e9a4386-74b9-4603-ae20-950a659f9b6e_SiteId">
    <vt:lpwstr>c7d1a8f7-0546-4a0c-8cf5-3ddaebf97d51</vt:lpwstr>
  </property>
  <property fmtid="{D5CDD505-2E9C-101B-9397-08002B2CF9AE}" pid="8" name="MSIP_Label_2e9a4386-74b9-4603-ae20-950a659f9b6e_ActionId">
    <vt:lpwstr>bef02c57-43fd-4781-9d40-00b8212ac64e</vt:lpwstr>
  </property>
  <property fmtid="{D5CDD505-2E9C-101B-9397-08002B2CF9AE}" pid="9" name="MSIP_Label_2e9a4386-74b9-4603-ae20-950a659f9b6e_ContentBits">
    <vt:lpwstr>0</vt:lpwstr>
  </property>
  <property fmtid="{D5CDD505-2E9C-101B-9397-08002B2CF9AE}" pid="10" name="MediaServiceImageTags">
    <vt:lpwstr/>
  </property>
</Properties>
</file>