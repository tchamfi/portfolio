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ngesInfos/changesInfo1.xml" ContentType="application/vnd.ms-powerpoint.changesinfo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1" r:id="rId2"/>
    <p:sldId id="268" r:id="rId3"/>
    <p:sldId id="271" r:id="rId4"/>
    <p:sldId id="269" r:id="rId5"/>
    <p:sldId id="270" r:id="rId6"/>
    <p:sldId id="30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C79243-B2B2-8829-3B1F-936906948821}" v="61" dt="2024-10-08T08:36:06.169"/>
    <p1510:client id="{CD744065-612A-4B31-B57F-FB350D0676BA}" v="950" dt="2024-10-07T13:39:43.064"/>
    <p1510:client id="{EB56FB98-2F9C-A0B7-AD7C-D1AA6AA4EAAD}" v="672" dt="2024-10-07T14:46:46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CHAMFONG LIONEL" userId="S::tchamfl@ext.essilor.com::7ba41266-02c5-4eb4-be69-a4bf1727da15" providerId="AD" clId="Web-{EB56FB98-2F9C-A0B7-AD7C-D1AA6AA4EAAD}"/>
    <pc:docChg chg="addSld delSld modSld">
      <pc:chgData name="TCHAMFONG LIONEL" userId="S::tchamfl@ext.essilor.com::7ba41266-02c5-4eb4-be69-a4bf1727da15" providerId="AD" clId="Web-{EB56FB98-2F9C-A0B7-AD7C-D1AA6AA4EAAD}" dt="2024-10-07T14:46:46.173" v="579" actId="14100"/>
      <pc:docMkLst>
        <pc:docMk/>
      </pc:docMkLst>
      <pc:sldChg chg="del">
        <pc:chgData name="TCHAMFONG LIONEL" userId="S::tchamfl@ext.essilor.com::7ba41266-02c5-4eb4-be69-a4bf1727da15" providerId="AD" clId="Web-{EB56FB98-2F9C-A0B7-AD7C-D1AA6AA4EAAD}" dt="2024-10-07T13:48:07.808" v="69"/>
        <pc:sldMkLst>
          <pc:docMk/>
          <pc:sldMk cId="3784089036" sldId="256"/>
        </pc:sldMkLst>
      </pc:sldChg>
      <pc:sldChg chg="addSp modSp">
        <pc:chgData name="TCHAMFONG LIONEL" userId="S::tchamfl@ext.essilor.com::7ba41266-02c5-4eb4-be69-a4bf1727da15" providerId="AD" clId="Web-{EB56FB98-2F9C-A0B7-AD7C-D1AA6AA4EAAD}" dt="2024-10-07T14:46:46.173" v="579" actId="14100"/>
        <pc:sldMkLst>
          <pc:docMk/>
          <pc:sldMk cId="531633661" sldId="268"/>
        </pc:sldMkLst>
        <pc:spChg chg="mod">
          <ac:chgData name="TCHAMFONG LIONEL" userId="S::tchamfl@ext.essilor.com::7ba41266-02c5-4eb4-be69-a4bf1727da15" providerId="AD" clId="Web-{EB56FB98-2F9C-A0B7-AD7C-D1AA6AA4EAAD}" dt="2024-10-07T13:58:26.737" v="199" actId="1076"/>
          <ac:spMkLst>
            <pc:docMk/>
            <pc:sldMk cId="531633661" sldId="268"/>
            <ac:spMk id="8" creationId="{CA74FE61-9922-1CD8-74F2-179C3574E56D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23.627" v="198" actId="1076"/>
          <ac:spMkLst>
            <pc:docMk/>
            <pc:sldMk cId="531633661" sldId="268"/>
            <ac:spMk id="60" creationId="{00000000-0000-0000-0000-000000000000}"/>
          </ac:spMkLst>
        </pc:spChg>
        <pc:cxnChg chg="add mod">
          <ac:chgData name="TCHAMFONG LIONEL" userId="S::tchamfl@ext.essilor.com::7ba41266-02c5-4eb4-be69-a4bf1727da15" providerId="AD" clId="Web-{EB56FB98-2F9C-A0B7-AD7C-D1AA6AA4EAAD}" dt="2024-10-07T14:46:46.173" v="579" actId="14100"/>
          <ac:cxnSpMkLst>
            <pc:docMk/>
            <pc:sldMk cId="531633661" sldId="268"/>
            <ac:cxnSpMk id="2" creationId="{3AA418B4-5FE1-6AB8-300E-F0E2BFF5E669}"/>
          </ac:cxnSpMkLst>
        </pc:cxnChg>
      </pc:sldChg>
      <pc:sldChg chg="addSp delSp modSp">
        <pc:chgData name="TCHAMFONG LIONEL" userId="S::tchamfl@ext.essilor.com::7ba41266-02c5-4eb4-be69-a4bf1727da15" providerId="AD" clId="Web-{EB56FB98-2F9C-A0B7-AD7C-D1AA6AA4EAAD}" dt="2024-10-07T14:35:03.756" v="571" actId="1076"/>
        <pc:sldMkLst>
          <pc:docMk/>
          <pc:sldMk cId="3310956740" sldId="269"/>
        </pc:sldMkLst>
        <pc:spChg chg="mod">
          <ac:chgData name="TCHAMFONG LIONEL" userId="S::tchamfl@ext.essilor.com::7ba41266-02c5-4eb4-be69-a4bf1727da15" providerId="AD" clId="Web-{EB56FB98-2F9C-A0B7-AD7C-D1AA6AA4EAAD}" dt="2024-10-07T13:58:15.096" v="188" actId="1076"/>
          <ac:spMkLst>
            <pc:docMk/>
            <pc:sldMk cId="3310956740" sldId="269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19:39.221" v="426" actId="20577"/>
          <ac:spMkLst>
            <pc:docMk/>
            <pc:sldMk cId="3310956740" sldId="269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5.127" v="189" actId="1076"/>
          <ac:spMkLst>
            <pc:docMk/>
            <pc:sldMk cId="3310956740" sldId="269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1:44.414" v="429" actId="1076"/>
          <ac:spMkLst>
            <pc:docMk/>
            <pc:sldMk cId="3310956740" sldId="269"/>
            <ac:spMk id="6" creationId="{A5CC0A9C-B571-BF42-74C7-8667F029B9C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35:03.756" v="571" actId="1076"/>
          <ac:spMkLst>
            <pc:docMk/>
            <pc:sldMk cId="3310956740" sldId="269"/>
            <ac:spMk id="8" creationId="{D23F2751-8A91-FE0F-6120-99BBDE573499}"/>
          </ac:spMkLst>
        </pc:spChg>
        <pc:spChg chg="del mod">
          <ac:chgData name="TCHAMFONG LIONEL" userId="S::tchamfl@ext.essilor.com::7ba41266-02c5-4eb4-be69-a4bf1727da15" providerId="AD" clId="Web-{EB56FB98-2F9C-A0B7-AD7C-D1AA6AA4EAAD}" dt="2024-10-07T14:12:35.987" v="371"/>
          <ac:spMkLst>
            <pc:docMk/>
            <pc:sldMk cId="3310956740" sldId="269"/>
            <ac:spMk id="10" creationId="{37760488-C6D4-5810-2BE9-FA2B762D87E2}"/>
          </ac:spMkLst>
        </pc:spChg>
        <pc:spChg chg="del mod">
          <ac:chgData name="TCHAMFONG LIONEL" userId="S::tchamfl@ext.essilor.com::7ba41266-02c5-4eb4-be69-a4bf1727da15" providerId="AD" clId="Web-{EB56FB98-2F9C-A0B7-AD7C-D1AA6AA4EAAD}" dt="2024-10-07T14:12:35.987" v="369"/>
          <ac:spMkLst>
            <pc:docMk/>
            <pc:sldMk cId="3310956740" sldId="269"/>
            <ac:spMk id="12" creationId="{6BDDF652-260D-E89D-28BE-11C1E478F8B2}"/>
          </ac:spMkLst>
        </pc:spChg>
        <pc:spChg chg="add mod">
          <ac:chgData name="TCHAMFONG LIONEL" userId="S::tchamfl@ext.essilor.com::7ba41266-02c5-4eb4-be69-a4bf1727da15" providerId="AD" clId="Web-{EB56FB98-2F9C-A0B7-AD7C-D1AA6AA4EAAD}" dt="2024-10-07T14:13:26.333" v="393" actId="1076"/>
          <ac:spMkLst>
            <pc:docMk/>
            <pc:sldMk cId="3310956740" sldId="269"/>
            <ac:spMk id="13" creationId="{5A2EE09F-D7F9-1679-DBBD-D814E504DAEE}"/>
          </ac:spMkLst>
        </pc:spChg>
        <pc:spChg chg="add mod">
          <ac:chgData name="TCHAMFONG LIONEL" userId="S::tchamfl@ext.essilor.com::7ba41266-02c5-4eb4-be69-a4bf1727da15" providerId="AD" clId="Web-{EB56FB98-2F9C-A0B7-AD7C-D1AA6AA4EAAD}" dt="2024-10-07T14:15:46.275" v="407" actId="1076"/>
          <ac:spMkLst>
            <pc:docMk/>
            <pc:sldMk cId="3310956740" sldId="269"/>
            <ac:spMk id="14" creationId="{C9B80B62-D03F-33A5-3D4A-B322BFC46984}"/>
          </ac:spMkLst>
        </pc:spChg>
        <pc:spChg chg="add mod">
          <ac:chgData name="TCHAMFONG LIONEL" userId="S::tchamfl@ext.essilor.com::7ba41266-02c5-4eb4-be69-a4bf1727da15" providerId="AD" clId="Web-{EB56FB98-2F9C-A0B7-AD7C-D1AA6AA4EAAD}" dt="2024-10-07T14:18:38.563" v="422" actId="1076"/>
          <ac:spMkLst>
            <pc:docMk/>
            <pc:sldMk cId="3310956740" sldId="269"/>
            <ac:spMk id="15" creationId="{37760488-C6D4-5810-2BE9-FA2B762D87E2}"/>
          </ac:spMkLst>
        </pc:spChg>
        <pc:spChg chg="add mod">
          <ac:chgData name="TCHAMFONG LIONEL" userId="S::tchamfl@ext.essilor.com::7ba41266-02c5-4eb4-be69-a4bf1727da15" providerId="AD" clId="Web-{EB56FB98-2F9C-A0B7-AD7C-D1AA6AA4EAAD}" dt="2024-10-07T14:18:38.610" v="424" actId="1076"/>
          <ac:spMkLst>
            <pc:docMk/>
            <pc:sldMk cId="3310956740" sldId="269"/>
            <ac:spMk id="17" creationId="{6BDDF652-260D-E89D-28BE-11C1E478F8B2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5.315" v="197" actId="1076"/>
          <ac:spMkLst>
            <pc:docMk/>
            <pc:sldMk cId="3310956740" sldId="269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3.830" v="146" actId="1076"/>
          <ac:spMkLst>
            <pc:docMk/>
            <pc:sldMk cId="3310956740" sldId="269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05.720" v="145" actId="1076"/>
          <ac:spMkLst>
            <pc:docMk/>
            <pc:sldMk cId="3310956740" sldId="269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3.861" v="147" actId="1076"/>
          <ac:spMkLst>
            <pc:docMk/>
            <pc:sldMk cId="3310956740" sldId="269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3.893" v="148" actId="1076"/>
          <ac:spMkLst>
            <pc:docMk/>
            <pc:sldMk cId="3310956740" sldId="269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3.924" v="149" actId="1076"/>
          <ac:spMkLst>
            <pc:docMk/>
            <pc:sldMk cId="3310956740" sldId="269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3.955" v="150" actId="1076"/>
          <ac:spMkLst>
            <pc:docMk/>
            <pc:sldMk cId="3310956740" sldId="269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3.986" v="151" actId="1076"/>
          <ac:spMkLst>
            <pc:docMk/>
            <pc:sldMk cId="3310956740" sldId="269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002" v="152" actId="1076"/>
          <ac:spMkLst>
            <pc:docMk/>
            <pc:sldMk cId="3310956740" sldId="269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049" v="153" actId="1076"/>
          <ac:spMkLst>
            <pc:docMk/>
            <pc:sldMk cId="3310956740" sldId="269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080" v="154" actId="1076"/>
          <ac:spMkLst>
            <pc:docMk/>
            <pc:sldMk cId="3310956740" sldId="269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096" v="155" actId="1076"/>
          <ac:spMkLst>
            <pc:docMk/>
            <pc:sldMk cId="3310956740" sldId="269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143" v="156" actId="1076"/>
          <ac:spMkLst>
            <pc:docMk/>
            <pc:sldMk cId="3310956740" sldId="269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158" v="157" actId="1076"/>
          <ac:spMkLst>
            <pc:docMk/>
            <pc:sldMk cId="3310956740" sldId="269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189" v="158" actId="1076"/>
          <ac:spMkLst>
            <pc:docMk/>
            <pc:sldMk cId="3310956740" sldId="269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221" v="159" actId="1076"/>
          <ac:spMkLst>
            <pc:docMk/>
            <pc:sldMk cId="3310956740" sldId="269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252" v="160" actId="1076"/>
          <ac:spMkLst>
            <pc:docMk/>
            <pc:sldMk cId="3310956740" sldId="269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283" v="161" actId="1076"/>
          <ac:spMkLst>
            <pc:docMk/>
            <pc:sldMk cId="3310956740" sldId="269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299" v="162" actId="1076"/>
          <ac:spMkLst>
            <pc:docMk/>
            <pc:sldMk cId="3310956740" sldId="269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314" v="163" actId="1076"/>
          <ac:spMkLst>
            <pc:docMk/>
            <pc:sldMk cId="3310956740" sldId="269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346" v="164" actId="1076"/>
          <ac:spMkLst>
            <pc:docMk/>
            <pc:sldMk cId="3310956740" sldId="269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361" v="165" actId="1076"/>
          <ac:spMkLst>
            <pc:docMk/>
            <pc:sldMk cId="3310956740" sldId="269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627" v="172" actId="1076"/>
          <ac:spMkLst>
            <pc:docMk/>
            <pc:sldMk cId="3310956740" sldId="269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705" v="174" actId="1076"/>
          <ac:spMkLst>
            <pc:docMk/>
            <pc:sldMk cId="3310956740" sldId="269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736" v="175" actId="1076"/>
          <ac:spMkLst>
            <pc:docMk/>
            <pc:sldMk cId="3310956740" sldId="269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12:13.939" v="366" actId="1076"/>
          <ac:spMkLst>
            <pc:docMk/>
            <pc:sldMk cId="3310956740" sldId="269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799" v="177" actId="1076"/>
          <ac:spMkLst>
            <pc:docMk/>
            <pc:sldMk cId="3310956740" sldId="269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814" v="178" actId="1076"/>
          <ac:spMkLst>
            <pc:docMk/>
            <pc:sldMk cId="3310956740" sldId="269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877" v="180" actId="1076"/>
          <ac:spMkLst>
            <pc:docMk/>
            <pc:sldMk cId="3310956740" sldId="269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908" v="181" actId="1076"/>
          <ac:spMkLst>
            <pc:docMk/>
            <pc:sldMk cId="3310956740" sldId="269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14.924" v="182" actId="1076"/>
          <ac:spMkLst>
            <pc:docMk/>
            <pc:sldMk cId="3310956740" sldId="269"/>
            <ac:spMk id="101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EB56FB98-2F9C-A0B7-AD7C-D1AA6AA4EAAD}" dt="2024-10-07T14:12:35.987" v="373"/>
          <ac:spMkLst>
            <pc:docMk/>
            <pc:sldMk cId="3310956740" sldId="269"/>
            <ac:spMk id="103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EB56FB98-2F9C-A0B7-AD7C-D1AA6AA4EAAD}" dt="2024-10-07T14:12:35.987" v="372"/>
          <ac:spMkLst>
            <pc:docMk/>
            <pc:sldMk cId="3310956740" sldId="269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19:42.284" v="427" actId="20577"/>
          <ac:spMkLst>
            <pc:docMk/>
            <pc:sldMk cId="3310956740" sldId="269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13:04.426" v="388" actId="1076"/>
          <ac:spMkLst>
            <pc:docMk/>
            <pc:sldMk cId="3310956740" sldId="269"/>
            <ac:spMk id="110" creationId="{00000000-0000-0000-0000-000000000000}"/>
          </ac:spMkLst>
        </pc:spChg>
        <pc:cxnChg chg="del mod">
          <ac:chgData name="TCHAMFONG LIONEL" userId="S::tchamfl@ext.essilor.com::7ba41266-02c5-4eb4-be69-a4bf1727da15" providerId="AD" clId="Web-{EB56FB98-2F9C-A0B7-AD7C-D1AA6AA4EAAD}" dt="2024-10-07T14:12:28.768" v="368"/>
          <ac:cxnSpMkLst>
            <pc:docMk/>
            <pc:sldMk cId="3310956740" sldId="269"/>
            <ac:cxnSpMk id="2" creationId="{09034ADD-3F1F-F555-A484-7AF8CABC5D48}"/>
          </ac:cxnSpMkLst>
        </pc:cxnChg>
        <pc:cxnChg chg="del mod">
          <ac:chgData name="TCHAMFONG LIONEL" userId="S::tchamfl@ext.essilor.com::7ba41266-02c5-4eb4-be69-a4bf1727da15" providerId="AD" clId="Web-{EB56FB98-2F9C-A0B7-AD7C-D1AA6AA4EAAD}" dt="2024-10-07T14:11:53.235" v="364"/>
          <ac:cxnSpMkLst>
            <pc:docMk/>
            <pc:sldMk cId="3310956740" sldId="269"/>
            <ac:cxnSpMk id="7" creationId="{05F480B2-EE4B-0730-0FDD-0B8015BCE947}"/>
          </ac:cxnSpMkLst>
        </pc:cxnChg>
        <pc:cxnChg chg="add mod">
          <ac:chgData name="TCHAMFONG LIONEL" userId="S::tchamfl@ext.essilor.com::7ba41266-02c5-4eb4-be69-a4bf1727da15" providerId="AD" clId="Web-{EB56FB98-2F9C-A0B7-AD7C-D1AA6AA4EAAD}" dt="2024-10-07T14:21:14.131" v="428" actId="14100"/>
          <ac:cxnSpMkLst>
            <pc:docMk/>
            <pc:sldMk cId="3310956740" sldId="269"/>
            <ac:cxnSpMk id="9" creationId="{7ACFAC80-8A0E-F6A2-C641-E370BFEE0CBF}"/>
          </ac:cxnSpMkLst>
        </pc:cxnChg>
        <pc:cxnChg chg="del mod">
          <ac:chgData name="TCHAMFONG LIONEL" userId="S::tchamfl@ext.essilor.com::7ba41266-02c5-4eb4-be69-a4bf1727da15" providerId="AD" clId="Web-{EB56FB98-2F9C-A0B7-AD7C-D1AA6AA4EAAD}" dt="2024-10-07T14:12:35.987" v="370"/>
          <ac:cxnSpMkLst>
            <pc:docMk/>
            <pc:sldMk cId="3310956740" sldId="269"/>
            <ac:cxnSpMk id="11" creationId="{DE380B52-1052-7BF6-463C-CFD96BCDCB53}"/>
          </ac:cxnSpMkLst>
        </pc:cxnChg>
        <pc:cxnChg chg="add mod">
          <ac:chgData name="TCHAMFONG LIONEL" userId="S::tchamfl@ext.essilor.com::7ba41266-02c5-4eb4-be69-a4bf1727da15" providerId="AD" clId="Web-{EB56FB98-2F9C-A0B7-AD7C-D1AA6AA4EAAD}" dt="2024-10-07T14:18:38.594" v="423" actId="1076"/>
          <ac:cxnSpMkLst>
            <pc:docMk/>
            <pc:sldMk cId="3310956740" sldId="269"/>
            <ac:cxnSpMk id="16" creationId="{DE380B52-1052-7BF6-463C-CFD96BCDCB53}"/>
          </ac:cxnSpMkLst>
        </pc:cxnChg>
        <pc:cxnChg chg="add del mod">
          <ac:chgData name="TCHAMFONG LIONEL" userId="S::tchamfl@ext.essilor.com::7ba41266-02c5-4eb4-be69-a4bf1727da15" providerId="AD" clId="Web-{EB56FB98-2F9C-A0B7-AD7C-D1AA6AA4EAAD}" dt="2024-10-07T14:18:06.405" v="418"/>
          <ac:cxnSpMkLst>
            <pc:docMk/>
            <pc:sldMk cId="3310956740" sldId="269"/>
            <ac:cxnSpMk id="18" creationId="{E40665DD-AF1B-1FD1-392E-F3EC9EF87868}"/>
          </ac:cxnSpMkLst>
        </pc:cxnChg>
        <pc:cxnChg chg="add mod">
          <ac:chgData name="TCHAMFONG LIONEL" userId="S::tchamfl@ext.essilor.com::7ba41266-02c5-4eb4-be69-a4bf1727da15" providerId="AD" clId="Web-{EB56FB98-2F9C-A0B7-AD7C-D1AA6AA4EAAD}" dt="2024-10-07T14:15:33.384" v="405" actId="1076"/>
          <ac:cxnSpMkLst>
            <pc:docMk/>
            <pc:sldMk cId="3310956740" sldId="269"/>
            <ac:cxnSpMk id="19" creationId="{3B704CD5-F256-AFE6-A385-A50C917F9F8D}"/>
          </ac:cxnSpMkLst>
        </pc:cxnChg>
        <pc:cxnChg chg="add mod">
          <ac:chgData name="TCHAMFONG LIONEL" userId="S::tchamfl@ext.essilor.com::7ba41266-02c5-4eb4-be69-a4bf1727da15" providerId="AD" clId="Web-{EB56FB98-2F9C-A0B7-AD7C-D1AA6AA4EAAD}" dt="2024-10-07T14:18:19.281" v="421" actId="14100"/>
          <ac:cxnSpMkLst>
            <pc:docMk/>
            <pc:sldMk cId="3310956740" sldId="269"/>
            <ac:cxnSpMk id="20" creationId="{AB38ED54-718D-F8EB-26D1-EE4604B4F56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14.393" v="166" actId="1076"/>
          <ac:cxnSpMkLst>
            <pc:docMk/>
            <pc:sldMk cId="3310956740" sldId="269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14.424" v="167" actId="1076"/>
          <ac:cxnSpMkLst>
            <pc:docMk/>
            <pc:sldMk cId="3310956740" sldId="269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14.455" v="168" actId="1076"/>
          <ac:cxnSpMkLst>
            <pc:docMk/>
            <pc:sldMk cId="3310956740" sldId="269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14.518" v="169" actId="1076"/>
          <ac:cxnSpMkLst>
            <pc:docMk/>
            <pc:sldMk cId="3310956740" sldId="269"/>
            <ac:cxnSpMk id="84" creationId="{00000000-0000-0000-0000-000000000000}"/>
          </ac:cxnSpMkLst>
        </pc:cxnChg>
        <pc:cxnChg chg="del mod">
          <ac:chgData name="TCHAMFONG LIONEL" userId="S::tchamfl@ext.essilor.com::7ba41266-02c5-4eb4-be69-a4bf1727da15" providerId="AD" clId="Web-{EB56FB98-2F9C-A0B7-AD7C-D1AA6AA4EAAD}" dt="2024-10-07T14:12:35.987" v="374"/>
          <ac:cxnSpMkLst>
            <pc:docMk/>
            <pc:sldMk cId="3310956740" sldId="269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14.580" v="171" actId="1076"/>
          <ac:cxnSpMkLst>
            <pc:docMk/>
            <pc:sldMk cId="3310956740" sldId="269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14.674" v="173" actId="1076"/>
          <ac:cxnSpMkLst>
            <pc:docMk/>
            <pc:sldMk cId="3310956740" sldId="269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14.846" v="179" actId="1076"/>
          <ac:cxnSpMkLst>
            <pc:docMk/>
            <pc:sldMk cId="3310956740" sldId="269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12:46.362" v="375" actId="1076"/>
          <ac:cxnSpMkLst>
            <pc:docMk/>
            <pc:sldMk cId="3310956740" sldId="269"/>
            <ac:cxnSpMk id="107" creationId="{00000000-0000-0000-0000-000000000000}"/>
          </ac:cxnSpMkLst>
        </pc:cxnChg>
      </pc:sldChg>
      <pc:sldChg chg="modSp">
        <pc:chgData name="TCHAMFONG LIONEL" userId="S::tchamfl@ext.essilor.com::7ba41266-02c5-4eb4-be69-a4bf1727da15" providerId="AD" clId="Web-{EB56FB98-2F9C-A0B7-AD7C-D1AA6AA4EAAD}" dt="2024-10-07T14:36:31.759" v="575" actId="20577"/>
        <pc:sldMkLst>
          <pc:docMk/>
          <pc:sldMk cId="3404727282" sldId="270"/>
        </pc:sldMkLst>
        <pc:spChg chg="mod">
          <ac:chgData name="TCHAMFONG LIONEL" userId="S::tchamfl@ext.essilor.com::7ba41266-02c5-4eb4-be69-a4bf1727da15" providerId="AD" clId="Web-{EB56FB98-2F9C-A0B7-AD7C-D1AA6AA4EAAD}" dt="2024-10-07T14:01:01.336" v="354" actId="1076"/>
          <ac:spMkLst>
            <pc:docMk/>
            <pc:sldMk cId="3404727282" sldId="270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414" v="357" actId="1076"/>
          <ac:spMkLst>
            <pc:docMk/>
            <pc:sldMk cId="3404727282" sldId="270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352" v="355" actId="1076"/>
          <ac:spMkLst>
            <pc:docMk/>
            <pc:sldMk cId="3404727282" sldId="270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446" v="358" actId="1076"/>
          <ac:spMkLst>
            <pc:docMk/>
            <pc:sldMk cId="3404727282" sldId="270"/>
            <ac:spMk id="6" creationId="{A5CC0A9C-B571-BF42-74C7-8667F029B9C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36:18.837" v="573" actId="20577"/>
          <ac:spMkLst>
            <pc:docMk/>
            <pc:sldMk cId="3404727282" sldId="270"/>
            <ac:spMk id="9" creationId="{16CA78ED-BA7B-1393-3256-AD470DFFCD6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477" v="359" actId="1076"/>
          <ac:spMkLst>
            <pc:docMk/>
            <pc:sldMk cId="3404727282" sldId="270"/>
            <ac:spMk id="10" creationId="{37760488-C6D4-5810-2BE9-FA2B762D87E2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524" v="361" actId="1076"/>
          <ac:spMkLst>
            <pc:docMk/>
            <pc:sldMk cId="3404727282" sldId="270"/>
            <ac:spMk id="12" creationId="{6BDDF652-260D-E89D-28BE-11C1E478F8B2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305" v="312" actId="1076"/>
          <ac:spMkLst>
            <pc:docMk/>
            <pc:sldMk cId="3404727282" sldId="270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57.972" v="305" actId="1076"/>
          <ac:spMkLst>
            <pc:docMk/>
            <pc:sldMk cId="3404727282" sldId="270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336" v="313" actId="1076"/>
          <ac:spMkLst>
            <pc:docMk/>
            <pc:sldMk cId="3404727282" sldId="270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352" v="314" actId="1076"/>
          <ac:spMkLst>
            <pc:docMk/>
            <pc:sldMk cId="3404727282" sldId="270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383" v="315" actId="1076"/>
          <ac:spMkLst>
            <pc:docMk/>
            <pc:sldMk cId="3404727282" sldId="270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414" v="316" actId="1076"/>
          <ac:spMkLst>
            <pc:docMk/>
            <pc:sldMk cId="3404727282" sldId="270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430" v="317" actId="1076"/>
          <ac:spMkLst>
            <pc:docMk/>
            <pc:sldMk cId="3404727282" sldId="270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461" v="318" actId="1076"/>
          <ac:spMkLst>
            <pc:docMk/>
            <pc:sldMk cId="3404727282" sldId="270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477" v="319" actId="1076"/>
          <ac:spMkLst>
            <pc:docMk/>
            <pc:sldMk cId="3404727282" sldId="270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508" v="320" actId="1076"/>
          <ac:spMkLst>
            <pc:docMk/>
            <pc:sldMk cId="3404727282" sldId="270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524" v="321" actId="1076"/>
          <ac:spMkLst>
            <pc:docMk/>
            <pc:sldMk cId="3404727282" sldId="270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539" v="322" actId="1076"/>
          <ac:spMkLst>
            <pc:docMk/>
            <pc:sldMk cId="3404727282" sldId="270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571" v="323" actId="1076"/>
          <ac:spMkLst>
            <pc:docMk/>
            <pc:sldMk cId="3404727282" sldId="270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602" v="324" actId="1076"/>
          <ac:spMkLst>
            <pc:docMk/>
            <pc:sldMk cId="3404727282" sldId="270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618" v="325" actId="1076"/>
          <ac:spMkLst>
            <pc:docMk/>
            <pc:sldMk cId="3404727282" sldId="270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649" v="326" actId="1076"/>
          <ac:spMkLst>
            <pc:docMk/>
            <pc:sldMk cId="3404727282" sldId="270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680" v="327" actId="1076"/>
          <ac:spMkLst>
            <pc:docMk/>
            <pc:sldMk cId="3404727282" sldId="270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696" v="328" actId="1076"/>
          <ac:spMkLst>
            <pc:docMk/>
            <pc:sldMk cId="3404727282" sldId="270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727" v="329" actId="1076"/>
          <ac:spMkLst>
            <pc:docMk/>
            <pc:sldMk cId="3404727282" sldId="270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743" v="330" actId="1076"/>
          <ac:spMkLst>
            <pc:docMk/>
            <pc:sldMk cId="3404727282" sldId="270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774" v="331" actId="1076"/>
          <ac:spMkLst>
            <pc:docMk/>
            <pc:sldMk cId="3404727282" sldId="270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914" v="338" actId="1076"/>
          <ac:spMkLst>
            <pc:docMk/>
            <pc:sldMk cId="3404727282" sldId="270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961" v="340" actId="1076"/>
          <ac:spMkLst>
            <pc:docMk/>
            <pc:sldMk cId="3404727282" sldId="270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0.977" v="341" actId="1076"/>
          <ac:spMkLst>
            <pc:docMk/>
            <pc:sldMk cId="3404727282" sldId="270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008" v="342" actId="1076"/>
          <ac:spMkLst>
            <pc:docMk/>
            <pc:sldMk cId="3404727282" sldId="270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039" v="343" actId="1076"/>
          <ac:spMkLst>
            <pc:docMk/>
            <pc:sldMk cId="3404727282" sldId="270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071" v="344" actId="1076"/>
          <ac:spMkLst>
            <pc:docMk/>
            <pc:sldMk cId="3404727282" sldId="270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118" v="346" actId="1076"/>
          <ac:spMkLst>
            <pc:docMk/>
            <pc:sldMk cId="3404727282" sldId="270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133" v="347" actId="1076"/>
          <ac:spMkLst>
            <pc:docMk/>
            <pc:sldMk cId="3404727282" sldId="270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164" v="348" actId="1076"/>
          <ac:spMkLst>
            <pc:docMk/>
            <pc:sldMk cId="3404727282" sldId="270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36:31.759" v="575" actId="20577"/>
          <ac:spMkLst>
            <pc:docMk/>
            <pc:sldMk cId="3404727282" sldId="270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227" v="350" actId="1076"/>
          <ac:spMkLst>
            <pc:docMk/>
            <pc:sldMk cId="3404727282" sldId="270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274" v="352" actId="1076"/>
          <ac:spMkLst>
            <pc:docMk/>
            <pc:sldMk cId="3404727282" sldId="270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01:01.305" v="353" actId="1076"/>
          <ac:spMkLst>
            <pc:docMk/>
            <pc:sldMk cId="3404727282" sldId="270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EB56FB98-2F9C-A0B7-AD7C-D1AA6AA4EAAD}" dt="2024-10-07T14:01:01.383" v="356" actId="1076"/>
          <ac:cxnSpMkLst>
            <pc:docMk/>
            <pc:sldMk cId="3404727282" sldId="270"/>
            <ac:cxnSpMk id="2" creationId="{09034ADD-3F1F-F555-A484-7AF8CABC5D48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1.539" v="362" actId="1076"/>
          <ac:cxnSpMkLst>
            <pc:docMk/>
            <pc:sldMk cId="3404727282" sldId="270"/>
            <ac:cxnSpMk id="7" creationId="{05F480B2-EE4B-0730-0FDD-0B8015BCE947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1.493" v="360" actId="1076"/>
          <ac:cxnSpMkLst>
            <pc:docMk/>
            <pc:sldMk cId="3404727282" sldId="270"/>
            <ac:cxnSpMk id="11" creationId="{DE380B52-1052-7BF6-463C-CFD96BCDCB53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0.789" v="332" actId="1076"/>
          <ac:cxnSpMkLst>
            <pc:docMk/>
            <pc:sldMk cId="3404727282" sldId="270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0.805" v="333" actId="1076"/>
          <ac:cxnSpMkLst>
            <pc:docMk/>
            <pc:sldMk cId="3404727282" sldId="270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0.836" v="334" actId="1076"/>
          <ac:cxnSpMkLst>
            <pc:docMk/>
            <pc:sldMk cId="3404727282" sldId="270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0.852" v="335" actId="1076"/>
          <ac:cxnSpMkLst>
            <pc:docMk/>
            <pc:sldMk cId="3404727282" sldId="270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0.868" v="336" actId="1076"/>
          <ac:cxnSpMkLst>
            <pc:docMk/>
            <pc:sldMk cId="3404727282" sldId="270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0.899" v="337" actId="1076"/>
          <ac:cxnSpMkLst>
            <pc:docMk/>
            <pc:sldMk cId="3404727282" sldId="270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0.930" v="339" actId="1076"/>
          <ac:cxnSpMkLst>
            <pc:docMk/>
            <pc:sldMk cId="3404727282" sldId="270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1.086" v="345" actId="1076"/>
          <ac:cxnSpMkLst>
            <pc:docMk/>
            <pc:sldMk cId="3404727282" sldId="270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01:01.243" v="351" actId="1076"/>
          <ac:cxnSpMkLst>
            <pc:docMk/>
            <pc:sldMk cId="3404727282" sldId="270"/>
            <ac:cxnSpMk id="107" creationId="{00000000-0000-0000-0000-000000000000}"/>
          </ac:cxnSpMkLst>
        </pc:cxnChg>
      </pc:sldChg>
      <pc:sldChg chg="modSp">
        <pc:chgData name="TCHAMFONG LIONEL" userId="S::tchamfl@ext.essilor.com::7ba41266-02c5-4eb4-be69-a4bf1727da15" providerId="AD" clId="Web-{EB56FB98-2F9C-A0B7-AD7C-D1AA6AA4EAAD}" dt="2024-10-07T14:32:41.407" v="570" actId="20577"/>
        <pc:sldMkLst>
          <pc:docMk/>
          <pc:sldMk cId="2086847518" sldId="271"/>
        </pc:sldMkLst>
        <pc:spChg chg="mod">
          <ac:chgData name="TCHAMFONG LIONEL" userId="S::tchamfl@ext.essilor.com::7ba41266-02c5-4eb4-be69-a4bf1727da15" providerId="AD" clId="Web-{EB56FB98-2F9C-A0B7-AD7C-D1AA6AA4EAAD}" dt="2024-10-07T13:58:37.034" v="243" actId="1076"/>
          <ac:spMkLst>
            <pc:docMk/>
            <pc:sldMk cId="2086847518" sldId="271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7.097" v="246" actId="1076"/>
          <ac:spMkLst>
            <pc:docMk/>
            <pc:sldMk cId="2086847518" sldId="271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7.050" v="244" actId="1076"/>
          <ac:spMkLst>
            <pc:docMk/>
            <pc:sldMk cId="2086847518" sldId="271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7.112" v="247" actId="1076"/>
          <ac:spMkLst>
            <pc:docMk/>
            <pc:sldMk cId="2086847518" sldId="271"/>
            <ac:spMk id="6" creationId="{A5CC0A9C-B571-BF42-74C7-8667F029B9C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7.128" v="248" actId="1076"/>
          <ac:spMkLst>
            <pc:docMk/>
            <pc:sldMk cId="2086847518" sldId="271"/>
            <ac:spMk id="10" creationId="{37760488-C6D4-5810-2BE9-FA2B762D87E2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7.175" v="250" actId="1076"/>
          <ac:spMkLst>
            <pc:docMk/>
            <pc:sldMk cId="2086847518" sldId="271"/>
            <ac:spMk id="12" creationId="{6BDDF652-260D-E89D-28BE-11C1E478F8B2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32:41.407" v="570" actId="20577"/>
          <ac:spMkLst>
            <pc:docMk/>
            <pc:sldMk cId="2086847518" sldId="271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112" v="201" actId="1076"/>
          <ac:spMkLst>
            <pc:docMk/>
            <pc:sldMk cId="2086847518" sldId="271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40.222" v="251" actId="1076"/>
          <ac:spMkLst>
            <pc:docMk/>
            <pc:sldMk cId="2086847518" sldId="271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143" v="202" actId="1076"/>
          <ac:spMkLst>
            <pc:docMk/>
            <pc:sldMk cId="2086847518" sldId="271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159" v="203" actId="1076"/>
          <ac:spMkLst>
            <pc:docMk/>
            <pc:sldMk cId="2086847518" sldId="271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190" v="204" actId="1076"/>
          <ac:spMkLst>
            <pc:docMk/>
            <pc:sldMk cId="2086847518" sldId="271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222" v="205" actId="1076"/>
          <ac:spMkLst>
            <pc:docMk/>
            <pc:sldMk cId="2086847518" sldId="271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237" v="206" actId="1076"/>
          <ac:spMkLst>
            <pc:docMk/>
            <pc:sldMk cId="2086847518" sldId="271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268" v="207" actId="1076"/>
          <ac:spMkLst>
            <pc:docMk/>
            <pc:sldMk cId="2086847518" sldId="271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284" v="208" actId="1076"/>
          <ac:spMkLst>
            <pc:docMk/>
            <pc:sldMk cId="2086847518" sldId="271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315" v="209" actId="1076"/>
          <ac:spMkLst>
            <pc:docMk/>
            <pc:sldMk cId="2086847518" sldId="271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331" v="210" actId="1076"/>
          <ac:spMkLst>
            <pc:docMk/>
            <pc:sldMk cId="2086847518" sldId="271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362" v="211" actId="1076"/>
          <ac:spMkLst>
            <pc:docMk/>
            <pc:sldMk cId="2086847518" sldId="271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378" v="212" actId="1076"/>
          <ac:spMkLst>
            <pc:docMk/>
            <pc:sldMk cId="2086847518" sldId="271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409" v="213" actId="1076"/>
          <ac:spMkLst>
            <pc:docMk/>
            <pc:sldMk cId="2086847518" sldId="271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425" v="214" actId="1076"/>
          <ac:spMkLst>
            <pc:docMk/>
            <pc:sldMk cId="2086847518" sldId="271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440" v="215" actId="1076"/>
          <ac:spMkLst>
            <pc:docMk/>
            <pc:sldMk cId="2086847518" sldId="271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472" v="216" actId="1076"/>
          <ac:spMkLst>
            <pc:docMk/>
            <pc:sldMk cId="2086847518" sldId="271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487" v="217" actId="1076"/>
          <ac:spMkLst>
            <pc:docMk/>
            <pc:sldMk cId="2086847518" sldId="271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518" v="218" actId="1076"/>
          <ac:spMkLst>
            <pc:docMk/>
            <pc:sldMk cId="2086847518" sldId="271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534" v="219" actId="1076"/>
          <ac:spMkLst>
            <pc:docMk/>
            <pc:sldMk cId="2086847518" sldId="271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565" v="220" actId="1076"/>
          <ac:spMkLst>
            <pc:docMk/>
            <pc:sldMk cId="2086847518" sldId="271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706" v="227" actId="1076"/>
          <ac:spMkLst>
            <pc:docMk/>
            <pc:sldMk cId="2086847518" sldId="271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737" v="229" actId="1076"/>
          <ac:spMkLst>
            <pc:docMk/>
            <pc:sldMk cId="2086847518" sldId="271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768" v="230" actId="1076"/>
          <ac:spMkLst>
            <pc:docMk/>
            <pc:sldMk cId="2086847518" sldId="271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784" v="231" actId="1076"/>
          <ac:spMkLst>
            <pc:docMk/>
            <pc:sldMk cId="2086847518" sldId="271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800" v="232" actId="1076"/>
          <ac:spMkLst>
            <pc:docMk/>
            <pc:sldMk cId="2086847518" sldId="271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831" v="233" actId="1076"/>
          <ac:spMkLst>
            <pc:docMk/>
            <pc:sldMk cId="2086847518" sldId="271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862" v="235" actId="1076"/>
          <ac:spMkLst>
            <pc:docMk/>
            <pc:sldMk cId="2086847518" sldId="271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878" v="236" actId="1076"/>
          <ac:spMkLst>
            <pc:docMk/>
            <pc:sldMk cId="2086847518" sldId="271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893" v="237" actId="1076"/>
          <ac:spMkLst>
            <pc:docMk/>
            <pc:sldMk cId="2086847518" sldId="271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925" v="238" actId="1076"/>
          <ac:spMkLst>
            <pc:docMk/>
            <pc:sldMk cId="2086847518" sldId="271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6.956" v="239" actId="1076"/>
          <ac:spMkLst>
            <pc:docMk/>
            <pc:sldMk cId="2086847518" sldId="271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7.003" v="241" actId="1076"/>
          <ac:spMkLst>
            <pc:docMk/>
            <pc:sldMk cId="2086847518" sldId="271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58:37.018" v="242" actId="1076"/>
          <ac:spMkLst>
            <pc:docMk/>
            <pc:sldMk cId="2086847518" sldId="271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EB56FB98-2F9C-A0B7-AD7C-D1AA6AA4EAAD}" dt="2024-10-07T13:58:37.065" v="245" actId="1076"/>
          <ac:cxnSpMkLst>
            <pc:docMk/>
            <pc:sldMk cId="2086847518" sldId="271"/>
            <ac:cxnSpMk id="2" creationId="{09034ADD-3F1F-F555-A484-7AF8CABC5D48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7.159" v="249" actId="1076"/>
          <ac:cxnSpMkLst>
            <pc:docMk/>
            <pc:sldMk cId="2086847518" sldId="271"/>
            <ac:cxnSpMk id="11" creationId="{DE380B52-1052-7BF6-463C-CFD96BCDCB53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581" v="221" actId="1076"/>
          <ac:cxnSpMkLst>
            <pc:docMk/>
            <pc:sldMk cId="2086847518" sldId="271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597" v="222" actId="1076"/>
          <ac:cxnSpMkLst>
            <pc:docMk/>
            <pc:sldMk cId="2086847518" sldId="271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628" v="223" actId="1076"/>
          <ac:cxnSpMkLst>
            <pc:docMk/>
            <pc:sldMk cId="2086847518" sldId="271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643" v="224" actId="1076"/>
          <ac:cxnSpMkLst>
            <pc:docMk/>
            <pc:sldMk cId="2086847518" sldId="271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659" v="225" actId="1076"/>
          <ac:cxnSpMkLst>
            <pc:docMk/>
            <pc:sldMk cId="2086847518" sldId="271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690" v="226" actId="1076"/>
          <ac:cxnSpMkLst>
            <pc:docMk/>
            <pc:sldMk cId="2086847518" sldId="271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722" v="228" actId="1076"/>
          <ac:cxnSpMkLst>
            <pc:docMk/>
            <pc:sldMk cId="2086847518" sldId="271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847" v="234" actId="1076"/>
          <ac:cxnSpMkLst>
            <pc:docMk/>
            <pc:sldMk cId="2086847518" sldId="271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3:58:36.972" v="240" actId="1076"/>
          <ac:cxnSpMkLst>
            <pc:docMk/>
            <pc:sldMk cId="2086847518" sldId="271"/>
            <ac:cxnSpMk id="107" creationId="{00000000-0000-0000-0000-000000000000}"/>
          </ac:cxnSpMkLst>
        </pc:cxnChg>
      </pc:sldChg>
      <pc:sldChg chg="modSp add">
        <pc:chgData name="TCHAMFONG LIONEL" userId="S::tchamfl@ext.essilor.com::7ba41266-02c5-4eb4-be69-a4bf1727da15" providerId="AD" clId="Web-{EB56FB98-2F9C-A0B7-AD7C-D1AA6AA4EAAD}" dt="2024-10-07T13:52:05.770" v="140" actId="20577"/>
        <pc:sldMkLst>
          <pc:docMk/>
          <pc:sldMk cId="1742024956" sldId="301"/>
        </pc:sldMkLst>
        <pc:spChg chg="mod">
          <ac:chgData name="TCHAMFONG LIONEL" userId="S::tchamfl@ext.essilor.com::7ba41266-02c5-4eb4-be69-a4bf1727da15" providerId="AD" clId="Web-{EB56FB98-2F9C-A0B7-AD7C-D1AA6AA4EAAD}" dt="2024-10-07T13:52:05.770" v="140" actId="20577"/>
          <ac:spMkLst>
            <pc:docMk/>
            <pc:sldMk cId="1742024956" sldId="301"/>
            <ac:spMk id="2" creationId="{3A6A8DD8-9E25-4D93-941C-55990C6D39FA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3:48:26.777" v="82" actId="20577"/>
          <ac:spMkLst>
            <pc:docMk/>
            <pc:sldMk cId="1742024956" sldId="301"/>
            <ac:spMk id="3" creationId="{52F6BA1E-C61F-43FC-BD6B-8C8D038C7096}"/>
          </ac:spMkLst>
        </pc:spChg>
      </pc:sldChg>
      <pc:sldChg chg="addSp delSp modSp add replId">
        <pc:chgData name="TCHAMFONG LIONEL" userId="S::tchamfl@ext.essilor.com::7ba41266-02c5-4eb4-be69-a4bf1727da15" providerId="AD" clId="Web-{EB56FB98-2F9C-A0B7-AD7C-D1AA6AA4EAAD}" dt="2024-10-07T14:39:50.063" v="576" actId="1076"/>
        <pc:sldMkLst>
          <pc:docMk/>
          <pc:sldMk cId="2506199995" sldId="302"/>
        </pc:sldMkLst>
        <pc:spChg chg="mod">
          <ac:chgData name="TCHAMFONG LIONEL" userId="S::tchamfl@ext.essilor.com::7ba41266-02c5-4eb4-be69-a4bf1727da15" providerId="AD" clId="Web-{EB56FB98-2F9C-A0B7-AD7C-D1AA6AA4EAAD}" dt="2024-10-07T14:27:17.192" v="547" actId="1076"/>
          <ac:spMkLst>
            <pc:docMk/>
            <pc:sldMk cId="2506199995" sldId="302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317" v="550" actId="1076"/>
          <ac:spMkLst>
            <pc:docMk/>
            <pc:sldMk cId="2506199995" sldId="302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238" v="548" actId="1076"/>
          <ac:spMkLst>
            <pc:docMk/>
            <pc:sldMk cId="2506199995" sldId="302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348" v="551" actId="1076"/>
          <ac:spMkLst>
            <pc:docMk/>
            <pc:sldMk cId="2506199995" sldId="302"/>
            <ac:spMk id="6" creationId="{A5CC0A9C-B571-BF42-74C7-8667F029B9C0}"/>
          </ac:spMkLst>
        </pc:spChg>
        <pc:spChg chg="del">
          <ac:chgData name="TCHAMFONG LIONEL" userId="S::tchamfl@ext.essilor.com::7ba41266-02c5-4eb4-be69-a4bf1727da15" providerId="AD" clId="Web-{EB56FB98-2F9C-A0B7-AD7C-D1AA6AA4EAAD}" dt="2024-10-07T14:26:13.533" v="485"/>
          <ac:spMkLst>
            <pc:docMk/>
            <pc:sldMk cId="2506199995" sldId="302"/>
            <ac:spMk id="9" creationId="{16CA78ED-BA7B-1393-3256-AD470DFFCD6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363" v="552" actId="1076"/>
          <ac:spMkLst>
            <pc:docMk/>
            <pc:sldMk cId="2506199995" sldId="302"/>
            <ac:spMk id="10" creationId="{37760488-C6D4-5810-2BE9-FA2B762D87E2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426" v="554" actId="1076"/>
          <ac:spMkLst>
            <pc:docMk/>
            <pc:sldMk cId="2506199995" sldId="302"/>
            <ac:spMk id="12" creationId="{6BDDF652-260D-E89D-28BE-11C1E478F8B2}"/>
          </ac:spMkLst>
        </pc:spChg>
        <pc:spChg chg="add mod">
          <ac:chgData name="TCHAMFONG LIONEL" userId="S::tchamfl@ext.essilor.com::7ba41266-02c5-4eb4-be69-a4bf1727da15" providerId="AD" clId="Web-{EB56FB98-2F9C-A0B7-AD7C-D1AA6AA4EAAD}" dt="2024-10-07T14:25:56.439" v="484"/>
          <ac:spMkLst>
            <pc:docMk/>
            <pc:sldMk cId="2506199995" sldId="302"/>
            <ac:spMk id="13" creationId="{9F1A6FBB-DC6D-1DDD-EA7C-7A69248A7976}"/>
          </ac:spMkLst>
        </pc:spChg>
        <pc:spChg chg="add mod">
          <ac:chgData name="TCHAMFONG LIONEL" userId="S::tchamfl@ext.essilor.com::7ba41266-02c5-4eb4-be69-a4bf1727da15" providerId="AD" clId="Web-{EB56FB98-2F9C-A0B7-AD7C-D1AA6AA4EAAD}" dt="2024-10-07T14:27:17.473" v="556" actId="1076"/>
          <ac:spMkLst>
            <pc:docMk/>
            <pc:sldMk cId="2506199995" sldId="302"/>
            <ac:spMk id="15" creationId="{F100F18C-9891-1CB0-375A-4A6697F3164D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9:09.618" v="569" actId="20577"/>
          <ac:spMkLst>
            <pc:docMk/>
            <pc:sldMk cId="2506199995" sldId="302"/>
            <ac:spMk id="17" creationId="{381EE214-B6DD-1142-3E7B-B3463627C973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082" v="505" actId="1076"/>
          <ac:spMkLst>
            <pc:docMk/>
            <pc:sldMk cId="2506199995" sldId="302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06.566" v="504" actId="1076"/>
          <ac:spMkLst>
            <pc:docMk/>
            <pc:sldMk cId="2506199995" sldId="302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113" v="506" actId="1076"/>
          <ac:spMkLst>
            <pc:docMk/>
            <pc:sldMk cId="2506199995" sldId="302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145" v="507" actId="1076"/>
          <ac:spMkLst>
            <pc:docMk/>
            <pc:sldMk cId="2506199995" sldId="302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176" v="508" actId="1076"/>
          <ac:spMkLst>
            <pc:docMk/>
            <pc:sldMk cId="2506199995" sldId="302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192" v="509" actId="1076"/>
          <ac:spMkLst>
            <pc:docMk/>
            <pc:sldMk cId="2506199995" sldId="302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223" v="510" actId="1076"/>
          <ac:spMkLst>
            <pc:docMk/>
            <pc:sldMk cId="2506199995" sldId="302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254" v="511" actId="1076"/>
          <ac:spMkLst>
            <pc:docMk/>
            <pc:sldMk cId="2506199995" sldId="302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285" v="512" actId="1076"/>
          <ac:spMkLst>
            <pc:docMk/>
            <pc:sldMk cId="2506199995" sldId="302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317" v="513" actId="1076"/>
          <ac:spMkLst>
            <pc:docMk/>
            <pc:sldMk cId="2506199995" sldId="302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348" v="514" actId="1076"/>
          <ac:spMkLst>
            <pc:docMk/>
            <pc:sldMk cId="2506199995" sldId="302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363" v="515" actId="1076"/>
          <ac:spMkLst>
            <pc:docMk/>
            <pc:sldMk cId="2506199995" sldId="302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395" v="516" actId="1076"/>
          <ac:spMkLst>
            <pc:docMk/>
            <pc:sldMk cId="2506199995" sldId="302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410" v="517" actId="1076"/>
          <ac:spMkLst>
            <pc:docMk/>
            <pc:sldMk cId="2506199995" sldId="302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442" v="518" actId="1076"/>
          <ac:spMkLst>
            <pc:docMk/>
            <pc:sldMk cId="2506199995" sldId="302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473" v="519" actId="1076"/>
          <ac:spMkLst>
            <pc:docMk/>
            <pc:sldMk cId="2506199995" sldId="302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488" v="520" actId="1076"/>
          <ac:spMkLst>
            <pc:docMk/>
            <pc:sldMk cId="2506199995" sldId="302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520" v="521" actId="1076"/>
          <ac:spMkLst>
            <pc:docMk/>
            <pc:sldMk cId="2506199995" sldId="302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551" v="522" actId="1076"/>
          <ac:spMkLst>
            <pc:docMk/>
            <pc:sldMk cId="2506199995" sldId="302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567" v="523" actId="1076"/>
          <ac:spMkLst>
            <pc:docMk/>
            <pc:sldMk cId="2506199995" sldId="302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598" v="524" actId="1076"/>
          <ac:spMkLst>
            <pc:docMk/>
            <pc:sldMk cId="2506199995" sldId="302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770" v="531" actId="1076"/>
          <ac:spMkLst>
            <pc:docMk/>
            <pc:sldMk cId="2506199995" sldId="302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817" v="533" actId="1076"/>
          <ac:spMkLst>
            <pc:docMk/>
            <pc:sldMk cId="2506199995" sldId="302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848" v="534" actId="1076"/>
          <ac:spMkLst>
            <pc:docMk/>
            <pc:sldMk cId="2506199995" sldId="302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879" v="535" actId="1076"/>
          <ac:spMkLst>
            <pc:docMk/>
            <pc:sldMk cId="2506199995" sldId="302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895" v="536" actId="1076"/>
          <ac:spMkLst>
            <pc:docMk/>
            <pc:sldMk cId="2506199995" sldId="302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926" v="537" actId="1076"/>
          <ac:spMkLst>
            <pc:docMk/>
            <pc:sldMk cId="2506199995" sldId="302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6.973" v="539" actId="1076"/>
          <ac:spMkLst>
            <pc:docMk/>
            <pc:sldMk cId="2506199995" sldId="302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39:50.063" v="576" actId="1076"/>
          <ac:spMkLst>
            <pc:docMk/>
            <pc:sldMk cId="2506199995" sldId="302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035" v="541" actId="1076"/>
          <ac:spMkLst>
            <pc:docMk/>
            <pc:sldMk cId="2506199995" sldId="302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067" v="542" actId="1076"/>
          <ac:spMkLst>
            <pc:docMk/>
            <pc:sldMk cId="2506199995" sldId="302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082" v="543" actId="1076"/>
          <ac:spMkLst>
            <pc:docMk/>
            <pc:sldMk cId="2506199995" sldId="302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129" v="545" actId="1076"/>
          <ac:spMkLst>
            <pc:docMk/>
            <pc:sldMk cId="2506199995" sldId="302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EB56FB98-2F9C-A0B7-AD7C-D1AA6AA4EAAD}" dt="2024-10-07T14:27:17.160" v="546" actId="1076"/>
          <ac:spMkLst>
            <pc:docMk/>
            <pc:sldMk cId="2506199995" sldId="302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EB56FB98-2F9C-A0B7-AD7C-D1AA6AA4EAAD}" dt="2024-10-07T14:27:17.285" v="549" actId="1076"/>
          <ac:cxnSpMkLst>
            <pc:docMk/>
            <pc:sldMk cId="2506199995" sldId="302"/>
            <ac:cxnSpMk id="2" creationId="{09034ADD-3F1F-F555-A484-7AF8CABC5D48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7.457" v="555" actId="1076"/>
          <ac:cxnSpMkLst>
            <pc:docMk/>
            <pc:sldMk cId="2506199995" sldId="302"/>
            <ac:cxnSpMk id="7" creationId="{05F480B2-EE4B-0730-0FDD-0B8015BCE947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7.395" v="553" actId="1076"/>
          <ac:cxnSpMkLst>
            <pc:docMk/>
            <pc:sldMk cId="2506199995" sldId="302"/>
            <ac:cxnSpMk id="11" creationId="{DE380B52-1052-7BF6-463C-CFD96BCDCB53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613" v="525" actId="1076"/>
          <ac:cxnSpMkLst>
            <pc:docMk/>
            <pc:sldMk cId="2506199995" sldId="302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645" v="526" actId="1076"/>
          <ac:cxnSpMkLst>
            <pc:docMk/>
            <pc:sldMk cId="2506199995" sldId="302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676" v="527" actId="1076"/>
          <ac:cxnSpMkLst>
            <pc:docMk/>
            <pc:sldMk cId="2506199995" sldId="302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707" v="528" actId="1076"/>
          <ac:cxnSpMkLst>
            <pc:docMk/>
            <pc:sldMk cId="2506199995" sldId="302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723" v="529" actId="1076"/>
          <ac:cxnSpMkLst>
            <pc:docMk/>
            <pc:sldMk cId="2506199995" sldId="302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738" v="530" actId="1076"/>
          <ac:cxnSpMkLst>
            <pc:docMk/>
            <pc:sldMk cId="2506199995" sldId="302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801" v="532" actId="1076"/>
          <ac:cxnSpMkLst>
            <pc:docMk/>
            <pc:sldMk cId="2506199995" sldId="302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6.942" v="538" actId="1076"/>
          <ac:cxnSpMkLst>
            <pc:docMk/>
            <pc:sldMk cId="2506199995" sldId="302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EB56FB98-2F9C-A0B7-AD7C-D1AA6AA4EAAD}" dt="2024-10-07T14:27:17.113" v="544" actId="1076"/>
          <ac:cxnSpMkLst>
            <pc:docMk/>
            <pc:sldMk cId="2506199995" sldId="302"/>
            <ac:cxnSpMk id="107" creationId="{00000000-0000-0000-0000-000000000000}"/>
          </ac:cxnSpMkLst>
        </pc:cxnChg>
      </pc:sldChg>
      <pc:sldMasterChg chg="addSldLayout">
        <pc:chgData name="TCHAMFONG LIONEL" userId="S::tchamfl@ext.essilor.com::7ba41266-02c5-4eb4-be69-a4bf1727da15" providerId="AD" clId="Web-{EB56FB98-2F9C-A0B7-AD7C-D1AA6AA4EAAD}" dt="2024-10-07T13:48:04.636" v="68"/>
        <pc:sldMasterMkLst>
          <pc:docMk/>
          <pc:sldMasterMk cId="3071127875" sldId="2147483648"/>
        </pc:sldMasterMkLst>
        <pc:sldLayoutChg chg="add">
          <pc:chgData name="TCHAMFONG LIONEL" userId="S::tchamfl@ext.essilor.com::7ba41266-02c5-4eb4-be69-a4bf1727da15" providerId="AD" clId="Web-{EB56FB98-2F9C-A0B7-AD7C-D1AA6AA4EAAD}" dt="2024-10-07T13:48:04.636" v="68"/>
          <pc:sldLayoutMkLst>
            <pc:docMk/>
            <pc:sldMasterMk cId="3071127875" sldId="2147483648"/>
            <pc:sldLayoutMk cId="2650359365" sldId="2147483660"/>
          </pc:sldLayoutMkLst>
        </pc:sldLayoutChg>
      </pc:sldMasterChg>
    </pc:docChg>
  </pc:docChgLst>
  <pc:docChgLst>
    <pc:chgData name="TCHAMFONG LIONEL" userId="S::tchamfl@ext.essilor.com::7ba41266-02c5-4eb4-be69-a4bf1727da15" providerId="AD" clId="Web-{CD744065-612A-4B31-B57F-FB350D0676BA}"/>
    <pc:docChg chg="mod addSld delSld modSld">
      <pc:chgData name="TCHAMFONG LIONEL" userId="S::tchamfl@ext.essilor.com::7ba41266-02c5-4eb4-be69-a4bf1727da15" providerId="AD" clId="Web-{CD744065-612A-4B31-B57F-FB350D0676BA}" dt="2024-10-07T13:39:43.064" v="899" actId="1076"/>
      <pc:docMkLst>
        <pc:docMk/>
      </pc:docMkLst>
      <pc:sldChg chg="addSp delSp modSp add">
        <pc:chgData name="TCHAMFONG LIONEL" userId="S::tchamfl@ext.essilor.com::7ba41266-02c5-4eb4-be69-a4bf1727da15" providerId="AD" clId="Web-{CD744065-612A-4B31-B57F-FB350D0676BA}" dt="2024-10-07T13:36:11.166" v="889" actId="20577"/>
        <pc:sldMkLst>
          <pc:docMk/>
          <pc:sldMk cId="531633661" sldId="268"/>
        </pc:sldMkLst>
        <pc:spChg chg="del">
          <ac:chgData name="TCHAMFONG LIONEL" userId="S::tchamfl@ext.essilor.com::7ba41266-02c5-4eb4-be69-a4bf1727da15" providerId="AD" clId="Web-{CD744065-612A-4B31-B57F-FB350D0676BA}" dt="2024-10-07T13:16:23.514" v="323"/>
          <ac:spMkLst>
            <pc:docMk/>
            <pc:sldMk cId="531633661" sldId="268"/>
            <ac:spMk id="3" creationId="{E18B129D-D17B-4182-A6AC-A30C77739ADC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20"/>
          <ac:spMkLst>
            <pc:docMk/>
            <pc:sldMk cId="531633661" sldId="268"/>
            <ac:spMk id="4" creationId="{757D13E9-5B4E-0CF2-3FDC-5F2A08C880BC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22"/>
          <ac:spMkLst>
            <pc:docMk/>
            <pc:sldMk cId="531633661" sldId="268"/>
            <ac:spMk id="5" creationId="{EA875581-F1A3-C47B-C555-AEB0159DB6BB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498" v="319"/>
          <ac:spMkLst>
            <pc:docMk/>
            <pc:sldMk cId="531633661" sldId="268"/>
            <ac:spMk id="6" creationId="{A5CC0A9C-B571-BF42-74C7-8667F029B9C0}"/>
          </ac:spMkLst>
        </pc:spChg>
        <pc:spChg chg="add mod">
          <ac:chgData name="TCHAMFONG LIONEL" userId="S::tchamfl@ext.essilor.com::7ba41266-02c5-4eb4-be69-a4bf1727da15" providerId="AD" clId="Web-{CD744065-612A-4B31-B57F-FB350D0676BA}" dt="2024-10-07T13:36:11.166" v="889" actId="20577"/>
          <ac:spMkLst>
            <pc:docMk/>
            <pc:sldMk cId="531633661" sldId="268"/>
            <ac:spMk id="8" creationId="{CA74FE61-9922-1CD8-74F2-179C3574E56D}"/>
          </ac:spMkLst>
        </pc:spChg>
        <pc:spChg chg="add del mod">
          <ac:chgData name="TCHAMFONG LIONEL" userId="S::tchamfl@ext.essilor.com::7ba41266-02c5-4eb4-be69-a4bf1727da15" providerId="AD" clId="Web-{CD744065-612A-4B31-B57F-FB350D0676BA}" dt="2024-10-07T13:16:29.467" v="367"/>
          <ac:spMkLst>
            <pc:docMk/>
            <pc:sldMk cId="531633661" sldId="268"/>
            <ac:spMk id="9" creationId="{ED10BBC8-A196-1023-F567-151F54D8173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498" v="318"/>
          <ac:spMkLst>
            <pc:docMk/>
            <pc:sldMk cId="531633661" sldId="268"/>
            <ac:spMk id="10" creationId="{37760488-C6D4-5810-2BE9-FA2B762D87E2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498" v="316"/>
          <ac:spMkLst>
            <pc:docMk/>
            <pc:sldMk cId="531633661" sldId="268"/>
            <ac:spMk id="12" creationId="{6BDDF652-260D-E89D-28BE-11C1E478F8B2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29" v="366"/>
          <ac:spMkLst>
            <pc:docMk/>
            <pc:sldMk cId="531633661" sldId="268"/>
            <ac:spMk id="58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29" v="365"/>
          <ac:spMkLst>
            <pc:docMk/>
            <pc:sldMk cId="531633661" sldId="268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4:10.984" v="509" actId="20577"/>
          <ac:spMkLst>
            <pc:docMk/>
            <pc:sldMk cId="531633661" sldId="268"/>
            <ac:spMk id="60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29" v="364"/>
          <ac:spMkLst>
            <pc:docMk/>
            <pc:sldMk cId="531633661" sldId="268"/>
            <ac:spMk id="62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29" v="363"/>
          <ac:spMkLst>
            <pc:docMk/>
            <pc:sldMk cId="531633661" sldId="268"/>
            <ac:spMk id="63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29" v="362"/>
          <ac:spMkLst>
            <pc:docMk/>
            <pc:sldMk cId="531633661" sldId="268"/>
            <ac:spMk id="64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61"/>
          <ac:spMkLst>
            <pc:docMk/>
            <pc:sldMk cId="531633661" sldId="268"/>
            <ac:spMk id="65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60"/>
          <ac:spMkLst>
            <pc:docMk/>
            <pc:sldMk cId="531633661" sldId="268"/>
            <ac:spMk id="66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9"/>
          <ac:spMkLst>
            <pc:docMk/>
            <pc:sldMk cId="531633661" sldId="268"/>
            <ac:spMk id="67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8"/>
          <ac:spMkLst>
            <pc:docMk/>
            <pc:sldMk cId="531633661" sldId="268"/>
            <ac:spMk id="68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7"/>
          <ac:spMkLst>
            <pc:docMk/>
            <pc:sldMk cId="531633661" sldId="268"/>
            <ac:spMk id="69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6"/>
          <ac:spMkLst>
            <pc:docMk/>
            <pc:sldMk cId="531633661" sldId="268"/>
            <ac:spMk id="70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5"/>
          <ac:spMkLst>
            <pc:docMk/>
            <pc:sldMk cId="531633661" sldId="268"/>
            <ac:spMk id="71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4"/>
          <ac:spMkLst>
            <pc:docMk/>
            <pc:sldMk cId="531633661" sldId="268"/>
            <ac:spMk id="72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3"/>
          <ac:spMkLst>
            <pc:docMk/>
            <pc:sldMk cId="531633661" sldId="268"/>
            <ac:spMk id="73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2"/>
          <ac:spMkLst>
            <pc:docMk/>
            <pc:sldMk cId="531633661" sldId="268"/>
            <ac:spMk id="74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1"/>
          <ac:spMkLst>
            <pc:docMk/>
            <pc:sldMk cId="531633661" sldId="268"/>
            <ac:spMk id="75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50"/>
          <ac:spMkLst>
            <pc:docMk/>
            <pc:sldMk cId="531633661" sldId="268"/>
            <ac:spMk id="76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49"/>
          <ac:spMkLst>
            <pc:docMk/>
            <pc:sldMk cId="531633661" sldId="268"/>
            <ac:spMk id="77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48"/>
          <ac:spMkLst>
            <pc:docMk/>
            <pc:sldMk cId="531633661" sldId="268"/>
            <ac:spMk id="78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47"/>
          <ac:spMkLst>
            <pc:docMk/>
            <pc:sldMk cId="531633661" sldId="268"/>
            <ac:spMk id="79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46"/>
          <ac:spMkLst>
            <pc:docMk/>
            <pc:sldMk cId="531633661" sldId="268"/>
            <ac:spMk id="80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39"/>
          <ac:spMkLst>
            <pc:docMk/>
            <pc:sldMk cId="531633661" sldId="268"/>
            <ac:spMk id="88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CD744065-612A-4B31-B57F-FB350D0676BA}" dt="2024-10-07T13:16:23.514" v="337"/>
          <ac:spMkLst>
            <pc:docMk/>
            <pc:sldMk cId="531633661" sldId="268"/>
            <ac:spMk id="91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36"/>
          <ac:spMkLst>
            <pc:docMk/>
            <pc:sldMk cId="531633661" sldId="268"/>
            <ac:spMk id="92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35"/>
          <ac:spMkLst>
            <pc:docMk/>
            <pc:sldMk cId="531633661" sldId="268"/>
            <ac:spMk id="94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34"/>
          <ac:spMkLst>
            <pc:docMk/>
            <pc:sldMk cId="531633661" sldId="268"/>
            <ac:spMk id="96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33"/>
          <ac:spMkLst>
            <pc:docMk/>
            <pc:sldMk cId="531633661" sldId="268"/>
            <ac:spMk id="97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31"/>
          <ac:spMkLst>
            <pc:docMk/>
            <pc:sldMk cId="531633661" sldId="268"/>
            <ac:spMk id="99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CD744065-612A-4B31-B57F-FB350D0676BA}" dt="2024-10-07T13:16:23.514" v="330"/>
          <ac:spMkLst>
            <pc:docMk/>
            <pc:sldMk cId="531633661" sldId="268"/>
            <ac:spMk id="100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29"/>
          <ac:spMkLst>
            <pc:docMk/>
            <pc:sldMk cId="531633661" sldId="268"/>
            <ac:spMk id="101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28"/>
          <ac:spMkLst>
            <pc:docMk/>
            <pc:sldMk cId="531633661" sldId="268"/>
            <ac:spMk id="103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27"/>
          <ac:spMkLst>
            <pc:docMk/>
            <pc:sldMk cId="531633661" sldId="268"/>
            <ac:spMk id="104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25"/>
          <ac:spMkLst>
            <pc:docMk/>
            <pc:sldMk cId="531633661" sldId="268"/>
            <ac:spMk id="108" creationId="{00000000-0000-0000-0000-00000000000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16:23.514" v="324"/>
          <ac:spMkLst>
            <pc:docMk/>
            <pc:sldMk cId="531633661" sldId="268"/>
            <ac:spMk id="110" creationId="{00000000-0000-0000-0000-000000000000}"/>
          </ac:spMkLst>
        </pc:spChg>
        <pc:cxnChg chg="del">
          <ac:chgData name="TCHAMFONG LIONEL" userId="S::tchamfl@ext.essilor.com::7ba41266-02c5-4eb4-be69-a4bf1727da15" providerId="AD" clId="Web-{CD744065-612A-4B31-B57F-FB350D0676BA}" dt="2024-10-07T13:16:23.514" v="321"/>
          <ac:cxnSpMkLst>
            <pc:docMk/>
            <pc:sldMk cId="531633661" sldId="268"/>
            <ac:cxnSpMk id="2" creationId="{09034ADD-3F1F-F555-A484-7AF8CABC5D48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498" v="317"/>
          <ac:cxnSpMkLst>
            <pc:docMk/>
            <pc:sldMk cId="531633661" sldId="268"/>
            <ac:cxnSpMk id="11" creationId="{DE380B52-1052-7BF6-463C-CFD96BCDCB53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45"/>
          <ac:cxnSpMkLst>
            <pc:docMk/>
            <pc:sldMk cId="531633661" sldId="268"/>
            <ac:cxnSpMk id="81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44"/>
          <ac:cxnSpMkLst>
            <pc:docMk/>
            <pc:sldMk cId="531633661" sldId="268"/>
            <ac:cxnSpMk id="82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43"/>
          <ac:cxnSpMkLst>
            <pc:docMk/>
            <pc:sldMk cId="531633661" sldId="268"/>
            <ac:cxnSpMk id="83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42"/>
          <ac:cxnSpMkLst>
            <pc:docMk/>
            <pc:sldMk cId="531633661" sldId="268"/>
            <ac:cxnSpMk id="84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41"/>
          <ac:cxnSpMkLst>
            <pc:docMk/>
            <pc:sldMk cId="531633661" sldId="268"/>
            <ac:cxnSpMk id="85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40"/>
          <ac:cxnSpMkLst>
            <pc:docMk/>
            <pc:sldMk cId="531633661" sldId="268"/>
            <ac:cxnSpMk id="87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38"/>
          <ac:cxnSpMkLst>
            <pc:docMk/>
            <pc:sldMk cId="531633661" sldId="268"/>
            <ac:cxnSpMk id="89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32"/>
          <ac:cxnSpMkLst>
            <pc:docMk/>
            <pc:sldMk cId="531633661" sldId="268"/>
            <ac:cxnSpMk id="98" creationId="{00000000-0000-0000-0000-000000000000}"/>
          </ac:cxnSpMkLst>
        </pc:cxnChg>
        <pc:cxnChg chg="del">
          <ac:chgData name="TCHAMFONG LIONEL" userId="S::tchamfl@ext.essilor.com::7ba41266-02c5-4eb4-be69-a4bf1727da15" providerId="AD" clId="Web-{CD744065-612A-4B31-B57F-FB350D0676BA}" dt="2024-10-07T13:16:23.514" v="326"/>
          <ac:cxnSpMkLst>
            <pc:docMk/>
            <pc:sldMk cId="531633661" sldId="268"/>
            <ac:cxnSpMk id="107" creationId="{00000000-0000-0000-0000-000000000000}"/>
          </ac:cxnSpMkLst>
        </pc:cxnChg>
      </pc:sldChg>
      <pc:sldChg chg="addSp modSp add del">
        <pc:chgData name="TCHAMFONG LIONEL" userId="S::tchamfl@ext.essilor.com::7ba41266-02c5-4eb4-be69-a4bf1727da15" providerId="AD" clId="Web-{CD744065-612A-4B31-B57F-FB350D0676BA}" dt="2024-10-07T13:39:43.064" v="899" actId="1076"/>
        <pc:sldMkLst>
          <pc:docMk/>
          <pc:sldMk cId="3310956740" sldId="269"/>
        </pc:sldMkLst>
        <pc:spChg chg="mod">
          <ac:chgData name="TCHAMFONG LIONEL" userId="S::tchamfl@ext.essilor.com::7ba41266-02c5-4eb4-be69-a4bf1727da15" providerId="AD" clId="Web-{CD744065-612A-4B31-B57F-FB350D0676BA}" dt="2024-10-07T13:29:14.885" v="688" actId="1076"/>
          <ac:spMkLst>
            <pc:docMk/>
            <pc:sldMk cId="3310956740" sldId="269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948" v="691" actId="1076"/>
          <ac:spMkLst>
            <pc:docMk/>
            <pc:sldMk cId="3310956740" sldId="269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917" v="689" actId="1076"/>
          <ac:spMkLst>
            <pc:docMk/>
            <pc:sldMk cId="3310956740" sldId="269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979" v="692" actId="1076"/>
          <ac:spMkLst>
            <pc:docMk/>
            <pc:sldMk cId="3310956740" sldId="269"/>
            <ac:spMk id="6" creationId="{A5CC0A9C-B571-BF42-74C7-8667F029B9C0}"/>
          </ac:spMkLst>
        </pc:spChg>
        <pc:spChg chg="add mod">
          <ac:chgData name="TCHAMFONG LIONEL" userId="S::tchamfl@ext.essilor.com::7ba41266-02c5-4eb4-be69-a4bf1727da15" providerId="AD" clId="Web-{CD744065-612A-4B31-B57F-FB350D0676BA}" dt="2024-10-07T13:39:43.064" v="899" actId="1076"/>
          <ac:spMkLst>
            <pc:docMk/>
            <pc:sldMk cId="3310956740" sldId="269"/>
            <ac:spMk id="8" creationId="{D23F2751-8A91-FE0F-6120-99BBDE573499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995" v="693" actId="1076"/>
          <ac:spMkLst>
            <pc:docMk/>
            <pc:sldMk cId="3310956740" sldId="269"/>
            <ac:spMk id="10" creationId="{37760488-C6D4-5810-2BE9-FA2B762D87E2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5.042" v="695" actId="1076"/>
          <ac:spMkLst>
            <pc:docMk/>
            <pc:sldMk cId="3310956740" sldId="269"/>
            <ac:spMk id="12" creationId="{6BDDF652-260D-E89D-28BE-11C1E478F8B2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9:32.595" v="897" actId="20577"/>
          <ac:spMkLst>
            <pc:docMk/>
            <pc:sldMk cId="3310956740" sldId="269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604" v="646" actId="1076"/>
          <ac:spMkLst>
            <pc:docMk/>
            <pc:sldMk cId="3310956740" sldId="269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0:17.935" v="754" actId="20577"/>
          <ac:spMkLst>
            <pc:docMk/>
            <pc:sldMk cId="3310956740" sldId="269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635" v="647" actId="1076"/>
          <ac:spMkLst>
            <pc:docMk/>
            <pc:sldMk cId="3310956740" sldId="269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667" v="648" actId="1076"/>
          <ac:spMkLst>
            <pc:docMk/>
            <pc:sldMk cId="3310956740" sldId="269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698" v="649" actId="1076"/>
          <ac:spMkLst>
            <pc:docMk/>
            <pc:sldMk cId="3310956740" sldId="269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729" v="650" actId="1076"/>
          <ac:spMkLst>
            <pc:docMk/>
            <pc:sldMk cId="3310956740" sldId="269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760" v="651" actId="1076"/>
          <ac:spMkLst>
            <pc:docMk/>
            <pc:sldMk cId="3310956740" sldId="269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792" v="652" actId="1076"/>
          <ac:spMkLst>
            <pc:docMk/>
            <pc:sldMk cId="3310956740" sldId="269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823" v="653" actId="1076"/>
          <ac:spMkLst>
            <pc:docMk/>
            <pc:sldMk cId="3310956740" sldId="269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854" v="654" actId="1076"/>
          <ac:spMkLst>
            <pc:docMk/>
            <pc:sldMk cId="3310956740" sldId="269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885" v="655" actId="1076"/>
          <ac:spMkLst>
            <pc:docMk/>
            <pc:sldMk cId="3310956740" sldId="269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917" v="656" actId="1076"/>
          <ac:spMkLst>
            <pc:docMk/>
            <pc:sldMk cId="3310956740" sldId="269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948" v="657" actId="1076"/>
          <ac:spMkLst>
            <pc:docMk/>
            <pc:sldMk cId="3310956740" sldId="269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3.979" v="658" actId="1076"/>
          <ac:spMkLst>
            <pc:docMk/>
            <pc:sldMk cId="3310956740" sldId="269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010" v="659" actId="1076"/>
          <ac:spMkLst>
            <pc:docMk/>
            <pc:sldMk cId="3310956740" sldId="269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042" v="660" actId="1076"/>
          <ac:spMkLst>
            <pc:docMk/>
            <pc:sldMk cId="3310956740" sldId="269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073" v="661" actId="1076"/>
          <ac:spMkLst>
            <pc:docMk/>
            <pc:sldMk cId="3310956740" sldId="269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104" v="662" actId="1076"/>
          <ac:spMkLst>
            <pc:docMk/>
            <pc:sldMk cId="3310956740" sldId="269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151" v="663" actId="1076"/>
          <ac:spMkLst>
            <pc:docMk/>
            <pc:sldMk cId="3310956740" sldId="269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198" v="664" actId="1076"/>
          <ac:spMkLst>
            <pc:docMk/>
            <pc:sldMk cId="3310956740" sldId="269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229" v="665" actId="1076"/>
          <ac:spMkLst>
            <pc:docMk/>
            <pc:sldMk cId="3310956740" sldId="269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464" v="672" actId="1076"/>
          <ac:spMkLst>
            <pc:docMk/>
            <pc:sldMk cId="3310956740" sldId="269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510" v="674" actId="1076"/>
          <ac:spMkLst>
            <pc:docMk/>
            <pc:sldMk cId="3310956740" sldId="269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542" v="675" actId="1076"/>
          <ac:spMkLst>
            <pc:docMk/>
            <pc:sldMk cId="3310956740" sldId="269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573" v="676" actId="1076"/>
          <ac:spMkLst>
            <pc:docMk/>
            <pc:sldMk cId="3310956740" sldId="269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604" v="677" actId="1076"/>
          <ac:spMkLst>
            <pc:docMk/>
            <pc:sldMk cId="3310956740" sldId="269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635" v="678" actId="1076"/>
          <ac:spMkLst>
            <pc:docMk/>
            <pc:sldMk cId="3310956740" sldId="269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698" v="680" actId="1076"/>
          <ac:spMkLst>
            <pc:docMk/>
            <pc:sldMk cId="3310956740" sldId="269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714" v="681" actId="1076"/>
          <ac:spMkLst>
            <pc:docMk/>
            <pc:sldMk cId="3310956740" sldId="269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745" v="682" actId="1076"/>
          <ac:spMkLst>
            <pc:docMk/>
            <pc:sldMk cId="3310956740" sldId="269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776" v="683" actId="1076"/>
          <ac:spMkLst>
            <pc:docMk/>
            <pc:sldMk cId="3310956740" sldId="269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792" v="684" actId="1076"/>
          <ac:spMkLst>
            <pc:docMk/>
            <pc:sldMk cId="3310956740" sldId="269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839" v="686" actId="1076"/>
          <ac:spMkLst>
            <pc:docMk/>
            <pc:sldMk cId="3310956740" sldId="269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14.870" v="687" actId="1076"/>
          <ac:spMkLst>
            <pc:docMk/>
            <pc:sldMk cId="3310956740" sldId="269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CD744065-612A-4B31-B57F-FB350D0676BA}" dt="2024-10-07T13:29:14.932" v="690" actId="1076"/>
          <ac:cxnSpMkLst>
            <pc:docMk/>
            <pc:sldMk cId="3310956740" sldId="269"/>
            <ac:cxnSpMk id="2" creationId="{09034ADD-3F1F-F555-A484-7AF8CABC5D48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5.057" v="696" actId="1076"/>
          <ac:cxnSpMkLst>
            <pc:docMk/>
            <pc:sldMk cId="3310956740" sldId="269"/>
            <ac:cxnSpMk id="7" creationId="{05F480B2-EE4B-0730-0FDD-0B8015BCE947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5.010" v="694" actId="1076"/>
          <ac:cxnSpMkLst>
            <pc:docMk/>
            <pc:sldMk cId="3310956740" sldId="269"/>
            <ac:cxnSpMk id="11" creationId="{DE380B52-1052-7BF6-463C-CFD96BCDCB53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276" v="666" actId="1076"/>
          <ac:cxnSpMkLst>
            <pc:docMk/>
            <pc:sldMk cId="3310956740" sldId="269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307" v="667" actId="1076"/>
          <ac:cxnSpMkLst>
            <pc:docMk/>
            <pc:sldMk cId="3310956740" sldId="269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339" v="668" actId="1076"/>
          <ac:cxnSpMkLst>
            <pc:docMk/>
            <pc:sldMk cId="3310956740" sldId="269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49.652" v="750" actId="1076"/>
          <ac:cxnSpMkLst>
            <pc:docMk/>
            <pc:sldMk cId="3310956740" sldId="269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385" v="670" actId="1076"/>
          <ac:cxnSpMkLst>
            <pc:docMk/>
            <pc:sldMk cId="3310956740" sldId="269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432" v="671" actId="1076"/>
          <ac:cxnSpMkLst>
            <pc:docMk/>
            <pc:sldMk cId="3310956740" sldId="269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479" v="673" actId="1076"/>
          <ac:cxnSpMkLst>
            <pc:docMk/>
            <pc:sldMk cId="3310956740" sldId="269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667" v="679" actId="1076"/>
          <ac:cxnSpMkLst>
            <pc:docMk/>
            <pc:sldMk cId="3310956740" sldId="269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14.823" v="685" actId="1076"/>
          <ac:cxnSpMkLst>
            <pc:docMk/>
            <pc:sldMk cId="3310956740" sldId="269"/>
            <ac:cxnSpMk id="107" creationId="{00000000-0000-0000-0000-000000000000}"/>
          </ac:cxnSpMkLst>
        </pc:cxnChg>
      </pc:sldChg>
      <pc:sldChg chg="addSp delSp modSp add replId">
        <pc:chgData name="TCHAMFONG LIONEL" userId="S::tchamfl@ext.essilor.com::7ba41266-02c5-4eb4-be69-a4bf1727da15" providerId="AD" clId="Web-{CD744065-612A-4B31-B57F-FB350D0676BA}" dt="2024-10-07T13:34:00.052" v="884" actId="1076"/>
        <pc:sldMkLst>
          <pc:docMk/>
          <pc:sldMk cId="3404727282" sldId="270"/>
        </pc:sldMkLst>
        <pc:spChg chg="mod">
          <ac:chgData name="TCHAMFONG LIONEL" userId="S::tchamfl@ext.essilor.com::7ba41266-02c5-4eb4-be69-a4bf1727da15" providerId="AD" clId="Web-{CD744065-612A-4B31-B57F-FB350D0676BA}" dt="2024-10-07T13:33:59.661" v="875" actId="1076"/>
          <ac:spMkLst>
            <pc:docMk/>
            <pc:sldMk cId="3404727282" sldId="270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818" v="878" actId="1076"/>
          <ac:spMkLst>
            <pc:docMk/>
            <pc:sldMk cId="3404727282" sldId="270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708" v="876" actId="1076"/>
          <ac:spMkLst>
            <pc:docMk/>
            <pc:sldMk cId="3404727282" sldId="270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849" v="879" actId="1076"/>
          <ac:spMkLst>
            <pc:docMk/>
            <pc:sldMk cId="3404727282" sldId="270"/>
            <ac:spMk id="6" creationId="{A5CC0A9C-B571-BF42-74C7-8667F029B9C0}"/>
          </ac:spMkLst>
        </pc:spChg>
        <pc:spChg chg="add mod">
          <ac:chgData name="TCHAMFONG LIONEL" userId="S::tchamfl@ext.essilor.com::7ba41266-02c5-4eb4-be69-a4bf1727da15" providerId="AD" clId="Web-{CD744065-612A-4B31-B57F-FB350D0676BA}" dt="2024-10-07T13:34:00.052" v="884" actId="1076"/>
          <ac:spMkLst>
            <pc:docMk/>
            <pc:sldMk cId="3404727282" sldId="270"/>
            <ac:spMk id="9" creationId="{16CA78ED-BA7B-1393-3256-AD470DFFCD6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896" v="880" actId="1076"/>
          <ac:spMkLst>
            <pc:docMk/>
            <pc:sldMk cId="3404727282" sldId="270"/>
            <ac:spMk id="10" creationId="{37760488-C6D4-5810-2BE9-FA2B762D87E2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974" v="882" actId="1076"/>
          <ac:spMkLst>
            <pc:docMk/>
            <pc:sldMk cId="3404727282" sldId="270"/>
            <ac:spMk id="12" creationId="{6BDDF652-260D-E89D-28BE-11C1E478F8B2}"/>
          </ac:spMkLst>
        </pc:spChg>
        <pc:spChg chg="add del">
          <ac:chgData name="TCHAMFONG LIONEL" userId="S::tchamfl@ext.essilor.com::7ba41266-02c5-4eb4-be69-a4bf1727da15" providerId="AD" clId="Web-{CD744065-612A-4B31-B57F-FB350D0676BA}" dt="2024-10-07T13:10:07.656" v="129"/>
          <ac:spMkLst>
            <pc:docMk/>
            <pc:sldMk cId="3404727282" sldId="270"/>
            <ac:spMk id="13" creationId="{89706C6E-0428-5D8C-AE08-325CBF447E22}"/>
          </ac:spMkLst>
        </pc:spChg>
        <pc:spChg chg="add del">
          <ac:chgData name="TCHAMFONG LIONEL" userId="S::tchamfl@ext.essilor.com::7ba41266-02c5-4eb4-be69-a4bf1727da15" providerId="AD" clId="Web-{CD744065-612A-4B31-B57F-FB350D0676BA}" dt="2024-10-07T13:10:14.422" v="131"/>
          <ac:spMkLst>
            <pc:docMk/>
            <pc:sldMk cId="3404727282" sldId="270"/>
            <ac:spMk id="14" creationId="{643F8523-7A79-B2E0-42E3-A175C4EF904D}"/>
          </ac:spMkLst>
        </pc:spChg>
        <pc:spChg chg="add del">
          <ac:chgData name="TCHAMFONG LIONEL" userId="S::tchamfl@ext.essilor.com::7ba41266-02c5-4eb4-be69-a4bf1727da15" providerId="AD" clId="Web-{CD744065-612A-4B31-B57F-FB350D0676BA}" dt="2024-10-07T13:10:24.720" v="133"/>
          <ac:spMkLst>
            <pc:docMk/>
            <pc:sldMk cId="3404727282" sldId="270"/>
            <ac:spMk id="15" creationId="{1445CB0D-B9A7-D9EB-4C6A-B9A560435837}"/>
          </ac:spMkLst>
        </pc:spChg>
        <pc:spChg chg="add mod">
          <ac:chgData name="TCHAMFONG LIONEL" userId="S::tchamfl@ext.essilor.com::7ba41266-02c5-4eb4-be69-a4bf1727da15" providerId="AD" clId="Web-{CD744065-612A-4B31-B57F-FB350D0676BA}" dt="2024-10-07T13:33:46.927" v="832" actId="1076"/>
          <ac:spMkLst>
            <pc:docMk/>
            <pc:sldMk cId="3404727282" sldId="270"/>
            <ac:spMk id="17" creationId="{381EE214-B6DD-1142-3E7B-B3463627C973}"/>
          </ac:spMkLst>
        </pc:spChg>
        <pc:spChg chg="add del mod">
          <ac:chgData name="TCHAMFONG LIONEL" userId="S::tchamfl@ext.essilor.com::7ba41266-02c5-4eb4-be69-a4bf1727da15" providerId="AD" clId="Web-{CD744065-612A-4B31-B57F-FB350D0676BA}" dt="2024-10-07T13:30:40.201" v="756"/>
          <ac:spMkLst>
            <pc:docMk/>
            <pc:sldMk cId="3404727282" sldId="270"/>
            <ac:spMk id="19" creationId="{143D7E3A-7414-AD46-4794-B27CE495008C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02:06.811" v="48"/>
          <ac:spMkLst>
            <pc:docMk/>
            <pc:sldMk cId="3404727282" sldId="270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208" v="833" actId="1076"/>
          <ac:spMkLst>
            <pc:docMk/>
            <pc:sldMk cId="3404727282" sldId="270"/>
            <ac:spMk id="59" creationId="{00000000-0000-0000-0000-000000000000}"/>
          </ac:spMkLst>
        </pc:spChg>
        <pc:spChg chg="add del mod">
          <ac:chgData name="TCHAMFONG LIONEL" userId="S::tchamfl@ext.essilor.com::7ba41266-02c5-4eb4-be69-a4bf1727da15" providerId="AD" clId="Web-{CD744065-612A-4B31-B57F-FB350D0676BA}" dt="2024-10-07T13:30:44.686" v="757" actId="20577"/>
          <ac:spMkLst>
            <pc:docMk/>
            <pc:sldMk cId="3404727282" sldId="270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286" v="834" actId="1076"/>
          <ac:spMkLst>
            <pc:docMk/>
            <pc:sldMk cId="3404727282" sldId="270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318" v="835" actId="1076"/>
          <ac:spMkLst>
            <pc:docMk/>
            <pc:sldMk cId="3404727282" sldId="270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349" v="836" actId="1076"/>
          <ac:spMkLst>
            <pc:docMk/>
            <pc:sldMk cId="3404727282" sldId="270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396" v="837" actId="1076"/>
          <ac:spMkLst>
            <pc:docMk/>
            <pc:sldMk cId="3404727282" sldId="270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427" v="838" actId="1076"/>
          <ac:spMkLst>
            <pc:docMk/>
            <pc:sldMk cId="3404727282" sldId="270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474" v="839" actId="1076"/>
          <ac:spMkLst>
            <pc:docMk/>
            <pc:sldMk cId="3404727282" sldId="270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505" v="840" actId="1076"/>
          <ac:spMkLst>
            <pc:docMk/>
            <pc:sldMk cId="3404727282" sldId="270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552" v="841" actId="1076"/>
          <ac:spMkLst>
            <pc:docMk/>
            <pc:sldMk cId="3404727282" sldId="270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583" v="842" actId="1076"/>
          <ac:spMkLst>
            <pc:docMk/>
            <pc:sldMk cId="3404727282" sldId="270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630" v="843" actId="1076"/>
          <ac:spMkLst>
            <pc:docMk/>
            <pc:sldMk cId="3404727282" sldId="270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677" v="844" actId="1076"/>
          <ac:spMkLst>
            <pc:docMk/>
            <pc:sldMk cId="3404727282" sldId="270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724" v="845" actId="1076"/>
          <ac:spMkLst>
            <pc:docMk/>
            <pc:sldMk cId="3404727282" sldId="270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771" v="846" actId="1076"/>
          <ac:spMkLst>
            <pc:docMk/>
            <pc:sldMk cId="3404727282" sldId="270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818" v="847" actId="1076"/>
          <ac:spMkLst>
            <pc:docMk/>
            <pc:sldMk cId="3404727282" sldId="270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849" v="848" actId="1076"/>
          <ac:spMkLst>
            <pc:docMk/>
            <pc:sldMk cId="3404727282" sldId="270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880" v="849" actId="1076"/>
          <ac:spMkLst>
            <pc:docMk/>
            <pc:sldMk cId="3404727282" sldId="270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927" v="850" actId="1076"/>
          <ac:spMkLst>
            <pc:docMk/>
            <pc:sldMk cId="3404727282" sldId="270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7.958" v="851" actId="1076"/>
          <ac:spMkLst>
            <pc:docMk/>
            <pc:sldMk cId="3404727282" sldId="270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8.005" v="852" actId="1076"/>
          <ac:spMkLst>
            <pc:docMk/>
            <pc:sldMk cId="3404727282" sldId="270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8.427" v="859" actId="1076"/>
          <ac:spMkLst>
            <pc:docMk/>
            <pc:sldMk cId="3404727282" sldId="270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8.630" v="861" actId="1076"/>
          <ac:spMkLst>
            <pc:docMk/>
            <pc:sldMk cId="3404727282" sldId="270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8.864" v="862" actId="1076"/>
          <ac:spMkLst>
            <pc:docMk/>
            <pc:sldMk cId="3404727282" sldId="270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8.880" v="863" actId="1076"/>
          <ac:spMkLst>
            <pc:docMk/>
            <pc:sldMk cId="3404727282" sldId="270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130" v="864" actId="1076"/>
          <ac:spMkLst>
            <pc:docMk/>
            <pc:sldMk cId="3404727282" sldId="270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161" v="865" actId="1076"/>
          <ac:spMkLst>
            <pc:docMk/>
            <pc:sldMk cId="3404727282" sldId="270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193" v="867" actId="1076"/>
          <ac:spMkLst>
            <pc:docMk/>
            <pc:sldMk cId="3404727282" sldId="270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333" v="868" actId="1076"/>
          <ac:spMkLst>
            <pc:docMk/>
            <pc:sldMk cId="3404727282" sldId="270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396" v="869" actId="1076"/>
          <ac:spMkLst>
            <pc:docMk/>
            <pc:sldMk cId="3404727282" sldId="270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443" v="870" actId="1076"/>
          <ac:spMkLst>
            <pc:docMk/>
            <pc:sldMk cId="3404727282" sldId="270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490" v="871" actId="1076"/>
          <ac:spMkLst>
            <pc:docMk/>
            <pc:sldMk cId="3404727282" sldId="270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568" v="873" actId="1076"/>
          <ac:spMkLst>
            <pc:docMk/>
            <pc:sldMk cId="3404727282" sldId="270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33:59.615" v="874" actId="1076"/>
          <ac:spMkLst>
            <pc:docMk/>
            <pc:sldMk cId="3404727282" sldId="270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CD744065-612A-4B31-B57F-FB350D0676BA}" dt="2024-10-07T13:33:59.740" v="877" actId="1076"/>
          <ac:cxnSpMkLst>
            <pc:docMk/>
            <pc:sldMk cId="3404727282" sldId="270"/>
            <ac:cxnSpMk id="2" creationId="{09034ADD-3F1F-F555-A484-7AF8CABC5D48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4:00.005" v="883" actId="1076"/>
          <ac:cxnSpMkLst>
            <pc:docMk/>
            <pc:sldMk cId="3404727282" sldId="270"/>
            <ac:cxnSpMk id="7" creationId="{05F480B2-EE4B-0730-0FDD-0B8015BCE947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9.943" v="881" actId="1076"/>
          <ac:cxnSpMkLst>
            <pc:docMk/>
            <pc:sldMk cId="3404727282" sldId="270"/>
            <ac:cxnSpMk id="11" creationId="{DE380B52-1052-7BF6-463C-CFD96BCDCB53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8.036" v="853" actId="1076"/>
          <ac:cxnSpMkLst>
            <pc:docMk/>
            <pc:sldMk cId="3404727282" sldId="270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8.083" v="854" actId="1076"/>
          <ac:cxnSpMkLst>
            <pc:docMk/>
            <pc:sldMk cId="3404727282" sldId="270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8.114" v="855" actId="1076"/>
          <ac:cxnSpMkLst>
            <pc:docMk/>
            <pc:sldMk cId="3404727282" sldId="270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8.333" v="856" actId="1076"/>
          <ac:cxnSpMkLst>
            <pc:docMk/>
            <pc:sldMk cId="3404727282" sldId="270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8.364" v="857" actId="1076"/>
          <ac:cxnSpMkLst>
            <pc:docMk/>
            <pc:sldMk cId="3404727282" sldId="270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8.396" v="858" actId="1076"/>
          <ac:cxnSpMkLst>
            <pc:docMk/>
            <pc:sldMk cId="3404727282" sldId="270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8.599" v="860" actId="1076"/>
          <ac:cxnSpMkLst>
            <pc:docMk/>
            <pc:sldMk cId="3404727282" sldId="270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9.177" v="866" actId="1076"/>
          <ac:cxnSpMkLst>
            <pc:docMk/>
            <pc:sldMk cId="3404727282" sldId="270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33:59.521" v="872" actId="1076"/>
          <ac:cxnSpMkLst>
            <pc:docMk/>
            <pc:sldMk cId="3404727282" sldId="270"/>
            <ac:cxnSpMk id="107" creationId="{00000000-0000-0000-0000-000000000000}"/>
          </ac:cxnSpMkLst>
        </pc:cxnChg>
      </pc:sldChg>
      <pc:sldChg chg="delSp modSp add replId">
        <pc:chgData name="TCHAMFONG LIONEL" userId="S::tchamfl@ext.essilor.com::7ba41266-02c5-4eb4-be69-a4bf1727da15" providerId="AD" clId="Web-{CD744065-612A-4B31-B57F-FB350D0676BA}" dt="2024-10-07T13:29:43.215" v="749" actId="1076"/>
        <pc:sldMkLst>
          <pc:docMk/>
          <pc:sldMk cId="2086847518" sldId="271"/>
        </pc:sldMkLst>
        <pc:spChg chg="mod">
          <ac:chgData name="TCHAMFONG LIONEL" userId="S::tchamfl@ext.essilor.com::7ba41266-02c5-4eb4-be69-a4bf1727da15" providerId="AD" clId="Web-{CD744065-612A-4B31-B57F-FB350D0676BA}" dt="2024-10-07T13:29:06.323" v="637" actId="1076"/>
          <ac:spMkLst>
            <pc:docMk/>
            <pc:sldMk cId="2086847518" sldId="271"/>
            <ac:spMk id="3" creationId="{E18B129D-D17B-4182-A6AC-A30C77739ADC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401" v="640" actId="1076"/>
          <ac:spMkLst>
            <pc:docMk/>
            <pc:sldMk cId="2086847518" sldId="271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338" v="638" actId="1076"/>
          <ac:spMkLst>
            <pc:docMk/>
            <pc:sldMk cId="2086847518" sldId="271"/>
            <ac:spMk id="5" creationId="{EA875581-F1A3-C47B-C555-AEB0159DB6BB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416" v="641" actId="1076"/>
          <ac:spMkLst>
            <pc:docMk/>
            <pc:sldMk cId="2086847518" sldId="271"/>
            <ac:spMk id="6" creationId="{A5CC0A9C-B571-BF42-74C7-8667F029B9C0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24:52.688" v="520"/>
          <ac:spMkLst>
            <pc:docMk/>
            <pc:sldMk cId="2086847518" sldId="271"/>
            <ac:spMk id="8" creationId="{CA74FE61-9922-1CD8-74F2-179C3574E56D}"/>
          </ac:spMkLst>
        </pc:spChg>
        <pc:spChg chg="del">
          <ac:chgData name="TCHAMFONG LIONEL" userId="S::tchamfl@ext.essilor.com::7ba41266-02c5-4eb4-be69-a4bf1727da15" providerId="AD" clId="Web-{CD744065-612A-4B31-B57F-FB350D0676BA}" dt="2024-10-07T13:24:53.173" v="521"/>
          <ac:spMkLst>
            <pc:docMk/>
            <pc:sldMk cId="2086847518" sldId="271"/>
            <ac:spMk id="9" creationId="{ED10BBC8-A196-1023-F567-151F54D8173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448" v="642" actId="1076"/>
          <ac:spMkLst>
            <pc:docMk/>
            <pc:sldMk cId="2086847518" sldId="271"/>
            <ac:spMk id="10" creationId="{37760488-C6D4-5810-2BE9-FA2B762D87E2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479" v="644" actId="1076"/>
          <ac:spMkLst>
            <pc:docMk/>
            <pc:sldMk cId="2086847518" sldId="271"/>
            <ac:spMk id="12" creationId="{6BDDF652-260D-E89D-28BE-11C1E478F8B2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244" v="594" actId="1076"/>
          <ac:spMkLst>
            <pc:docMk/>
            <pc:sldMk cId="2086847518" sldId="271"/>
            <ac:spMk id="5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276" v="595" actId="1076"/>
          <ac:spMkLst>
            <pc:docMk/>
            <pc:sldMk cId="2086847518" sldId="271"/>
            <ac:spMk id="5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5:31.612" v="541" actId="20577"/>
          <ac:spMkLst>
            <pc:docMk/>
            <pc:sldMk cId="2086847518" sldId="271"/>
            <ac:spMk id="6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291" v="596" actId="1076"/>
          <ac:spMkLst>
            <pc:docMk/>
            <pc:sldMk cId="2086847518" sldId="271"/>
            <ac:spMk id="6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323" v="597" actId="1076"/>
          <ac:spMkLst>
            <pc:docMk/>
            <pc:sldMk cId="2086847518" sldId="271"/>
            <ac:spMk id="6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354" v="598" actId="1076"/>
          <ac:spMkLst>
            <pc:docMk/>
            <pc:sldMk cId="2086847518" sldId="271"/>
            <ac:spMk id="6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369" v="599" actId="1076"/>
          <ac:spMkLst>
            <pc:docMk/>
            <pc:sldMk cId="2086847518" sldId="271"/>
            <ac:spMk id="65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401" v="600" actId="1076"/>
          <ac:spMkLst>
            <pc:docMk/>
            <pc:sldMk cId="2086847518" sldId="271"/>
            <ac:spMk id="6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416" v="601" actId="1076"/>
          <ac:spMkLst>
            <pc:docMk/>
            <pc:sldMk cId="2086847518" sldId="271"/>
            <ac:spMk id="6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448" v="602" actId="1076"/>
          <ac:spMkLst>
            <pc:docMk/>
            <pc:sldMk cId="2086847518" sldId="271"/>
            <ac:spMk id="6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463" v="603" actId="1076"/>
          <ac:spMkLst>
            <pc:docMk/>
            <pc:sldMk cId="2086847518" sldId="271"/>
            <ac:spMk id="6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494" v="604" actId="1076"/>
          <ac:spMkLst>
            <pc:docMk/>
            <pc:sldMk cId="2086847518" sldId="271"/>
            <ac:spMk id="7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510" v="605" actId="1076"/>
          <ac:spMkLst>
            <pc:docMk/>
            <pc:sldMk cId="2086847518" sldId="271"/>
            <ac:spMk id="7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541" v="606" actId="1076"/>
          <ac:spMkLst>
            <pc:docMk/>
            <pc:sldMk cId="2086847518" sldId="271"/>
            <ac:spMk id="7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557" v="607" actId="1076"/>
          <ac:spMkLst>
            <pc:docMk/>
            <pc:sldMk cId="2086847518" sldId="271"/>
            <ac:spMk id="7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588" v="608" actId="1076"/>
          <ac:spMkLst>
            <pc:docMk/>
            <pc:sldMk cId="2086847518" sldId="271"/>
            <ac:spMk id="7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604" v="609" actId="1076"/>
          <ac:spMkLst>
            <pc:docMk/>
            <pc:sldMk cId="2086847518" sldId="271"/>
            <ac:spMk id="75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635" v="610" actId="1076"/>
          <ac:spMkLst>
            <pc:docMk/>
            <pc:sldMk cId="2086847518" sldId="271"/>
            <ac:spMk id="7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682" v="611" actId="1076"/>
          <ac:spMkLst>
            <pc:docMk/>
            <pc:sldMk cId="2086847518" sldId="271"/>
            <ac:spMk id="7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713" v="612" actId="1076"/>
          <ac:spMkLst>
            <pc:docMk/>
            <pc:sldMk cId="2086847518" sldId="271"/>
            <ac:spMk id="7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729" v="613" actId="1076"/>
          <ac:spMkLst>
            <pc:docMk/>
            <pc:sldMk cId="2086847518" sldId="271"/>
            <ac:spMk id="7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760" v="614" actId="1076"/>
          <ac:spMkLst>
            <pc:docMk/>
            <pc:sldMk cId="2086847518" sldId="271"/>
            <ac:spMk id="8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916" v="621" actId="1076"/>
          <ac:spMkLst>
            <pc:docMk/>
            <pc:sldMk cId="2086847518" sldId="271"/>
            <ac:spMk id="8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5.979" v="623" actId="1076"/>
          <ac:spMkLst>
            <pc:docMk/>
            <pc:sldMk cId="2086847518" sldId="271"/>
            <ac:spMk id="9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010" v="624" actId="1076"/>
          <ac:spMkLst>
            <pc:docMk/>
            <pc:sldMk cId="2086847518" sldId="271"/>
            <ac:spMk id="92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026" v="625" actId="1076"/>
          <ac:spMkLst>
            <pc:docMk/>
            <pc:sldMk cId="2086847518" sldId="271"/>
            <ac:spMk id="9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057" v="626" actId="1076"/>
          <ac:spMkLst>
            <pc:docMk/>
            <pc:sldMk cId="2086847518" sldId="271"/>
            <ac:spMk id="96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088" v="627" actId="1076"/>
          <ac:spMkLst>
            <pc:docMk/>
            <pc:sldMk cId="2086847518" sldId="271"/>
            <ac:spMk id="97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135" v="629" actId="1076"/>
          <ac:spMkLst>
            <pc:docMk/>
            <pc:sldMk cId="2086847518" sldId="271"/>
            <ac:spMk id="99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166" v="630" actId="1076"/>
          <ac:spMkLst>
            <pc:docMk/>
            <pc:sldMk cId="2086847518" sldId="271"/>
            <ac:spMk id="100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182" v="631" actId="1076"/>
          <ac:spMkLst>
            <pc:docMk/>
            <pc:sldMk cId="2086847518" sldId="271"/>
            <ac:spMk id="101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213" v="632" actId="1076"/>
          <ac:spMkLst>
            <pc:docMk/>
            <pc:sldMk cId="2086847518" sldId="271"/>
            <ac:spMk id="103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229" v="633" actId="1076"/>
          <ac:spMkLst>
            <pc:docMk/>
            <pc:sldMk cId="2086847518" sldId="271"/>
            <ac:spMk id="104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276" v="635" actId="1076"/>
          <ac:spMkLst>
            <pc:docMk/>
            <pc:sldMk cId="2086847518" sldId="271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CD744065-612A-4B31-B57F-FB350D0676BA}" dt="2024-10-07T13:29:06.291" v="636" actId="1076"/>
          <ac:spMkLst>
            <pc:docMk/>
            <pc:sldMk cId="2086847518" sldId="271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CD744065-612A-4B31-B57F-FB350D0676BA}" dt="2024-10-07T13:29:06.370" v="639" actId="1076"/>
          <ac:cxnSpMkLst>
            <pc:docMk/>
            <pc:sldMk cId="2086847518" sldId="271"/>
            <ac:cxnSpMk id="2" creationId="{09034ADD-3F1F-F555-A484-7AF8CABC5D48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6.463" v="643" actId="1076"/>
          <ac:cxnSpMkLst>
            <pc:docMk/>
            <pc:sldMk cId="2086847518" sldId="271"/>
            <ac:cxnSpMk id="11" creationId="{DE380B52-1052-7BF6-463C-CFD96BCDCB53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5.776" v="615" actId="1076"/>
          <ac:cxnSpMkLst>
            <pc:docMk/>
            <pc:sldMk cId="2086847518" sldId="271"/>
            <ac:cxnSpMk id="81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5.807" v="616" actId="1076"/>
          <ac:cxnSpMkLst>
            <pc:docMk/>
            <pc:sldMk cId="2086847518" sldId="271"/>
            <ac:cxnSpMk id="82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5.823" v="617" actId="1076"/>
          <ac:cxnSpMkLst>
            <pc:docMk/>
            <pc:sldMk cId="2086847518" sldId="271"/>
            <ac:cxnSpMk id="8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43.215" v="749" actId="1076"/>
          <ac:cxnSpMkLst>
            <pc:docMk/>
            <pc:sldMk cId="2086847518" sldId="271"/>
            <ac:cxnSpMk id="84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5.869" v="619" actId="1076"/>
          <ac:cxnSpMkLst>
            <pc:docMk/>
            <pc:sldMk cId="2086847518" sldId="271"/>
            <ac:cxnSpMk id="8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5.901" v="620" actId="1076"/>
          <ac:cxnSpMkLst>
            <pc:docMk/>
            <pc:sldMk cId="2086847518" sldId="271"/>
            <ac:cxnSpMk id="87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5.948" v="622" actId="1076"/>
          <ac:cxnSpMkLst>
            <pc:docMk/>
            <pc:sldMk cId="2086847518" sldId="271"/>
            <ac:cxnSpMk id="89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6.104" v="628" actId="1076"/>
          <ac:cxnSpMkLst>
            <pc:docMk/>
            <pc:sldMk cId="2086847518" sldId="271"/>
            <ac:cxnSpMk id="98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CD744065-612A-4B31-B57F-FB350D0676BA}" dt="2024-10-07T13:29:06.245" v="634" actId="1076"/>
          <ac:cxnSpMkLst>
            <pc:docMk/>
            <pc:sldMk cId="2086847518" sldId="271"/>
            <ac:cxnSpMk id="107" creationId="{00000000-0000-0000-0000-000000000000}"/>
          </ac:cxnSpMkLst>
        </pc:cxnChg>
      </pc:sldChg>
    </pc:docChg>
  </pc:docChgLst>
  <pc:docChgLst>
    <pc:chgData name="TCHAMFONG LIONEL" userId="S::tchamfl@ext.essilor.com::7ba41266-02c5-4eb4-be69-a4bf1727da15" providerId="AD" clId="Web-{56C79243-B2B2-8829-3B1F-936906948821}"/>
    <pc:docChg chg="mod modSld">
      <pc:chgData name="TCHAMFONG LIONEL" userId="S::tchamfl@ext.essilor.com::7ba41266-02c5-4eb4-be69-a4bf1727da15" providerId="AD" clId="Web-{56C79243-B2B2-8829-3B1F-936906948821}" dt="2024-10-08T08:36:06.169" v="58" actId="1076"/>
      <pc:docMkLst>
        <pc:docMk/>
      </pc:docMkLst>
      <pc:sldChg chg="modSp">
        <pc:chgData name="TCHAMFONG LIONEL" userId="S::tchamfl@ext.essilor.com::7ba41266-02c5-4eb4-be69-a4bf1727da15" providerId="AD" clId="Web-{56C79243-B2B2-8829-3B1F-936906948821}" dt="2024-10-08T08:35:12.839" v="33" actId="20577"/>
        <pc:sldMkLst>
          <pc:docMk/>
          <pc:sldMk cId="3404727282" sldId="270"/>
        </pc:sldMkLst>
        <pc:spChg chg="mod">
          <ac:chgData name="TCHAMFONG LIONEL" userId="S::tchamfl@ext.essilor.com::7ba41266-02c5-4eb4-be69-a4bf1727da15" providerId="AD" clId="Web-{56C79243-B2B2-8829-3B1F-936906948821}" dt="2024-10-08T08:35:12.839" v="33" actId="20577"/>
          <ac:spMkLst>
            <pc:docMk/>
            <pc:sldMk cId="3404727282" sldId="270"/>
            <ac:spMk id="17" creationId="{381EE214-B6DD-1142-3E7B-B3463627C973}"/>
          </ac:spMkLst>
        </pc:spChg>
      </pc:sldChg>
      <pc:sldChg chg="delSp modSp">
        <pc:chgData name="TCHAMFONG LIONEL" userId="S::tchamfl@ext.essilor.com::7ba41266-02c5-4eb4-be69-a4bf1727da15" providerId="AD" clId="Web-{56C79243-B2B2-8829-3B1F-936906948821}" dt="2024-10-08T08:32:41.053" v="8" actId="20577"/>
        <pc:sldMkLst>
          <pc:docMk/>
          <pc:sldMk cId="2086847518" sldId="271"/>
        </pc:sldMkLst>
        <pc:spChg chg="del mod">
          <ac:chgData name="TCHAMFONG LIONEL" userId="S::tchamfl@ext.essilor.com::7ba41266-02c5-4eb4-be69-a4bf1727da15" providerId="AD" clId="Web-{56C79243-B2B2-8829-3B1F-936906948821}" dt="2024-10-08T08:32:20.177" v="4"/>
          <ac:spMkLst>
            <pc:docMk/>
            <pc:sldMk cId="2086847518" sldId="271"/>
            <ac:spMk id="4" creationId="{757D13E9-5B4E-0CF2-3FDC-5F2A08C880BC}"/>
          </ac:spMkLst>
        </pc:spChg>
        <pc:spChg chg="mod">
          <ac:chgData name="TCHAMFONG LIONEL" userId="S::tchamfl@ext.essilor.com::7ba41266-02c5-4eb4-be69-a4bf1727da15" providerId="AD" clId="Web-{56C79243-B2B2-8829-3B1F-936906948821}" dt="2024-10-08T08:32:29.427" v="6" actId="1076"/>
          <ac:spMkLst>
            <pc:docMk/>
            <pc:sldMk cId="2086847518" sldId="271"/>
            <ac:spMk id="6" creationId="{A5CC0A9C-B571-BF42-74C7-8667F029B9C0}"/>
          </ac:spMkLst>
        </pc:spChg>
        <pc:spChg chg="mod">
          <ac:chgData name="TCHAMFONG LIONEL" userId="S::tchamfl@ext.essilor.com::7ba41266-02c5-4eb4-be69-a4bf1727da15" providerId="AD" clId="Web-{56C79243-B2B2-8829-3B1F-936906948821}" dt="2024-10-08T08:32:41.053" v="8" actId="20577"/>
          <ac:spMkLst>
            <pc:docMk/>
            <pc:sldMk cId="2086847518" sldId="271"/>
            <ac:spMk id="108" creationId="{00000000-0000-0000-0000-000000000000}"/>
          </ac:spMkLst>
        </pc:spChg>
        <pc:cxnChg chg="mod">
          <ac:chgData name="TCHAMFONG LIONEL" userId="S::tchamfl@ext.essilor.com::7ba41266-02c5-4eb4-be69-a4bf1727da15" providerId="AD" clId="Web-{56C79243-B2B2-8829-3B1F-936906948821}" dt="2024-10-08T08:32:03.004" v="1" actId="14100"/>
          <ac:cxnSpMkLst>
            <pc:docMk/>
            <pc:sldMk cId="2086847518" sldId="271"/>
            <ac:cxnSpMk id="2" creationId="{09034ADD-3F1F-F555-A484-7AF8CABC5D48}"/>
          </ac:cxnSpMkLst>
        </pc:cxnChg>
      </pc:sldChg>
      <pc:sldChg chg="delSp modSp">
        <pc:chgData name="TCHAMFONG LIONEL" userId="S::tchamfl@ext.essilor.com::7ba41266-02c5-4eb4-be69-a4bf1727da15" providerId="AD" clId="Web-{56C79243-B2B2-8829-3B1F-936906948821}" dt="2024-10-08T08:36:06.169" v="58" actId="1076"/>
        <pc:sldMkLst>
          <pc:docMk/>
          <pc:sldMk cId="2506199995" sldId="302"/>
        </pc:sldMkLst>
        <pc:spChg chg="del">
          <ac:chgData name="TCHAMFONG LIONEL" userId="S::tchamfl@ext.essilor.com::7ba41266-02c5-4eb4-be69-a4bf1727da15" providerId="AD" clId="Web-{56C79243-B2B2-8829-3B1F-936906948821}" dt="2024-10-08T08:35:43.950" v="57"/>
          <ac:spMkLst>
            <pc:docMk/>
            <pc:sldMk cId="2506199995" sldId="302"/>
            <ac:spMk id="13" creationId="{9F1A6FBB-DC6D-1DDD-EA7C-7A69248A7976}"/>
          </ac:spMkLst>
        </pc:spChg>
        <pc:spChg chg="mod">
          <ac:chgData name="TCHAMFONG LIONEL" userId="S::tchamfl@ext.essilor.com::7ba41266-02c5-4eb4-be69-a4bf1727da15" providerId="AD" clId="Web-{56C79243-B2B2-8829-3B1F-936906948821}" dt="2024-10-08T08:36:06.169" v="58" actId="1076"/>
          <ac:spMkLst>
            <pc:docMk/>
            <pc:sldMk cId="2506199995" sldId="302"/>
            <ac:spMk id="17" creationId="{381EE214-B6DD-1142-3E7B-B3463627C9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85547-A155-4351-8C3D-6A0D813ABC44}" type="datetimeFigureOut">
              <a:t>10/8/2024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BD2ED-0400-453F-917A-F13395D8F40A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61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7981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9263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707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9048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69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is_cover_black"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FC986EB-EA53-4831-97B0-833F41A66B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6865861-41D4-4D02-866A-F601627AD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2000" y="6228000"/>
            <a:ext cx="4788694" cy="187359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fr-FR"/>
              <a:t>Date (e.g. April, 2021)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8B624B0-2BE4-4517-99D7-32C77D8742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37912"/>
            <a:ext cx="12192000" cy="4605689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6DD2180-4393-4285-98E2-EA0900C7A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2000" y="288000"/>
            <a:ext cx="4693444" cy="553998"/>
          </a:xfrm>
        </p:spPr>
        <p:txBody>
          <a:bodyPr anchor="t" anchorCtr="0"/>
          <a:lstStyle>
            <a:lvl1pPr>
              <a:defRPr sz="2000"/>
            </a:lvl1pPr>
          </a:lstStyle>
          <a:p>
            <a:r>
              <a:rPr lang="en-US"/>
              <a:t>Title Presentation could be written</a:t>
            </a:r>
            <a:br>
              <a:rPr lang="en-US"/>
            </a:br>
            <a:r>
              <a:rPr lang="en-US"/>
              <a:t>in more than one line.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E42703E-50A3-4E7D-AF69-BED0C7F006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288000"/>
            <a:ext cx="2407307" cy="26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59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69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4464">
          <p15:clr>
            <a:srgbClr val="FBAE40"/>
          </p15:clr>
        </p15:guide>
        <p15:guide id="6" pos="3217">
          <p15:clr>
            <a:srgbClr val="FBAE40"/>
          </p15:clr>
        </p15:guide>
        <p15:guide id="7" pos="200">
          <p15:clr>
            <a:srgbClr val="FBAE40"/>
          </p15:clr>
        </p15:guide>
        <p15:guide id="8" pos="74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A8DD8-9E25-4D93-941C-55990C6D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622" y="313564"/>
            <a:ext cx="5070071" cy="830997"/>
          </a:xfrm>
        </p:spPr>
        <p:txBody>
          <a:bodyPr>
            <a:normAutofit fontScale="90000"/>
          </a:bodyPr>
          <a:lstStyle/>
          <a:p>
            <a:r>
              <a:rPr lang="fr-FR" sz="2200" b="1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lang="fr-FR" sz="2200" b="1" err="1">
                <a:solidFill>
                  <a:srgbClr val="FFFFFF"/>
                </a:solidFill>
                <a:latin typeface="Arial"/>
                <a:cs typeface="Arial"/>
              </a:rPr>
              <a:t>Eyecloud</a:t>
            </a:r>
            <a:r>
              <a:rPr lang="fr-FR" sz="2200" b="1">
                <a:solidFill>
                  <a:srgbClr val="FFFFFF"/>
                </a:solidFill>
                <a:latin typeface="Arial"/>
                <a:cs typeface="Arial"/>
              </a:rPr>
              <a:t>][PRD] : issue about </a:t>
            </a:r>
            <a:r>
              <a:rPr lang="fr-FR" sz="2200" b="1" err="1">
                <a:solidFill>
                  <a:srgbClr val="FFFFFF"/>
                </a:solidFill>
                <a:latin typeface="Arial"/>
                <a:cs typeface="Arial"/>
              </a:rPr>
              <a:t>Ecid</a:t>
            </a:r>
            <a:r>
              <a:rPr lang="fr-FR" sz="2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fr-FR" sz="2200" b="1" err="1">
                <a:solidFill>
                  <a:srgbClr val="FFFFFF"/>
                </a:solidFill>
                <a:latin typeface="Arial"/>
                <a:cs typeface="Arial"/>
              </a:rPr>
              <a:t>Generation</a:t>
            </a:r>
            <a:r>
              <a:rPr lang="fr-FR" sz="2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br>
              <a:rPr lang="fr-FR"/>
            </a:br>
            <a:endParaRPr lang="fr-FR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F6BA1E-C61F-43FC-BD6B-8C8D038C70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90688" y="6240492"/>
            <a:ext cx="4788694" cy="166199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09th of </a:t>
            </a: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October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 2024</a:t>
            </a:r>
            <a:endParaRPr lang="fr-FR">
              <a:solidFill>
                <a:srgbClr val="FFFFFF"/>
              </a:solidFill>
            </a:endParaRPr>
          </a:p>
        </p:txBody>
      </p:sp>
      <p:pic>
        <p:nvPicPr>
          <p:cNvPr id="6" name="Espace réservé pour une image  5" descr="Une image contenant miroir, accessoire, loupe, lunettes&#10;&#10;Description générée automatiquement">
            <a:extLst>
              <a:ext uri="{FF2B5EF4-FFF2-40B4-BE49-F238E27FC236}">
                <a16:creationId xmlns:a16="http://schemas.microsoft.com/office/drawing/2014/main" id="{FB73FCD3-5377-4F3C-98E1-85468B5810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0" b="21670"/>
          <a:stretch>
            <a:fillRect/>
          </a:stretch>
        </p:blipFill>
        <p:spPr/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A6A8DD8-9E25-4D93-941C-55990C6D39FA}"/>
              </a:ext>
            </a:extLst>
          </p:cNvPr>
          <p:cNvSpPr txBox="1">
            <a:spLocks/>
          </p:cNvSpPr>
          <p:nvPr/>
        </p:nvSpPr>
        <p:spPr>
          <a:xfrm>
            <a:off x="341050" y="313564"/>
            <a:ext cx="4788694" cy="5262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200"/>
              <a:t> </a:t>
            </a:r>
            <a:br>
              <a:rPr lang="fr-FR"/>
            </a:br>
            <a:r>
              <a:rPr lang="fr-FR" sz="1600" err="1"/>
              <a:t>RxIT</a:t>
            </a:r>
            <a:r>
              <a:rPr lang="fr-FR" sz="1600"/>
              <a:t> Digital Services</a:t>
            </a:r>
          </a:p>
        </p:txBody>
      </p:sp>
    </p:spTree>
    <p:extLst>
      <p:ext uri="{BB962C8B-B14F-4D97-AF65-F5344CB8AC3E}">
        <p14:creationId xmlns:p14="http://schemas.microsoft.com/office/powerpoint/2010/main" val="174202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936795" y="155542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List of issues faced with Ecv2.9.2 and Ecv3.1.3 (previous versions) </a:t>
            </a:r>
          </a:p>
        </p:txBody>
      </p:sp>
      <p:sp>
        <p:nvSpPr>
          <p:cNvPr id="8" name="Google Shape;60;p9">
            <a:extLst>
              <a:ext uri="{FF2B5EF4-FFF2-40B4-BE49-F238E27FC236}">
                <a16:creationId xmlns:a16="http://schemas.microsoft.com/office/drawing/2014/main" id="{CA74FE61-9922-1CD8-74F2-179C3574E56D}"/>
              </a:ext>
            </a:extLst>
          </p:cNvPr>
          <p:cNvSpPr txBox="1">
            <a:spLocks/>
          </p:cNvSpPr>
          <p:nvPr/>
        </p:nvSpPr>
        <p:spPr>
          <a:xfrm>
            <a:off x="2794751" y="1719054"/>
            <a:ext cx="7643337" cy="190735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cs typeface="Calibri Light"/>
              </a:rPr>
              <a:t>Bugs in ECv2.9.2: </a:t>
            </a:r>
            <a:endParaRPr lang="fr-FR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Object reference (intermittent issue faced on Metadata module without any clients impacted)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</a:rPr>
              <a:t>Id generated without respecting the pattern</a:t>
            </a:r>
          </a:p>
          <a:p>
            <a:endParaRPr lang="en-US" sz="1800">
              <a:ea typeface="+mj-lt"/>
              <a:cs typeface="+mj-lt"/>
            </a:endParaRPr>
          </a:p>
          <a:p>
            <a:pPr marL="171450" indent="-171450">
              <a:buFont typeface="Arial"/>
              <a:buChar char="•"/>
            </a:pPr>
            <a:endParaRPr lang="en-US" sz="1800"/>
          </a:p>
          <a:p>
            <a:r>
              <a:rPr lang="en-US" sz="1800" b="1"/>
              <a:t>Consequences in ECv3.1.3:</a:t>
            </a:r>
          </a:p>
          <a:p>
            <a:pPr marL="171450" indent="-171450">
              <a:buFont typeface="Arial"/>
              <a:buChar char="•"/>
            </a:pP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</a:rPr>
              <a:t>Impossible to upload a document with an id which has been created without respecting his pattern (linked to the bug faced with Ecv2.9.2 mentioned above)</a:t>
            </a:r>
          </a:p>
        </p:txBody>
      </p: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3AA418B4-5FE1-6AB8-300E-F0E2BFF5E669}"/>
              </a:ext>
            </a:extLst>
          </p:cNvPr>
          <p:cNvCxnSpPr/>
          <p:nvPr/>
        </p:nvCxnSpPr>
        <p:spPr>
          <a:xfrm flipH="1">
            <a:off x="5667632" y="2724663"/>
            <a:ext cx="1464276" cy="584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63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4988468" y="4322148"/>
            <a:ext cx="2159186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Create and Save the UOID in DynamoDB</a:t>
            </a: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with a bad pattern</a:t>
            </a:r>
            <a:endParaRPr sz="900" b="1" err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2161155" y="5113238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983832" y="306061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 Issue faced with Ecv2.9.2 and Ecv3.1.3 about </a:t>
            </a:r>
            <a:r>
              <a:rPr lang="en-US" sz="2800" b="1" err="1">
                <a:cs typeface="Calibri Light"/>
              </a:rPr>
              <a:t>Uoid</a:t>
            </a:r>
            <a:r>
              <a:rPr lang="en-US" sz="2800" b="1">
                <a:cs typeface="Calibri Light"/>
              </a:rPr>
              <a:t> creation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2405355" y="5301038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2409331" y="5835763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2418955" y="5003013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8676255" y="5113238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8920455" y="5301038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8924431" y="5835763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8934055" y="5003013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418455" y="5140976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662655" y="5328776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3666631" y="5863501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3676255" y="5030751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795505" y="50988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5039705" y="52866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5043681" y="58213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5053305" y="49885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6070480" y="5113238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314680" y="5301038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6318656" y="5835763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6328280" y="5003013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2697955" y="4439613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3955255" y="4439751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4164755" y="4426088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4161212" y="4423858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>
            <a:off x="8920977" y="4026027"/>
            <a:ext cx="6997" cy="35809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9"/>
          <p:cNvCxnSpPr/>
          <p:nvPr/>
        </p:nvCxnSpPr>
        <p:spPr>
          <a:xfrm flipH="1">
            <a:off x="4162005" y="2206941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4325057" y="2603538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UOID to Eyecloud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4831530" y="1906463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6072731" y="1511556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UOID with SAP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3068054" y="3495138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V2</a:t>
            </a:r>
            <a:endParaRPr sz="1100"/>
          </a:p>
        </p:txBody>
      </p:sp>
      <p:sp>
        <p:nvSpPr>
          <p:cNvPr id="94" name="Google Shape;94;p9"/>
          <p:cNvSpPr/>
          <p:nvPr/>
        </p:nvSpPr>
        <p:spPr>
          <a:xfrm>
            <a:off x="8237642" y="3147088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/>
              <a:t>Eyecloud API V3</a:t>
            </a:r>
            <a:endParaRPr sz="1100"/>
          </a:p>
        </p:txBody>
      </p:sp>
      <p:sp>
        <p:nvSpPr>
          <p:cNvPr id="96" name="Google Shape;96;p9"/>
          <p:cNvSpPr/>
          <p:nvPr/>
        </p:nvSpPr>
        <p:spPr>
          <a:xfrm>
            <a:off x="3991005" y="256430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5302680" y="462050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3608650" y="2186816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3427125" y="256430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2541975" y="2596520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To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505605" y="180230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7503569" y="4276212"/>
            <a:ext cx="1245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Check the pattern of the ID to know where to post data </a:t>
            </a:r>
            <a:endParaRPr lang="en-US" sz="900" b="1"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752475" y="439310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6</a:t>
            </a:r>
            <a:endParaRPr sz="1200" b="1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9577823" y="2216096"/>
            <a:ext cx="6300" cy="931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9405324" y="2411901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7</a:t>
            </a: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9769957" y="2450620"/>
            <a:ext cx="16434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Impossible to store document</a:t>
            </a:r>
            <a:endParaRPr lang="en-US" sz="900" b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2848889" y="1667680"/>
            <a:ext cx="1946653" cy="5028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Orchestra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8561005" y="1729463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(Ecv3) </a:t>
            </a:r>
          </a:p>
        </p:txBody>
      </p:sp>
      <p:cxnSp>
        <p:nvCxnSpPr>
          <p:cNvPr id="2" name="Google Shape;105;p9">
            <a:extLst>
              <a:ext uri="{FF2B5EF4-FFF2-40B4-BE49-F238E27FC236}">
                <a16:creationId xmlns:a16="http://schemas.microsoft.com/office/drawing/2014/main" id="{09034ADD-3F1F-F555-A484-7AF8CABC5D48}"/>
              </a:ext>
            </a:extLst>
          </p:cNvPr>
          <p:cNvCxnSpPr/>
          <p:nvPr/>
        </p:nvCxnSpPr>
        <p:spPr>
          <a:xfrm flipH="1">
            <a:off x="9135788" y="4061745"/>
            <a:ext cx="324768" cy="49228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" name="Google Shape;109;p9">
            <a:extLst>
              <a:ext uri="{FF2B5EF4-FFF2-40B4-BE49-F238E27FC236}">
                <a16:creationId xmlns:a16="http://schemas.microsoft.com/office/drawing/2014/main" id="{A5CC0A9C-B571-BF42-74C7-8667F029B9C0}"/>
              </a:ext>
            </a:extLst>
          </p:cNvPr>
          <p:cNvSpPr txBox="1"/>
          <p:nvPr/>
        </p:nvSpPr>
        <p:spPr>
          <a:xfrm rot="828">
            <a:off x="9298514" y="4359380"/>
            <a:ext cx="1145609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Pattern not known</a:t>
            </a:r>
            <a:endParaRPr lang="fr-FR"/>
          </a:p>
        </p:txBody>
      </p:sp>
      <p:sp>
        <p:nvSpPr>
          <p:cNvPr id="10" name="Google Shape;86;p9">
            <a:extLst>
              <a:ext uri="{FF2B5EF4-FFF2-40B4-BE49-F238E27FC236}">
                <a16:creationId xmlns:a16="http://schemas.microsoft.com/office/drawing/2014/main" id="{37760488-C6D4-5810-2BE9-FA2B762D87E2}"/>
              </a:ext>
            </a:extLst>
          </p:cNvPr>
          <p:cNvSpPr txBox="1"/>
          <p:nvPr/>
        </p:nvSpPr>
        <p:spPr>
          <a:xfrm rot="828">
            <a:off x="7431486" y="2362891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95;p9">
            <a:extLst>
              <a:ext uri="{FF2B5EF4-FFF2-40B4-BE49-F238E27FC236}">
                <a16:creationId xmlns:a16="http://schemas.microsoft.com/office/drawing/2014/main" id="{DE380B52-1052-7BF6-463C-CFD96BCDCB53}"/>
              </a:ext>
            </a:extLst>
          </p:cNvPr>
          <p:cNvCxnSpPr/>
          <p:nvPr/>
        </p:nvCxnSpPr>
        <p:spPr>
          <a:xfrm>
            <a:off x="8921500" y="2167663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2;p9">
            <a:extLst>
              <a:ext uri="{FF2B5EF4-FFF2-40B4-BE49-F238E27FC236}">
                <a16:creationId xmlns:a16="http://schemas.microsoft.com/office/drawing/2014/main" id="{6BDDF652-260D-E89D-28BE-11C1E478F8B2}"/>
              </a:ext>
            </a:extLst>
          </p:cNvPr>
          <p:cNvSpPr/>
          <p:nvPr/>
        </p:nvSpPr>
        <p:spPr>
          <a:xfrm>
            <a:off x="8752475" y="2411901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5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208684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4774880" y="3541381"/>
            <a:ext cx="2159186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Create,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check the pattern of the </a:t>
            </a:r>
            <a:r>
              <a:rPr lang="en-US" sz="900" b="1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uoid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 once created </a:t>
            </a:r>
            <a:r>
              <a:rPr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and Save the UOID in DynamoDB </a:t>
            </a:r>
            <a:endParaRPr sz="900" err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1947567" y="440172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300504" y="55241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 Solution with Ecv2.10.2 and Ecv3.4.1 about </a:t>
            </a:r>
            <a:r>
              <a:rPr lang="en-US" sz="2800" b="1" err="1">
                <a:cs typeface="Calibri Light"/>
              </a:rPr>
              <a:t>Uoid</a:t>
            </a:r>
            <a:r>
              <a:rPr lang="en-US" sz="2800" b="1">
                <a:cs typeface="Calibri Light"/>
              </a:rPr>
              <a:t> creation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2191767" y="458952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2195743" y="512424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2205367" y="429149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8462667" y="440172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8706867" y="458952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8710843" y="512424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8720467" y="429149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3204867" y="4429458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3449067" y="4617258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3453043" y="5151983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3462667" y="4319233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581917" y="438729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4826117" y="457509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4830093" y="510982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4839717" y="427707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856892" y="4401720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101092" y="4589520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6105068" y="512424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6114692" y="429149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2484367" y="3728095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3741667" y="3728233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3951167" y="3714570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3909995" y="3693526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9"/>
          <p:cNvCxnSpPr/>
          <p:nvPr/>
        </p:nvCxnSpPr>
        <p:spPr>
          <a:xfrm flipH="1">
            <a:off x="3948417" y="1495423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4111469" y="1892020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UOID to </a:t>
            </a:r>
            <a:r>
              <a:rPr lang="en-US" sz="900" b="1" err="1">
                <a:latin typeface="Calibri"/>
                <a:ea typeface="Calibri"/>
                <a:cs typeface="Calibri"/>
                <a:sym typeface="Calibri"/>
              </a:rPr>
              <a:t>Eyecloud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4617942" y="1194945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5859143" y="800038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UOID with SAP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854466" y="2783620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V2</a:t>
            </a:r>
            <a:endParaRPr sz="1100"/>
          </a:p>
        </p:txBody>
      </p:sp>
      <p:sp>
        <p:nvSpPr>
          <p:cNvPr id="94" name="Google Shape;94;p9"/>
          <p:cNvSpPr/>
          <p:nvPr/>
        </p:nvSpPr>
        <p:spPr>
          <a:xfrm>
            <a:off x="8024054" y="2404678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V3</a:t>
            </a:r>
            <a:endParaRPr sz="1100"/>
          </a:p>
        </p:txBody>
      </p:sp>
      <p:sp>
        <p:nvSpPr>
          <p:cNvPr id="96" name="Google Shape;96;p9"/>
          <p:cNvSpPr/>
          <p:nvPr/>
        </p:nvSpPr>
        <p:spPr>
          <a:xfrm>
            <a:off x="3777417" y="185278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5089092" y="390898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3395062" y="1475298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3213537" y="185278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2328387" y="1885002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To Orchestra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292017" y="1090783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8530154" y="1504578"/>
            <a:ext cx="6300" cy="9318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8357655" y="1700383"/>
            <a:ext cx="360300" cy="354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8</a:t>
            </a:r>
            <a:endParaRPr lang="en-US" sz="1200" b="1"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6837883" y="1739102"/>
            <a:ext cx="16434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 posted </a:t>
            </a:r>
            <a:r>
              <a:rPr lang="en-US" sz="900" b="1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succssfully</a:t>
            </a:r>
            <a:endParaRPr lang="fr-FR" err="1">
              <a:solidFill>
                <a:srgbClr val="000000"/>
              </a:solidFill>
            </a:endParaRPr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2715391" y="961501"/>
            <a:ext cx="1856266" cy="496571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Orchestra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8347417" y="1017945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(Ecv3) </a:t>
            </a:r>
          </a:p>
        </p:txBody>
      </p:sp>
      <p:sp>
        <p:nvSpPr>
          <p:cNvPr id="4" name="Google Shape;106;p9">
            <a:extLst>
              <a:ext uri="{FF2B5EF4-FFF2-40B4-BE49-F238E27FC236}">
                <a16:creationId xmlns:a16="http://schemas.microsoft.com/office/drawing/2014/main" id="{757D13E9-5B4E-0CF2-3FDC-5F2A08C880BC}"/>
              </a:ext>
            </a:extLst>
          </p:cNvPr>
          <p:cNvSpPr/>
          <p:nvPr/>
        </p:nvSpPr>
        <p:spPr>
          <a:xfrm>
            <a:off x="8357656" y="3825746"/>
            <a:ext cx="360300" cy="354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ea typeface="Calibri"/>
                <a:cs typeface="Calibri"/>
              </a:rPr>
              <a:t>7</a:t>
            </a:r>
          </a:p>
        </p:txBody>
      </p:sp>
      <p:sp>
        <p:nvSpPr>
          <p:cNvPr id="6" name="Google Shape;109;p9">
            <a:extLst>
              <a:ext uri="{FF2B5EF4-FFF2-40B4-BE49-F238E27FC236}">
                <a16:creationId xmlns:a16="http://schemas.microsoft.com/office/drawing/2014/main" id="{A5CC0A9C-B571-BF42-74C7-8667F029B9C0}"/>
              </a:ext>
            </a:extLst>
          </p:cNvPr>
          <p:cNvSpPr txBox="1"/>
          <p:nvPr/>
        </p:nvSpPr>
        <p:spPr>
          <a:xfrm rot="828">
            <a:off x="7339856" y="3623020"/>
            <a:ext cx="11456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 known or ID found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8" name="Google Shape;88;p9">
            <a:extLst>
              <a:ext uri="{FF2B5EF4-FFF2-40B4-BE49-F238E27FC236}">
                <a16:creationId xmlns:a16="http://schemas.microsoft.com/office/drawing/2014/main" id="{D23F2751-8A91-FE0F-6120-99BBDE573499}"/>
              </a:ext>
            </a:extLst>
          </p:cNvPr>
          <p:cNvSpPr txBox="1"/>
          <p:nvPr/>
        </p:nvSpPr>
        <p:spPr>
          <a:xfrm>
            <a:off x="78368" y="3048470"/>
            <a:ext cx="1777200" cy="11541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050" b="1">
                <a:latin typeface="Calibri"/>
                <a:cs typeface="Calibri"/>
              </a:rPr>
              <a:t>The current "duplicated </a:t>
            </a:r>
            <a:r>
              <a:rPr lang="en-US" sz="1050" b="1" err="1">
                <a:latin typeface="Calibri"/>
                <a:cs typeface="Calibri"/>
              </a:rPr>
              <a:t>uoid</a:t>
            </a:r>
            <a:r>
              <a:rPr lang="en-US" sz="1050" b="1">
                <a:latin typeface="Calibri"/>
                <a:cs typeface="Calibri"/>
              </a:rPr>
              <a:t>" bug faced in Ecv2.10.2 has been introduced by fixing this bad pattern id Creation</a:t>
            </a:r>
          </a:p>
          <a:p>
            <a:endParaRPr sz="105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85;p9">
            <a:extLst>
              <a:ext uri="{FF2B5EF4-FFF2-40B4-BE49-F238E27FC236}">
                <a16:creationId xmlns:a16="http://schemas.microsoft.com/office/drawing/2014/main" id="{7ACFAC80-8A0E-F6A2-C641-E370BFEE0CBF}"/>
              </a:ext>
            </a:extLst>
          </p:cNvPr>
          <p:cNvCxnSpPr/>
          <p:nvPr/>
        </p:nvCxnSpPr>
        <p:spPr>
          <a:xfrm>
            <a:off x="9304633" y="3190942"/>
            <a:ext cx="6997" cy="667014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103;p9">
            <a:extLst>
              <a:ext uri="{FF2B5EF4-FFF2-40B4-BE49-F238E27FC236}">
                <a16:creationId xmlns:a16="http://schemas.microsoft.com/office/drawing/2014/main" id="{5A2EE09F-D7F9-1679-DBBD-D814E504DAEE}"/>
              </a:ext>
            </a:extLst>
          </p:cNvPr>
          <p:cNvSpPr txBox="1"/>
          <p:nvPr/>
        </p:nvSpPr>
        <p:spPr>
          <a:xfrm rot="828">
            <a:off x="9473007" y="3225910"/>
            <a:ext cx="12450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Check the pattern of the ID to know where to post data and 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if by any chance the pattern is unknown, the V3 check in all the </a:t>
            </a:r>
            <a:r>
              <a:rPr lang="en-US" sz="900" b="1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900" b="1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Google Shape;104;p9">
            <a:extLst>
              <a:ext uri="{FF2B5EF4-FFF2-40B4-BE49-F238E27FC236}">
                <a16:creationId xmlns:a16="http://schemas.microsoft.com/office/drawing/2014/main" id="{C9B80B62-D03F-33A5-3D4A-B322BFC46984}"/>
              </a:ext>
            </a:extLst>
          </p:cNvPr>
          <p:cNvSpPr/>
          <p:nvPr/>
        </p:nvSpPr>
        <p:spPr>
          <a:xfrm>
            <a:off x="9084644" y="3846340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6</a:t>
            </a:r>
            <a:endParaRPr sz="1200" b="1"/>
          </a:p>
        </p:txBody>
      </p:sp>
      <p:sp>
        <p:nvSpPr>
          <p:cNvPr id="15" name="Google Shape;86;p9">
            <a:extLst>
              <a:ext uri="{FF2B5EF4-FFF2-40B4-BE49-F238E27FC236}">
                <a16:creationId xmlns:a16="http://schemas.microsoft.com/office/drawing/2014/main" id="{37760488-C6D4-5810-2BE9-FA2B762D87E2}"/>
              </a:ext>
            </a:extLst>
          </p:cNvPr>
          <p:cNvSpPr txBox="1"/>
          <p:nvPr/>
        </p:nvSpPr>
        <p:spPr>
          <a:xfrm rot="828">
            <a:off x="9709844" y="1599886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95;p9">
            <a:extLst>
              <a:ext uri="{FF2B5EF4-FFF2-40B4-BE49-F238E27FC236}">
                <a16:creationId xmlns:a16="http://schemas.microsoft.com/office/drawing/2014/main" id="{DE380B52-1052-7BF6-463C-CFD96BCDCB53}"/>
              </a:ext>
            </a:extLst>
          </p:cNvPr>
          <p:cNvCxnSpPr/>
          <p:nvPr/>
        </p:nvCxnSpPr>
        <p:spPr>
          <a:xfrm>
            <a:off x="9521398" y="1435550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02;p9">
            <a:extLst>
              <a:ext uri="{FF2B5EF4-FFF2-40B4-BE49-F238E27FC236}">
                <a16:creationId xmlns:a16="http://schemas.microsoft.com/office/drawing/2014/main" id="{6BDDF652-260D-E89D-28BE-11C1E478F8B2}"/>
              </a:ext>
            </a:extLst>
          </p:cNvPr>
          <p:cNvSpPr/>
          <p:nvPr/>
        </p:nvSpPr>
        <p:spPr>
          <a:xfrm>
            <a:off x="9352373" y="167978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5</a:t>
            </a:r>
            <a:endParaRPr sz="1200" b="1"/>
          </a:p>
        </p:txBody>
      </p:sp>
      <p:cxnSp>
        <p:nvCxnSpPr>
          <p:cNvPr id="19" name="Google Shape;107;p9">
            <a:extLst>
              <a:ext uri="{FF2B5EF4-FFF2-40B4-BE49-F238E27FC236}">
                <a16:creationId xmlns:a16="http://schemas.microsoft.com/office/drawing/2014/main" id="{3B704CD5-F256-AFE6-A385-A50C917F9F8D}"/>
              </a:ext>
            </a:extLst>
          </p:cNvPr>
          <p:cNvCxnSpPr>
            <a:cxnSpLocks/>
          </p:cNvCxnSpPr>
          <p:nvPr/>
        </p:nvCxnSpPr>
        <p:spPr>
          <a:xfrm>
            <a:off x="8526157" y="3193335"/>
            <a:ext cx="3998" cy="66407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" name="Google Shape;84;p9">
            <a:extLst>
              <a:ext uri="{FF2B5EF4-FFF2-40B4-BE49-F238E27FC236}">
                <a16:creationId xmlns:a16="http://schemas.microsoft.com/office/drawing/2014/main" id="{AB38ED54-718D-F8EB-26D1-EE4604B4F560}"/>
              </a:ext>
            </a:extLst>
          </p:cNvPr>
          <p:cNvCxnSpPr>
            <a:cxnSpLocks/>
          </p:cNvCxnSpPr>
          <p:nvPr/>
        </p:nvCxnSpPr>
        <p:spPr>
          <a:xfrm flipV="1">
            <a:off x="6401941" y="4186564"/>
            <a:ext cx="2073398" cy="145393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109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>
            <a:off x="2871669" y="495712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548276" y="164949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Situation if we Rollback Ecv2 only: </a:t>
            </a:r>
            <a:br>
              <a:rPr lang="en-US" sz="2800" b="1">
                <a:cs typeface="Calibri Light"/>
              </a:rPr>
            </a:br>
            <a:r>
              <a:rPr lang="en-US" sz="2800" b="1">
                <a:cs typeface="Calibri Light"/>
              </a:rPr>
              <a:t>Ecv2.9.2 and Ecv3.4.1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3115869" y="514492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3119845" y="5679651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3129470" y="4846901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9386769" y="495712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9630969" y="514492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9634945" y="5679651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9644570" y="4846901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4128969" y="4984864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4373169" y="517266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4377145" y="5707389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4386770" y="4874639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5506020" y="4942701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5750220" y="5130501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5754196" y="566522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5763819" y="4832476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6780995" y="495712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7025195" y="514492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7029171" y="5679651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7038794" y="4846901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3408470" y="4283501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4665770" y="428363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4875270" y="4269976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4862320" y="4277153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>
            <a:off x="9631492" y="3869915"/>
            <a:ext cx="6997" cy="35809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9"/>
          <p:cNvCxnSpPr/>
          <p:nvPr/>
        </p:nvCxnSpPr>
        <p:spPr>
          <a:xfrm flipH="1">
            <a:off x="4872520" y="2050829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5035572" y="2447426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UOID to </a:t>
            </a:r>
            <a:r>
              <a:rPr lang="en-US" sz="900" b="1" err="1">
                <a:latin typeface="Calibri"/>
                <a:ea typeface="Calibri"/>
                <a:cs typeface="Calibri"/>
                <a:sym typeface="Calibri"/>
              </a:rPr>
              <a:t>Eyecloud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5542045" y="175035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6783246" y="1355444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UOID with SAP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3778569" y="3339026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V2</a:t>
            </a:r>
            <a:endParaRPr sz="1100"/>
          </a:p>
        </p:txBody>
      </p:sp>
      <p:sp>
        <p:nvSpPr>
          <p:cNvPr id="94" name="Google Shape;94;p9"/>
          <p:cNvSpPr/>
          <p:nvPr/>
        </p:nvSpPr>
        <p:spPr>
          <a:xfrm>
            <a:off x="8948157" y="2990976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V3</a:t>
            </a:r>
            <a:endParaRPr sz="1100"/>
          </a:p>
        </p:txBody>
      </p:sp>
      <p:sp>
        <p:nvSpPr>
          <p:cNvPr id="96" name="Google Shape;96;p9"/>
          <p:cNvSpPr/>
          <p:nvPr/>
        </p:nvSpPr>
        <p:spPr>
          <a:xfrm>
            <a:off x="4701520" y="240818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6013194" y="446438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4319164" y="2030704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4137640" y="240818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3252489" y="2440408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To Orchestra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7216120" y="164618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8327353" y="3678343"/>
            <a:ext cx="12450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Check the pattern of the ID to know where to post data and</a:t>
            </a:r>
            <a:r>
              <a:rPr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if by any chance the pattern is unknown, the V3 check in all the </a:t>
            </a:r>
            <a:r>
              <a:rPr lang="en-US" sz="900" b="1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900" b="1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9462989" y="423698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6</a:t>
            </a:r>
            <a:endParaRPr sz="1200" b="1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10288338" y="2059984"/>
            <a:ext cx="6300" cy="9318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10115839" y="2255789"/>
            <a:ext cx="360300" cy="354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9</a:t>
            </a:r>
            <a:endParaRPr lang="en-US" sz="1200" b="1"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10480471" y="2294508"/>
            <a:ext cx="16434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 posted </a:t>
            </a:r>
            <a:r>
              <a:rPr lang="en-US" sz="900" b="1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succssfully</a:t>
            </a:r>
            <a:endParaRPr lang="fr-FR" err="1">
              <a:solidFill>
                <a:srgbClr val="000000"/>
              </a:solidFill>
            </a:endParaRPr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3639494" y="1516907"/>
            <a:ext cx="1856266" cy="496571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Orchestra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9271519" y="1573350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(Ecv3) </a:t>
            </a:r>
          </a:p>
        </p:txBody>
      </p:sp>
      <p:cxnSp>
        <p:nvCxnSpPr>
          <p:cNvPr id="2" name="Google Shape;105;p9">
            <a:extLst>
              <a:ext uri="{FF2B5EF4-FFF2-40B4-BE49-F238E27FC236}">
                <a16:creationId xmlns:a16="http://schemas.microsoft.com/office/drawing/2014/main" id="{09034ADD-3F1F-F555-A484-7AF8CABC5D48}"/>
              </a:ext>
            </a:extLst>
          </p:cNvPr>
          <p:cNvCxnSpPr/>
          <p:nvPr/>
        </p:nvCxnSpPr>
        <p:spPr>
          <a:xfrm flipH="1">
            <a:off x="10167770" y="3869915"/>
            <a:ext cx="3300" cy="10995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" name="Google Shape;106;p9">
            <a:extLst>
              <a:ext uri="{FF2B5EF4-FFF2-40B4-BE49-F238E27FC236}">
                <a16:creationId xmlns:a16="http://schemas.microsoft.com/office/drawing/2014/main" id="{757D13E9-5B4E-0CF2-3FDC-5F2A08C880BC}"/>
              </a:ext>
            </a:extLst>
          </p:cNvPr>
          <p:cNvSpPr/>
          <p:nvPr/>
        </p:nvSpPr>
        <p:spPr>
          <a:xfrm>
            <a:off x="9992271" y="4236989"/>
            <a:ext cx="360300" cy="354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ea typeface="Calibri"/>
                <a:cs typeface="Calibri"/>
              </a:rPr>
              <a:t>8</a:t>
            </a:r>
          </a:p>
        </p:txBody>
      </p:sp>
      <p:sp>
        <p:nvSpPr>
          <p:cNvPr id="6" name="Google Shape;109;p9">
            <a:extLst>
              <a:ext uri="{FF2B5EF4-FFF2-40B4-BE49-F238E27FC236}">
                <a16:creationId xmlns:a16="http://schemas.microsoft.com/office/drawing/2014/main" id="{A5CC0A9C-B571-BF42-74C7-8667F029B9C0}"/>
              </a:ext>
            </a:extLst>
          </p:cNvPr>
          <p:cNvSpPr txBox="1"/>
          <p:nvPr/>
        </p:nvSpPr>
        <p:spPr>
          <a:xfrm rot="828">
            <a:off x="10354310" y="4157830"/>
            <a:ext cx="11456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 known or ID found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10" name="Google Shape;86;p9">
            <a:extLst>
              <a:ext uri="{FF2B5EF4-FFF2-40B4-BE49-F238E27FC236}">
                <a16:creationId xmlns:a16="http://schemas.microsoft.com/office/drawing/2014/main" id="{37760488-C6D4-5810-2BE9-FA2B762D87E2}"/>
              </a:ext>
            </a:extLst>
          </p:cNvPr>
          <p:cNvSpPr txBox="1"/>
          <p:nvPr/>
        </p:nvSpPr>
        <p:spPr>
          <a:xfrm rot="828">
            <a:off x="8142000" y="2206779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95;p9">
            <a:extLst>
              <a:ext uri="{FF2B5EF4-FFF2-40B4-BE49-F238E27FC236}">
                <a16:creationId xmlns:a16="http://schemas.microsoft.com/office/drawing/2014/main" id="{DE380B52-1052-7BF6-463C-CFD96BCDCB53}"/>
              </a:ext>
            </a:extLst>
          </p:cNvPr>
          <p:cNvCxnSpPr/>
          <p:nvPr/>
        </p:nvCxnSpPr>
        <p:spPr>
          <a:xfrm>
            <a:off x="9632015" y="2011551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2;p9">
            <a:extLst>
              <a:ext uri="{FF2B5EF4-FFF2-40B4-BE49-F238E27FC236}">
                <a16:creationId xmlns:a16="http://schemas.microsoft.com/office/drawing/2014/main" id="{6BDDF652-260D-E89D-28BE-11C1E478F8B2}"/>
              </a:ext>
            </a:extLst>
          </p:cNvPr>
          <p:cNvSpPr/>
          <p:nvPr/>
        </p:nvSpPr>
        <p:spPr>
          <a:xfrm>
            <a:off x="9462989" y="2255789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5</a:t>
            </a:r>
            <a:endParaRPr sz="1200" b="1"/>
          </a:p>
        </p:txBody>
      </p:sp>
      <p:cxnSp>
        <p:nvCxnSpPr>
          <p:cNvPr id="7" name="Google Shape;85;p9">
            <a:extLst>
              <a:ext uri="{FF2B5EF4-FFF2-40B4-BE49-F238E27FC236}">
                <a16:creationId xmlns:a16="http://schemas.microsoft.com/office/drawing/2014/main" id="{05F480B2-EE4B-0730-0FDD-0B8015BCE947}"/>
              </a:ext>
            </a:extLst>
          </p:cNvPr>
          <p:cNvCxnSpPr>
            <a:cxnSpLocks/>
          </p:cNvCxnSpPr>
          <p:nvPr/>
        </p:nvCxnSpPr>
        <p:spPr>
          <a:xfrm flipH="1">
            <a:off x="7517246" y="4642211"/>
            <a:ext cx="2114246" cy="30661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58;p9">
            <a:extLst>
              <a:ext uri="{FF2B5EF4-FFF2-40B4-BE49-F238E27FC236}">
                <a16:creationId xmlns:a16="http://schemas.microsoft.com/office/drawing/2014/main" id="{16CA78ED-BA7B-1393-3256-AD470DFFCD60}"/>
              </a:ext>
            </a:extLst>
          </p:cNvPr>
          <p:cNvSpPr txBox="1"/>
          <p:nvPr/>
        </p:nvSpPr>
        <p:spPr>
          <a:xfrm rot="863849">
            <a:off x="5698983" y="4166036"/>
            <a:ext cx="2159186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Create and Save the UOID in DynamoDB</a:t>
            </a: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with a bad pattern</a:t>
            </a:r>
            <a:endParaRPr sz="900" b="1" err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60;p9">
            <a:extLst>
              <a:ext uri="{FF2B5EF4-FFF2-40B4-BE49-F238E27FC236}">
                <a16:creationId xmlns:a16="http://schemas.microsoft.com/office/drawing/2014/main" id="{381EE214-B6DD-1142-3E7B-B3463627C973}"/>
              </a:ext>
            </a:extLst>
          </p:cNvPr>
          <p:cNvSpPr txBox="1">
            <a:spLocks/>
          </p:cNvSpPr>
          <p:nvPr/>
        </p:nvSpPr>
        <p:spPr>
          <a:xfrm>
            <a:off x="123046" y="1069944"/>
            <a:ext cx="2092967" cy="5481871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>
                <a:cs typeface="Calibri Light"/>
              </a:rPr>
              <a:t>Status of Bugs faced if we rollback only the Ecv2 and keep the Ecv3 as today :</a:t>
            </a:r>
            <a:endParaRPr lang="fr-FR" sz="140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endParaRPr lang="en-US" sz="1400" b="1">
              <a:ea typeface="+mj-l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FF0000"/>
                </a:solidFill>
                <a:ea typeface="+mj-lt"/>
                <a:cs typeface="+mj-lt"/>
              </a:rPr>
              <a:t>Object reference (intermittent issue faced on Metadata module without any clients impacted)</a:t>
            </a:r>
            <a:endParaRPr lang="en-US"/>
          </a:p>
          <a:p>
            <a:endParaRPr lang="en-US" sz="1400">
              <a:solidFill>
                <a:srgbClr val="FF0000"/>
              </a:solidFill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FF0000"/>
                </a:solidFill>
                <a:ea typeface="+mj-lt"/>
                <a:cs typeface="+mj-lt"/>
              </a:rPr>
              <a:t>Id generated without respecting the pattern</a:t>
            </a:r>
            <a:endParaRPr lang="fr-FR" sz="1400">
              <a:solidFill>
                <a:srgbClr val="FF0000"/>
              </a:solidFill>
              <a:ea typeface="+mj-lt"/>
              <a:cs typeface="+mj-lt"/>
            </a:endParaRPr>
          </a:p>
          <a:p>
            <a:endParaRPr lang="en-US" sz="1400">
              <a:solidFill>
                <a:srgbClr val="FF0000"/>
              </a:solidFill>
              <a:ea typeface="+mj-lt"/>
              <a:cs typeface="+mj-lt"/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B050"/>
                </a:solidFill>
                <a:ea typeface="+mj-lt"/>
                <a:cs typeface="+mj-lt"/>
              </a:rPr>
              <a:t>Impossible to upload a document with an id which has been created without respecting his pattern (linked to the bug faced with Ecv2.9.2)</a:t>
            </a:r>
          </a:p>
          <a:p>
            <a:endParaRPr lang="en-US" sz="1400">
              <a:solidFill>
                <a:srgbClr val="00B05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B050"/>
                </a:solidFill>
              </a:rPr>
              <a:t>Duplicated </a:t>
            </a:r>
            <a:r>
              <a:rPr lang="en-US" sz="1400" err="1">
                <a:solidFill>
                  <a:srgbClr val="00B050"/>
                </a:solidFill>
              </a:rPr>
              <a:t>uoid</a:t>
            </a:r>
            <a:r>
              <a:rPr lang="en-US" sz="1400">
                <a:solidFill>
                  <a:srgbClr val="00B050"/>
                </a:solidFill>
              </a:rPr>
              <a:t> (not visible anymore)</a:t>
            </a:r>
          </a:p>
        </p:txBody>
      </p:sp>
    </p:spTree>
    <p:extLst>
      <p:ext uri="{BB962C8B-B14F-4D97-AF65-F5344CB8AC3E}">
        <p14:creationId xmlns:p14="http://schemas.microsoft.com/office/powerpoint/2010/main" val="340472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>
            <a:off x="2892264" y="5235152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496789" y="422382"/>
            <a:ext cx="8809856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800" b="1">
                <a:cs typeface="Calibri Light"/>
              </a:rPr>
              <a:t>Situation when the patch will be deployed after fixing the "duplicated </a:t>
            </a:r>
            <a:r>
              <a:rPr lang="en-US" sz="2800" b="1" err="1">
                <a:cs typeface="Calibri Light"/>
              </a:rPr>
              <a:t>uoid</a:t>
            </a:r>
            <a:r>
              <a:rPr lang="en-US" sz="2800" b="1">
                <a:cs typeface="Calibri Light"/>
              </a:rPr>
              <a:t>" bug </a:t>
            </a:r>
            <a:br>
              <a:rPr lang="en-US" sz="2800" b="1">
                <a:cs typeface="Calibri Light"/>
              </a:rPr>
            </a:br>
            <a:r>
              <a:rPr lang="en-US" sz="2800" b="1">
                <a:cs typeface="Calibri Light"/>
              </a:rPr>
              <a:t>Ecv2.10.3 and Ecv3.4.1</a:t>
            </a:r>
          </a:p>
        </p:txBody>
      </p:sp>
      <p:sp>
        <p:nvSpPr>
          <p:cNvPr id="62" name="Google Shape;62;p9"/>
          <p:cNvSpPr/>
          <p:nvPr/>
        </p:nvSpPr>
        <p:spPr>
          <a:xfrm>
            <a:off x="3136464" y="5422952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3140440" y="595767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3150065" y="512492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9407364" y="5235152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9651564" y="5422952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9655540" y="595767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9665165" y="512492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4149564" y="5262891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4393764" y="545069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4397740" y="5985416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4407365" y="5152666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5526615" y="5220728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5770815" y="5408528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5774791" y="5943252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5784414" y="5110503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6801590" y="5235152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7045790" y="5422952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7049766" y="595767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7059389" y="512492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cxnSpLocks/>
          </p:cNvCxnSpPr>
          <p:nvPr/>
        </p:nvCxnSpPr>
        <p:spPr>
          <a:xfrm flipH="1">
            <a:off x="3429065" y="4561528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4686365" y="4561665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4895865" y="4548003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4882915" y="4555180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>
            <a:off x="9652087" y="4147942"/>
            <a:ext cx="6997" cy="358096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9"/>
          <p:cNvCxnSpPr/>
          <p:nvPr/>
        </p:nvCxnSpPr>
        <p:spPr>
          <a:xfrm flipH="1">
            <a:off x="4893115" y="2328856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5056167" y="2725453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UOID to </a:t>
            </a:r>
            <a:r>
              <a:rPr lang="en-US" sz="900" b="1" err="1">
                <a:latin typeface="Calibri"/>
                <a:ea typeface="Calibri"/>
                <a:cs typeface="Calibri"/>
                <a:sym typeface="Calibri"/>
              </a:rPr>
              <a:t>Eyecloud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cxnSpLocks/>
          </p:cNvCxnSpPr>
          <p:nvPr/>
        </p:nvCxnSpPr>
        <p:spPr>
          <a:xfrm rot="10800000" flipH="1">
            <a:off x="5562640" y="2028377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6803841" y="1633471"/>
            <a:ext cx="185685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UOID with SAP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3799164" y="3617053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V2</a:t>
            </a:r>
            <a:endParaRPr sz="1100"/>
          </a:p>
        </p:txBody>
      </p:sp>
      <p:sp>
        <p:nvSpPr>
          <p:cNvPr id="94" name="Google Shape;94;p9"/>
          <p:cNvSpPr/>
          <p:nvPr/>
        </p:nvSpPr>
        <p:spPr>
          <a:xfrm>
            <a:off x="8968752" y="3269003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err="1"/>
              <a:t>Eyecloud</a:t>
            </a:r>
            <a:r>
              <a:rPr lang="en-US" sz="1100"/>
              <a:t> API V3</a:t>
            </a:r>
            <a:endParaRPr sz="1100"/>
          </a:p>
        </p:txBody>
      </p:sp>
      <p:sp>
        <p:nvSpPr>
          <p:cNvPr id="96" name="Google Shape;96;p9"/>
          <p:cNvSpPr/>
          <p:nvPr/>
        </p:nvSpPr>
        <p:spPr>
          <a:xfrm>
            <a:off x="4722115" y="268621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6033789" y="474241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4339759" y="2308731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4158235" y="268621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3365760" y="2656651"/>
            <a:ext cx="1026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Return UOID </a:t>
            </a:r>
          </a:p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To Orchestra</a:t>
            </a:r>
            <a:endParaRPr sz="900" b="1" err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7236715" y="192421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4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8347948" y="3956370"/>
            <a:ext cx="12450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Check the pattern of the ID to know where to post data and 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if by any chance the pattern is unknown, the V3 check in all the </a:t>
            </a:r>
            <a:r>
              <a:rPr lang="en-US" sz="900" b="1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900" b="1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9483584" y="451501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6</a:t>
            </a:r>
            <a:endParaRPr sz="1200" b="1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10308933" y="2338011"/>
            <a:ext cx="6300" cy="9318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10136434" y="2533816"/>
            <a:ext cx="360300" cy="354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9</a:t>
            </a:r>
            <a:endParaRPr lang="en-US" sz="1200" b="1"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10501066" y="2572535"/>
            <a:ext cx="16434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 posted </a:t>
            </a:r>
            <a:r>
              <a:rPr lang="en-US" sz="900" b="1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succssfully</a:t>
            </a:r>
            <a:endParaRPr lang="fr-FR" err="1">
              <a:solidFill>
                <a:srgbClr val="000000"/>
              </a:solidFill>
            </a:endParaRPr>
          </a:p>
        </p:txBody>
      </p:sp>
      <p:sp>
        <p:nvSpPr>
          <p:cNvPr id="3" name="Google Shape;93;p9">
            <a:extLst>
              <a:ext uri="{FF2B5EF4-FFF2-40B4-BE49-F238E27FC236}">
                <a16:creationId xmlns:a16="http://schemas.microsoft.com/office/drawing/2014/main" id="{E18B129D-D17B-4182-A6AC-A30C77739ADC}"/>
              </a:ext>
            </a:extLst>
          </p:cNvPr>
          <p:cNvSpPr/>
          <p:nvPr/>
        </p:nvSpPr>
        <p:spPr>
          <a:xfrm>
            <a:off x="3660089" y="1794934"/>
            <a:ext cx="1856266" cy="496571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Orchestra (Ecv2) </a:t>
            </a:r>
          </a:p>
        </p:txBody>
      </p:sp>
      <p:sp>
        <p:nvSpPr>
          <p:cNvPr id="5" name="Google Shape;93;p9">
            <a:extLst>
              <a:ext uri="{FF2B5EF4-FFF2-40B4-BE49-F238E27FC236}">
                <a16:creationId xmlns:a16="http://schemas.microsoft.com/office/drawing/2014/main" id="{EA875581-F1A3-C47B-C555-AEB0159DB6BB}"/>
              </a:ext>
            </a:extLst>
          </p:cNvPr>
          <p:cNvSpPr/>
          <p:nvPr/>
        </p:nvSpPr>
        <p:spPr>
          <a:xfrm>
            <a:off x="9292114" y="1851377"/>
            <a:ext cx="1771600" cy="43072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SAP (Ecv3) </a:t>
            </a:r>
          </a:p>
        </p:txBody>
      </p:sp>
      <p:cxnSp>
        <p:nvCxnSpPr>
          <p:cNvPr id="2" name="Google Shape;105;p9">
            <a:extLst>
              <a:ext uri="{FF2B5EF4-FFF2-40B4-BE49-F238E27FC236}">
                <a16:creationId xmlns:a16="http://schemas.microsoft.com/office/drawing/2014/main" id="{09034ADD-3F1F-F555-A484-7AF8CABC5D48}"/>
              </a:ext>
            </a:extLst>
          </p:cNvPr>
          <p:cNvCxnSpPr/>
          <p:nvPr/>
        </p:nvCxnSpPr>
        <p:spPr>
          <a:xfrm flipH="1">
            <a:off x="10188365" y="4147942"/>
            <a:ext cx="3300" cy="10995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" name="Google Shape;106;p9">
            <a:extLst>
              <a:ext uri="{FF2B5EF4-FFF2-40B4-BE49-F238E27FC236}">
                <a16:creationId xmlns:a16="http://schemas.microsoft.com/office/drawing/2014/main" id="{757D13E9-5B4E-0CF2-3FDC-5F2A08C880BC}"/>
              </a:ext>
            </a:extLst>
          </p:cNvPr>
          <p:cNvSpPr/>
          <p:nvPr/>
        </p:nvSpPr>
        <p:spPr>
          <a:xfrm>
            <a:off x="10012866" y="4515016"/>
            <a:ext cx="360300" cy="354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ea typeface="Calibri"/>
                <a:cs typeface="Calibri"/>
              </a:rPr>
              <a:t>8</a:t>
            </a:r>
          </a:p>
        </p:txBody>
      </p:sp>
      <p:sp>
        <p:nvSpPr>
          <p:cNvPr id="6" name="Google Shape;109;p9">
            <a:extLst>
              <a:ext uri="{FF2B5EF4-FFF2-40B4-BE49-F238E27FC236}">
                <a16:creationId xmlns:a16="http://schemas.microsoft.com/office/drawing/2014/main" id="{A5CC0A9C-B571-BF42-74C7-8667F029B9C0}"/>
              </a:ext>
            </a:extLst>
          </p:cNvPr>
          <p:cNvSpPr txBox="1"/>
          <p:nvPr/>
        </p:nvSpPr>
        <p:spPr>
          <a:xfrm rot="828">
            <a:off x="10374905" y="4435857"/>
            <a:ext cx="11456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 known or ID found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10" name="Google Shape;86;p9">
            <a:extLst>
              <a:ext uri="{FF2B5EF4-FFF2-40B4-BE49-F238E27FC236}">
                <a16:creationId xmlns:a16="http://schemas.microsoft.com/office/drawing/2014/main" id="{37760488-C6D4-5810-2BE9-FA2B762D87E2}"/>
              </a:ext>
            </a:extLst>
          </p:cNvPr>
          <p:cNvSpPr txBox="1"/>
          <p:nvPr/>
        </p:nvSpPr>
        <p:spPr>
          <a:xfrm rot="828">
            <a:off x="8162595" y="2484806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95;p9">
            <a:extLst>
              <a:ext uri="{FF2B5EF4-FFF2-40B4-BE49-F238E27FC236}">
                <a16:creationId xmlns:a16="http://schemas.microsoft.com/office/drawing/2014/main" id="{DE380B52-1052-7BF6-463C-CFD96BCDCB53}"/>
              </a:ext>
            </a:extLst>
          </p:cNvPr>
          <p:cNvCxnSpPr/>
          <p:nvPr/>
        </p:nvCxnSpPr>
        <p:spPr>
          <a:xfrm>
            <a:off x="9652610" y="2289578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2;p9">
            <a:extLst>
              <a:ext uri="{FF2B5EF4-FFF2-40B4-BE49-F238E27FC236}">
                <a16:creationId xmlns:a16="http://schemas.microsoft.com/office/drawing/2014/main" id="{6BDDF652-260D-E89D-28BE-11C1E478F8B2}"/>
              </a:ext>
            </a:extLst>
          </p:cNvPr>
          <p:cNvSpPr/>
          <p:nvPr/>
        </p:nvSpPr>
        <p:spPr>
          <a:xfrm>
            <a:off x="9483584" y="2533816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5</a:t>
            </a:r>
            <a:endParaRPr sz="1200" b="1"/>
          </a:p>
        </p:txBody>
      </p:sp>
      <p:cxnSp>
        <p:nvCxnSpPr>
          <p:cNvPr id="7" name="Google Shape;85;p9">
            <a:extLst>
              <a:ext uri="{FF2B5EF4-FFF2-40B4-BE49-F238E27FC236}">
                <a16:creationId xmlns:a16="http://schemas.microsoft.com/office/drawing/2014/main" id="{05F480B2-EE4B-0730-0FDD-0B8015BCE947}"/>
              </a:ext>
            </a:extLst>
          </p:cNvPr>
          <p:cNvCxnSpPr>
            <a:cxnSpLocks/>
          </p:cNvCxnSpPr>
          <p:nvPr/>
        </p:nvCxnSpPr>
        <p:spPr>
          <a:xfrm flipH="1">
            <a:off x="7537841" y="4920238"/>
            <a:ext cx="2114246" cy="30661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60;p9">
            <a:extLst>
              <a:ext uri="{FF2B5EF4-FFF2-40B4-BE49-F238E27FC236}">
                <a16:creationId xmlns:a16="http://schemas.microsoft.com/office/drawing/2014/main" id="{381EE214-B6DD-1142-3E7B-B3463627C973}"/>
              </a:ext>
            </a:extLst>
          </p:cNvPr>
          <p:cNvSpPr txBox="1">
            <a:spLocks/>
          </p:cNvSpPr>
          <p:nvPr/>
        </p:nvSpPr>
        <p:spPr>
          <a:xfrm>
            <a:off x="404291" y="1849321"/>
            <a:ext cx="2092967" cy="491037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>
                <a:cs typeface="Calibri Light"/>
              </a:rPr>
              <a:t>Status of Bugs faced when issue will be fixed and deployed :</a:t>
            </a:r>
            <a:endParaRPr lang="fr-FR" sz="140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endParaRPr lang="en-US" sz="1400" b="1">
              <a:ea typeface="+mj-l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B050"/>
                </a:solidFill>
                <a:ea typeface="+mj-lt"/>
                <a:cs typeface="+mj-lt"/>
              </a:rPr>
              <a:t>Object reference (intermittent issue faced on Metadata module without any clients impacted)</a:t>
            </a:r>
            <a:endParaRPr lang="en-US">
              <a:solidFill>
                <a:srgbClr val="00B050"/>
              </a:solidFill>
            </a:endParaRPr>
          </a:p>
          <a:p>
            <a:endParaRPr lang="en-US" sz="1400">
              <a:solidFill>
                <a:srgbClr val="00B050"/>
              </a:solidFill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B050"/>
                </a:solidFill>
                <a:ea typeface="+mj-lt"/>
                <a:cs typeface="+mj-lt"/>
              </a:rPr>
              <a:t>Id generated without respecting the pattern</a:t>
            </a:r>
            <a:endParaRPr lang="fr-FR" sz="1400">
              <a:solidFill>
                <a:srgbClr val="00B050"/>
              </a:solidFill>
              <a:ea typeface="+mj-lt"/>
              <a:cs typeface="+mj-lt"/>
            </a:endParaRPr>
          </a:p>
          <a:p>
            <a:endParaRPr lang="en-US" sz="1400">
              <a:solidFill>
                <a:srgbClr val="FF0000"/>
              </a:solidFill>
              <a:ea typeface="+mj-lt"/>
              <a:cs typeface="+mj-lt"/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B050"/>
                </a:solidFill>
                <a:ea typeface="+mj-lt"/>
                <a:cs typeface="+mj-lt"/>
              </a:rPr>
              <a:t>Impossible to upload a document with an id which has been created without respecting his pattern (linked to the bug faced with Ecv2.9.2)</a:t>
            </a:r>
          </a:p>
          <a:p>
            <a:pPr marL="171450" indent="-171450">
              <a:buFont typeface="Arial"/>
              <a:buChar char="•"/>
            </a:pPr>
            <a:endParaRPr lang="en-US" sz="1400">
              <a:solidFill>
                <a:srgbClr val="00B05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00B050"/>
                </a:solidFill>
              </a:rPr>
              <a:t>Duplicated </a:t>
            </a:r>
            <a:r>
              <a:rPr lang="en-US" sz="1400" err="1">
                <a:solidFill>
                  <a:srgbClr val="00B050"/>
                </a:solidFill>
              </a:rPr>
              <a:t>uoid</a:t>
            </a:r>
            <a:r>
              <a:rPr lang="en-US" sz="1400">
                <a:solidFill>
                  <a:srgbClr val="00B050"/>
                </a:solidFill>
              </a:rPr>
              <a:t> (fixed)</a:t>
            </a:r>
          </a:p>
        </p:txBody>
      </p:sp>
      <p:sp>
        <p:nvSpPr>
          <p:cNvPr id="15" name="Google Shape;58;p9">
            <a:extLst>
              <a:ext uri="{FF2B5EF4-FFF2-40B4-BE49-F238E27FC236}">
                <a16:creationId xmlns:a16="http://schemas.microsoft.com/office/drawing/2014/main" id="{F100F18C-9891-1CB0-375A-4A6697F3164D}"/>
              </a:ext>
            </a:extLst>
          </p:cNvPr>
          <p:cNvSpPr txBox="1"/>
          <p:nvPr/>
        </p:nvSpPr>
        <p:spPr>
          <a:xfrm rot="863849">
            <a:off x="5845799" y="4323976"/>
            <a:ext cx="2159186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Create,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check the pattern of the </a:t>
            </a:r>
            <a:r>
              <a:rPr lang="en-US" sz="900" b="1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uoid</a:t>
            </a:r>
            <a:r>
              <a:rPr lang="en-US" sz="9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 once created </a:t>
            </a:r>
            <a:r>
              <a:rPr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and Save the UOID in DynamoDB </a:t>
            </a:r>
            <a:endParaRPr sz="900" err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619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 xmlns="71b77f45-859e-4a9f-b23d-c4b37bd56895">2024-12-20T10:30:08+00:00</Date>
    <SharedWithUsers xmlns="7a69be49-e63e-4505-90ce-d18b3283f86f">
      <UserInfo>
        <DisplayName/>
        <AccountId xsi:nil="true"/>
        <AccountType/>
      </UserInfo>
    </SharedWithUsers>
    <lcf76f155ced4ddcb4097134ff3c332f xmlns="71b77f45-859e-4a9f-b23d-c4b37bd56895">
      <Terms xmlns="http://schemas.microsoft.com/office/infopath/2007/PartnerControls"/>
    </lcf76f155ced4ddcb4097134ff3c332f>
    <TaxCatchAll xmlns="7a69be49-e63e-4505-90ce-d18b3283f86f" xsi:nil="true"/>
  </documentManagement>
</p:properties>
</file>

<file path=customXml/itemProps1.xml><?xml version="1.0" encoding="utf-8"?>
<ds:datastoreItem xmlns:ds="http://schemas.openxmlformats.org/officeDocument/2006/customXml" ds:itemID="{6B0B488F-D992-42E9-8429-90334FC0A877}"/>
</file>

<file path=customXml/itemProps2.xml><?xml version="1.0" encoding="utf-8"?>
<ds:datastoreItem xmlns:ds="http://schemas.openxmlformats.org/officeDocument/2006/customXml" ds:itemID="{49169F39-7734-41B2-93FD-952A018E2A85}"/>
</file>

<file path=customXml/itemProps3.xml><?xml version="1.0" encoding="utf-8"?>
<ds:datastoreItem xmlns:ds="http://schemas.openxmlformats.org/officeDocument/2006/customXml" ds:itemID="{219C1B2E-C2A7-4B7A-9B03-971EA324E091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Thème Office</vt:lpstr>
      <vt:lpstr>[Eyecloud][PRD] : issue about Ecid Generation  </vt:lpstr>
      <vt:lpstr>List of issues faced with Ecv2.9.2 and Ecv3.1.3 (previous versions) </vt:lpstr>
      <vt:lpstr> Issue faced with Ecv2.9.2 and Ecv3.1.3 about Uoid creation</vt:lpstr>
      <vt:lpstr> Solution with Ecv2.10.2 and Ecv3.4.1 about Uoid creation</vt:lpstr>
      <vt:lpstr>Situation if we Rollback Ecv2 only:  Ecv2.9.2 and Ecv3.4.1</vt:lpstr>
      <vt:lpstr>Situation when the patch will be deployed after fixing the "duplicated uoid" bug  Ecv2.10.3 and Ecv3.4.1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2012-07-30T22:21:58Z</dcterms:created>
  <dcterms:modified xsi:type="dcterms:W3CDTF">2024-10-08T08:36:35Z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9a4386-74b9-4603-ae20-950a659f9b6e_Enabled">
    <vt:lpwstr>true</vt:lpwstr>
  </property>
  <property fmtid="{D5CDD505-2E9C-101B-9397-08002B2CF9AE}" pid="3" name="MSIP_Label_2e9a4386-74b9-4603-ae20-950a659f9b6e_SetDate">
    <vt:lpwstr>2024-10-07T09:46:30Z</vt:lpwstr>
  </property>
  <property fmtid="{D5CDD505-2E9C-101B-9397-08002B2CF9AE}" pid="4" name="MSIP_Label_2e9a4386-74b9-4603-ae20-950a659f9b6e_Method">
    <vt:lpwstr>Standard</vt:lpwstr>
  </property>
  <property fmtid="{D5CDD505-2E9C-101B-9397-08002B2CF9AE}" pid="5" name="MSIP_Label_2e9a4386-74b9-4603-ae20-950a659f9b6e_Name">
    <vt:lpwstr>Internal Use Only</vt:lpwstr>
  </property>
  <property fmtid="{D5CDD505-2E9C-101B-9397-08002B2CF9AE}" pid="6" name="MSIP_Label_2e9a4386-74b9-4603-ae20-950a659f9b6e_SiteId">
    <vt:lpwstr>c7d1a8f7-0546-4a0c-8cf5-3ddaebf97d51</vt:lpwstr>
  </property>
  <property fmtid="{D5CDD505-2E9C-101B-9397-08002B2CF9AE}" pid="7" name="MSIP_Label_2e9a4386-74b9-4603-ae20-950a659f9b6e_ActionId">
    <vt:lpwstr>a9c02781-935d-44d2-bd83-1c8203df31de</vt:lpwstr>
  </property>
  <property fmtid="{D5CDD505-2E9C-101B-9397-08002B2CF9AE}" pid="8" name="MSIP_Label_2e9a4386-74b9-4603-ae20-950a659f9b6e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0x010100FA86F4A466F26046961D2FEADA0F794E</vt:lpwstr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_activity">
    <vt:lpwstr>{"FileActivityType":"9","FileActivityTimeStamp":"2024-10-08T10:15:02.767Z","FileActivityUsersOnPage":[{"DisplayName":"TCHAMFONG LIONEL","Id":"tchamfl@ext.essilor.com"},{"DisplayName":"Sirirak SRIMUANG","Id":"sirirak.s@essilor.co.th"}],"FileActivityNavigationId":null}</vt:lpwstr>
  </property>
</Properties>
</file>