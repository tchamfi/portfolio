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0" y="1234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epsa</a:t>
            </a:r>
            <a:pPr algn="ctr" indent="0" marL="0">
              <a:buNone/>
            </a:pPr>
            <a:r>
              <a:rPr lang="en-US" sz="32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</a:t>
            </a:r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EFFICIENCY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Data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T1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EF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GDP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0078B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011680" cy="502920"/>
          </a:xfrm>
          <a:prstGeom prst="roundRect">
            <a:avLst>
              <a:gd name="adj" fmla="val 9091"/>
            </a:avLst>
          </a:prstGeom>
          <a:solidFill>
            <a:srgbClr val="0078B5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880360" y="141732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PLATFORM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63240" y="210312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4A5568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2194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210312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4A556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2194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66360" y="2103120"/>
            <a:ext cx="960120" cy="548640"/>
          </a:xfrm>
          <a:prstGeom prst="roundRect">
            <a:avLst>
              <a:gd name="adj" fmla="val 8333"/>
            </a:avLst>
          </a:prstGeom>
          <a:solidFill>
            <a:srgbClr val="4A5568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194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8036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IICS + Fabric Lakehouse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20040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D4A537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 ID (Dédoublonnage)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80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1737360"/>
            <a:ext cx="2011680" cy="1463040"/>
          </a:xfrm>
          <a:prstGeom prst="roundRect">
            <a:avLst>
              <a:gd name="adj" fmla="val 3125"/>
            </a:avLst>
          </a:prstGeom>
          <a:solidFill>
            <a:srgbClr val="D4A537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5800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Groupe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85953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14800"/>
            <a:ext cx="73152" cy="86868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87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D'INTÉGRATION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CRM via API → Enrichissement Orbis (National ID) → Matching &amp; Survivor ID → Stockage Fabric → Push Athena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EF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→ Athena - Déploiement des Sources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005840"/>
                <a:gridCol w="100584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Athena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MoneyOak / Kronos / FI Belgium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Intégré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PREPROD S08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Intégré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PREPROD S09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Kloepfel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EPSA 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Connecteur S08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Sidiese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HubSpot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(Enoptea...)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attente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2D374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S07-S10 : Finalisation MoneyOak/FI Group en PROD • Déblocage Kloepfel (migration CRM) • Livraison connecteur HubSpot MP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EFEFE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Hestia V3 - Déploiement &amp; Évolutions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DÉPLOIEMENT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déployée en PROD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de démo lancées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: 7P, MP, Runview, Sassewedo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71600"/>
            <a:ext cx="73152" cy="1463040"/>
          </a:xfrm>
          <a:prstGeom prst="rect">
            <a:avLst/>
          </a:prstGeom>
          <a:solidFill>
            <a:srgbClr val="D4A537"/>
          </a:solidFill>
          <a:ln w="12700">
            <a:solidFill>
              <a:srgbClr val="D4A5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retours utilisateurs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d'autres BU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améliorations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remontées par l'équipe Support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21208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Adresse site utilisateur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Ajouter champs : Street, City, Zip, 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Licences nominatives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Affecter licences directement (pas via groupes 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Modification UPN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Permettre modification email à l'onboarding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Offboarding complet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Désaffecter groupes + conversion boîte partagée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offboarding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Télécharger liste offboarding du jour (workaround)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22960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4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Activité Data - T1 2026</dc:title>
  <dc:subject>PptxGenJS Presentation</dc:subject>
  <dc:creator>EPSA Group IT</dc:creator>
  <cp:lastModifiedBy>EPSA Group IT</cp:lastModifiedBy>
  <cp:revision>1</cp:revision>
  <dcterms:created xsi:type="dcterms:W3CDTF">2026-02-12T09:01:57Z</dcterms:created>
  <dcterms:modified xsi:type="dcterms:W3CDTF">2026-02-12T09:01:57Z</dcterms:modified>
</cp:coreProperties>
</file>