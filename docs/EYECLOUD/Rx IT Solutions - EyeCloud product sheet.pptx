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fntdata" ContentType="application/x-fontdata"/>
  <Default Extension="xml" ContentType="application/xml"/>
  <Default Extension="jpg" ContentType="image/jpeg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</p:sldIdLst>
  <p:sldSz cy="5143500" cx="9144000"/>
  <p:notesSz cx="7099300" cy="10234600"/>
  <p:embeddedFontLst>
    <p:embeddedFont>
      <p:font typeface="Rambla"/>
      <p:regular r:id="rId8"/>
      <p:bold r:id="rId9"/>
      <p:italic r:id="rId10"/>
      <p:boldItalic r:id="rId11"/>
    </p:embeddedFont>
    <p:embeddedFont>
      <p:font typeface="Century Gothic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CenturyGothic-bold.fntdata"/><Relationship Id="rId8" Type="http://schemas.openxmlformats.org/officeDocument/2006/relationships/font" Target="fonts/Rambla-regular.fntdata"/><Relationship Id="rId18" Type="http://schemas.openxmlformats.org/officeDocument/2006/relationships/customXml" Target="../customXml/item3.xml"/><Relationship Id="rId3" Type="http://schemas.openxmlformats.org/officeDocument/2006/relationships/slideMaster" Target="slideMasters/slideMaster1.xml"/><Relationship Id="rId12" Type="http://schemas.openxmlformats.org/officeDocument/2006/relationships/font" Target="fonts/CenturyGothic-regular.fntdata"/><Relationship Id="rId7" Type="http://schemas.openxmlformats.org/officeDocument/2006/relationships/slide" Target="slides/slide3.xml"/><Relationship Id="rId17" Type="http://schemas.openxmlformats.org/officeDocument/2006/relationships/customXml" Target="../customXml/item2.xml"/><Relationship Id="rId2" Type="http://schemas.openxmlformats.org/officeDocument/2006/relationships/presProps" Target="presProps.xml"/><Relationship Id="rId16" Type="http://schemas.openxmlformats.org/officeDocument/2006/relationships/customXml" Target="../customXml/item1.xml"/><Relationship Id="rId11" Type="http://schemas.openxmlformats.org/officeDocument/2006/relationships/font" Target="fonts/Rambla-boldItalic.fntdata"/><Relationship Id="rId1" Type="http://schemas.openxmlformats.org/officeDocument/2006/relationships/theme" Target="theme/theme2.xml"/><Relationship Id="rId6" Type="http://schemas.openxmlformats.org/officeDocument/2006/relationships/slide" Target="slides/slide2.xml"/><Relationship Id="rId15" Type="http://schemas.openxmlformats.org/officeDocument/2006/relationships/font" Target="fonts/CenturyGothic-boldItalic.fntdata"/><Relationship Id="rId5" Type="http://schemas.openxmlformats.org/officeDocument/2006/relationships/slide" Target="slides/slide1.xml"/><Relationship Id="rId10" Type="http://schemas.openxmlformats.org/officeDocument/2006/relationships/font" Target="fonts/Rambla-italic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Rambla-bold.fntdata"/><Relationship Id="rId14" Type="http://schemas.openxmlformats.org/officeDocument/2006/relationships/font" Target="fonts/CenturyGothic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4" cy="5111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824" lvl="1" marL="141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45" lvl="2" marL="2830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5470" lvl="3" marL="4245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7299" lvl="4" marL="5660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9119" lvl="5" marL="7076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944" lvl="6" marL="84914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68" lvl="7" marL="9906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890" lvl="8" marL="113219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139" y="0"/>
            <a:ext cx="3076574" cy="5111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824" lvl="1" marL="141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45" lvl="2" marL="2830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5470" lvl="3" marL="4245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7299" lvl="4" marL="5660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9119" lvl="5" marL="7076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944" lvl="6" marL="84914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68" lvl="7" marL="9906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890" lvl="8" marL="113219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9241" y="766762"/>
            <a:ext cx="68223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612" y="4860926"/>
            <a:ext cx="5680075" cy="46069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spcBef>
                <a:spcPts val="120"/>
              </a:spcBef>
              <a:spcAft>
                <a:spcPts val="0"/>
              </a:spcAft>
              <a:buSzPts val="1800"/>
              <a:buFont typeface="Arial"/>
              <a:buChar char="●"/>
              <a:defRPr b="0" i="0" sz="1800" u="none" cap="none" strike="noStrike"/>
            </a:lvl1pPr>
            <a:lvl2pPr indent="-342900" lvl="1" marL="914400" marR="0" rtl="0" algn="l">
              <a:spcBef>
                <a:spcPts val="120"/>
              </a:spcBef>
              <a:spcAft>
                <a:spcPts val="0"/>
              </a:spcAft>
              <a:buSzPts val="1800"/>
              <a:buFont typeface="Arial"/>
              <a:buChar char="○"/>
              <a:defRPr b="0" i="0" sz="1800" u="none" cap="none" strike="noStrike"/>
            </a:lvl2pPr>
            <a:lvl3pPr indent="-342900" lvl="2" marL="1371600" marR="0" rtl="0" algn="l">
              <a:spcBef>
                <a:spcPts val="120"/>
              </a:spcBef>
              <a:spcAft>
                <a:spcPts val="0"/>
              </a:spcAft>
              <a:buSzPts val="1800"/>
              <a:buFont typeface="Arial"/>
              <a:buChar char="■"/>
              <a:defRPr b="0" i="0" sz="1800" u="none" cap="none" strike="noStrike"/>
            </a:lvl3pPr>
            <a:lvl4pPr indent="-342900" lvl="3" marL="1828800" marR="0" rtl="0" algn="l">
              <a:spcBef>
                <a:spcPts val="120"/>
              </a:spcBef>
              <a:spcAft>
                <a:spcPts val="0"/>
              </a:spcAft>
              <a:buSzPts val="1800"/>
              <a:buFont typeface="Arial"/>
              <a:buChar char="●"/>
              <a:defRPr b="0" i="0" sz="1800" u="none" cap="none" strike="noStrike"/>
            </a:lvl4pPr>
            <a:lvl5pPr indent="-342900" lvl="4" marL="2286000" marR="0" rtl="0" algn="l">
              <a:spcBef>
                <a:spcPts val="120"/>
              </a:spcBef>
              <a:spcAft>
                <a:spcPts val="0"/>
              </a:spcAft>
              <a:buSzPts val="1800"/>
              <a:buFont typeface="Arial"/>
              <a:buChar char="○"/>
              <a:defRPr b="0" i="0" sz="1800" u="none" cap="none" strike="noStrike"/>
            </a:lvl5pPr>
            <a:lvl6pPr indent="-342900" lvl="5" marL="274320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■"/>
              <a:defRPr b="0" i="0" sz="1800" u="none" cap="none" strike="noStrike"/>
            </a:lvl6pPr>
            <a:lvl7pPr indent="-342900" lvl="6" marL="320040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  <a:defRPr b="0" i="0" sz="1800" u="none" cap="none" strike="noStrike"/>
            </a:lvl7pPr>
            <a:lvl8pPr indent="-342900" lvl="7" marL="365760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○"/>
              <a:defRPr b="0" i="0" sz="1800" u="none" cap="none" strike="noStrike"/>
            </a:lvl8pPr>
            <a:lvl9pPr indent="-342900" lvl="8" marL="411480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■"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0263"/>
            <a:ext cx="3076574" cy="512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824" lvl="1" marL="141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45" lvl="2" marL="2830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5470" lvl="3" marL="4245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7299" lvl="4" marL="5660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9119" lvl="5" marL="7076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944" lvl="6" marL="84914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68" lvl="7" marL="9906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890" lvl="8" marL="113219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139" y="9720263"/>
            <a:ext cx="3076574" cy="512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4" lvl="1" marL="141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45" lvl="2" marL="2830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470" lvl="3" marL="4245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299" lvl="4" marL="5660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119" lvl="5" marL="7076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944" lvl="6" marL="84914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" lvl="7" marL="99066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90" lvl="8" marL="113219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70a0ac6ee2_0_64:notes"/>
          <p:cNvSpPr txBox="1"/>
          <p:nvPr>
            <p:ph idx="1" type="body"/>
          </p:nvPr>
        </p:nvSpPr>
        <p:spPr>
          <a:xfrm>
            <a:off x="709931" y="4925407"/>
            <a:ext cx="5679300" cy="40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5075" lIns="95075" spcFirstLastPara="1" rIns="95075" wrap="square" tIns="95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30" name="Google Shape;430;g70a0ac6ee2_0_64:notes"/>
          <p:cNvSpPr/>
          <p:nvPr>
            <p:ph idx="2" type="sldImg"/>
          </p:nvPr>
        </p:nvSpPr>
        <p:spPr>
          <a:xfrm>
            <a:off x="441012" y="1279940"/>
            <a:ext cx="6217500" cy="3453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:notes"/>
          <p:cNvSpPr txBox="1"/>
          <p:nvPr>
            <p:ph idx="1" type="body"/>
          </p:nvPr>
        </p:nvSpPr>
        <p:spPr>
          <a:xfrm>
            <a:off x="709612" y="4860926"/>
            <a:ext cx="5680075" cy="46069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437" name="Google Shape;437;p7:notes"/>
          <p:cNvSpPr/>
          <p:nvPr>
            <p:ph idx="2" type="sldImg"/>
          </p:nvPr>
        </p:nvSpPr>
        <p:spPr>
          <a:xfrm>
            <a:off x="139241" y="766762"/>
            <a:ext cx="68223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167dcd65f5c_0_12:notes"/>
          <p:cNvSpPr/>
          <p:nvPr>
            <p:ph idx="2" type="sldImg"/>
          </p:nvPr>
        </p:nvSpPr>
        <p:spPr>
          <a:xfrm>
            <a:off x="394716" y="767595"/>
            <a:ext cx="63105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167dcd65f5c_0_12:notes"/>
          <p:cNvSpPr txBox="1"/>
          <p:nvPr>
            <p:ph idx="1" type="body"/>
          </p:nvPr>
        </p:nvSpPr>
        <p:spPr>
          <a:xfrm>
            <a:off x="709930" y="4861435"/>
            <a:ext cx="56793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7200" lIns="97200" spcFirstLastPara="1" rIns="97200" wrap="square" tIns="9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Diapositive de titre foule">
  <p:cSld name="2_Diapositive de titre fou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2"/>
          <p:cNvCxnSpPr/>
          <p:nvPr/>
        </p:nvCxnSpPr>
        <p:spPr>
          <a:xfrm>
            <a:off x="0" y="4569509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707173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descr="C:\Users\ELMIRA\Desktop\My Essilor\BCD\Charte graphique\essilor logo grey.png" id="18" name="Google Shape;1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55788" y="4792581"/>
            <a:ext cx="1074031" cy="350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3">
            <a:alphaModFix/>
          </a:blip>
          <a:srcRect b="0" l="0" r="1258" t="0"/>
          <a:stretch/>
        </p:blipFill>
        <p:spPr>
          <a:xfrm>
            <a:off x="0" y="-21771"/>
            <a:ext cx="9183572" cy="523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 vert">
  <p:cSld name="Titre et contenu ver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3"/>
          <p:cNvCxnSpPr/>
          <p:nvPr/>
        </p:nvCxnSpPr>
        <p:spPr>
          <a:xfrm>
            <a:off x="36284" y="681540"/>
            <a:ext cx="86409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" name="Google Shape;22;p3"/>
          <p:cNvSpPr txBox="1"/>
          <p:nvPr>
            <p:ph type="title"/>
          </p:nvPr>
        </p:nvSpPr>
        <p:spPr>
          <a:xfrm>
            <a:off x="251524" y="33468"/>
            <a:ext cx="86409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975" lIns="0" spcFirstLastPara="1" rIns="0" wrap="square" tIns="26975">
            <a:noAutofit/>
          </a:bodyPr>
          <a:lstStyle>
            <a:lvl1pPr lvl="0" marR="0" rtl="0" algn="l">
              <a:lnSpc>
                <a:spcPct val="1498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251522" y="1006082"/>
            <a:ext cx="8641800" cy="3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6975" lIns="0" spcFirstLastPara="1" rIns="0" wrap="square" tIns="269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re et contenu vert">
  <p:cSld name="1_Titre et contenu ver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4"/>
          <p:cNvCxnSpPr/>
          <p:nvPr/>
        </p:nvCxnSpPr>
        <p:spPr>
          <a:xfrm>
            <a:off x="36284" y="681540"/>
            <a:ext cx="86409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" name="Google Shape;26;p4"/>
          <p:cNvSpPr txBox="1"/>
          <p:nvPr>
            <p:ph type="title"/>
          </p:nvPr>
        </p:nvSpPr>
        <p:spPr>
          <a:xfrm>
            <a:off x="251524" y="33468"/>
            <a:ext cx="86409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975" lIns="0" spcFirstLastPara="1" rIns="0" wrap="square" tIns="26975">
            <a:noAutofit/>
          </a:bodyPr>
          <a:lstStyle>
            <a:lvl1pPr lvl="0" marR="0" rtl="0" algn="l">
              <a:lnSpc>
                <a:spcPct val="1498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251522" y="1006082"/>
            <a:ext cx="8641800" cy="3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6975" lIns="0" spcFirstLastPara="1" rIns="0" wrap="square" tIns="269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 vert">
  <p:cSld name="1_Titre et contenu vert 2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36284" y="681540"/>
            <a:ext cx="86409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" name="Google Shape;30;p5"/>
          <p:cNvSpPr txBox="1"/>
          <p:nvPr>
            <p:ph type="title"/>
          </p:nvPr>
        </p:nvSpPr>
        <p:spPr>
          <a:xfrm>
            <a:off x="251524" y="33468"/>
            <a:ext cx="86409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975" lIns="0" spcFirstLastPara="1" rIns="0" wrap="square" tIns="26975">
            <a:noAutofit/>
          </a:bodyPr>
          <a:lstStyle>
            <a:lvl1pPr lvl="0" marR="0" rtl="0" algn="l">
              <a:lnSpc>
                <a:spcPct val="1498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400"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251522" y="1006082"/>
            <a:ext cx="8641800" cy="3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6975" lIns="0" spcFirstLastPara="1" rIns="0" wrap="square" tIns="269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C:\Users\ELMIRA\Desktop\My Essilor\BCD\Charte graphique\essilor logo grey.png" id="32" name="Google Shape;3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55788" y="4792581"/>
            <a:ext cx="1074031" cy="350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 bleu">
  <p:cSld name="Titre et contenu bleu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31023"/>
            <a:ext cx="7559100" cy="5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6392" y="0"/>
            <a:ext cx="6177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1" marL="4191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2700" lvl="2" marL="838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3" marL="12573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4" marL="1676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5" marL="20955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2700" lvl="6" marL="2514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7" marL="2933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8" marL="3352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" name="Google Shape;36;p6"/>
          <p:cNvPicPr preferRelativeResize="0"/>
          <p:nvPr/>
        </p:nvPicPr>
        <p:blipFill rotWithShape="1">
          <a:blip r:embed="rId3">
            <a:alphaModFix/>
          </a:blip>
          <a:srcRect b="9150" l="4714" r="9419" t="15034"/>
          <a:stretch/>
        </p:blipFill>
        <p:spPr>
          <a:xfrm>
            <a:off x="171445" y="4842577"/>
            <a:ext cx="253937" cy="248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 vert 1">
  <p:cSld name="Titre et contenu vert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Google Shape;38;p7"/>
          <p:cNvCxnSpPr/>
          <p:nvPr/>
        </p:nvCxnSpPr>
        <p:spPr>
          <a:xfrm>
            <a:off x="36284" y="681540"/>
            <a:ext cx="86409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" name="Google Shape;39;p7"/>
          <p:cNvSpPr txBox="1"/>
          <p:nvPr>
            <p:ph type="title"/>
          </p:nvPr>
        </p:nvSpPr>
        <p:spPr>
          <a:xfrm>
            <a:off x="251524" y="33468"/>
            <a:ext cx="86409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975" lIns="0" spcFirstLastPara="1" rIns="0" wrap="square" tIns="26975">
            <a:noAutofit/>
          </a:bodyPr>
          <a:lstStyle>
            <a:lvl1pPr lvl="0" marR="0" rtl="0" algn="l">
              <a:lnSpc>
                <a:spcPct val="1498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 orange">
  <p:cSld name="Titre et contenu orange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553233" y="3065"/>
            <a:ext cx="8050800" cy="9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3300"/>
              <a:buFont typeface="Rambla"/>
              <a:buNone/>
              <a:defRPr b="0" i="0" sz="3300" u="none" cap="none" strike="noStrike">
                <a:solidFill>
                  <a:srgbClr val="FF6600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191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838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257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676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553233" y="1187537"/>
            <a:ext cx="8050800" cy="3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200"/>
              <a:buFont typeface="Rambla"/>
              <a:buNone/>
              <a:defRPr b="0" i="0" sz="2200" u="none" cap="none" strike="noStrike">
                <a:solidFill>
                  <a:srgbClr val="0C0C0C"/>
                </a:solidFill>
                <a:latin typeface="Rambla"/>
                <a:ea typeface="Rambla"/>
                <a:cs typeface="Rambla"/>
                <a:sym typeface="Rambla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C0C0C"/>
                </a:solidFill>
                <a:latin typeface="Rambla"/>
                <a:ea typeface="Rambla"/>
                <a:cs typeface="Rambla"/>
                <a:sym typeface="Rambla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566737" y="4768453"/>
            <a:ext cx="1471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875" lIns="83825" spcFirstLastPara="1" rIns="83825" wrap="square" tIns="418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00"/>
              <a:buFont typeface="Calibri"/>
              <a:buNone/>
              <a:defRPr b="0" i="0" sz="11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00"/>
              <a:buFont typeface="Calibri"/>
              <a:buNone/>
              <a:defRPr b="0" i="0" sz="11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00"/>
              <a:buFont typeface="Calibri"/>
              <a:buNone/>
              <a:defRPr b="0" i="0" sz="11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00"/>
              <a:buFont typeface="Calibri"/>
              <a:buNone/>
              <a:defRPr b="0" i="0" sz="11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00"/>
              <a:buFont typeface="Calibri"/>
              <a:buNone/>
              <a:defRPr b="0" i="0" sz="11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00"/>
              <a:buFont typeface="Calibri"/>
              <a:buNone/>
              <a:defRPr b="0" i="0" sz="11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00"/>
              <a:buFont typeface="Calibri"/>
              <a:buNone/>
              <a:defRPr b="0" i="0" sz="11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00"/>
              <a:buFont typeface="Calibri"/>
              <a:buNone/>
              <a:defRPr b="0" i="0" sz="11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00"/>
              <a:buFont typeface="Calibri"/>
              <a:buNone/>
              <a:defRPr b="0" i="0" sz="11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8"/>
          <p:cNvSpPr txBox="1"/>
          <p:nvPr>
            <p:ph idx="11" type="ftr"/>
          </p:nvPr>
        </p:nvSpPr>
        <p:spPr>
          <a:xfrm>
            <a:off x="2143125" y="4767263"/>
            <a:ext cx="44832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100"/>
              <a:buFont typeface="Calibri"/>
              <a:buNone/>
              <a:defRPr b="0" i="0" sz="11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">
  <p:cSld name="Summar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91" y="1191"/>
            <a:ext cx="893" cy="8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" name="Google Shape;47;p9"/>
          <p:cNvCxnSpPr/>
          <p:nvPr/>
        </p:nvCxnSpPr>
        <p:spPr>
          <a:xfrm rot="10800000">
            <a:off x="3788885" y="4807148"/>
            <a:ext cx="5103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51222" y="122635"/>
            <a:ext cx="8641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325" lIns="0" spcFirstLastPara="1" rIns="0" wrap="square" tIns="19325">
            <a:noAutofit/>
          </a:bodyPr>
          <a:lstStyle>
            <a:lvl1pPr lvl="0" rtl="0" algn="l">
              <a:lnSpc>
                <a:spcPct val="7656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36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36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36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361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" type="body"/>
          </p:nvPr>
        </p:nvSpPr>
        <p:spPr>
          <a:xfrm>
            <a:off x="335364" y="1020371"/>
            <a:ext cx="85572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325" lIns="0" spcFirstLastPara="1" rIns="0" wrap="square" tIns="19325">
            <a:noAutofit/>
          </a:bodyPr>
          <a:lstStyle>
            <a:lvl1pPr indent="-32385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Arial"/>
              <a:buAutoNum type="arabicPeriod"/>
              <a:defRPr sz="1500"/>
            </a:lvl1pPr>
            <a:lvl2pPr indent="-29845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⬥"/>
              <a:defRPr/>
            </a:lvl2pPr>
            <a:lvl3pPr indent="-3048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indent="-32385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▪"/>
              <a:defRPr/>
            </a:lvl4pPr>
            <a:lvl5pPr indent="-3048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↗"/>
              <a:defRPr/>
            </a:lvl5pPr>
            <a:lvl6pPr indent="-323850" lvl="5" marL="2743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335364" y="1431719"/>
            <a:ext cx="85572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325" lIns="0" spcFirstLastPara="1" rIns="0" wrap="square" tIns="19325">
            <a:noAutofit/>
          </a:bodyPr>
          <a:lstStyle>
            <a:lvl1pPr indent="-32385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AutoNum type="arabicPeriod" startAt="2"/>
              <a:defRPr sz="1500"/>
            </a:lvl1pPr>
            <a:lvl2pPr indent="-29845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⬥"/>
              <a:defRPr/>
            </a:lvl2pPr>
            <a:lvl3pPr indent="-3048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indent="-32385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▪"/>
              <a:defRPr/>
            </a:lvl4pPr>
            <a:lvl5pPr indent="-3048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↗"/>
              <a:defRPr/>
            </a:lvl5pPr>
            <a:lvl6pPr indent="-323850" lvl="5" marL="2743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3" type="body"/>
          </p:nvPr>
        </p:nvSpPr>
        <p:spPr>
          <a:xfrm>
            <a:off x="335364" y="1843067"/>
            <a:ext cx="85572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325" lIns="0" spcFirstLastPara="1" rIns="0" wrap="square" tIns="19325">
            <a:noAutofit/>
          </a:bodyPr>
          <a:lstStyle>
            <a:lvl1pPr indent="-32385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CCCC"/>
              </a:buClr>
              <a:buSzPts val="1500"/>
              <a:buFont typeface="Arial"/>
              <a:buAutoNum type="arabicPeriod" startAt="3"/>
              <a:defRPr sz="1500"/>
            </a:lvl1pPr>
            <a:lvl2pPr indent="-29845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⬥"/>
              <a:defRPr/>
            </a:lvl2pPr>
            <a:lvl3pPr indent="-3048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indent="-32385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▪"/>
              <a:defRPr/>
            </a:lvl4pPr>
            <a:lvl5pPr indent="-3048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↗"/>
              <a:defRPr/>
            </a:lvl5pPr>
            <a:lvl6pPr indent="-323850" lvl="5" marL="2743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4" type="body"/>
          </p:nvPr>
        </p:nvSpPr>
        <p:spPr>
          <a:xfrm>
            <a:off x="335364" y="2254414"/>
            <a:ext cx="85572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325" lIns="0" spcFirstLastPara="1" rIns="0" wrap="square" tIns="19325">
            <a:noAutofit/>
          </a:bodyPr>
          <a:lstStyle>
            <a:lvl1pPr indent="-32385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Arial"/>
              <a:buAutoNum type="arabicPeriod" startAt="4"/>
              <a:defRPr sz="1500"/>
            </a:lvl1pPr>
            <a:lvl2pPr indent="-29845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⬥"/>
              <a:defRPr/>
            </a:lvl2pPr>
            <a:lvl3pPr indent="-3048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indent="-32385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▪"/>
              <a:defRPr/>
            </a:lvl4pPr>
            <a:lvl5pPr indent="-3048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↗"/>
              <a:defRPr/>
            </a:lvl5pPr>
            <a:lvl6pPr indent="-323850" lvl="5" marL="2743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5" type="body"/>
          </p:nvPr>
        </p:nvSpPr>
        <p:spPr>
          <a:xfrm>
            <a:off x="335364" y="2665763"/>
            <a:ext cx="85572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325" lIns="0" spcFirstLastPara="1" rIns="0" wrap="square" tIns="19325">
            <a:noAutofit/>
          </a:bodyPr>
          <a:lstStyle>
            <a:lvl1pPr indent="-32385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Arial"/>
              <a:buAutoNum type="arabicPeriod" startAt="5"/>
              <a:defRPr sz="1500"/>
            </a:lvl1pPr>
            <a:lvl2pPr indent="-29845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⬥"/>
              <a:defRPr/>
            </a:lvl2pPr>
            <a:lvl3pPr indent="-3048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indent="-32385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▪"/>
              <a:defRPr/>
            </a:lvl4pPr>
            <a:lvl5pPr indent="-3048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↗"/>
              <a:defRPr/>
            </a:lvl5pPr>
            <a:lvl6pPr indent="-323850" lvl="5" marL="2743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6" type="body"/>
          </p:nvPr>
        </p:nvSpPr>
        <p:spPr>
          <a:xfrm>
            <a:off x="335364" y="3077111"/>
            <a:ext cx="85572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325" lIns="0" spcFirstLastPara="1" rIns="0" wrap="square" tIns="19325">
            <a:noAutofit/>
          </a:bodyPr>
          <a:lstStyle>
            <a:lvl1pPr indent="-32385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rial"/>
              <a:buAutoNum type="arabicPeriod" startAt="6"/>
              <a:defRPr sz="1500"/>
            </a:lvl1pPr>
            <a:lvl2pPr indent="-29845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⬥"/>
              <a:defRPr/>
            </a:lvl2pPr>
            <a:lvl3pPr indent="-3048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indent="-32385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▪"/>
              <a:defRPr/>
            </a:lvl4pPr>
            <a:lvl5pPr indent="-3048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↗"/>
              <a:defRPr/>
            </a:lvl5pPr>
            <a:lvl6pPr indent="-323850" lvl="5" marL="2743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7" type="body"/>
          </p:nvPr>
        </p:nvSpPr>
        <p:spPr>
          <a:xfrm>
            <a:off x="335364" y="3488459"/>
            <a:ext cx="85572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325" lIns="0" spcFirstLastPara="1" rIns="0" wrap="square" tIns="19325">
            <a:noAutofit/>
          </a:bodyPr>
          <a:lstStyle>
            <a:lvl1pPr indent="-32385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AutoNum type="arabicPeriod" startAt="7"/>
              <a:defRPr sz="1500"/>
            </a:lvl1pPr>
            <a:lvl2pPr indent="-29845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⬥"/>
              <a:defRPr/>
            </a:lvl2pPr>
            <a:lvl3pPr indent="-3048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indent="-32385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▪"/>
              <a:defRPr/>
            </a:lvl4pPr>
            <a:lvl5pPr indent="-3048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↗"/>
              <a:defRPr/>
            </a:lvl5pPr>
            <a:lvl6pPr indent="-323850" lvl="5" marL="2743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8" type="body"/>
          </p:nvPr>
        </p:nvSpPr>
        <p:spPr>
          <a:xfrm>
            <a:off x="335364" y="3899806"/>
            <a:ext cx="85572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325" lIns="0" spcFirstLastPara="1" rIns="0" wrap="square" tIns="19325">
            <a:noAutofit/>
          </a:bodyPr>
          <a:lstStyle>
            <a:lvl1pPr indent="-32385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CC0066"/>
              </a:buClr>
              <a:buSzPts val="1500"/>
              <a:buFont typeface="Arial"/>
              <a:buAutoNum type="arabicPeriod" startAt="8"/>
              <a:defRPr sz="1500"/>
            </a:lvl1pPr>
            <a:lvl2pPr indent="-29845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⬥"/>
              <a:defRPr/>
            </a:lvl2pPr>
            <a:lvl3pPr indent="-304800" lvl="2" marL="1371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indent="-323850" lvl="3" marL="1828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▪"/>
              <a:defRPr/>
            </a:lvl4pPr>
            <a:lvl5pPr indent="-304800" lvl="4" marL="22860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↗"/>
              <a:defRPr/>
            </a:lvl5pPr>
            <a:lvl6pPr indent="-323850" lvl="5" marL="2743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indent="-323850" lvl="6" marL="3200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indent="-323850" lvl="7" marL="36576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indent="-323850" lvl="8" marL="411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251222" y="4880372"/>
            <a:ext cx="4431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550" lIns="0" spcFirstLastPara="1" rIns="0" wrap="square" tIns="2455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CC2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9CC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CC2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9CC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CC2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9CC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CC2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9CC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CC2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9CC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CC2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9CC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CC2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9CC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CC2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9CC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CC2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9CC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print template">
  <p:cSld name="1_Chapter 1 // Title et conten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Google Shape;59;p10"/>
          <p:cNvCxnSpPr/>
          <p:nvPr/>
        </p:nvCxnSpPr>
        <p:spPr>
          <a:xfrm>
            <a:off x="251523" y="647695"/>
            <a:ext cx="76140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10"/>
          <p:cNvSpPr txBox="1"/>
          <p:nvPr>
            <p:ph type="title"/>
          </p:nvPr>
        </p:nvSpPr>
        <p:spPr>
          <a:xfrm>
            <a:off x="251223" y="122635"/>
            <a:ext cx="76026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975" lIns="0" spcFirstLastPara="1" rIns="0" wrap="square" tIns="18975">
            <a:noAutofit/>
          </a:bodyPr>
          <a:lstStyle>
            <a:lvl1pPr lvl="0" marR="0" rtl="0" algn="l">
              <a:lnSpc>
                <a:spcPct val="7656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2100"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7656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4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7656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4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7656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4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7656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4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9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9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9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9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8526380" y="12"/>
            <a:ext cx="6177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50" lIns="68475" spcFirstLastPara="1" rIns="68475" wrap="square" tIns="34250">
            <a:no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600" u="none" cap="none" strike="noStrike">
                <a:solidFill>
                  <a:srgbClr val="888888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600" u="none" cap="none" strike="noStrike">
                <a:solidFill>
                  <a:srgbClr val="888888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600" u="none" cap="none" strike="noStrike">
                <a:solidFill>
                  <a:srgbClr val="888888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600" u="none" cap="none" strike="noStrike">
                <a:solidFill>
                  <a:srgbClr val="888888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600" u="none" cap="none" strike="noStrike">
                <a:solidFill>
                  <a:srgbClr val="888888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600" u="none" cap="none" strike="noStrike">
                <a:solidFill>
                  <a:srgbClr val="888888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600" u="none" cap="none" strike="noStrike">
                <a:solidFill>
                  <a:srgbClr val="888888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600" u="none" cap="none" strike="noStrike">
                <a:solidFill>
                  <a:srgbClr val="888888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600" u="none" cap="none" strike="noStrike">
                <a:solidFill>
                  <a:srgbClr val="888888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</a:t>
            </a:r>
            <a:fld id="{00000000-1234-1234-1234-123412341234}" type="slidenum">
              <a:rPr lang="en"/>
              <a:t>‹#›</a:t>
            </a:fld>
            <a:r>
              <a:rPr lang="en"/>
              <a:t> -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p">
  <p:cSld name="Map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251528" y="4877597"/>
            <a:ext cx="3144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100" lIns="0" spcFirstLastPara="1" rIns="0" wrap="square" tIns="241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3828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3828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3828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3828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3828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3828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3828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3828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3828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11"/>
          <p:cNvSpPr txBox="1"/>
          <p:nvPr>
            <p:ph type="title"/>
          </p:nvPr>
        </p:nvSpPr>
        <p:spPr>
          <a:xfrm>
            <a:off x="251100" y="259200"/>
            <a:ext cx="86415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900" lIns="0" spcFirstLastPara="1" rIns="0" wrap="square" tIns="189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659F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grpSp>
        <p:nvGrpSpPr>
          <p:cNvPr id="65" name="Google Shape;65;p11"/>
          <p:cNvGrpSpPr/>
          <p:nvPr/>
        </p:nvGrpSpPr>
        <p:grpSpPr>
          <a:xfrm>
            <a:off x="1153837" y="1014428"/>
            <a:ext cx="6835554" cy="3627936"/>
            <a:chOff x="184150" y="1265239"/>
            <a:chExt cx="8545511" cy="4535487"/>
          </a:xfrm>
        </p:grpSpPr>
        <p:sp>
          <p:nvSpPr>
            <p:cNvPr id="66" name="Google Shape;66;p11"/>
            <p:cNvSpPr/>
            <p:nvPr/>
          </p:nvSpPr>
          <p:spPr>
            <a:xfrm>
              <a:off x="4757737" y="4538664"/>
              <a:ext cx="171450" cy="198438"/>
            </a:xfrm>
            <a:custGeom>
              <a:rect b="b" l="l" r="r" t="t"/>
              <a:pathLst>
                <a:path extrusionOk="0" h="74" w="64">
                  <a:moveTo>
                    <a:pt x="63" y="12"/>
                  </a:moveTo>
                  <a:cubicBezTo>
                    <a:pt x="45" y="6"/>
                    <a:pt x="45" y="6"/>
                    <a:pt x="45" y="6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3" y="28"/>
                    <a:pt x="7" y="32"/>
                    <a:pt x="11" y="36"/>
                  </a:cubicBezTo>
                  <a:cubicBezTo>
                    <a:pt x="16" y="40"/>
                    <a:pt x="21" y="44"/>
                    <a:pt x="26" y="48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9" y="66"/>
                    <a:pt x="39" y="66"/>
                    <a:pt x="39" y="66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54" y="74"/>
                    <a:pt x="54" y="74"/>
                    <a:pt x="54" y="74"/>
                  </a:cubicBezTo>
                  <a:cubicBezTo>
                    <a:pt x="57" y="64"/>
                    <a:pt x="60" y="55"/>
                    <a:pt x="64" y="45"/>
                  </a:cubicBezTo>
                  <a:lnTo>
                    <a:pt x="63" y="12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7" name="Google Shape;67;p11"/>
            <p:cNvSpPr/>
            <p:nvPr/>
          </p:nvSpPr>
          <p:spPr>
            <a:xfrm>
              <a:off x="4687887" y="4313239"/>
              <a:ext cx="255587" cy="279400"/>
            </a:xfrm>
            <a:custGeom>
              <a:rect b="b" l="l" r="r" t="t"/>
              <a:pathLst>
                <a:path extrusionOk="0" h="104" w="95">
                  <a:moveTo>
                    <a:pt x="87" y="56"/>
                  </a:moveTo>
                  <a:cubicBezTo>
                    <a:pt x="95" y="18"/>
                    <a:pt x="95" y="18"/>
                    <a:pt x="95" y="18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5" y="11"/>
                    <a:pt x="84" y="11"/>
                    <a:pt x="83" y="10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8" y="11"/>
                    <a:pt x="78" y="9"/>
                    <a:pt x="78" y="8"/>
                  </a:cubicBezTo>
                  <a:cubicBezTo>
                    <a:pt x="77" y="6"/>
                    <a:pt x="77" y="5"/>
                    <a:pt x="76" y="3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8" y="59"/>
                    <a:pt x="68" y="59"/>
                    <a:pt x="68" y="59"/>
                  </a:cubicBezTo>
                  <a:cubicBezTo>
                    <a:pt x="61" y="59"/>
                    <a:pt x="61" y="59"/>
                    <a:pt x="61" y="59"/>
                  </a:cubicBezTo>
                  <a:cubicBezTo>
                    <a:pt x="56" y="55"/>
                    <a:pt x="51" y="52"/>
                    <a:pt x="45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4" y="44"/>
                    <a:pt x="28" y="40"/>
                    <a:pt x="23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16" y="55"/>
                    <a:pt x="16" y="55"/>
                    <a:pt x="16" y="55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6" y="104"/>
                    <a:pt x="6" y="104"/>
                    <a:pt x="6" y="104"/>
                  </a:cubicBezTo>
                  <a:cubicBezTo>
                    <a:pt x="6" y="104"/>
                    <a:pt x="6" y="104"/>
                    <a:pt x="6" y="104"/>
                  </a:cubicBezTo>
                  <a:cubicBezTo>
                    <a:pt x="12" y="104"/>
                    <a:pt x="18" y="104"/>
                    <a:pt x="23" y="104"/>
                  </a:cubicBezTo>
                  <a:cubicBezTo>
                    <a:pt x="26" y="104"/>
                    <a:pt x="26" y="104"/>
                    <a:pt x="26" y="104"/>
                  </a:cubicBezTo>
                  <a:cubicBezTo>
                    <a:pt x="27" y="103"/>
                    <a:pt x="29" y="103"/>
                    <a:pt x="31" y="103"/>
                  </a:cubicBezTo>
                  <a:cubicBezTo>
                    <a:pt x="35" y="102"/>
                    <a:pt x="35" y="102"/>
                    <a:pt x="35" y="102"/>
                  </a:cubicBezTo>
                  <a:cubicBezTo>
                    <a:pt x="47" y="88"/>
                    <a:pt x="47" y="88"/>
                    <a:pt x="47" y="88"/>
                  </a:cubicBezTo>
                  <a:cubicBezTo>
                    <a:pt x="70" y="84"/>
                    <a:pt x="70" y="84"/>
                    <a:pt x="70" y="84"/>
                  </a:cubicBezTo>
                  <a:cubicBezTo>
                    <a:pt x="69" y="74"/>
                    <a:pt x="69" y="74"/>
                    <a:pt x="69" y="74"/>
                  </a:cubicBezTo>
                  <a:cubicBezTo>
                    <a:pt x="89" y="66"/>
                    <a:pt x="89" y="66"/>
                    <a:pt x="89" y="66"/>
                  </a:cubicBezTo>
                  <a:lnTo>
                    <a:pt x="87" y="56"/>
                  </a:lnTo>
                  <a:close/>
                  <a:moveTo>
                    <a:pt x="62" y="10"/>
                  </a:moveTo>
                  <a:cubicBezTo>
                    <a:pt x="59" y="15"/>
                    <a:pt x="59" y="15"/>
                    <a:pt x="59" y="15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63" y="6"/>
                    <a:pt x="63" y="6"/>
                    <a:pt x="63" y="6"/>
                  </a:cubicBezTo>
                  <a:lnTo>
                    <a:pt x="62" y="1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8" name="Google Shape;68;p11"/>
            <p:cNvSpPr/>
            <p:nvPr/>
          </p:nvSpPr>
          <p:spPr>
            <a:xfrm>
              <a:off x="4343400" y="2965451"/>
              <a:ext cx="104775" cy="206375"/>
            </a:xfrm>
            <a:custGeom>
              <a:rect b="b" l="l" r="r" t="t"/>
              <a:pathLst>
                <a:path extrusionOk="0" h="77" w="39">
                  <a:moveTo>
                    <a:pt x="11" y="5"/>
                  </a:moveTo>
                  <a:cubicBezTo>
                    <a:pt x="5" y="4"/>
                    <a:pt x="5" y="4"/>
                    <a:pt x="5" y="4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10" y="54"/>
                    <a:pt x="10" y="54"/>
                    <a:pt x="10" y="54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22" y="76"/>
                    <a:pt x="22" y="76"/>
                    <a:pt x="22" y="76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32" y="54"/>
                    <a:pt x="32" y="54"/>
                    <a:pt x="32" y="54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39"/>
                    <a:pt x="26" y="36"/>
                    <a:pt x="27" y="32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3" y="0"/>
                    <a:pt x="23" y="0"/>
                    <a:pt x="23" y="0"/>
                  </a:cubicBezTo>
                  <a:lnTo>
                    <a:pt x="11" y="5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69" name="Google Shape;69;p11"/>
            <p:cNvSpPr/>
            <p:nvPr/>
          </p:nvSpPr>
          <p:spPr>
            <a:xfrm>
              <a:off x="4171949" y="3773489"/>
              <a:ext cx="33337" cy="142875"/>
            </a:xfrm>
            <a:custGeom>
              <a:rect b="b" l="l" r="r" t="t"/>
              <a:pathLst>
                <a:path extrusionOk="0" h="53" w="12">
                  <a:moveTo>
                    <a:pt x="1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6"/>
                    <a:pt x="1" y="8"/>
                  </a:cubicBezTo>
                  <a:cubicBezTo>
                    <a:pt x="1" y="11"/>
                    <a:pt x="2" y="14"/>
                    <a:pt x="3" y="17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10" y="53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9" y="6"/>
                    <a:pt x="9" y="6"/>
                    <a:pt x="9" y="6"/>
                  </a:cubicBezTo>
                  <a:lnTo>
                    <a:pt x="10" y="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0" name="Google Shape;70;p11"/>
            <p:cNvSpPr/>
            <p:nvPr/>
          </p:nvSpPr>
          <p:spPr>
            <a:xfrm>
              <a:off x="4486274" y="3392489"/>
              <a:ext cx="239712" cy="466725"/>
            </a:xfrm>
            <a:custGeom>
              <a:rect b="b" l="l" r="r" t="t"/>
              <a:pathLst>
                <a:path extrusionOk="0" h="174" w="89">
                  <a:moveTo>
                    <a:pt x="8" y="25"/>
                  </a:moveTo>
                  <a:cubicBezTo>
                    <a:pt x="9" y="29"/>
                    <a:pt x="10" y="32"/>
                    <a:pt x="11" y="3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8" y="88"/>
                    <a:pt x="8" y="88"/>
                    <a:pt x="8" y="88"/>
                  </a:cubicBezTo>
                  <a:cubicBezTo>
                    <a:pt x="7" y="91"/>
                    <a:pt x="5" y="94"/>
                    <a:pt x="5" y="97"/>
                  </a:cubicBezTo>
                  <a:cubicBezTo>
                    <a:pt x="3" y="103"/>
                    <a:pt x="1" y="108"/>
                    <a:pt x="0" y="114"/>
                  </a:cubicBezTo>
                  <a:cubicBezTo>
                    <a:pt x="3" y="123"/>
                    <a:pt x="3" y="123"/>
                    <a:pt x="3" y="123"/>
                  </a:cubicBezTo>
                  <a:cubicBezTo>
                    <a:pt x="8" y="122"/>
                    <a:pt x="8" y="122"/>
                    <a:pt x="8" y="122"/>
                  </a:cubicBezTo>
                  <a:cubicBezTo>
                    <a:pt x="13" y="128"/>
                    <a:pt x="13" y="128"/>
                    <a:pt x="13" y="128"/>
                  </a:cubicBezTo>
                  <a:cubicBezTo>
                    <a:pt x="13" y="138"/>
                    <a:pt x="13" y="138"/>
                    <a:pt x="13" y="138"/>
                  </a:cubicBezTo>
                  <a:cubicBezTo>
                    <a:pt x="18" y="147"/>
                    <a:pt x="18" y="147"/>
                    <a:pt x="18" y="147"/>
                  </a:cubicBezTo>
                  <a:cubicBezTo>
                    <a:pt x="6" y="148"/>
                    <a:pt x="6" y="148"/>
                    <a:pt x="6" y="148"/>
                  </a:cubicBezTo>
                  <a:cubicBezTo>
                    <a:pt x="4" y="153"/>
                    <a:pt x="4" y="153"/>
                    <a:pt x="4" y="153"/>
                  </a:cubicBezTo>
                  <a:cubicBezTo>
                    <a:pt x="7" y="156"/>
                    <a:pt x="9" y="159"/>
                    <a:pt x="11" y="163"/>
                  </a:cubicBezTo>
                  <a:cubicBezTo>
                    <a:pt x="13" y="166"/>
                    <a:pt x="14" y="169"/>
                    <a:pt x="15" y="172"/>
                  </a:cubicBezTo>
                  <a:cubicBezTo>
                    <a:pt x="21" y="174"/>
                    <a:pt x="21" y="174"/>
                    <a:pt x="21" y="174"/>
                  </a:cubicBezTo>
                  <a:cubicBezTo>
                    <a:pt x="34" y="172"/>
                    <a:pt x="34" y="172"/>
                    <a:pt x="34" y="172"/>
                  </a:cubicBezTo>
                  <a:cubicBezTo>
                    <a:pt x="36" y="171"/>
                    <a:pt x="38" y="169"/>
                    <a:pt x="40" y="169"/>
                  </a:cubicBezTo>
                  <a:cubicBezTo>
                    <a:pt x="47" y="166"/>
                    <a:pt x="54" y="164"/>
                    <a:pt x="61" y="162"/>
                  </a:cubicBezTo>
                  <a:cubicBezTo>
                    <a:pt x="68" y="152"/>
                    <a:pt x="68" y="152"/>
                    <a:pt x="68" y="152"/>
                  </a:cubicBezTo>
                  <a:cubicBezTo>
                    <a:pt x="75" y="149"/>
                    <a:pt x="75" y="149"/>
                    <a:pt x="75" y="149"/>
                  </a:cubicBezTo>
                  <a:cubicBezTo>
                    <a:pt x="73" y="144"/>
                    <a:pt x="70" y="140"/>
                    <a:pt x="67" y="136"/>
                  </a:cubicBezTo>
                  <a:cubicBezTo>
                    <a:pt x="66" y="134"/>
                    <a:pt x="66" y="134"/>
                    <a:pt x="66" y="134"/>
                  </a:cubicBezTo>
                  <a:cubicBezTo>
                    <a:pt x="67" y="129"/>
                    <a:pt x="69" y="126"/>
                    <a:pt x="71" y="122"/>
                  </a:cubicBezTo>
                  <a:cubicBezTo>
                    <a:pt x="72" y="119"/>
                    <a:pt x="72" y="116"/>
                    <a:pt x="72" y="114"/>
                  </a:cubicBezTo>
                  <a:cubicBezTo>
                    <a:pt x="71" y="101"/>
                    <a:pt x="71" y="101"/>
                    <a:pt x="71" y="101"/>
                  </a:cubicBezTo>
                  <a:cubicBezTo>
                    <a:pt x="73" y="95"/>
                    <a:pt x="76" y="88"/>
                    <a:pt x="78" y="82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9" y="79"/>
                    <a:pt x="89" y="79"/>
                    <a:pt x="89" y="79"/>
                  </a:cubicBezTo>
                  <a:cubicBezTo>
                    <a:pt x="89" y="61"/>
                    <a:pt x="89" y="61"/>
                    <a:pt x="89" y="61"/>
                  </a:cubicBezTo>
                  <a:cubicBezTo>
                    <a:pt x="89" y="56"/>
                    <a:pt x="89" y="56"/>
                    <a:pt x="89" y="56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13"/>
                    <a:pt x="7" y="19"/>
                    <a:pt x="8" y="25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1" name="Google Shape;71;p11"/>
            <p:cNvSpPr/>
            <p:nvPr/>
          </p:nvSpPr>
          <p:spPr>
            <a:xfrm>
              <a:off x="4486274" y="3392489"/>
              <a:ext cx="239712" cy="466725"/>
            </a:xfrm>
            <a:custGeom>
              <a:rect b="b" l="l" r="r" t="t"/>
              <a:pathLst>
                <a:path extrusionOk="0" h="174" w="89">
                  <a:moveTo>
                    <a:pt x="8" y="25"/>
                  </a:moveTo>
                  <a:cubicBezTo>
                    <a:pt x="9" y="29"/>
                    <a:pt x="10" y="32"/>
                    <a:pt x="11" y="3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8" y="88"/>
                    <a:pt x="8" y="88"/>
                    <a:pt x="8" y="88"/>
                  </a:cubicBezTo>
                  <a:cubicBezTo>
                    <a:pt x="7" y="91"/>
                    <a:pt x="5" y="94"/>
                    <a:pt x="5" y="97"/>
                  </a:cubicBezTo>
                  <a:cubicBezTo>
                    <a:pt x="3" y="103"/>
                    <a:pt x="1" y="108"/>
                    <a:pt x="0" y="114"/>
                  </a:cubicBezTo>
                  <a:cubicBezTo>
                    <a:pt x="3" y="123"/>
                    <a:pt x="3" y="123"/>
                    <a:pt x="3" y="123"/>
                  </a:cubicBezTo>
                  <a:cubicBezTo>
                    <a:pt x="8" y="122"/>
                    <a:pt x="8" y="122"/>
                    <a:pt x="8" y="122"/>
                  </a:cubicBezTo>
                  <a:cubicBezTo>
                    <a:pt x="13" y="128"/>
                    <a:pt x="13" y="128"/>
                    <a:pt x="13" y="128"/>
                  </a:cubicBezTo>
                  <a:cubicBezTo>
                    <a:pt x="13" y="138"/>
                    <a:pt x="13" y="138"/>
                    <a:pt x="13" y="138"/>
                  </a:cubicBezTo>
                  <a:cubicBezTo>
                    <a:pt x="18" y="147"/>
                    <a:pt x="18" y="147"/>
                    <a:pt x="18" y="147"/>
                  </a:cubicBezTo>
                  <a:cubicBezTo>
                    <a:pt x="6" y="148"/>
                    <a:pt x="6" y="148"/>
                    <a:pt x="6" y="148"/>
                  </a:cubicBezTo>
                  <a:cubicBezTo>
                    <a:pt x="4" y="153"/>
                    <a:pt x="4" y="153"/>
                    <a:pt x="4" y="153"/>
                  </a:cubicBezTo>
                  <a:cubicBezTo>
                    <a:pt x="7" y="156"/>
                    <a:pt x="9" y="159"/>
                    <a:pt x="11" y="163"/>
                  </a:cubicBezTo>
                  <a:cubicBezTo>
                    <a:pt x="13" y="166"/>
                    <a:pt x="14" y="169"/>
                    <a:pt x="15" y="172"/>
                  </a:cubicBezTo>
                  <a:cubicBezTo>
                    <a:pt x="21" y="174"/>
                    <a:pt x="21" y="174"/>
                    <a:pt x="21" y="174"/>
                  </a:cubicBezTo>
                  <a:cubicBezTo>
                    <a:pt x="34" y="172"/>
                    <a:pt x="34" y="172"/>
                    <a:pt x="34" y="172"/>
                  </a:cubicBezTo>
                  <a:cubicBezTo>
                    <a:pt x="36" y="171"/>
                    <a:pt x="38" y="169"/>
                    <a:pt x="40" y="169"/>
                  </a:cubicBezTo>
                  <a:cubicBezTo>
                    <a:pt x="47" y="166"/>
                    <a:pt x="54" y="164"/>
                    <a:pt x="61" y="162"/>
                  </a:cubicBezTo>
                  <a:cubicBezTo>
                    <a:pt x="68" y="152"/>
                    <a:pt x="68" y="152"/>
                    <a:pt x="68" y="152"/>
                  </a:cubicBezTo>
                  <a:cubicBezTo>
                    <a:pt x="75" y="149"/>
                    <a:pt x="75" y="149"/>
                    <a:pt x="75" y="149"/>
                  </a:cubicBezTo>
                  <a:cubicBezTo>
                    <a:pt x="73" y="144"/>
                    <a:pt x="70" y="140"/>
                    <a:pt x="67" y="136"/>
                  </a:cubicBezTo>
                  <a:cubicBezTo>
                    <a:pt x="66" y="134"/>
                    <a:pt x="66" y="134"/>
                    <a:pt x="66" y="134"/>
                  </a:cubicBezTo>
                  <a:cubicBezTo>
                    <a:pt x="67" y="129"/>
                    <a:pt x="69" y="126"/>
                    <a:pt x="71" y="122"/>
                  </a:cubicBezTo>
                  <a:cubicBezTo>
                    <a:pt x="72" y="119"/>
                    <a:pt x="72" y="116"/>
                    <a:pt x="72" y="114"/>
                  </a:cubicBezTo>
                  <a:cubicBezTo>
                    <a:pt x="71" y="101"/>
                    <a:pt x="71" y="101"/>
                    <a:pt x="71" y="101"/>
                  </a:cubicBezTo>
                  <a:cubicBezTo>
                    <a:pt x="73" y="95"/>
                    <a:pt x="76" y="88"/>
                    <a:pt x="78" y="82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9" y="79"/>
                    <a:pt x="89" y="79"/>
                    <a:pt x="89" y="79"/>
                  </a:cubicBezTo>
                  <a:cubicBezTo>
                    <a:pt x="89" y="61"/>
                    <a:pt x="89" y="61"/>
                    <a:pt x="89" y="61"/>
                  </a:cubicBezTo>
                  <a:cubicBezTo>
                    <a:pt x="89" y="56"/>
                    <a:pt x="89" y="56"/>
                    <a:pt x="89" y="56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13"/>
                    <a:pt x="7" y="19"/>
                    <a:pt x="8" y="25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2" name="Google Shape;72;p11"/>
            <p:cNvSpPr/>
            <p:nvPr/>
          </p:nvSpPr>
          <p:spPr>
            <a:xfrm>
              <a:off x="4873625" y="4117976"/>
              <a:ext cx="257175" cy="303213"/>
            </a:xfrm>
            <a:custGeom>
              <a:rect b="b" l="l" r="r" t="t"/>
              <a:pathLst>
                <a:path extrusionOk="0" h="113" w="96">
                  <a:moveTo>
                    <a:pt x="41" y="1"/>
                  </a:moveTo>
                  <a:cubicBezTo>
                    <a:pt x="40" y="6"/>
                    <a:pt x="40" y="6"/>
                    <a:pt x="40" y="6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36" y="15"/>
                    <a:pt x="33" y="15"/>
                    <a:pt x="3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4"/>
                    <a:pt x="20" y="12"/>
                    <a:pt x="20" y="11"/>
                  </a:cubicBezTo>
                  <a:cubicBezTo>
                    <a:pt x="20" y="8"/>
                    <a:pt x="20" y="5"/>
                    <a:pt x="20" y="2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8"/>
                    <a:pt x="6" y="12"/>
                    <a:pt x="7" y="17"/>
                  </a:cubicBezTo>
                  <a:cubicBezTo>
                    <a:pt x="8" y="22"/>
                    <a:pt x="9" y="26"/>
                    <a:pt x="11" y="31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3" y="47"/>
                    <a:pt x="3" y="47"/>
                    <a:pt x="3" y="47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1" y="54"/>
                    <a:pt x="3" y="56"/>
                    <a:pt x="5" y="60"/>
                  </a:cubicBezTo>
                  <a:cubicBezTo>
                    <a:pt x="8" y="67"/>
                    <a:pt x="11" y="74"/>
                    <a:pt x="14" y="81"/>
                  </a:cubicBezTo>
                  <a:cubicBezTo>
                    <a:pt x="14" y="81"/>
                    <a:pt x="14" y="82"/>
                    <a:pt x="14" y="83"/>
                  </a:cubicBezTo>
                  <a:cubicBezTo>
                    <a:pt x="15" y="84"/>
                    <a:pt x="16" y="84"/>
                    <a:pt x="17" y="85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21" y="88"/>
                    <a:pt x="24" y="89"/>
                    <a:pt x="26" y="90"/>
                  </a:cubicBezTo>
                  <a:cubicBezTo>
                    <a:pt x="28" y="91"/>
                    <a:pt x="29" y="92"/>
                    <a:pt x="32" y="93"/>
                  </a:cubicBezTo>
                  <a:cubicBezTo>
                    <a:pt x="32" y="93"/>
                    <a:pt x="32" y="93"/>
                    <a:pt x="32" y="93"/>
                  </a:cubicBezTo>
                  <a:cubicBezTo>
                    <a:pt x="32" y="93"/>
                    <a:pt x="33" y="93"/>
                    <a:pt x="33" y="94"/>
                  </a:cubicBezTo>
                  <a:cubicBezTo>
                    <a:pt x="34" y="89"/>
                    <a:pt x="34" y="89"/>
                    <a:pt x="34" y="89"/>
                  </a:cubicBezTo>
                  <a:cubicBezTo>
                    <a:pt x="36" y="88"/>
                    <a:pt x="36" y="88"/>
                    <a:pt x="36" y="88"/>
                  </a:cubicBezTo>
                  <a:cubicBezTo>
                    <a:pt x="38" y="91"/>
                    <a:pt x="39" y="94"/>
                    <a:pt x="39" y="97"/>
                  </a:cubicBezTo>
                  <a:cubicBezTo>
                    <a:pt x="40" y="100"/>
                    <a:pt x="41" y="103"/>
                    <a:pt x="41" y="106"/>
                  </a:cubicBezTo>
                  <a:cubicBezTo>
                    <a:pt x="48" y="111"/>
                    <a:pt x="48" y="111"/>
                    <a:pt x="48" y="111"/>
                  </a:cubicBezTo>
                  <a:cubicBezTo>
                    <a:pt x="48" y="113"/>
                    <a:pt x="48" y="113"/>
                    <a:pt x="48" y="113"/>
                  </a:cubicBezTo>
                  <a:cubicBezTo>
                    <a:pt x="65" y="111"/>
                    <a:pt x="65" y="111"/>
                    <a:pt x="65" y="111"/>
                  </a:cubicBezTo>
                  <a:cubicBezTo>
                    <a:pt x="96" y="97"/>
                    <a:pt x="96" y="97"/>
                    <a:pt x="96" y="97"/>
                  </a:cubicBezTo>
                  <a:cubicBezTo>
                    <a:pt x="85" y="86"/>
                    <a:pt x="85" y="86"/>
                    <a:pt x="85" y="86"/>
                  </a:cubicBezTo>
                  <a:cubicBezTo>
                    <a:pt x="86" y="80"/>
                    <a:pt x="86" y="74"/>
                    <a:pt x="86" y="69"/>
                  </a:cubicBezTo>
                  <a:cubicBezTo>
                    <a:pt x="86" y="66"/>
                    <a:pt x="86" y="64"/>
                    <a:pt x="85" y="62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8" y="54"/>
                    <a:pt x="87" y="53"/>
                    <a:pt x="86" y="52"/>
                  </a:cubicBezTo>
                  <a:cubicBezTo>
                    <a:pt x="85" y="50"/>
                    <a:pt x="84" y="48"/>
                    <a:pt x="82" y="47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71" y="35"/>
                    <a:pt x="71" y="35"/>
                    <a:pt x="71" y="35"/>
                  </a:cubicBezTo>
                  <a:cubicBezTo>
                    <a:pt x="69" y="28"/>
                    <a:pt x="69" y="28"/>
                    <a:pt x="69" y="28"/>
                  </a:cubicBezTo>
                  <a:lnTo>
                    <a:pt x="41" y="1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3" name="Google Shape;73;p11"/>
            <p:cNvSpPr/>
            <p:nvPr/>
          </p:nvSpPr>
          <p:spPr>
            <a:xfrm>
              <a:off x="4883150" y="4826001"/>
              <a:ext cx="44450" cy="60325"/>
            </a:xfrm>
            <a:custGeom>
              <a:rect b="b" l="l" r="r" t="t"/>
              <a:pathLst>
                <a:path extrusionOk="0" h="38" w="28">
                  <a:moveTo>
                    <a:pt x="22" y="38"/>
                  </a:moveTo>
                  <a:lnTo>
                    <a:pt x="9" y="36"/>
                  </a:lnTo>
                  <a:lnTo>
                    <a:pt x="0" y="14"/>
                  </a:lnTo>
                  <a:lnTo>
                    <a:pt x="9" y="0"/>
                  </a:lnTo>
                  <a:lnTo>
                    <a:pt x="22" y="4"/>
                  </a:lnTo>
                  <a:lnTo>
                    <a:pt x="28" y="26"/>
                  </a:lnTo>
                  <a:lnTo>
                    <a:pt x="22" y="38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4" name="Google Shape;74;p11"/>
            <p:cNvSpPr/>
            <p:nvPr/>
          </p:nvSpPr>
          <p:spPr>
            <a:xfrm>
              <a:off x="4706936" y="3736976"/>
              <a:ext cx="287337" cy="241300"/>
            </a:xfrm>
            <a:custGeom>
              <a:rect b="b" l="l" r="r" t="t"/>
              <a:pathLst>
                <a:path extrusionOk="0" h="152" w="181">
                  <a:moveTo>
                    <a:pt x="0" y="57"/>
                  </a:moveTo>
                  <a:lnTo>
                    <a:pt x="30" y="45"/>
                  </a:lnTo>
                  <a:lnTo>
                    <a:pt x="35" y="35"/>
                  </a:lnTo>
                  <a:lnTo>
                    <a:pt x="47" y="35"/>
                  </a:lnTo>
                  <a:lnTo>
                    <a:pt x="57" y="50"/>
                  </a:lnTo>
                  <a:lnTo>
                    <a:pt x="78" y="50"/>
                  </a:lnTo>
                  <a:lnTo>
                    <a:pt x="93" y="54"/>
                  </a:lnTo>
                  <a:lnTo>
                    <a:pt x="105" y="40"/>
                  </a:lnTo>
                  <a:lnTo>
                    <a:pt x="113" y="35"/>
                  </a:lnTo>
                  <a:lnTo>
                    <a:pt x="125" y="45"/>
                  </a:lnTo>
                  <a:lnTo>
                    <a:pt x="132" y="45"/>
                  </a:lnTo>
                  <a:lnTo>
                    <a:pt x="144" y="23"/>
                  </a:lnTo>
                  <a:lnTo>
                    <a:pt x="144" y="5"/>
                  </a:lnTo>
                  <a:lnTo>
                    <a:pt x="159" y="0"/>
                  </a:lnTo>
                  <a:lnTo>
                    <a:pt x="159" y="27"/>
                  </a:lnTo>
                  <a:lnTo>
                    <a:pt x="174" y="40"/>
                  </a:lnTo>
                  <a:lnTo>
                    <a:pt x="169" y="62"/>
                  </a:lnTo>
                  <a:lnTo>
                    <a:pt x="159" y="77"/>
                  </a:lnTo>
                  <a:lnTo>
                    <a:pt x="167" y="82"/>
                  </a:lnTo>
                  <a:lnTo>
                    <a:pt x="176" y="116"/>
                  </a:lnTo>
                  <a:lnTo>
                    <a:pt x="181" y="123"/>
                  </a:lnTo>
                  <a:lnTo>
                    <a:pt x="181" y="135"/>
                  </a:lnTo>
                  <a:lnTo>
                    <a:pt x="164" y="137"/>
                  </a:lnTo>
                  <a:lnTo>
                    <a:pt x="159" y="143"/>
                  </a:lnTo>
                  <a:lnTo>
                    <a:pt x="133" y="150"/>
                  </a:lnTo>
                  <a:lnTo>
                    <a:pt x="123" y="143"/>
                  </a:lnTo>
                  <a:lnTo>
                    <a:pt x="113" y="152"/>
                  </a:lnTo>
                  <a:lnTo>
                    <a:pt x="93" y="140"/>
                  </a:lnTo>
                  <a:lnTo>
                    <a:pt x="81" y="143"/>
                  </a:lnTo>
                  <a:lnTo>
                    <a:pt x="51" y="123"/>
                  </a:lnTo>
                  <a:lnTo>
                    <a:pt x="17" y="76"/>
                  </a:lnTo>
                  <a:lnTo>
                    <a:pt x="7" y="71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5" name="Google Shape;75;p11"/>
            <p:cNvSpPr/>
            <p:nvPr/>
          </p:nvSpPr>
          <p:spPr>
            <a:xfrm>
              <a:off x="4664075" y="3414714"/>
              <a:ext cx="412750" cy="412750"/>
            </a:xfrm>
            <a:custGeom>
              <a:rect b="b" l="l" r="r" t="t"/>
              <a:pathLst>
                <a:path extrusionOk="0" h="154" w="154">
                  <a:moveTo>
                    <a:pt x="123" y="5"/>
                  </a:moveTo>
                  <a:cubicBezTo>
                    <a:pt x="120" y="7"/>
                    <a:pt x="120" y="7"/>
                    <a:pt x="120" y="7"/>
                  </a:cubicBezTo>
                  <a:cubicBezTo>
                    <a:pt x="119" y="9"/>
                    <a:pt x="119" y="9"/>
                    <a:pt x="119" y="9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42"/>
                    <a:pt x="24" y="42"/>
                    <a:pt x="24" y="42"/>
                  </a:cubicBezTo>
                  <a:cubicBezTo>
                    <a:pt x="23" y="44"/>
                    <a:pt x="23" y="45"/>
                    <a:pt x="23" y="48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3" y="71"/>
                    <a:pt x="23" y="71"/>
                    <a:pt x="23" y="71"/>
                  </a:cubicBezTo>
                  <a:cubicBezTo>
                    <a:pt x="15" y="71"/>
                    <a:pt x="15" y="71"/>
                    <a:pt x="15" y="71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10" y="80"/>
                    <a:pt x="7" y="87"/>
                    <a:pt x="5" y="93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4" y="112"/>
                    <a:pt x="2" y="119"/>
                    <a:pt x="0" y="126"/>
                  </a:cubicBezTo>
                  <a:cubicBezTo>
                    <a:pt x="1" y="128"/>
                    <a:pt x="1" y="128"/>
                    <a:pt x="1" y="128"/>
                  </a:cubicBezTo>
                  <a:cubicBezTo>
                    <a:pt x="2" y="129"/>
                    <a:pt x="9" y="141"/>
                    <a:pt x="9" y="141"/>
                  </a:cubicBezTo>
                  <a:cubicBezTo>
                    <a:pt x="16" y="154"/>
                    <a:pt x="16" y="154"/>
                    <a:pt x="16" y="154"/>
                  </a:cubicBezTo>
                  <a:cubicBezTo>
                    <a:pt x="34" y="147"/>
                    <a:pt x="34" y="147"/>
                    <a:pt x="34" y="147"/>
                  </a:cubicBezTo>
                  <a:cubicBezTo>
                    <a:pt x="37" y="141"/>
                    <a:pt x="37" y="141"/>
                    <a:pt x="37" y="141"/>
                  </a:cubicBezTo>
                  <a:cubicBezTo>
                    <a:pt x="44" y="141"/>
                    <a:pt x="44" y="141"/>
                    <a:pt x="44" y="141"/>
                  </a:cubicBezTo>
                  <a:cubicBezTo>
                    <a:pt x="50" y="150"/>
                    <a:pt x="50" y="150"/>
                    <a:pt x="50" y="150"/>
                  </a:cubicBezTo>
                  <a:cubicBezTo>
                    <a:pt x="62" y="150"/>
                    <a:pt x="62" y="150"/>
                    <a:pt x="62" y="150"/>
                  </a:cubicBezTo>
                  <a:cubicBezTo>
                    <a:pt x="71" y="152"/>
                    <a:pt x="71" y="152"/>
                    <a:pt x="71" y="152"/>
                  </a:cubicBezTo>
                  <a:cubicBezTo>
                    <a:pt x="78" y="144"/>
                    <a:pt x="78" y="144"/>
                    <a:pt x="78" y="144"/>
                  </a:cubicBezTo>
                  <a:cubicBezTo>
                    <a:pt x="83" y="141"/>
                    <a:pt x="83" y="141"/>
                    <a:pt x="83" y="141"/>
                  </a:cubicBezTo>
                  <a:cubicBezTo>
                    <a:pt x="90" y="147"/>
                    <a:pt x="90" y="147"/>
                    <a:pt x="90" y="147"/>
                  </a:cubicBezTo>
                  <a:cubicBezTo>
                    <a:pt x="94" y="147"/>
                    <a:pt x="94" y="147"/>
                    <a:pt x="94" y="147"/>
                  </a:cubicBezTo>
                  <a:cubicBezTo>
                    <a:pt x="101" y="134"/>
                    <a:pt x="101" y="134"/>
                    <a:pt x="101" y="134"/>
                  </a:cubicBezTo>
                  <a:cubicBezTo>
                    <a:pt x="101" y="123"/>
                    <a:pt x="101" y="123"/>
                    <a:pt x="101" y="123"/>
                  </a:cubicBezTo>
                  <a:cubicBezTo>
                    <a:pt x="110" y="120"/>
                    <a:pt x="110" y="120"/>
                    <a:pt x="110" y="120"/>
                  </a:cubicBezTo>
                  <a:cubicBezTo>
                    <a:pt x="110" y="136"/>
                    <a:pt x="110" y="136"/>
                    <a:pt x="110" y="136"/>
                  </a:cubicBezTo>
                  <a:cubicBezTo>
                    <a:pt x="119" y="144"/>
                    <a:pt x="119" y="144"/>
                    <a:pt x="119" y="144"/>
                  </a:cubicBezTo>
                  <a:cubicBezTo>
                    <a:pt x="120" y="140"/>
                    <a:pt x="120" y="140"/>
                    <a:pt x="120" y="140"/>
                  </a:cubicBezTo>
                  <a:cubicBezTo>
                    <a:pt x="122" y="131"/>
                    <a:pt x="124" y="122"/>
                    <a:pt x="126" y="113"/>
                  </a:cubicBezTo>
                  <a:cubicBezTo>
                    <a:pt x="128" y="105"/>
                    <a:pt x="130" y="97"/>
                    <a:pt x="133" y="89"/>
                  </a:cubicBezTo>
                  <a:cubicBezTo>
                    <a:pt x="142" y="69"/>
                    <a:pt x="142" y="69"/>
                    <a:pt x="142" y="69"/>
                  </a:cubicBezTo>
                  <a:cubicBezTo>
                    <a:pt x="148" y="66"/>
                    <a:pt x="148" y="66"/>
                    <a:pt x="148" y="66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0" y="51"/>
                    <a:pt x="147" y="48"/>
                    <a:pt x="143" y="45"/>
                  </a:cubicBezTo>
                  <a:cubicBezTo>
                    <a:pt x="142" y="37"/>
                    <a:pt x="141" y="30"/>
                    <a:pt x="140" y="23"/>
                  </a:cubicBezTo>
                  <a:cubicBezTo>
                    <a:pt x="140" y="20"/>
                    <a:pt x="139" y="18"/>
                    <a:pt x="138" y="16"/>
                  </a:cubicBezTo>
                  <a:cubicBezTo>
                    <a:pt x="135" y="11"/>
                    <a:pt x="131" y="5"/>
                    <a:pt x="127" y="0"/>
                  </a:cubicBezTo>
                  <a:cubicBezTo>
                    <a:pt x="126" y="2"/>
                    <a:pt x="124" y="4"/>
                    <a:pt x="123" y="5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6" name="Google Shape;76;p11"/>
            <p:cNvSpPr/>
            <p:nvPr/>
          </p:nvSpPr>
          <p:spPr>
            <a:xfrm>
              <a:off x="4664075" y="3414714"/>
              <a:ext cx="412750" cy="412750"/>
            </a:xfrm>
            <a:custGeom>
              <a:rect b="b" l="l" r="r" t="t"/>
              <a:pathLst>
                <a:path extrusionOk="0" h="154" w="154">
                  <a:moveTo>
                    <a:pt x="123" y="5"/>
                  </a:moveTo>
                  <a:cubicBezTo>
                    <a:pt x="120" y="7"/>
                    <a:pt x="120" y="7"/>
                    <a:pt x="120" y="7"/>
                  </a:cubicBezTo>
                  <a:cubicBezTo>
                    <a:pt x="119" y="9"/>
                    <a:pt x="119" y="9"/>
                    <a:pt x="119" y="9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42"/>
                    <a:pt x="24" y="42"/>
                    <a:pt x="24" y="42"/>
                  </a:cubicBezTo>
                  <a:cubicBezTo>
                    <a:pt x="23" y="44"/>
                    <a:pt x="23" y="45"/>
                    <a:pt x="23" y="48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3" y="71"/>
                    <a:pt x="23" y="71"/>
                    <a:pt x="23" y="71"/>
                  </a:cubicBezTo>
                  <a:cubicBezTo>
                    <a:pt x="15" y="71"/>
                    <a:pt x="15" y="71"/>
                    <a:pt x="15" y="71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10" y="80"/>
                    <a:pt x="7" y="87"/>
                    <a:pt x="5" y="93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4" y="112"/>
                    <a:pt x="2" y="119"/>
                    <a:pt x="0" y="126"/>
                  </a:cubicBezTo>
                  <a:cubicBezTo>
                    <a:pt x="1" y="128"/>
                    <a:pt x="1" y="128"/>
                    <a:pt x="1" y="128"/>
                  </a:cubicBezTo>
                  <a:cubicBezTo>
                    <a:pt x="2" y="129"/>
                    <a:pt x="9" y="141"/>
                    <a:pt x="9" y="141"/>
                  </a:cubicBezTo>
                  <a:cubicBezTo>
                    <a:pt x="16" y="154"/>
                    <a:pt x="16" y="154"/>
                    <a:pt x="16" y="154"/>
                  </a:cubicBezTo>
                  <a:cubicBezTo>
                    <a:pt x="34" y="147"/>
                    <a:pt x="34" y="147"/>
                    <a:pt x="34" y="147"/>
                  </a:cubicBezTo>
                  <a:cubicBezTo>
                    <a:pt x="37" y="141"/>
                    <a:pt x="37" y="141"/>
                    <a:pt x="37" y="141"/>
                  </a:cubicBezTo>
                  <a:cubicBezTo>
                    <a:pt x="44" y="141"/>
                    <a:pt x="44" y="141"/>
                    <a:pt x="44" y="141"/>
                  </a:cubicBezTo>
                  <a:cubicBezTo>
                    <a:pt x="50" y="150"/>
                    <a:pt x="50" y="150"/>
                    <a:pt x="50" y="150"/>
                  </a:cubicBezTo>
                  <a:cubicBezTo>
                    <a:pt x="62" y="150"/>
                    <a:pt x="62" y="150"/>
                    <a:pt x="62" y="150"/>
                  </a:cubicBezTo>
                  <a:cubicBezTo>
                    <a:pt x="71" y="152"/>
                    <a:pt x="71" y="152"/>
                    <a:pt x="71" y="152"/>
                  </a:cubicBezTo>
                  <a:cubicBezTo>
                    <a:pt x="78" y="144"/>
                    <a:pt x="78" y="144"/>
                    <a:pt x="78" y="144"/>
                  </a:cubicBezTo>
                  <a:cubicBezTo>
                    <a:pt x="83" y="141"/>
                    <a:pt x="83" y="141"/>
                    <a:pt x="83" y="141"/>
                  </a:cubicBezTo>
                  <a:cubicBezTo>
                    <a:pt x="90" y="147"/>
                    <a:pt x="90" y="147"/>
                    <a:pt x="90" y="147"/>
                  </a:cubicBezTo>
                  <a:cubicBezTo>
                    <a:pt x="94" y="147"/>
                    <a:pt x="94" y="147"/>
                    <a:pt x="94" y="147"/>
                  </a:cubicBezTo>
                  <a:cubicBezTo>
                    <a:pt x="101" y="134"/>
                    <a:pt x="101" y="134"/>
                    <a:pt x="101" y="134"/>
                  </a:cubicBezTo>
                  <a:cubicBezTo>
                    <a:pt x="101" y="123"/>
                    <a:pt x="101" y="123"/>
                    <a:pt x="101" y="123"/>
                  </a:cubicBezTo>
                  <a:cubicBezTo>
                    <a:pt x="110" y="120"/>
                    <a:pt x="110" y="120"/>
                    <a:pt x="110" y="120"/>
                  </a:cubicBezTo>
                  <a:cubicBezTo>
                    <a:pt x="110" y="136"/>
                    <a:pt x="110" y="136"/>
                    <a:pt x="110" y="136"/>
                  </a:cubicBezTo>
                  <a:cubicBezTo>
                    <a:pt x="119" y="144"/>
                    <a:pt x="119" y="144"/>
                    <a:pt x="119" y="144"/>
                  </a:cubicBezTo>
                  <a:cubicBezTo>
                    <a:pt x="120" y="140"/>
                    <a:pt x="120" y="140"/>
                    <a:pt x="120" y="140"/>
                  </a:cubicBezTo>
                  <a:cubicBezTo>
                    <a:pt x="122" y="131"/>
                    <a:pt x="124" y="122"/>
                    <a:pt x="126" y="113"/>
                  </a:cubicBezTo>
                  <a:cubicBezTo>
                    <a:pt x="128" y="105"/>
                    <a:pt x="130" y="97"/>
                    <a:pt x="133" y="89"/>
                  </a:cubicBezTo>
                  <a:cubicBezTo>
                    <a:pt x="142" y="69"/>
                    <a:pt x="142" y="69"/>
                    <a:pt x="142" y="69"/>
                  </a:cubicBezTo>
                  <a:cubicBezTo>
                    <a:pt x="148" y="66"/>
                    <a:pt x="148" y="66"/>
                    <a:pt x="148" y="66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50" y="51"/>
                    <a:pt x="147" y="48"/>
                    <a:pt x="143" y="45"/>
                  </a:cubicBezTo>
                  <a:cubicBezTo>
                    <a:pt x="142" y="37"/>
                    <a:pt x="141" y="30"/>
                    <a:pt x="140" y="23"/>
                  </a:cubicBezTo>
                  <a:cubicBezTo>
                    <a:pt x="140" y="20"/>
                    <a:pt x="139" y="18"/>
                    <a:pt x="138" y="16"/>
                  </a:cubicBezTo>
                  <a:cubicBezTo>
                    <a:pt x="135" y="11"/>
                    <a:pt x="131" y="5"/>
                    <a:pt x="127" y="0"/>
                  </a:cubicBezTo>
                  <a:cubicBezTo>
                    <a:pt x="126" y="2"/>
                    <a:pt x="124" y="4"/>
                    <a:pt x="123" y="5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7" name="Google Shape;77;p11"/>
            <p:cNvSpPr/>
            <p:nvPr/>
          </p:nvSpPr>
          <p:spPr>
            <a:xfrm>
              <a:off x="5138736" y="3738564"/>
              <a:ext cx="255587" cy="384175"/>
            </a:xfrm>
            <a:custGeom>
              <a:rect b="b" l="l" r="r" t="t"/>
              <a:pathLst>
                <a:path extrusionOk="0" h="143" w="95">
                  <a:moveTo>
                    <a:pt x="87" y="0"/>
                  </a:moveTo>
                  <a:cubicBezTo>
                    <a:pt x="86" y="2"/>
                    <a:pt x="83" y="2"/>
                    <a:pt x="81" y="2"/>
                  </a:cubicBezTo>
                  <a:cubicBezTo>
                    <a:pt x="74" y="4"/>
                    <a:pt x="66" y="5"/>
                    <a:pt x="59" y="5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6" y="21"/>
                    <a:pt x="18" y="23"/>
                    <a:pt x="20" y="26"/>
                  </a:cubicBezTo>
                  <a:cubicBezTo>
                    <a:pt x="28" y="32"/>
                    <a:pt x="36" y="38"/>
                    <a:pt x="44" y="44"/>
                  </a:cubicBezTo>
                  <a:cubicBezTo>
                    <a:pt x="47" y="46"/>
                    <a:pt x="50" y="47"/>
                    <a:pt x="53" y="48"/>
                  </a:cubicBezTo>
                  <a:cubicBezTo>
                    <a:pt x="33" y="73"/>
                    <a:pt x="33" y="73"/>
                    <a:pt x="33" y="73"/>
                  </a:cubicBezTo>
                  <a:cubicBezTo>
                    <a:pt x="26" y="72"/>
                    <a:pt x="26" y="72"/>
                    <a:pt x="26" y="72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8"/>
                    <a:pt x="14" y="79"/>
                    <a:pt x="13" y="80"/>
                  </a:cubicBezTo>
                  <a:cubicBezTo>
                    <a:pt x="11" y="82"/>
                    <a:pt x="10" y="84"/>
                    <a:pt x="8" y="86"/>
                  </a:cubicBezTo>
                  <a:cubicBezTo>
                    <a:pt x="7" y="88"/>
                    <a:pt x="5" y="91"/>
                    <a:pt x="2" y="94"/>
                  </a:cubicBezTo>
                  <a:cubicBezTo>
                    <a:pt x="1" y="97"/>
                    <a:pt x="1" y="97"/>
                    <a:pt x="1" y="97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7" y="143"/>
                    <a:pt x="7" y="143"/>
                    <a:pt x="7" y="143"/>
                  </a:cubicBezTo>
                  <a:cubicBezTo>
                    <a:pt x="17" y="132"/>
                    <a:pt x="27" y="121"/>
                    <a:pt x="37" y="109"/>
                  </a:cubicBezTo>
                  <a:cubicBezTo>
                    <a:pt x="46" y="96"/>
                    <a:pt x="55" y="83"/>
                    <a:pt x="64" y="69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2" y="36"/>
                    <a:pt x="83" y="32"/>
                    <a:pt x="85" y="28"/>
                  </a:cubicBezTo>
                  <a:cubicBezTo>
                    <a:pt x="86" y="26"/>
                    <a:pt x="86" y="24"/>
                    <a:pt x="86" y="23"/>
                  </a:cubicBezTo>
                  <a:cubicBezTo>
                    <a:pt x="89" y="19"/>
                    <a:pt x="89" y="19"/>
                    <a:pt x="89" y="19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1" y="15"/>
                    <a:pt x="91" y="15"/>
                    <a:pt x="91" y="15"/>
                  </a:cubicBezTo>
                  <a:cubicBezTo>
                    <a:pt x="93" y="3"/>
                    <a:pt x="93" y="3"/>
                    <a:pt x="93" y="3"/>
                  </a:cubicBezTo>
                  <a:lnTo>
                    <a:pt x="87" y="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8" name="Google Shape;78;p11"/>
            <p:cNvSpPr/>
            <p:nvPr/>
          </p:nvSpPr>
          <p:spPr>
            <a:xfrm>
              <a:off x="3829049" y="3797301"/>
              <a:ext cx="88900" cy="84138"/>
            </a:xfrm>
            <a:custGeom>
              <a:rect b="b" l="l" r="r" t="t"/>
              <a:pathLst>
                <a:path extrusionOk="0" h="31" w="33">
                  <a:moveTo>
                    <a:pt x="33" y="15"/>
                  </a:moveTo>
                  <a:cubicBezTo>
                    <a:pt x="29" y="2"/>
                    <a:pt x="29" y="2"/>
                    <a:pt x="29" y="2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3"/>
                    <a:pt x="2" y="14"/>
                    <a:pt x="3" y="15"/>
                  </a:cubicBezTo>
                  <a:cubicBezTo>
                    <a:pt x="5" y="17"/>
                    <a:pt x="6" y="19"/>
                    <a:pt x="7" y="21"/>
                  </a:cubicBezTo>
                  <a:cubicBezTo>
                    <a:pt x="8" y="23"/>
                    <a:pt x="9" y="24"/>
                    <a:pt x="10" y="26"/>
                  </a:cubicBezTo>
                  <a:cubicBezTo>
                    <a:pt x="22" y="31"/>
                    <a:pt x="22" y="31"/>
                    <a:pt x="22" y="31"/>
                  </a:cubicBezTo>
                  <a:lnTo>
                    <a:pt x="33" y="15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79" name="Google Shape;79;p11"/>
            <p:cNvSpPr/>
            <p:nvPr/>
          </p:nvSpPr>
          <p:spPr>
            <a:xfrm>
              <a:off x="3740149" y="3602039"/>
              <a:ext cx="163512" cy="139700"/>
            </a:xfrm>
            <a:custGeom>
              <a:rect b="b" l="l" r="r" t="t"/>
              <a:pathLst>
                <a:path extrusionOk="0" h="52" w="61">
                  <a:moveTo>
                    <a:pt x="35" y="2"/>
                  </a:moveTo>
                  <a:cubicBezTo>
                    <a:pt x="33" y="2"/>
                    <a:pt x="33" y="2"/>
                    <a:pt x="33" y="2"/>
                  </a:cubicBezTo>
                  <a:cubicBezTo>
                    <a:pt x="28" y="1"/>
                    <a:pt x="18" y="0"/>
                    <a:pt x="18" y="0"/>
                  </a:cubicBezTo>
                  <a:cubicBezTo>
                    <a:pt x="18" y="0"/>
                    <a:pt x="12" y="1"/>
                    <a:pt x="9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7" y="7"/>
                    <a:pt x="5" y="13"/>
                    <a:pt x="3" y="17"/>
                  </a:cubicBezTo>
                  <a:cubicBezTo>
                    <a:pt x="2" y="19"/>
                    <a:pt x="1" y="20"/>
                    <a:pt x="0" y="22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11" y="32"/>
                    <a:pt x="16" y="31"/>
                    <a:pt x="20" y="31"/>
                  </a:cubicBezTo>
                  <a:cubicBezTo>
                    <a:pt x="26" y="30"/>
                    <a:pt x="31" y="30"/>
                    <a:pt x="37" y="30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28" y="39"/>
                    <a:pt x="18" y="41"/>
                    <a:pt x="8" y="43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6" y="51"/>
                    <a:pt x="21" y="49"/>
                    <a:pt x="26" y="47"/>
                  </a:cubicBezTo>
                  <a:cubicBezTo>
                    <a:pt x="30" y="46"/>
                    <a:pt x="35" y="45"/>
                    <a:pt x="40" y="44"/>
                  </a:cubicBezTo>
                  <a:cubicBezTo>
                    <a:pt x="61" y="45"/>
                    <a:pt x="61" y="45"/>
                    <a:pt x="61" y="4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56" y="24"/>
                    <a:pt x="56" y="24"/>
                    <a:pt x="56" y="24"/>
                  </a:cubicBezTo>
                  <a:lnTo>
                    <a:pt x="35" y="2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80" name="Google Shape;80;p11"/>
            <p:cNvSpPr/>
            <p:nvPr/>
          </p:nvSpPr>
          <p:spPr>
            <a:xfrm>
              <a:off x="4859336" y="4117976"/>
              <a:ext cx="30162" cy="61913"/>
            </a:xfrm>
            <a:custGeom>
              <a:rect b="b" l="l" r="r" t="t"/>
              <a:pathLst>
                <a:path extrusionOk="0" h="39" w="19">
                  <a:moveTo>
                    <a:pt x="19" y="1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0" y="37"/>
                  </a:lnTo>
                  <a:lnTo>
                    <a:pt x="4" y="37"/>
                  </a:lnTo>
                  <a:lnTo>
                    <a:pt x="4" y="39"/>
                  </a:lnTo>
                  <a:lnTo>
                    <a:pt x="17" y="29"/>
                  </a:lnTo>
                  <a:lnTo>
                    <a:pt x="19" y="5"/>
                  </a:lnTo>
                  <a:lnTo>
                    <a:pt x="19" y="1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81" name="Google Shape;81;p11"/>
            <p:cNvSpPr/>
            <p:nvPr/>
          </p:nvSpPr>
          <p:spPr>
            <a:xfrm>
              <a:off x="4459287" y="3932239"/>
              <a:ext cx="446087" cy="539750"/>
            </a:xfrm>
            <a:custGeom>
              <a:rect b="b" l="l" r="r" t="t"/>
              <a:pathLst>
                <a:path extrusionOk="0" h="201" w="166">
                  <a:moveTo>
                    <a:pt x="38" y="77"/>
                  </a:moveTo>
                  <a:cubicBezTo>
                    <a:pt x="36" y="83"/>
                    <a:pt x="27" y="100"/>
                    <a:pt x="27" y="100"/>
                  </a:cubicBezTo>
                  <a:cubicBezTo>
                    <a:pt x="25" y="101"/>
                    <a:pt x="25" y="101"/>
                    <a:pt x="25" y="101"/>
                  </a:cubicBezTo>
                  <a:cubicBezTo>
                    <a:pt x="21" y="103"/>
                    <a:pt x="17" y="105"/>
                    <a:pt x="14" y="107"/>
                  </a:cubicBezTo>
                  <a:cubicBezTo>
                    <a:pt x="5" y="113"/>
                    <a:pt x="5" y="113"/>
                    <a:pt x="5" y="113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2" y="120"/>
                    <a:pt x="2" y="120"/>
                    <a:pt x="2" y="120"/>
                  </a:cubicBezTo>
                  <a:cubicBezTo>
                    <a:pt x="3" y="120"/>
                    <a:pt x="3" y="120"/>
                    <a:pt x="3" y="120"/>
                  </a:cubicBezTo>
                  <a:cubicBezTo>
                    <a:pt x="1" y="124"/>
                    <a:pt x="1" y="124"/>
                    <a:pt x="1" y="124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13" y="125"/>
                    <a:pt x="26" y="123"/>
                    <a:pt x="39" y="121"/>
                  </a:cubicBezTo>
                  <a:cubicBezTo>
                    <a:pt x="46" y="137"/>
                    <a:pt x="46" y="137"/>
                    <a:pt x="46" y="137"/>
                  </a:cubicBezTo>
                  <a:cubicBezTo>
                    <a:pt x="58" y="136"/>
                    <a:pt x="58" y="136"/>
                    <a:pt x="58" y="136"/>
                  </a:cubicBezTo>
                  <a:cubicBezTo>
                    <a:pt x="64" y="124"/>
                    <a:pt x="64" y="124"/>
                    <a:pt x="64" y="124"/>
                  </a:cubicBezTo>
                  <a:cubicBezTo>
                    <a:pt x="81" y="125"/>
                    <a:pt x="81" y="125"/>
                    <a:pt x="81" y="125"/>
                  </a:cubicBezTo>
                  <a:cubicBezTo>
                    <a:pt x="84" y="136"/>
                    <a:pt x="87" y="147"/>
                    <a:pt x="90" y="158"/>
                  </a:cubicBezTo>
                  <a:cubicBezTo>
                    <a:pt x="92" y="162"/>
                    <a:pt x="92" y="162"/>
                    <a:pt x="92" y="162"/>
                  </a:cubicBezTo>
                  <a:cubicBezTo>
                    <a:pt x="93" y="177"/>
                    <a:pt x="93" y="177"/>
                    <a:pt x="93" y="177"/>
                  </a:cubicBezTo>
                  <a:cubicBezTo>
                    <a:pt x="96" y="177"/>
                    <a:pt x="99" y="177"/>
                    <a:pt x="101" y="177"/>
                  </a:cubicBezTo>
                  <a:cubicBezTo>
                    <a:pt x="101" y="177"/>
                    <a:pt x="101" y="177"/>
                    <a:pt x="101" y="177"/>
                  </a:cubicBezTo>
                  <a:cubicBezTo>
                    <a:pt x="106" y="177"/>
                    <a:pt x="106" y="177"/>
                    <a:pt x="106" y="177"/>
                  </a:cubicBezTo>
                  <a:cubicBezTo>
                    <a:pt x="108" y="177"/>
                    <a:pt x="108" y="177"/>
                    <a:pt x="108" y="177"/>
                  </a:cubicBezTo>
                  <a:cubicBezTo>
                    <a:pt x="113" y="182"/>
                    <a:pt x="119" y="186"/>
                    <a:pt x="124" y="191"/>
                  </a:cubicBezTo>
                  <a:cubicBezTo>
                    <a:pt x="130" y="190"/>
                    <a:pt x="130" y="190"/>
                    <a:pt x="130" y="190"/>
                  </a:cubicBezTo>
                  <a:cubicBezTo>
                    <a:pt x="134" y="192"/>
                    <a:pt x="138" y="194"/>
                    <a:pt x="142" y="197"/>
                  </a:cubicBezTo>
                  <a:cubicBezTo>
                    <a:pt x="143" y="198"/>
                    <a:pt x="145" y="200"/>
                    <a:pt x="146" y="201"/>
                  </a:cubicBezTo>
                  <a:cubicBezTo>
                    <a:pt x="153" y="201"/>
                    <a:pt x="153" y="201"/>
                    <a:pt x="153" y="201"/>
                  </a:cubicBezTo>
                  <a:cubicBezTo>
                    <a:pt x="153" y="187"/>
                    <a:pt x="153" y="187"/>
                    <a:pt x="153" y="187"/>
                  </a:cubicBezTo>
                  <a:cubicBezTo>
                    <a:pt x="142" y="188"/>
                    <a:pt x="142" y="188"/>
                    <a:pt x="142" y="188"/>
                  </a:cubicBezTo>
                  <a:cubicBezTo>
                    <a:pt x="136" y="182"/>
                    <a:pt x="136" y="182"/>
                    <a:pt x="136" y="182"/>
                  </a:cubicBezTo>
                  <a:cubicBezTo>
                    <a:pt x="137" y="148"/>
                    <a:pt x="137" y="148"/>
                    <a:pt x="137" y="148"/>
                  </a:cubicBezTo>
                  <a:cubicBezTo>
                    <a:pt x="149" y="142"/>
                    <a:pt x="149" y="142"/>
                    <a:pt x="149" y="142"/>
                  </a:cubicBezTo>
                  <a:cubicBezTo>
                    <a:pt x="161" y="145"/>
                    <a:pt x="161" y="145"/>
                    <a:pt x="161" y="145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5" y="139"/>
                    <a:pt x="155" y="139"/>
                    <a:pt x="155" y="139"/>
                  </a:cubicBezTo>
                  <a:cubicBezTo>
                    <a:pt x="154" y="136"/>
                    <a:pt x="153" y="134"/>
                    <a:pt x="152" y="131"/>
                  </a:cubicBezTo>
                  <a:cubicBezTo>
                    <a:pt x="150" y="128"/>
                    <a:pt x="149" y="124"/>
                    <a:pt x="148" y="121"/>
                  </a:cubicBezTo>
                  <a:cubicBezTo>
                    <a:pt x="148" y="116"/>
                    <a:pt x="148" y="111"/>
                    <a:pt x="148" y="106"/>
                  </a:cubicBezTo>
                  <a:cubicBezTo>
                    <a:pt x="148" y="101"/>
                    <a:pt x="148" y="96"/>
                    <a:pt x="148" y="91"/>
                  </a:cubicBezTo>
                  <a:cubicBezTo>
                    <a:pt x="149" y="91"/>
                    <a:pt x="149" y="91"/>
                    <a:pt x="149" y="91"/>
                  </a:cubicBezTo>
                  <a:cubicBezTo>
                    <a:pt x="149" y="69"/>
                    <a:pt x="149" y="69"/>
                    <a:pt x="149" y="69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53" y="64"/>
                    <a:pt x="154" y="58"/>
                    <a:pt x="155" y="53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7" y="48"/>
                    <a:pt x="158" y="43"/>
                    <a:pt x="161" y="38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2" y="38"/>
                    <a:pt x="162" y="38"/>
                    <a:pt x="162" y="38"/>
                  </a:cubicBezTo>
                  <a:cubicBezTo>
                    <a:pt x="166" y="31"/>
                    <a:pt x="166" y="31"/>
                    <a:pt x="166" y="31"/>
                  </a:cubicBezTo>
                  <a:cubicBezTo>
                    <a:pt x="160" y="27"/>
                    <a:pt x="160" y="27"/>
                    <a:pt x="160" y="27"/>
                  </a:cubicBezTo>
                  <a:cubicBezTo>
                    <a:pt x="159" y="17"/>
                    <a:pt x="159" y="17"/>
                    <a:pt x="159" y="17"/>
                  </a:cubicBezTo>
                  <a:cubicBezTo>
                    <a:pt x="147" y="10"/>
                    <a:pt x="147" y="10"/>
                    <a:pt x="147" y="10"/>
                  </a:cubicBezTo>
                  <a:cubicBezTo>
                    <a:pt x="140" y="12"/>
                    <a:pt x="140" y="12"/>
                    <a:pt x="140" y="12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00" y="5"/>
                    <a:pt x="100" y="5"/>
                    <a:pt x="100" y="5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69" y="4"/>
                    <a:pt x="69" y="4"/>
                    <a:pt x="69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47" y="60"/>
                    <a:pt x="47" y="60"/>
                    <a:pt x="47" y="60"/>
                  </a:cubicBezTo>
                  <a:cubicBezTo>
                    <a:pt x="47" y="60"/>
                    <a:pt x="41" y="72"/>
                    <a:pt x="38" y="77"/>
                  </a:cubicBez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82" name="Google Shape;82;p11"/>
            <p:cNvSpPr/>
            <p:nvPr/>
          </p:nvSpPr>
          <p:spPr>
            <a:xfrm>
              <a:off x="4513261" y="3792539"/>
              <a:ext cx="274637" cy="185738"/>
            </a:xfrm>
            <a:custGeom>
              <a:rect b="b" l="l" r="r" t="t"/>
              <a:pathLst>
                <a:path extrusionOk="0" h="69" w="102">
                  <a:moveTo>
                    <a:pt x="11" y="25"/>
                  </a:moveTo>
                  <a:cubicBezTo>
                    <a:pt x="5" y="23"/>
                    <a:pt x="5" y="23"/>
                    <a:pt x="5" y="23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3" y="40"/>
                    <a:pt x="5" y="45"/>
                    <a:pt x="8" y="50"/>
                  </a:cubicBezTo>
                  <a:cubicBezTo>
                    <a:pt x="10" y="54"/>
                    <a:pt x="12" y="58"/>
                    <a:pt x="14" y="61"/>
                  </a:cubicBezTo>
                  <a:cubicBezTo>
                    <a:pt x="16" y="64"/>
                    <a:pt x="18" y="67"/>
                    <a:pt x="21" y="69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41" y="64"/>
                    <a:pt x="41" y="64"/>
                    <a:pt x="41" y="64"/>
                  </a:cubicBezTo>
                  <a:cubicBezTo>
                    <a:pt x="44" y="57"/>
                    <a:pt x="44" y="57"/>
                    <a:pt x="44" y="57"/>
                  </a:cubicBezTo>
                  <a:cubicBezTo>
                    <a:pt x="49" y="56"/>
                    <a:pt x="49" y="56"/>
                    <a:pt x="49" y="56"/>
                  </a:cubicBezTo>
                  <a:cubicBezTo>
                    <a:pt x="55" y="64"/>
                    <a:pt x="55" y="64"/>
                    <a:pt x="55" y="64"/>
                  </a:cubicBezTo>
                  <a:cubicBezTo>
                    <a:pt x="75" y="62"/>
                    <a:pt x="75" y="62"/>
                    <a:pt x="75" y="62"/>
                  </a:cubicBezTo>
                  <a:cubicBezTo>
                    <a:pt x="80" y="57"/>
                    <a:pt x="80" y="57"/>
                    <a:pt x="80" y="57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76" y="21"/>
                    <a:pt x="76" y="21"/>
                    <a:pt x="76" y="21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4" y="16"/>
                    <a:pt x="73" y="14"/>
                    <a:pt x="72" y="12"/>
                  </a:cubicBezTo>
                  <a:cubicBezTo>
                    <a:pt x="70" y="8"/>
                    <a:pt x="68" y="4"/>
                    <a:pt x="65" y="0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44" y="15"/>
                    <a:pt x="37" y="17"/>
                    <a:pt x="30" y="20"/>
                  </a:cubicBezTo>
                  <a:cubicBezTo>
                    <a:pt x="28" y="20"/>
                    <a:pt x="26" y="22"/>
                    <a:pt x="24" y="23"/>
                  </a:cubicBezTo>
                  <a:lnTo>
                    <a:pt x="11" y="25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83" name="Google Shape;83;p11"/>
            <p:cNvSpPr/>
            <p:nvPr/>
          </p:nvSpPr>
          <p:spPr>
            <a:xfrm>
              <a:off x="4867274" y="3963989"/>
              <a:ext cx="120650" cy="155575"/>
            </a:xfrm>
            <a:custGeom>
              <a:rect b="b" l="l" r="r" t="t"/>
              <a:pathLst>
                <a:path extrusionOk="0" h="58" w="45">
                  <a:moveTo>
                    <a:pt x="0" y="57"/>
                  </a:moveTo>
                  <a:cubicBezTo>
                    <a:pt x="1" y="56"/>
                    <a:pt x="1" y="56"/>
                    <a:pt x="1" y="56"/>
                  </a:cubicBezTo>
                  <a:cubicBezTo>
                    <a:pt x="3" y="43"/>
                    <a:pt x="4" y="37"/>
                    <a:pt x="5" y="35"/>
                  </a:cubicBezTo>
                  <a:cubicBezTo>
                    <a:pt x="6" y="32"/>
                    <a:pt x="13" y="21"/>
                    <a:pt x="14" y="19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2" y="53"/>
                    <a:pt x="22" y="53"/>
                    <a:pt x="22" y="53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8" y="58"/>
                    <a:pt x="8" y="58"/>
                    <a:pt x="8" y="58"/>
                  </a:cubicBezTo>
                  <a:lnTo>
                    <a:pt x="0" y="57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84" name="Google Shape;84;p11"/>
            <p:cNvSpPr/>
            <p:nvPr/>
          </p:nvSpPr>
          <p:spPr>
            <a:xfrm>
              <a:off x="4237036" y="3684589"/>
              <a:ext cx="257175" cy="274638"/>
            </a:xfrm>
            <a:custGeom>
              <a:rect b="b" l="l" r="r" t="t"/>
              <a:pathLst>
                <a:path extrusionOk="0" h="102" w="96">
                  <a:moveTo>
                    <a:pt x="93" y="5"/>
                  </a:moveTo>
                  <a:cubicBezTo>
                    <a:pt x="81" y="7"/>
                    <a:pt x="81" y="7"/>
                    <a:pt x="81" y="7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65" y="5"/>
                    <a:pt x="65" y="5"/>
                    <a:pt x="65" y="5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5" y="10"/>
                    <a:pt x="52" y="10"/>
                    <a:pt x="49" y="11"/>
                  </a:cubicBezTo>
                  <a:cubicBezTo>
                    <a:pt x="46" y="11"/>
                    <a:pt x="43" y="12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34" y="2"/>
                    <a:pt x="34" y="2"/>
                    <a:pt x="34" y="2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4" y="80"/>
                    <a:pt x="7" y="80"/>
                    <a:pt x="10" y="82"/>
                  </a:cubicBezTo>
                  <a:cubicBezTo>
                    <a:pt x="15" y="84"/>
                    <a:pt x="17" y="89"/>
                    <a:pt x="15" y="96"/>
                  </a:cubicBezTo>
                  <a:cubicBezTo>
                    <a:pt x="18" y="101"/>
                    <a:pt x="18" y="101"/>
                    <a:pt x="18" y="101"/>
                  </a:cubicBezTo>
                  <a:cubicBezTo>
                    <a:pt x="23" y="102"/>
                    <a:pt x="23" y="102"/>
                    <a:pt x="23" y="102"/>
                  </a:cubicBezTo>
                  <a:cubicBezTo>
                    <a:pt x="36" y="102"/>
                    <a:pt x="36" y="102"/>
                    <a:pt x="36" y="102"/>
                  </a:cubicBezTo>
                  <a:cubicBezTo>
                    <a:pt x="42" y="100"/>
                    <a:pt x="42" y="100"/>
                    <a:pt x="42" y="100"/>
                  </a:cubicBezTo>
                  <a:cubicBezTo>
                    <a:pt x="39" y="94"/>
                    <a:pt x="39" y="94"/>
                    <a:pt x="39" y="94"/>
                  </a:cubicBezTo>
                  <a:cubicBezTo>
                    <a:pt x="40" y="92"/>
                    <a:pt x="40" y="92"/>
                    <a:pt x="40" y="92"/>
                  </a:cubicBezTo>
                  <a:cubicBezTo>
                    <a:pt x="46" y="98"/>
                    <a:pt x="46" y="98"/>
                    <a:pt x="46" y="98"/>
                  </a:cubicBezTo>
                  <a:cubicBezTo>
                    <a:pt x="48" y="98"/>
                    <a:pt x="48" y="98"/>
                    <a:pt x="48" y="98"/>
                  </a:cubicBezTo>
                  <a:cubicBezTo>
                    <a:pt x="49" y="96"/>
                    <a:pt x="49" y="96"/>
                    <a:pt x="49" y="96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60" y="79"/>
                    <a:pt x="60" y="79"/>
                    <a:pt x="60" y="79"/>
                  </a:cubicBezTo>
                  <a:cubicBezTo>
                    <a:pt x="67" y="76"/>
                    <a:pt x="67" y="76"/>
                    <a:pt x="67" y="76"/>
                  </a:cubicBezTo>
                  <a:cubicBezTo>
                    <a:pt x="68" y="76"/>
                    <a:pt x="68" y="76"/>
                    <a:pt x="68" y="76"/>
                  </a:cubicBezTo>
                  <a:cubicBezTo>
                    <a:pt x="72" y="78"/>
                    <a:pt x="72" y="78"/>
                    <a:pt x="72" y="78"/>
                  </a:cubicBezTo>
                  <a:cubicBezTo>
                    <a:pt x="84" y="58"/>
                    <a:pt x="84" y="58"/>
                    <a:pt x="84" y="58"/>
                  </a:cubicBezTo>
                  <a:cubicBezTo>
                    <a:pt x="91" y="28"/>
                    <a:pt x="91" y="28"/>
                    <a:pt x="91" y="28"/>
                  </a:cubicBezTo>
                  <a:cubicBezTo>
                    <a:pt x="96" y="22"/>
                    <a:pt x="96" y="22"/>
                    <a:pt x="96" y="22"/>
                  </a:cubicBezTo>
                  <a:cubicBezTo>
                    <a:pt x="96" y="14"/>
                    <a:pt x="96" y="14"/>
                    <a:pt x="96" y="14"/>
                  </a:cubicBezTo>
                  <a:lnTo>
                    <a:pt x="93" y="5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85" name="Google Shape;85;p11"/>
            <p:cNvSpPr/>
            <p:nvPr/>
          </p:nvSpPr>
          <p:spPr>
            <a:xfrm>
              <a:off x="4171949" y="3389314"/>
              <a:ext cx="344487" cy="349250"/>
            </a:xfrm>
            <a:custGeom>
              <a:rect b="b" l="l" r="r" t="t"/>
              <a:pathLst>
                <a:path extrusionOk="0" h="130" w="128">
                  <a:moveTo>
                    <a:pt x="128" y="37"/>
                  </a:moveTo>
                  <a:cubicBezTo>
                    <a:pt x="127" y="33"/>
                    <a:pt x="126" y="30"/>
                    <a:pt x="125" y="26"/>
                  </a:cubicBezTo>
                  <a:cubicBezTo>
                    <a:pt x="124" y="20"/>
                    <a:pt x="124" y="14"/>
                    <a:pt x="124" y="7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2" y="39"/>
                    <a:pt x="50" y="40"/>
                    <a:pt x="48" y="42"/>
                  </a:cubicBezTo>
                  <a:cubicBezTo>
                    <a:pt x="45" y="44"/>
                    <a:pt x="41" y="46"/>
                    <a:pt x="37" y="49"/>
                  </a:cubicBezTo>
                  <a:cubicBezTo>
                    <a:pt x="38" y="77"/>
                    <a:pt x="38" y="77"/>
                    <a:pt x="38" y="77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89"/>
                    <a:pt x="30" y="89"/>
                    <a:pt x="30" y="89"/>
                  </a:cubicBezTo>
                  <a:cubicBezTo>
                    <a:pt x="27" y="89"/>
                    <a:pt x="24" y="90"/>
                    <a:pt x="21" y="91"/>
                  </a:cubicBezTo>
                  <a:cubicBezTo>
                    <a:pt x="16" y="92"/>
                    <a:pt x="10" y="92"/>
                    <a:pt x="5" y="94"/>
                  </a:cubicBezTo>
                  <a:cubicBezTo>
                    <a:pt x="4" y="94"/>
                    <a:pt x="3" y="94"/>
                    <a:pt x="2" y="9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9" y="121"/>
                    <a:pt x="9" y="121"/>
                    <a:pt x="9" y="121"/>
                  </a:cubicBezTo>
                  <a:cubicBezTo>
                    <a:pt x="15" y="123"/>
                    <a:pt x="15" y="123"/>
                    <a:pt x="15" y="123"/>
                  </a:cubicBezTo>
                  <a:cubicBezTo>
                    <a:pt x="16" y="129"/>
                    <a:pt x="16" y="129"/>
                    <a:pt x="16" y="129"/>
                  </a:cubicBezTo>
                  <a:cubicBezTo>
                    <a:pt x="23" y="125"/>
                    <a:pt x="23" y="125"/>
                    <a:pt x="23" y="125"/>
                  </a:cubicBezTo>
                  <a:cubicBezTo>
                    <a:pt x="27" y="130"/>
                    <a:pt x="27" y="130"/>
                    <a:pt x="27" y="130"/>
                  </a:cubicBezTo>
                  <a:cubicBezTo>
                    <a:pt x="35" y="115"/>
                    <a:pt x="35" y="115"/>
                    <a:pt x="35" y="115"/>
                  </a:cubicBezTo>
                  <a:cubicBezTo>
                    <a:pt x="47" y="110"/>
                    <a:pt x="47" y="110"/>
                    <a:pt x="47" y="110"/>
                  </a:cubicBezTo>
                  <a:cubicBezTo>
                    <a:pt x="58" y="112"/>
                    <a:pt x="58" y="112"/>
                    <a:pt x="58" y="112"/>
                  </a:cubicBezTo>
                  <a:cubicBezTo>
                    <a:pt x="64" y="123"/>
                    <a:pt x="64" y="123"/>
                    <a:pt x="64" y="123"/>
                  </a:cubicBezTo>
                  <a:cubicBezTo>
                    <a:pt x="64" y="123"/>
                    <a:pt x="64" y="123"/>
                    <a:pt x="64" y="123"/>
                  </a:cubicBezTo>
                  <a:cubicBezTo>
                    <a:pt x="67" y="122"/>
                    <a:pt x="70" y="121"/>
                    <a:pt x="73" y="121"/>
                  </a:cubicBezTo>
                  <a:cubicBezTo>
                    <a:pt x="76" y="120"/>
                    <a:pt x="79" y="120"/>
                    <a:pt x="82" y="120"/>
                  </a:cubicBezTo>
                  <a:cubicBezTo>
                    <a:pt x="82" y="120"/>
                    <a:pt x="82" y="120"/>
                    <a:pt x="82" y="120"/>
                  </a:cubicBezTo>
                  <a:cubicBezTo>
                    <a:pt x="89" y="115"/>
                    <a:pt x="89" y="115"/>
                    <a:pt x="89" y="115"/>
                  </a:cubicBezTo>
                  <a:cubicBezTo>
                    <a:pt x="100" y="114"/>
                    <a:pt x="100" y="114"/>
                    <a:pt x="100" y="114"/>
                  </a:cubicBezTo>
                  <a:cubicBezTo>
                    <a:pt x="105" y="117"/>
                    <a:pt x="105" y="117"/>
                    <a:pt x="105" y="117"/>
                  </a:cubicBezTo>
                  <a:cubicBezTo>
                    <a:pt x="117" y="115"/>
                    <a:pt x="117" y="115"/>
                    <a:pt x="117" y="115"/>
                  </a:cubicBezTo>
                  <a:cubicBezTo>
                    <a:pt x="118" y="109"/>
                    <a:pt x="120" y="104"/>
                    <a:pt x="122" y="98"/>
                  </a:cubicBezTo>
                  <a:cubicBezTo>
                    <a:pt x="122" y="95"/>
                    <a:pt x="124" y="92"/>
                    <a:pt x="125" y="89"/>
                  </a:cubicBezTo>
                  <a:cubicBezTo>
                    <a:pt x="127" y="47"/>
                    <a:pt x="127" y="47"/>
                    <a:pt x="127" y="47"/>
                  </a:cubicBezTo>
                  <a:lnTo>
                    <a:pt x="128" y="37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4435475" y="4572001"/>
              <a:ext cx="322262" cy="374650"/>
            </a:xfrm>
            <a:custGeom>
              <a:rect b="b" l="l" r="r" t="t"/>
              <a:pathLst>
                <a:path extrusionOk="0" h="140" w="120">
                  <a:moveTo>
                    <a:pt x="120" y="8"/>
                  </a:moveTo>
                  <a:cubicBezTo>
                    <a:pt x="119" y="8"/>
                    <a:pt x="118" y="8"/>
                    <a:pt x="117" y="8"/>
                  </a:cubicBezTo>
                  <a:cubicBezTo>
                    <a:pt x="112" y="8"/>
                    <a:pt x="106" y="8"/>
                    <a:pt x="100" y="8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97" y="9"/>
                    <a:pt x="95" y="10"/>
                    <a:pt x="93" y="11"/>
                  </a:cubicBezTo>
                  <a:cubicBezTo>
                    <a:pt x="91" y="11"/>
                    <a:pt x="91" y="11"/>
                    <a:pt x="91" y="11"/>
                  </a:cubicBezTo>
                  <a:cubicBezTo>
                    <a:pt x="87" y="12"/>
                    <a:pt x="84" y="14"/>
                    <a:pt x="81" y="14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55" y="3"/>
                    <a:pt x="55" y="3"/>
                    <a:pt x="55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1" y="3"/>
                    <a:pt x="34" y="2"/>
                    <a:pt x="27" y="2"/>
                  </a:cubicBezTo>
                  <a:cubicBezTo>
                    <a:pt x="24" y="2"/>
                    <a:pt x="21" y="1"/>
                    <a:pt x="1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8"/>
                    <a:pt x="1" y="11"/>
                    <a:pt x="2" y="13"/>
                  </a:cubicBezTo>
                  <a:cubicBezTo>
                    <a:pt x="3" y="14"/>
                    <a:pt x="3" y="15"/>
                    <a:pt x="4" y="16"/>
                  </a:cubicBezTo>
                  <a:cubicBezTo>
                    <a:pt x="19" y="56"/>
                    <a:pt x="19" y="56"/>
                    <a:pt x="19" y="56"/>
                  </a:cubicBezTo>
                  <a:cubicBezTo>
                    <a:pt x="21" y="68"/>
                    <a:pt x="21" y="68"/>
                    <a:pt x="21" y="68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34" y="119"/>
                    <a:pt x="34" y="119"/>
                    <a:pt x="34" y="119"/>
                  </a:cubicBezTo>
                  <a:cubicBezTo>
                    <a:pt x="39" y="126"/>
                    <a:pt x="39" y="126"/>
                    <a:pt x="39" y="126"/>
                  </a:cubicBezTo>
                  <a:cubicBezTo>
                    <a:pt x="45" y="129"/>
                    <a:pt x="45" y="129"/>
                    <a:pt x="45" y="129"/>
                  </a:cubicBezTo>
                  <a:cubicBezTo>
                    <a:pt x="47" y="133"/>
                    <a:pt x="47" y="133"/>
                    <a:pt x="47" y="133"/>
                  </a:cubicBezTo>
                  <a:cubicBezTo>
                    <a:pt x="51" y="130"/>
                    <a:pt x="51" y="130"/>
                    <a:pt x="51" y="130"/>
                  </a:cubicBezTo>
                  <a:cubicBezTo>
                    <a:pt x="59" y="140"/>
                    <a:pt x="59" y="140"/>
                    <a:pt x="59" y="140"/>
                  </a:cubicBezTo>
                  <a:cubicBezTo>
                    <a:pt x="71" y="137"/>
                    <a:pt x="71" y="137"/>
                    <a:pt x="71" y="137"/>
                  </a:cubicBezTo>
                  <a:cubicBezTo>
                    <a:pt x="71" y="90"/>
                    <a:pt x="71" y="90"/>
                    <a:pt x="71" y="90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83" y="57"/>
                    <a:pt x="83" y="57"/>
                    <a:pt x="83" y="57"/>
                  </a:cubicBezTo>
                  <a:cubicBezTo>
                    <a:pt x="83" y="22"/>
                    <a:pt x="83" y="22"/>
                    <a:pt x="83" y="22"/>
                  </a:cubicBezTo>
                  <a:cubicBezTo>
                    <a:pt x="100" y="15"/>
                    <a:pt x="100" y="15"/>
                    <a:pt x="100" y="15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20" y="11"/>
                    <a:pt x="120" y="11"/>
                    <a:pt x="120" y="11"/>
                  </a:cubicBezTo>
                  <a:lnTo>
                    <a:pt x="120" y="8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4873625" y="4378326"/>
              <a:ext cx="276225" cy="493713"/>
            </a:xfrm>
            <a:custGeom>
              <a:rect b="b" l="l" r="r" t="t"/>
              <a:pathLst>
                <a:path extrusionOk="0" h="184" w="103">
                  <a:moveTo>
                    <a:pt x="49" y="16"/>
                  </a:moveTo>
                  <a:cubicBezTo>
                    <a:pt x="45" y="22"/>
                    <a:pt x="45" y="22"/>
                    <a:pt x="45" y="22"/>
                  </a:cubicBezTo>
                  <a:cubicBezTo>
                    <a:pt x="47" y="29"/>
                    <a:pt x="50" y="37"/>
                    <a:pt x="52" y="43"/>
                  </a:cubicBezTo>
                  <a:cubicBezTo>
                    <a:pt x="52" y="47"/>
                    <a:pt x="52" y="47"/>
                    <a:pt x="52" y="47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4" y="44"/>
                    <a:pt x="44" y="44"/>
                    <a:pt x="44" y="44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34" y="67"/>
                    <a:pt x="34" y="67"/>
                    <a:pt x="34" y="67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29" y="54"/>
                    <a:pt x="29" y="54"/>
                    <a:pt x="29" y="54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5"/>
                    <a:pt x="1" y="60"/>
                    <a:pt x="2" y="66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1" y="105"/>
                    <a:pt x="21" y="105"/>
                    <a:pt x="21" y="105"/>
                  </a:cubicBezTo>
                  <a:cubicBezTo>
                    <a:pt x="17" y="115"/>
                    <a:pt x="14" y="124"/>
                    <a:pt x="11" y="134"/>
                  </a:cubicBezTo>
                  <a:cubicBezTo>
                    <a:pt x="14" y="151"/>
                    <a:pt x="14" y="151"/>
                    <a:pt x="14" y="151"/>
                  </a:cubicBezTo>
                  <a:cubicBezTo>
                    <a:pt x="15" y="157"/>
                    <a:pt x="16" y="163"/>
                    <a:pt x="17" y="169"/>
                  </a:cubicBezTo>
                  <a:cubicBezTo>
                    <a:pt x="17" y="172"/>
                    <a:pt x="18" y="176"/>
                    <a:pt x="19" y="178"/>
                  </a:cubicBezTo>
                  <a:cubicBezTo>
                    <a:pt x="20" y="182"/>
                    <a:pt x="20" y="182"/>
                    <a:pt x="20" y="182"/>
                  </a:cubicBezTo>
                  <a:cubicBezTo>
                    <a:pt x="31" y="184"/>
                    <a:pt x="31" y="184"/>
                    <a:pt x="31" y="184"/>
                  </a:cubicBezTo>
                  <a:cubicBezTo>
                    <a:pt x="32" y="179"/>
                    <a:pt x="34" y="173"/>
                    <a:pt x="35" y="167"/>
                  </a:cubicBezTo>
                  <a:cubicBezTo>
                    <a:pt x="32" y="167"/>
                    <a:pt x="32" y="167"/>
                    <a:pt x="32" y="167"/>
                  </a:cubicBezTo>
                  <a:cubicBezTo>
                    <a:pt x="32" y="163"/>
                    <a:pt x="32" y="163"/>
                    <a:pt x="32" y="163"/>
                  </a:cubicBezTo>
                  <a:cubicBezTo>
                    <a:pt x="39" y="156"/>
                    <a:pt x="45" y="149"/>
                    <a:pt x="50" y="140"/>
                  </a:cubicBezTo>
                  <a:cubicBezTo>
                    <a:pt x="52" y="136"/>
                    <a:pt x="54" y="132"/>
                    <a:pt x="54" y="127"/>
                  </a:cubicBezTo>
                  <a:cubicBezTo>
                    <a:pt x="52" y="125"/>
                    <a:pt x="52" y="125"/>
                    <a:pt x="52" y="125"/>
                  </a:cubicBezTo>
                  <a:cubicBezTo>
                    <a:pt x="50" y="127"/>
                    <a:pt x="50" y="127"/>
                    <a:pt x="50" y="127"/>
                  </a:cubicBezTo>
                  <a:cubicBezTo>
                    <a:pt x="50" y="123"/>
                    <a:pt x="50" y="119"/>
                    <a:pt x="49" y="115"/>
                  </a:cubicBezTo>
                  <a:cubicBezTo>
                    <a:pt x="47" y="113"/>
                    <a:pt x="45" y="110"/>
                    <a:pt x="44" y="108"/>
                  </a:cubicBezTo>
                  <a:cubicBezTo>
                    <a:pt x="46" y="103"/>
                    <a:pt x="46" y="103"/>
                    <a:pt x="46" y="103"/>
                  </a:cubicBezTo>
                  <a:cubicBezTo>
                    <a:pt x="63" y="95"/>
                    <a:pt x="63" y="95"/>
                    <a:pt x="63" y="95"/>
                  </a:cubicBezTo>
                  <a:cubicBezTo>
                    <a:pt x="69" y="89"/>
                    <a:pt x="75" y="83"/>
                    <a:pt x="81" y="76"/>
                  </a:cubicBezTo>
                  <a:cubicBezTo>
                    <a:pt x="87" y="70"/>
                    <a:pt x="93" y="63"/>
                    <a:pt x="96" y="55"/>
                  </a:cubicBezTo>
                  <a:cubicBezTo>
                    <a:pt x="99" y="50"/>
                    <a:pt x="101" y="45"/>
                    <a:pt x="103" y="39"/>
                  </a:cubicBezTo>
                  <a:cubicBezTo>
                    <a:pt x="99" y="35"/>
                    <a:pt x="99" y="35"/>
                    <a:pt x="99" y="35"/>
                  </a:cubicBezTo>
                  <a:cubicBezTo>
                    <a:pt x="99" y="26"/>
                    <a:pt x="98" y="16"/>
                    <a:pt x="97" y="8"/>
                  </a:cubicBezTo>
                  <a:cubicBezTo>
                    <a:pt x="97" y="5"/>
                    <a:pt x="96" y="3"/>
                    <a:pt x="96" y="0"/>
                  </a:cubicBezTo>
                  <a:cubicBezTo>
                    <a:pt x="65" y="14"/>
                    <a:pt x="65" y="14"/>
                    <a:pt x="65" y="14"/>
                  </a:cubicBezTo>
                  <a:cubicBezTo>
                    <a:pt x="48" y="16"/>
                    <a:pt x="48" y="16"/>
                    <a:pt x="48" y="16"/>
                  </a:cubicBezTo>
                  <a:lnTo>
                    <a:pt x="49" y="16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88" name="Google Shape;88;p11"/>
            <p:cNvSpPr/>
            <p:nvPr/>
          </p:nvSpPr>
          <p:spPr>
            <a:xfrm>
              <a:off x="3743325" y="3276601"/>
              <a:ext cx="312737" cy="390525"/>
            </a:xfrm>
            <a:custGeom>
              <a:rect b="b" l="l" r="r" t="t"/>
              <a:pathLst>
                <a:path extrusionOk="0" h="145" w="117">
                  <a:moveTo>
                    <a:pt x="82" y="0"/>
                  </a:moveTo>
                  <a:cubicBezTo>
                    <a:pt x="82" y="12"/>
                    <a:pt x="82" y="12"/>
                    <a:pt x="82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49" y="46"/>
                    <a:pt x="49" y="46"/>
                    <a:pt x="49" y="46"/>
                  </a:cubicBezTo>
                  <a:cubicBezTo>
                    <a:pt x="43" y="52"/>
                    <a:pt x="43" y="52"/>
                    <a:pt x="43" y="52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2" y="68"/>
                    <a:pt x="2" y="68"/>
                    <a:pt x="2" y="6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3" y="78"/>
                    <a:pt x="3" y="78"/>
                    <a:pt x="3" y="78"/>
                  </a:cubicBezTo>
                  <a:cubicBezTo>
                    <a:pt x="4" y="73"/>
                    <a:pt x="4" y="73"/>
                    <a:pt x="4" y="73"/>
                  </a:cubicBezTo>
                  <a:cubicBezTo>
                    <a:pt x="7" y="79"/>
                    <a:pt x="7" y="79"/>
                    <a:pt x="7" y="79"/>
                  </a:cubicBezTo>
                  <a:cubicBezTo>
                    <a:pt x="10" y="79"/>
                    <a:pt x="10" y="79"/>
                    <a:pt x="10" y="79"/>
                  </a:cubicBezTo>
                  <a:cubicBezTo>
                    <a:pt x="10" y="83"/>
                    <a:pt x="10" y="83"/>
                    <a:pt x="10" y="83"/>
                  </a:cubicBezTo>
                  <a:cubicBezTo>
                    <a:pt x="11" y="88"/>
                    <a:pt x="11" y="88"/>
                    <a:pt x="11" y="88"/>
                  </a:cubicBezTo>
                  <a:cubicBezTo>
                    <a:pt x="8" y="93"/>
                    <a:pt x="8" y="93"/>
                    <a:pt x="8" y="93"/>
                  </a:cubicBezTo>
                  <a:cubicBezTo>
                    <a:pt x="15" y="98"/>
                    <a:pt x="16" y="106"/>
                    <a:pt x="9" y="119"/>
                  </a:cubicBezTo>
                  <a:cubicBezTo>
                    <a:pt x="7" y="123"/>
                    <a:pt x="7" y="123"/>
                    <a:pt x="7" y="123"/>
                  </a:cubicBezTo>
                  <a:cubicBezTo>
                    <a:pt x="8" y="123"/>
                    <a:pt x="8" y="123"/>
                    <a:pt x="8" y="123"/>
                  </a:cubicBezTo>
                  <a:cubicBezTo>
                    <a:pt x="17" y="121"/>
                    <a:pt x="17" y="121"/>
                    <a:pt x="17" y="121"/>
                  </a:cubicBezTo>
                  <a:cubicBezTo>
                    <a:pt x="32" y="123"/>
                    <a:pt x="32" y="123"/>
                    <a:pt x="32" y="123"/>
                  </a:cubicBezTo>
                  <a:cubicBezTo>
                    <a:pt x="34" y="123"/>
                    <a:pt x="34" y="123"/>
                    <a:pt x="34" y="123"/>
                  </a:cubicBezTo>
                  <a:cubicBezTo>
                    <a:pt x="55" y="145"/>
                    <a:pt x="55" y="145"/>
                    <a:pt x="55" y="145"/>
                  </a:cubicBezTo>
                  <a:cubicBezTo>
                    <a:pt x="60" y="141"/>
                    <a:pt x="60" y="141"/>
                    <a:pt x="60" y="141"/>
                  </a:cubicBezTo>
                  <a:cubicBezTo>
                    <a:pt x="60" y="140"/>
                    <a:pt x="60" y="140"/>
                    <a:pt x="60" y="140"/>
                  </a:cubicBezTo>
                  <a:cubicBezTo>
                    <a:pt x="61" y="128"/>
                    <a:pt x="61" y="128"/>
                    <a:pt x="61" y="128"/>
                  </a:cubicBezTo>
                  <a:cubicBezTo>
                    <a:pt x="64" y="124"/>
                    <a:pt x="64" y="124"/>
                    <a:pt x="64" y="124"/>
                  </a:cubicBezTo>
                  <a:cubicBezTo>
                    <a:pt x="68" y="132"/>
                    <a:pt x="68" y="132"/>
                    <a:pt x="68" y="132"/>
                  </a:cubicBezTo>
                  <a:cubicBezTo>
                    <a:pt x="73" y="128"/>
                    <a:pt x="73" y="128"/>
                    <a:pt x="73" y="128"/>
                  </a:cubicBezTo>
                  <a:cubicBezTo>
                    <a:pt x="102" y="128"/>
                    <a:pt x="102" y="128"/>
                    <a:pt x="102" y="128"/>
                  </a:cubicBezTo>
                  <a:cubicBezTo>
                    <a:pt x="105" y="118"/>
                    <a:pt x="105" y="118"/>
                    <a:pt x="105" y="118"/>
                  </a:cubicBezTo>
                  <a:cubicBezTo>
                    <a:pt x="103" y="115"/>
                    <a:pt x="103" y="115"/>
                    <a:pt x="103" y="115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4" y="27"/>
                    <a:pt x="114" y="27"/>
                    <a:pt x="114" y="27"/>
                  </a:cubicBezTo>
                  <a:lnTo>
                    <a:pt x="82" y="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89" name="Google Shape;89;p11"/>
            <p:cNvSpPr/>
            <p:nvPr/>
          </p:nvSpPr>
          <p:spPr>
            <a:xfrm>
              <a:off x="3890962" y="3357564"/>
              <a:ext cx="384175" cy="414338"/>
            </a:xfrm>
            <a:custGeom>
              <a:rect b="b" l="l" r="r" t="t"/>
              <a:pathLst>
                <a:path extrusionOk="0" h="154" w="143">
                  <a:moveTo>
                    <a:pt x="62" y="0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48" y="85"/>
                    <a:pt x="48" y="85"/>
                    <a:pt x="48" y="85"/>
                  </a:cubicBezTo>
                  <a:cubicBezTo>
                    <a:pt x="50" y="88"/>
                    <a:pt x="50" y="88"/>
                    <a:pt x="50" y="88"/>
                  </a:cubicBezTo>
                  <a:cubicBezTo>
                    <a:pt x="47" y="98"/>
                    <a:pt x="47" y="98"/>
                    <a:pt x="47" y="98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3" y="102"/>
                    <a:pt x="13" y="102"/>
                    <a:pt x="13" y="102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8" y="96"/>
                    <a:pt x="7" y="97"/>
                    <a:pt x="7" y="99"/>
                  </a:cubicBezTo>
                  <a:cubicBezTo>
                    <a:pt x="6" y="102"/>
                    <a:pt x="5" y="106"/>
                    <a:pt x="5" y="110"/>
                  </a:cubicBezTo>
                  <a:cubicBezTo>
                    <a:pt x="5" y="111"/>
                    <a:pt x="5" y="111"/>
                    <a:pt x="5" y="111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4" y="126"/>
                    <a:pt x="4" y="126"/>
                    <a:pt x="4" y="126"/>
                  </a:cubicBezTo>
                  <a:cubicBezTo>
                    <a:pt x="5" y="136"/>
                    <a:pt x="5" y="136"/>
                    <a:pt x="5" y="136"/>
                  </a:cubicBezTo>
                  <a:cubicBezTo>
                    <a:pt x="5" y="139"/>
                    <a:pt x="5" y="139"/>
                    <a:pt x="5" y="139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25" y="142"/>
                    <a:pt x="25" y="142"/>
                    <a:pt x="25" y="142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48" y="152"/>
                    <a:pt x="48" y="152"/>
                    <a:pt x="48" y="152"/>
                  </a:cubicBezTo>
                  <a:cubicBezTo>
                    <a:pt x="48" y="149"/>
                    <a:pt x="49" y="146"/>
                    <a:pt x="51" y="144"/>
                  </a:cubicBezTo>
                  <a:cubicBezTo>
                    <a:pt x="55" y="136"/>
                    <a:pt x="59" y="129"/>
                    <a:pt x="65" y="122"/>
                  </a:cubicBezTo>
                  <a:cubicBezTo>
                    <a:pt x="69" y="126"/>
                    <a:pt x="69" y="126"/>
                    <a:pt x="69" y="126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100" y="104"/>
                    <a:pt x="100" y="104"/>
                    <a:pt x="100" y="104"/>
                  </a:cubicBezTo>
                  <a:cubicBezTo>
                    <a:pt x="102" y="105"/>
                    <a:pt x="105" y="105"/>
                    <a:pt x="107" y="106"/>
                  </a:cubicBezTo>
                  <a:cubicBezTo>
                    <a:pt x="110" y="106"/>
                    <a:pt x="110" y="106"/>
                    <a:pt x="110" y="106"/>
                  </a:cubicBezTo>
                  <a:cubicBezTo>
                    <a:pt x="115" y="104"/>
                    <a:pt x="121" y="104"/>
                    <a:pt x="126" y="103"/>
                  </a:cubicBezTo>
                  <a:cubicBezTo>
                    <a:pt x="129" y="102"/>
                    <a:pt x="132" y="101"/>
                    <a:pt x="135" y="101"/>
                  </a:cubicBezTo>
                  <a:cubicBezTo>
                    <a:pt x="136" y="101"/>
                    <a:pt x="136" y="101"/>
                    <a:pt x="136" y="101"/>
                  </a:cubicBezTo>
                  <a:cubicBezTo>
                    <a:pt x="143" y="89"/>
                    <a:pt x="143" y="89"/>
                    <a:pt x="143" y="89"/>
                  </a:cubicBezTo>
                  <a:cubicBezTo>
                    <a:pt x="142" y="61"/>
                    <a:pt x="142" y="61"/>
                    <a:pt x="142" y="61"/>
                  </a:cubicBezTo>
                  <a:cubicBezTo>
                    <a:pt x="135" y="62"/>
                    <a:pt x="135" y="62"/>
                    <a:pt x="135" y="62"/>
                  </a:cubicBezTo>
                  <a:cubicBezTo>
                    <a:pt x="134" y="59"/>
                    <a:pt x="134" y="59"/>
                    <a:pt x="134" y="59"/>
                  </a:cubicBezTo>
                  <a:cubicBezTo>
                    <a:pt x="135" y="52"/>
                    <a:pt x="135" y="52"/>
                    <a:pt x="135" y="52"/>
                  </a:cubicBezTo>
                  <a:cubicBezTo>
                    <a:pt x="129" y="52"/>
                    <a:pt x="129" y="52"/>
                    <a:pt x="129" y="52"/>
                  </a:cubicBezTo>
                  <a:cubicBezTo>
                    <a:pt x="66" y="2"/>
                    <a:pt x="66" y="2"/>
                    <a:pt x="66" y="2"/>
                  </a:cubicBezTo>
                  <a:lnTo>
                    <a:pt x="62" y="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90" name="Google Shape;90;p11"/>
            <p:cNvSpPr/>
            <p:nvPr/>
          </p:nvSpPr>
          <p:spPr>
            <a:xfrm>
              <a:off x="4921250" y="4362451"/>
              <a:ext cx="69850" cy="209550"/>
            </a:xfrm>
            <a:custGeom>
              <a:rect b="b" l="l" r="r" t="t"/>
              <a:pathLst>
                <a:path extrusionOk="0" h="78" w="26">
                  <a:moveTo>
                    <a:pt x="14" y="8"/>
                  </a:moveTo>
                  <a:cubicBezTo>
                    <a:pt x="15" y="3"/>
                    <a:pt x="15" y="3"/>
                    <a:pt x="15" y="3"/>
                  </a:cubicBezTo>
                  <a:cubicBezTo>
                    <a:pt x="15" y="2"/>
                    <a:pt x="14" y="2"/>
                    <a:pt x="14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5" y="59"/>
                    <a:pt x="15" y="59"/>
                    <a:pt x="15" y="59"/>
                  </a:cubicBezTo>
                  <a:cubicBezTo>
                    <a:pt x="16" y="73"/>
                    <a:pt x="16" y="73"/>
                    <a:pt x="16" y="73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23" y="45"/>
                    <a:pt x="23" y="45"/>
                    <a:pt x="23" y="45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19" y="22"/>
                    <a:pt x="17" y="15"/>
                    <a:pt x="14" y="8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91" name="Google Shape;91;p11"/>
            <p:cNvSpPr/>
            <p:nvPr/>
          </p:nvSpPr>
          <p:spPr>
            <a:xfrm>
              <a:off x="4921250" y="4362451"/>
              <a:ext cx="69850" cy="209550"/>
            </a:xfrm>
            <a:custGeom>
              <a:rect b="b" l="l" r="r" t="t"/>
              <a:pathLst>
                <a:path extrusionOk="0" h="78" w="26">
                  <a:moveTo>
                    <a:pt x="14" y="8"/>
                  </a:moveTo>
                  <a:cubicBezTo>
                    <a:pt x="15" y="3"/>
                    <a:pt x="15" y="3"/>
                    <a:pt x="15" y="3"/>
                  </a:cubicBezTo>
                  <a:cubicBezTo>
                    <a:pt x="15" y="2"/>
                    <a:pt x="14" y="2"/>
                    <a:pt x="14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5" y="59"/>
                    <a:pt x="15" y="59"/>
                    <a:pt x="15" y="59"/>
                  </a:cubicBezTo>
                  <a:cubicBezTo>
                    <a:pt x="16" y="73"/>
                    <a:pt x="16" y="73"/>
                    <a:pt x="16" y="73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23" y="45"/>
                    <a:pt x="23" y="45"/>
                    <a:pt x="23" y="45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19" y="22"/>
                    <a:pt x="17" y="15"/>
                    <a:pt x="14" y="8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92" name="Google Shape;92;p11"/>
            <p:cNvSpPr/>
            <p:nvPr/>
          </p:nvSpPr>
          <p:spPr>
            <a:xfrm>
              <a:off x="5189537" y="4429126"/>
              <a:ext cx="185737" cy="396875"/>
            </a:xfrm>
            <a:custGeom>
              <a:rect b="b" l="l" r="r" t="t"/>
              <a:pathLst>
                <a:path extrusionOk="0" h="148" w="69">
                  <a:moveTo>
                    <a:pt x="64" y="47"/>
                  </a:moveTo>
                  <a:cubicBezTo>
                    <a:pt x="69" y="41"/>
                    <a:pt x="69" y="41"/>
                    <a:pt x="69" y="41"/>
                  </a:cubicBezTo>
                  <a:cubicBezTo>
                    <a:pt x="67" y="26"/>
                    <a:pt x="67" y="26"/>
                    <a:pt x="67" y="26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57" y="9"/>
                    <a:pt x="57" y="9"/>
                    <a:pt x="57" y="9"/>
                  </a:cubicBezTo>
                  <a:cubicBezTo>
                    <a:pt x="56" y="6"/>
                    <a:pt x="56" y="6"/>
                    <a:pt x="56" y="6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45" y="20"/>
                    <a:pt x="45" y="20"/>
                    <a:pt x="45" y="20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39" y="35"/>
                    <a:pt x="32" y="44"/>
                    <a:pt x="19" y="49"/>
                  </a:cubicBezTo>
                  <a:cubicBezTo>
                    <a:pt x="10" y="51"/>
                    <a:pt x="10" y="51"/>
                    <a:pt x="10" y="51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7" y="68"/>
                    <a:pt x="7" y="68"/>
                    <a:pt x="7" y="68"/>
                  </a:cubicBezTo>
                  <a:cubicBezTo>
                    <a:pt x="11" y="90"/>
                    <a:pt x="11" y="90"/>
                    <a:pt x="11" y="90"/>
                  </a:cubicBezTo>
                  <a:cubicBezTo>
                    <a:pt x="7" y="99"/>
                    <a:pt x="7" y="99"/>
                    <a:pt x="7" y="99"/>
                  </a:cubicBezTo>
                  <a:cubicBezTo>
                    <a:pt x="1" y="108"/>
                    <a:pt x="1" y="108"/>
                    <a:pt x="1" y="108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3" y="125"/>
                    <a:pt x="3" y="125"/>
                    <a:pt x="3" y="125"/>
                  </a:cubicBezTo>
                  <a:cubicBezTo>
                    <a:pt x="4" y="133"/>
                    <a:pt x="4" y="133"/>
                    <a:pt x="4" y="133"/>
                  </a:cubicBezTo>
                  <a:cubicBezTo>
                    <a:pt x="12" y="147"/>
                    <a:pt x="12" y="147"/>
                    <a:pt x="12" y="147"/>
                  </a:cubicBezTo>
                  <a:cubicBezTo>
                    <a:pt x="19" y="148"/>
                    <a:pt x="19" y="148"/>
                    <a:pt x="19" y="148"/>
                  </a:cubicBezTo>
                  <a:cubicBezTo>
                    <a:pt x="24" y="144"/>
                    <a:pt x="24" y="144"/>
                    <a:pt x="24" y="144"/>
                  </a:cubicBezTo>
                  <a:cubicBezTo>
                    <a:pt x="33" y="143"/>
                    <a:pt x="33" y="143"/>
                    <a:pt x="33" y="143"/>
                  </a:cubicBezTo>
                  <a:cubicBezTo>
                    <a:pt x="38" y="136"/>
                    <a:pt x="38" y="136"/>
                    <a:pt x="38" y="136"/>
                  </a:cubicBezTo>
                  <a:cubicBezTo>
                    <a:pt x="44" y="119"/>
                    <a:pt x="44" y="119"/>
                    <a:pt x="44" y="119"/>
                  </a:cubicBezTo>
                  <a:cubicBezTo>
                    <a:pt x="51" y="87"/>
                    <a:pt x="51" y="87"/>
                    <a:pt x="51" y="87"/>
                  </a:cubicBezTo>
                  <a:cubicBezTo>
                    <a:pt x="59" y="64"/>
                    <a:pt x="59" y="64"/>
                    <a:pt x="59" y="64"/>
                  </a:cubicBezTo>
                  <a:cubicBezTo>
                    <a:pt x="59" y="58"/>
                    <a:pt x="59" y="58"/>
                    <a:pt x="59" y="58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61" y="40"/>
                    <a:pt x="61" y="40"/>
                    <a:pt x="61" y="40"/>
                  </a:cubicBezTo>
                  <a:lnTo>
                    <a:pt x="64" y="47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93" name="Google Shape;93;p11"/>
            <p:cNvSpPr/>
            <p:nvPr/>
          </p:nvSpPr>
          <p:spPr>
            <a:xfrm>
              <a:off x="4384675" y="3086101"/>
              <a:ext cx="377824" cy="457200"/>
            </a:xfrm>
            <a:custGeom>
              <a:rect b="b" l="l" r="r" t="t"/>
              <a:pathLst>
                <a:path extrusionOk="0" h="170" w="141">
                  <a:moveTo>
                    <a:pt x="3" y="83"/>
                  </a:moveTo>
                  <a:cubicBezTo>
                    <a:pt x="11" y="103"/>
                    <a:pt x="11" y="103"/>
                    <a:pt x="11" y="103"/>
                  </a:cubicBezTo>
                  <a:cubicBezTo>
                    <a:pt x="21" y="113"/>
                    <a:pt x="21" y="113"/>
                    <a:pt x="21" y="113"/>
                  </a:cubicBezTo>
                  <a:cubicBezTo>
                    <a:pt x="36" y="124"/>
                    <a:pt x="36" y="124"/>
                    <a:pt x="36" y="124"/>
                  </a:cubicBezTo>
                  <a:cubicBezTo>
                    <a:pt x="58" y="114"/>
                    <a:pt x="58" y="114"/>
                    <a:pt x="58" y="114"/>
                  </a:cubicBezTo>
                  <a:cubicBezTo>
                    <a:pt x="127" y="170"/>
                    <a:pt x="127" y="170"/>
                    <a:pt x="127" y="170"/>
                  </a:cubicBezTo>
                  <a:cubicBezTo>
                    <a:pt x="127" y="167"/>
                    <a:pt x="127" y="166"/>
                    <a:pt x="128" y="164"/>
                  </a:cubicBezTo>
                  <a:cubicBezTo>
                    <a:pt x="128" y="158"/>
                    <a:pt x="128" y="158"/>
                    <a:pt x="128" y="158"/>
                  </a:cubicBezTo>
                  <a:cubicBezTo>
                    <a:pt x="136" y="158"/>
                    <a:pt x="136" y="158"/>
                    <a:pt x="136" y="158"/>
                  </a:cubicBezTo>
                  <a:cubicBezTo>
                    <a:pt x="136" y="131"/>
                    <a:pt x="136" y="131"/>
                    <a:pt x="136" y="131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5" y="43"/>
                    <a:pt x="135" y="43"/>
                    <a:pt x="135" y="43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24" y="17"/>
                    <a:pt x="124" y="17"/>
                    <a:pt x="124" y="17"/>
                  </a:cubicBezTo>
                  <a:cubicBezTo>
                    <a:pt x="124" y="13"/>
                    <a:pt x="124" y="13"/>
                    <a:pt x="124" y="13"/>
                  </a:cubicBezTo>
                  <a:cubicBezTo>
                    <a:pt x="116" y="9"/>
                    <a:pt x="116" y="9"/>
                    <a:pt x="116" y="9"/>
                  </a:cubicBezTo>
                  <a:cubicBezTo>
                    <a:pt x="105" y="12"/>
                    <a:pt x="100" y="14"/>
                    <a:pt x="99" y="14"/>
                  </a:cubicBezTo>
                  <a:cubicBezTo>
                    <a:pt x="99" y="14"/>
                    <a:pt x="98" y="16"/>
                    <a:pt x="96" y="20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0" y="37"/>
                    <a:pt x="90" y="37"/>
                    <a:pt x="90" y="37"/>
                  </a:cubicBezTo>
                  <a:cubicBezTo>
                    <a:pt x="81" y="37"/>
                    <a:pt x="81" y="37"/>
                    <a:pt x="81" y="37"/>
                  </a:cubicBezTo>
                  <a:cubicBezTo>
                    <a:pt x="73" y="27"/>
                    <a:pt x="73" y="27"/>
                    <a:pt x="73" y="27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53" y="15"/>
                    <a:pt x="53" y="15"/>
                    <a:pt x="53" y="15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28" y="6"/>
                    <a:pt x="23" y="4"/>
                    <a:pt x="18" y="0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2"/>
                    <a:pt x="3" y="32"/>
                    <a:pt x="3" y="32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" y="37"/>
                    <a:pt x="1" y="38"/>
                    <a:pt x="1" y="39"/>
                  </a:cubicBezTo>
                  <a:cubicBezTo>
                    <a:pt x="2" y="43"/>
                    <a:pt x="2" y="43"/>
                    <a:pt x="2" y="43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94" name="Google Shape;94;p11"/>
            <p:cNvSpPr/>
            <p:nvPr/>
          </p:nvSpPr>
          <p:spPr>
            <a:xfrm>
              <a:off x="4384675" y="3086101"/>
              <a:ext cx="377824" cy="457200"/>
            </a:xfrm>
            <a:custGeom>
              <a:rect b="b" l="l" r="r" t="t"/>
              <a:pathLst>
                <a:path extrusionOk="0" h="170" w="141">
                  <a:moveTo>
                    <a:pt x="3" y="83"/>
                  </a:moveTo>
                  <a:cubicBezTo>
                    <a:pt x="11" y="103"/>
                    <a:pt x="11" y="103"/>
                    <a:pt x="11" y="103"/>
                  </a:cubicBezTo>
                  <a:cubicBezTo>
                    <a:pt x="21" y="113"/>
                    <a:pt x="21" y="113"/>
                    <a:pt x="21" y="113"/>
                  </a:cubicBezTo>
                  <a:cubicBezTo>
                    <a:pt x="36" y="124"/>
                    <a:pt x="36" y="124"/>
                    <a:pt x="36" y="124"/>
                  </a:cubicBezTo>
                  <a:cubicBezTo>
                    <a:pt x="58" y="114"/>
                    <a:pt x="58" y="114"/>
                    <a:pt x="58" y="114"/>
                  </a:cubicBezTo>
                  <a:cubicBezTo>
                    <a:pt x="127" y="170"/>
                    <a:pt x="127" y="170"/>
                    <a:pt x="127" y="170"/>
                  </a:cubicBezTo>
                  <a:cubicBezTo>
                    <a:pt x="127" y="167"/>
                    <a:pt x="127" y="166"/>
                    <a:pt x="128" y="164"/>
                  </a:cubicBezTo>
                  <a:cubicBezTo>
                    <a:pt x="128" y="158"/>
                    <a:pt x="128" y="158"/>
                    <a:pt x="128" y="158"/>
                  </a:cubicBezTo>
                  <a:cubicBezTo>
                    <a:pt x="136" y="158"/>
                    <a:pt x="136" y="158"/>
                    <a:pt x="136" y="158"/>
                  </a:cubicBezTo>
                  <a:cubicBezTo>
                    <a:pt x="136" y="131"/>
                    <a:pt x="136" y="131"/>
                    <a:pt x="136" y="131"/>
                  </a:cubicBezTo>
                  <a:cubicBezTo>
                    <a:pt x="136" y="48"/>
                    <a:pt x="136" y="48"/>
                    <a:pt x="136" y="48"/>
                  </a:cubicBezTo>
                  <a:cubicBezTo>
                    <a:pt x="135" y="43"/>
                    <a:pt x="135" y="43"/>
                    <a:pt x="135" y="43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41" y="18"/>
                    <a:pt x="141" y="18"/>
                    <a:pt x="141" y="18"/>
                  </a:cubicBezTo>
                  <a:cubicBezTo>
                    <a:pt x="131" y="19"/>
                    <a:pt x="131" y="19"/>
                    <a:pt x="131" y="19"/>
                  </a:cubicBezTo>
                  <a:cubicBezTo>
                    <a:pt x="124" y="17"/>
                    <a:pt x="124" y="17"/>
                    <a:pt x="124" y="17"/>
                  </a:cubicBezTo>
                  <a:cubicBezTo>
                    <a:pt x="124" y="13"/>
                    <a:pt x="124" y="13"/>
                    <a:pt x="124" y="13"/>
                  </a:cubicBezTo>
                  <a:cubicBezTo>
                    <a:pt x="116" y="9"/>
                    <a:pt x="116" y="9"/>
                    <a:pt x="116" y="9"/>
                  </a:cubicBezTo>
                  <a:cubicBezTo>
                    <a:pt x="105" y="12"/>
                    <a:pt x="100" y="14"/>
                    <a:pt x="99" y="14"/>
                  </a:cubicBezTo>
                  <a:cubicBezTo>
                    <a:pt x="99" y="14"/>
                    <a:pt x="98" y="16"/>
                    <a:pt x="96" y="20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0" y="37"/>
                    <a:pt x="90" y="37"/>
                    <a:pt x="90" y="37"/>
                  </a:cubicBezTo>
                  <a:cubicBezTo>
                    <a:pt x="81" y="37"/>
                    <a:pt x="81" y="37"/>
                    <a:pt x="81" y="37"/>
                  </a:cubicBezTo>
                  <a:cubicBezTo>
                    <a:pt x="73" y="27"/>
                    <a:pt x="73" y="27"/>
                    <a:pt x="73" y="27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53" y="15"/>
                    <a:pt x="53" y="15"/>
                    <a:pt x="53" y="15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28" y="6"/>
                    <a:pt x="23" y="4"/>
                    <a:pt x="18" y="0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2"/>
                    <a:pt x="3" y="32"/>
                    <a:pt x="3" y="32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" y="37"/>
                    <a:pt x="1" y="38"/>
                    <a:pt x="1" y="39"/>
                  </a:cubicBezTo>
                  <a:cubicBezTo>
                    <a:pt x="2" y="43"/>
                    <a:pt x="2" y="43"/>
                    <a:pt x="2" y="43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95" name="Google Shape;95;p11"/>
            <p:cNvSpPr/>
            <p:nvPr/>
          </p:nvSpPr>
          <p:spPr>
            <a:xfrm>
              <a:off x="3887787" y="3838576"/>
              <a:ext cx="90487" cy="104775"/>
            </a:xfrm>
            <a:custGeom>
              <a:rect b="b" l="l" r="r" t="t"/>
              <a:pathLst>
                <a:path extrusionOk="0" h="39" w="34">
                  <a:moveTo>
                    <a:pt x="11" y="0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5" y="19"/>
                    <a:pt x="11" y="23"/>
                    <a:pt x="16" y="26"/>
                  </a:cubicBezTo>
                  <a:cubicBezTo>
                    <a:pt x="21" y="30"/>
                    <a:pt x="26" y="35"/>
                    <a:pt x="31" y="39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7" y="0"/>
                    <a:pt x="17" y="0"/>
                    <a:pt x="17" y="0"/>
                  </a:cubicBezTo>
                  <a:lnTo>
                    <a:pt x="11" y="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4800600" y="4921251"/>
              <a:ext cx="58737" cy="66675"/>
            </a:xfrm>
            <a:custGeom>
              <a:rect b="b" l="l" r="r" t="t"/>
              <a:pathLst>
                <a:path extrusionOk="0" h="42" w="37">
                  <a:moveTo>
                    <a:pt x="0" y="20"/>
                  </a:moveTo>
                  <a:lnTo>
                    <a:pt x="10" y="42"/>
                  </a:lnTo>
                  <a:lnTo>
                    <a:pt x="22" y="40"/>
                  </a:lnTo>
                  <a:lnTo>
                    <a:pt x="24" y="32"/>
                  </a:lnTo>
                  <a:lnTo>
                    <a:pt x="36" y="30"/>
                  </a:lnTo>
                  <a:lnTo>
                    <a:pt x="37" y="13"/>
                  </a:lnTo>
                  <a:lnTo>
                    <a:pt x="22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97" name="Google Shape;97;p11"/>
            <p:cNvSpPr/>
            <p:nvPr/>
          </p:nvSpPr>
          <p:spPr>
            <a:xfrm>
              <a:off x="4959349" y="3954464"/>
              <a:ext cx="201612" cy="280988"/>
            </a:xfrm>
            <a:custGeom>
              <a:rect b="b" l="l" r="r" t="t"/>
              <a:pathLst>
                <a:path extrusionOk="0" h="105" w="75">
                  <a:moveTo>
                    <a:pt x="69" y="14"/>
                  </a:moveTo>
                  <a:cubicBezTo>
                    <a:pt x="75" y="5"/>
                    <a:pt x="75" y="5"/>
                    <a:pt x="75" y="5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6" y="0"/>
                    <a:pt x="14" y="0"/>
                    <a:pt x="13" y="0"/>
                  </a:cubicBezTo>
                  <a:cubicBezTo>
                    <a:pt x="10" y="0"/>
                    <a:pt x="6" y="0"/>
                    <a:pt x="3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9" y="27"/>
                    <a:pt x="8" y="37"/>
                    <a:pt x="7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12" y="57"/>
                    <a:pt x="12" y="57"/>
                    <a:pt x="12" y="57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37" y="89"/>
                    <a:pt x="37" y="89"/>
                    <a:pt x="37" y="89"/>
                  </a:cubicBezTo>
                  <a:cubicBezTo>
                    <a:pt x="39" y="96"/>
                    <a:pt x="39" y="96"/>
                    <a:pt x="39" y="96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52" y="99"/>
                    <a:pt x="54" y="94"/>
                    <a:pt x="57" y="89"/>
                  </a:cubicBezTo>
                  <a:cubicBezTo>
                    <a:pt x="62" y="80"/>
                    <a:pt x="68" y="71"/>
                    <a:pt x="74" y="6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17"/>
                    <a:pt x="68" y="17"/>
                    <a:pt x="68" y="17"/>
                  </a:cubicBezTo>
                  <a:lnTo>
                    <a:pt x="69" y="14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98" name="Google Shape;98;p11"/>
            <p:cNvSpPr/>
            <p:nvPr/>
          </p:nvSpPr>
          <p:spPr>
            <a:xfrm>
              <a:off x="4381499" y="4032251"/>
              <a:ext cx="49212" cy="31750"/>
            </a:xfrm>
            <a:custGeom>
              <a:rect b="b" l="l" r="r" t="t"/>
              <a:pathLst>
                <a:path extrusionOk="0" h="20" w="31">
                  <a:moveTo>
                    <a:pt x="31" y="20"/>
                  </a:moveTo>
                  <a:lnTo>
                    <a:pt x="31" y="0"/>
                  </a:lnTo>
                  <a:lnTo>
                    <a:pt x="4" y="0"/>
                  </a:lnTo>
                  <a:lnTo>
                    <a:pt x="0" y="11"/>
                  </a:lnTo>
                  <a:lnTo>
                    <a:pt x="7" y="18"/>
                  </a:lnTo>
                  <a:lnTo>
                    <a:pt x="4" y="20"/>
                  </a:lnTo>
                  <a:lnTo>
                    <a:pt x="31" y="2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99" name="Google Shape;99;p11"/>
            <p:cNvSpPr/>
            <p:nvPr/>
          </p:nvSpPr>
          <p:spPr>
            <a:xfrm>
              <a:off x="3770312" y="3719514"/>
              <a:ext cx="77787" cy="65088"/>
            </a:xfrm>
            <a:custGeom>
              <a:rect b="b" l="l" r="r" t="t"/>
              <a:pathLst>
                <a:path extrusionOk="0" h="24" w="29">
                  <a:moveTo>
                    <a:pt x="28" y="15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24" y="1"/>
                    <a:pt x="19" y="2"/>
                    <a:pt x="15" y="3"/>
                  </a:cubicBezTo>
                  <a:cubicBezTo>
                    <a:pt x="10" y="5"/>
                    <a:pt x="5" y="7"/>
                    <a:pt x="0" y="8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6" y="24"/>
                    <a:pt x="16" y="24"/>
                    <a:pt x="16" y="24"/>
                  </a:cubicBezTo>
                  <a:lnTo>
                    <a:pt x="28" y="15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00" name="Google Shape;100;p11"/>
            <p:cNvSpPr/>
            <p:nvPr/>
          </p:nvSpPr>
          <p:spPr>
            <a:xfrm>
              <a:off x="3813174" y="3719514"/>
              <a:ext cx="157162" cy="138113"/>
            </a:xfrm>
            <a:custGeom>
              <a:rect b="b" l="l" r="r" t="t"/>
              <a:pathLst>
                <a:path extrusionOk="0" h="51" w="59">
                  <a:moveTo>
                    <a:pt x="54" y="7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4" y="1"/>
                    <a:pt x="34" y="1"/>
                    <a:pt x="34" y="1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1" y="26"/>
                    <a:pt x="2" y="27"/>
                    <a:pt x="3" y="28"/>
                  </a:cubicBezTo>
                  <a:cubicBezTo>
                    <a:pt x="4" y="30"/>
                    <a:pt x="5" y="33"/>
                    <a:pt x="6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35" y="31"/>
                    <a:pt x="35" y="31"/>
                    <a:pt x="35" y="31"/>
                  </a:cubicBezTo>
                  <a:cubicBezTo>
                    <a:pt x="39" y="44"/>
                    <a:pt x="39" y="44"/>
                    <a:pt x="39" y="44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7" y="51"/>
                    <a:pt x="47" y="51"/>
                    <a:pt x="47" y="51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2" y="15"/>
                    <a:pt x="52" y="15"/>
                    <a:pt x="52" y="15"/>
                  </a:cubicBezTo>
                  <a:lnTo>
                    <a:pt x="54" y="7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01" name="Google Shape;101;p11"/>
            <p:cNvSpPr/>
            <p:nvPr/>
          </p:nvSpPr>
          <p:spPr>
            <a:xfrm>
              <a:off x="4100512" y="3779839"/>
              <a:ext cx="79375" cy="168275"/>
            </a:xfrm>
            <a:custGeom>
              <a:rect b="b" l="l" r="r" t="t"/>
              <a:pathLst>
                <a:path extrusionOk="0" h="106" w="50">
                  <a:moveTo>
                    <a:pt x="49" y="86"/>
                  </a:moveTo>
                  <a:lnTo>
                    <a:pt x="11" y="106"/>
                  </a:lnTo>
                  <a:lnTo>
                    <a:pt x="0" y="103"/>
                  </a:lnTo>
                  <a:lnTo>
                    <a:pt x="3" y="44"/>
                  </a:lnTo>
                  <a:lnTo>
                    <a:pt x="3" y="20"/>
                  </a:lnTo>
                  <a:lnTo>
                    <a:pt x="6" y="6"/>
                  </a:lnTo>
                  <a:lnTo>
                    <a:pt x="44" y="0"/>
                  </a:lnTo>
                  <a:lnTo>
                    <a:pt x="50" y="25"/>
                  </a:lnTo>
                  <a:lnTo>
                    <a:pt x="49" y="86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02" name="Google Shape;102;p11"/>
            <p:cNvSpPr/>
            <p:nvPr/>
          </p:nvSpPr>
          <p:spPr>
            <a:xfrm>
              <a:off x="3756024" y="3683001"/>
              <a:ext cx="85725" cy="34925"/>
            </a:xfrm>
            <a:custGeom>
              <a:rect b="b" l="l" r="r" t="t"/>
              <a:pathLst>
                <a:path extrusionOk="0" h="13" w="32">
                  <a:moveTo>
                    <a:pt x="32" y="8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1" y="0"/>
                    <a:pt x="16" y="1"/>
                  </a:cubicBezTo>
                  <a:cubicBezTo>
                    <a:pt x="11" y="1"/>
                    <a:pt x="5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2" y="11"/>
                    <a:pt x="22" y="9"/>
                    <a:pt x="32" y="8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03" name="Google Shape;103;p11"/>
            <p:cNvSpPr/>
            <p:nvPr/>
          </p:nvSpPr>
          <p:spPr>
            <a:xfrm>
              <a:off x="3756024" y="3683001"/>
              <a:ext cx="85725" cy="34925"/>
            </a:xfrm>
            <a:custGeom>
              <a:rect b="b" l="l" r="r" t="t"/>
              <a:pathLst>
                <a:path extrusionOk="0" h="13" w="32">
                  <a:moveTo>
                    <a:pt x="32" y="8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1" y="0"/>
                    <a:pt x="16" y="1"/>
                  </a:cubicBezTo>
                  <a:cubicBezTo>
                    <a:pt x="11" y="1"/>
                    <a:pt x="5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2" y="11"/>
                    <a:pt x="22" y="9"/>
                    <a:pt x="32" y="8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04" name="Google Shape;104;p11"/>
            <p:cNvSpPr/>
            <p:nvPr/>
          </p:nvSpPr>
          <p:spPr>
            <a:xfrm>
              <a:off x="4360862" y="4021139"/>
              <a:ext cx="152400" cy="174625"/>
            </a:xfrm>
            <a:custGeom>
              <a:rect b="b" l="l" r="r" t="t"/>
              <a:pathLst>
                <a:path extrusionOk="0" h="65" w="57">
                  <a:moveTo>
                    <a:pt x="56" y="19"/>
                  </a:moveTo>
                  <a:cubicBezTo>
                    <a:pt x="57" y="9"/>
                    <a:pt x="57" y="9"/>
                    <a:pt x="57" y="9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6" y="39"/>
                    <a:pt x="12" y="48"/>
                    <a:pt x="17" y="57"/>
                  </a:cubicBezTo>
                  <a:cubicBezTo>
                    <a:pt x="20" y="60"/>
                    <a:pt x="21" y="62"/>
                    <a:pt x="23" y="65"/>
                  </a:cubicBezTo>
                  <a:cubicBezTo>
                    <a:pt x="30" y="62"/>
                    <a:pt x="30" y="62"/>
                    <a:pt x="30" y="6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52" y="51"/>
                    <a:pt x="52" y="51"/>
                    <a:pt x="52" y="51"/>
                  </a:cubicBezTo>
                  <a:cubicBezTo>
                    <a:pt x="52" y="39"/>
                    <a:pt x="52" y="39"/>
                    <a:pt x="52" y="39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9" y="25"/>
                    <a:pt x="49" y="25"/>
                    <a:pt x="49" y="25"/>
                  </a:cubicBezTo>
                  <a:lnTo>
                    <a:pt x="56" y="19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05" name="Google Shape;105;p11"/>
            <p:cNvSpPr/>
            <p:nvPr/>
          </p:nvSpPr>
          <p:spPr>
            <a:xfrm>
              <a:off x="4959349" y="3652839"/>
              <a:ext cx="322262" cy="327025"/>
            </a:xfrm>
            <a:custGeom>
              <a:rect b="b" l="l" r="r" t="t"/>
              <a:pathLst>
                <a:path extrusionOk="0" h="122" w="120">
                  <a:moveTo>
                    <a:pt x="111" y="76"/>
                  </a:moveTo>
                  <a:cubicBezTo>
                    <a:pt x="106" y="73"/>
                    <a:pt x="102" y="69"/>
                    <a:pt x="97" y="66"/>
                  </a:cubicBezTo>
                  <a:cubicBezTo>
                    <a:pt x="94" y="63"/>
                    <a:pt x="90" y="61"/>
                    <a:pt x="87" y="58"/>
                  </a:cubicBezTo>
                  <a:cubicBezTo>
                    <a:pt x="85" y="55"/>
                    <a:pt x="83" y="53"/>
                    <a:pt x="81" y="51"/>
                  </a:cubicBezTo>
                  <a:cubicBezTo>
                    <a:pt x="81" y="50"/>
                    <a:pt x="81" y="50"/>
                    <a:pt x="81" y="49"/>
                  </a:cubicBezTo>
                  <a:cubicBezTo>
                    <a:pt x="80" y="49"/>
                    <a:pt x="80" y="48"/>
                    <a:pt x="79" y="47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5" y="44"/>
                    <a:pt x="65" y="44"/>
                    <a:pt x="65" y="44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0" y="8"/>
                    <a:pt x="18" y="16"/>
                    <a:pt x="16" y="24"/>
                  </a:cubicBezTo>
                  <a:cubicBezTo>
                    <a:pt x="14" y="33"/>
                    <a:pt x="12" y="42"/>
                    <a:pt x="10" y="51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4" y="71"/>
                    <a:pt x="2" y="74"/>
                    <a:pt x="0" y="77"/>
                  </a:cubicBezTo>
                  <a:cubicBezTo>
                    <a:pt x="5" y="80"/>
                    <a:pt x="5" y="80"/>
                    <a:pt x="5" y="8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13" y="111"/>
                    <a:pt x="13" y="111"/>
                    <a:pt x="13" y="111"/>
                  </a:cubicBezTo>
                  <a:cubicBezTo>
                    <a:pt x="17" y="113"/>
                    <a:pt x="17" y="113"/>
                    <a:pt x="17" y="113"/>
                  </a:cubicBezTo>
                  <a:cubicBezTo>
                    <a:pt x="17" y="110"/>
                    <a:pt x="17" y="110"/>
                    <a:pt x="17" y="110"/>
                  </a:cubicBezTo>
                  <a:cubicBezTo>
                    <a:pt x="20" y="111"/>
                    <a:pt x="20" y="111"/>
                    <a:pt x="20" y="111"/>
                  </a:cubicBezTo>
                  <a:cubicBezTo>
                    <a:pt x="20" y="113"/>
                    <a:pt x="20" y="113"/>
                    <a:pt x="20" y="113"/>
                  </a:cubicBezTo>
                  <a:cubicBezTo>
                    <a:pt x="25" y="112"/>
                    <a:pt x="25" y="112"/>
                    <a:pt x="25" y="112"/>
                  </a:cubicBezTo>
                  <a:cubicBezTo>
                    <a:pt x="48" y="122"/>
                    <a:pt x="48" y="122"/>
                    <a:pt x="48" y="122"/>
                  </a:cubicBezTo>
                  <a:cubicBezTo>
                    <a:pt x="62" y="113"/>
                    <a:pt x="62" y="113"/>
                    <a:pt x="62" y="113"/>
                  </a:cubicBezTo>
                  <a:cubicBezTo>
                    <a:pt x="75" y="117"/>
                    <a:pt x="75" y="117"/>
                    <a:pt x="75" y="117"/>
                  </a:cubicBezTo>
                  <a:cubicBezTo>
                    <a:pt x="78" y="114"/>
                    <a:pt x="81" y="111"/>
                    <a:pt x="83" y="108"/>
                  </a:cubicBezTo>
                  <a:cubicBezTo>
                    <a:pt x="90" y="107"/>
                    <a:pt x="90" y="107"/>
                    <a:pt x="90" y="107"/>
                  </a:cubicBezTo>
                  <a:cubicBezTo>
                    <a:pt x="93" y="104"/>
                    <a:pt x="93" y="104"/>
                    <a:pt x="93" y="104"/>
                  </a:cubicBezTo>
                  <a:cubicBezTo>
                    <a:pt x="100" y="105"/>
                    <a:pt x="100" y="105"/>
                    <a:pt x="100" y="105"/>
                  </a:cubicBezTo>
                  <a:cubicBezTo>
                    <a:pt x="120" y="80"/>
                    <a:pt x="120" y="80"/>
                    <a:pt x="120" y="80"/>
                  </a:cubicBezTo>
                  <a:cubicBezTo>
                    <a:pt x="117" y="79"/>
                    <a:pt x="114" y="78"/>
                    <a:pt x="111" y="76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06" name="Google Shape;106;p11"/>
            <p:cNvSpPr/>
            <p:nvPr/>
          </p:nvSpPr>
          <p:spPr>
            <a:xfrm>
              <a:off x="4959349" y="3652839"/>
              <a:ext cx="322262" cy="327025"/>
            </a:xfrm>
            <a:custGeom>
              <a:rect b="b" l="l" r="r" t="t"/>
              <a:pathLst>
                <a:path extrusionOk="0" h="122" w="120">
                  <a:moveTo>
                    <a:pt x="111" y="76"/>
                  </a:moveTo>
                  <a:cubicBezTo>
                    <a:pt x="106" y="73"/>
                    <a:pt x="102" y="69"/>
                    <a:pt x="97" y="66"/>
                  </a:cubicBezTo>
                  <a:cubicBezTo>
                    <a:pt x="94" y="63"/>
                    <a:pt x="90" y="61"/>
                    <a:pt x="87" y="58"/>
                  </a:cubicBezTo>
                  <a:cubicBezTo>
                    <a:pt x="85" y="55"/>
                    <a:pt x="83" y="53"/>
                    <a:pt x="81" y="51"/>
                  </a:cubicBezTo>
                  <a:cubicBezTo>
                    <a:pt x="81" y="50"/>
                    <a:pt x="81" y="50"/>
                    <a:pt x="81" y="49"/>
                  </a:cubicBezTo>
                  <a:cubicBezTo>
                    <a:pt x="80" y="49"/>
                    <a:pt x="80" y="48"/>
                    <a:pt x="79" y="47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5" y="44"/>
                    <a:pt x="65" y="44"/>
                    <a:pt x="65" y="44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0" y="8"/>
                    <a:pt x="18" y="16"/>
                    <a:pt x="16" y="24"/>
                  </a:cubicBezTo>
                  <a:cubicBezTo>
                    <a:pt x="14" y="33"/>
                    <a:pt x="12" y="42"/>
                    <a:pt x="10" y="51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4" y="71"/>
                    <a:pt x="2" y="74"/>
                    <a:pt x="0" y="77"/>
                  </a:cubicBezTo>
                  <a:cubicBezTo>
                    <a:pt x="5" y="80"/>
                    <a:pt x="5" y="80"/>
                    <a:pt x="5" y="8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13" y="111"/>
                    <a:pt x="13" y="111"/>
                    <a:pt x="13" y="111"/>
                  </a:cubicBezTo>
                  <a:cubicBezTo>
                    <a:pt x="17" y="113"/>
                    <a:pt x="17" y="113"/>
                    <a:pt x="17" y="113"/>
                  </a:cubicBezTo>
                  <a:cubicBezTo>
                    <a:pt x="17" y="110"/>
                    <a:pt x="17" y="110"/>
                    <a:pt x="17" y="110"/>
                  </a:cubicBezTo>
                  <a:cubicBezTo>
                    <a:pt x="20" y="111"/>
                    <a:pt x="20" y="111"/>
                    <a:pt x="20" y="111"/>
                  </a:cubicBezTo>
                  <a:cubicBezTo>
                    <a:pt x="20" y="113"/>
                    <a:pt x="20" y="113"/>
                    <a:pt x="20" y="113"/>
                  </a:cubicBezTo>
                  <a:cubicBezTo>
                    <a:pt x="25" y="112"/>
                    <a:pt x="25" y="112"/>
                    <a:pt x="25" y="112"/>
                  </a:cubicBezTo>
                  <a:cubicBezTo>
                    <a:pt x="48" y="122"/>
                    <a:pt x="48" y="122"/>
                    <a:pt x="48" y="122"/>
                  </a:cubicBezTo>
                  <a:cubicBezTo>
                    <a:pt x="62" y="113"/>
                    <a:pt x="62" y="113"/>
                    <a:pt x="62" y="113"/>
                  </a:cubicBezTo>
                  <a:cubicBezTo>
                    <a:pt x="75" y="117"/>
                    <a:pt x="75" y="117"/>
                    <a:pt x="75" y="117"/>
                  </a:cubicBezTo>
                  <a:cubicBezTo>
                    <a:pt x="78" y="114"/>
                    <a:pt x="81" y="111"/>
                    <a:pt x="83" y="108"/>
                  </a:cubicBezTo>
                  <a:cubicBezTo>
                    <a:pt x="90" y="107"/>
                    <a:pt x="90" y="107"/>
                    <a:pt x="90" y="107"/>
                  </a:cubicBezTo>
                  <a:cubicBezTo>
                    <a:pt x="93" y="104"/>
                    <a:pt x="93" y="104"/>
                    <a:pt x="93" y="104"/>
                  </a:cubicBezTo>
                  <a:cubicBezTo>
                    <a:pt x="100" y="105"/>
                    <a:pt x="100" y="105"/>
                    <a:pt x="100" y="105"/>
                  </a:cubicBezTo>
                  <a:cubicBezTo>
                    <a:pt x="120" y="80"/>
                    <a:pt x="120" y="80"/>
                    <a:pt x="120" y="80"/>
                  </a:cubicBezTo>
                  <a:cubicBezTo>
                    <a:pt x="117" y="79"/>
                    <a:pt x="114" y="78"/>
                    <a:pt x="111" y="76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07" name="Google Shape;107;p11"/>
            <p:cNvSpPr/>
            <p:nvPr/>
          </p:nvSpPr>
          <p:spPr>
            <a:xfrm>
              <a:off x="5021262" y="3562351"/>
              <a:ext cx="155575" cy="168275"/>
            </a:xfrm>
            <a:custGeom>
              <a:rect b="b" l="l" r="r" t="t"/>
              <a:pathLst>
                <a:path extrusionOk="0" h="106" w="98">
                  <a:moveTo>
                    <a:pt x="35" y="0"/>
                  </a:moveTo>
                  <a:lnTo>
                    <a:pt x="25" y="18"/>
                  </a:lnTo>
                  <a:lnTo>
                    <a:pt x="15" y="23"/>
                  </a:lnTo>
                  <a:lnTo>
                    <a:pt x="0" y="57"/>
                  </a:lnTo>
                  <a:lnTo>
                    <a:pt x="35" y="62"/>
                  </a:lnTo>
                  <a:lnTo>
                    <a:pt x="74" y="106"/>
                  </a:lnTo>
                  <a:lnTo>
                    <a:pt x="98" y="89"/>
                  </a:lnTo>
                  <a:lnTo>
                    <a:pt x="54" y="57"/>
                  </a:lnTo>
                  <a:lnTo>
                    <a:pt x="49" y="42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08" name="Google Shape;108;p11"/>
            <p:cNvSpPr/>
            <p:nvPr/>
          </p:nvSpPr>
          <p:spPr>
            <a:xfrm>
              <a:off x="4746624" y="3135314"/>
              <a:ext cx="258762" cy="303213"/>
            </a:xfrm>
            <a:custGeom>
              <a:rect b="b" l="l" r="r" t="t"/>
              <a:pathLst>
                <a:path extrusionOk="0" h="113" w="96">
                  <a:moveTo>
                    <a:pt x="83" y="9"/>
                  </a:moveTo>
                  <a:cubicBezTo>
                    <a:pt x="78" y="13"/>
                    <a:pt x="74" y="13"/>
                    <a:pt x="70" y="10"/>
                  </a:cubicBezTo>
                  <a:cubicBezTo>
                    <a:pt x="66" y="7"/>
                    <a:pt x="66" y="7"/>
                    <a:pt x="66" y="7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45" y="11"/>
                    <a:pt x="45" y="11"/>
                    <a:pt x="45" y="11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1" y="113"/>
                    <a:pt x="1" y="113"/>
                    <a:pt x="1" y="113"/>
                  </a:cubicBezTo>
                  <a:cubicBezTo>
                    <a:pt x="88" y="113"/>
                    <a:pt x="88" y="113"/>
                    <a:pt x="88" y="113"/>
                  </a:cubicBezTo>
                  <a:cubicBezTo>
                    <a:pt x="89" y="111"/>
                    <a:pt x="89" y="111"/>
                    <a:pt x="89" y="111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4" y="105"/>
                    <a:pt x="94" y="105"/>
                    <a:pt x="94" y="105"/>
                  </a:cubicBezTo>
                  <a:cubicBezTo>
                    <a:pt x="96" y="104"/>
                    <a:pt x="96" y="104"/>
                    <a:pt x="96" y="104"/>
                  </a:cubicBezTo>
                  <a:cubicBezTo>
                    <a:pt x="94" y="98"/>
                    <a:pt x="94" y="98"/>
                    <a:pt x="94" y="98"/>
                  </a:cubicBezTo>
                  <a:cubicBezTo>
                    <a:pt x="93" y="91"/>
                    <a:pt x="93" y="91"/>
                    <a:pt x="93" y="91"/>
                  </a:cubicBezTo>
                  <a:cubicBezTo>
                    <a:pt x="95" y="91"/>
                    <a:pt x="95" y="91"/>
                    <a:pt x="95" y="91"/>
                  </a:cubicBezTo>
                  <a:cubicBezTo>
                    <a:pt x="96" y="89"/>
                    <a:pt x="96" y="89"/>
                    <a:pt x="96" y="89"/>
                  </a:cubicBezTo>
                  <a:cubicBezTo>
                    <a:pt x="92" y="86"/>
                    <a:pt x="92" y="86"/>
                    <a:pt x="92" y="86"/>
                  </a:cubicBezTo>
                  <a:cubicBezTo>
                    <a:pt x="82" y="69"/>
                    <a:pt x="82" y="69"/>
                    <a:pt x="82" y="69"/>
                  </a:cubicBezTo>
                  <a:cubicBezTo>
                    <a:pt x="79" y="62"/>
                    <a:pt x="79" y="62"/>
                    <a:pt x="79" y="62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77" y="49"/>
                    <a:pt x="77" y="49"/>
                    <a:pt x="77" y="49"/>
                  </a:cubicBezTo>
                  <a:cubicBezTo>
                    <a:pt x="75" y="44"/>
                    <a:pt x="75" y="44"/>
                    <a:pt x="75" y="44"/>
                  </a:cubicBezTo>
                  <a:cubicBezTo>
                    <a:pt x="70" y="34"/>
                    <a:pt x="70" y="34"/>
                    <a:pt x="70" y="34"/>
                  </a:cubicBezTo>
                  <a:cubicBezTo>
                    <a:pt x="73" y="27"/>
                    <a:pt x="73" y="27"/>
                    <a:pt x="73" y="27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6" y="50"/>
                    <a:pt x="86" y="50"/>
                    <a:pt x="86" y="50"/>
                  </a:cubicBezTo>
                  <a:cubicBezTo>
                    <a:pt x="93" y="36"/>
                    <a:pt x="93" y="36"/>
                    <a:pt x="93" y="36"/>
                  </a:cubicBezTo>
                  <a:lnTo>
                    <a:pt x="83" y="9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09" name="Google Shape;109;p11"/>
            <p:cNvSpPr/>
            <p:nvPr/>
          </p:nvSpPr>
          <p:spPr>
            <a:xfrm>
              <a:off x="5133975" y="3703639"/>
              <a:ext cx="61912" cy="84138"/>
            </a:xfrm>
            <a:custGeom>
              <a:rect b="b" l="l" r="r" t="t"/>
              <a:pathLst>
                <a:path extrusionOk="0" h="53" w="39">
                  <a:moveTo>
                    <a:pt x="3" y="17"/>
                  </a:moveTo>
                  <a:lnTo>
                    <a:pt x="0" y="43"/>
                  </a:lnTo>
                  <a:lnTo>
                    <a:pt x="7" y="53"/>
                  </a:lnTo>
                  <a:lnTo>
                    <a:pt x="23" y="48"/>
                  </a:lnTo>
                  <a:lnTo>
                    <a:pt x="27" y="51"/>
                  </a:lnTo>
                  <a:lnTo>
                    <a:pt x="39" y="34"/>
                  </a:lnTo>
                  <a:lnTo>
                    <a:pt x="37" y="31"/>
                  </a:lnTo>
                  <a:lnTo>
                    <a:pt x="25" y="31"/>
                  </a:lnTo>
                  <a:lnTo>
                    <a:pt x="22" y="27"/>
                  </a:lnTo>
                  <a:lnTo>
                    <a:pt x="34" y="21"/>
                  </a:lnTo>
                  <a:lnTo>
                    <a:pt x="34" y="10"/>
                  </a:lnTo>
                  <a:lnTo>
                    <a:pt x="27" y="0"/>
                  </a:lnTo>
                  <a:lnTo>
                    <a:pt x="3" y="17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10" name="Google Shape;110;p11"/>
            <p:cNvSpPr/>
            <p:nvPr/>
          </p:nvSpPr>
          <p:spPr>
            <a:xfrm>
              <a:off x="3957636" y="3765551"/>
              <a:ext cx="147637" cy="198438"/>
            </a:xfrm>
            <a:custGeom>
              <a:rect b="b" l="l" r="r" t="t"/>
              <a:pathLst>
                <a:path extrusionOk="0" h="74" w="55">
                  <a:moveTo>
                    <a:pt x="23" y="0"/>
                  </a:moveTo>
                  <a:cubicBezTo>
                    <a:pt x="5" y="2"/>
                    <a:pt x="5" y="2"/>
                    <a:pt x="5" y="2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5" y="66"/>
                    <a:pt x="5" y="66"/>
                    <a:pt x="5" y="6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25" y="71"/>
                    <a:pt x="36" y="68"/>
                    <a:pt x="47" y="65"/>
                  </a:cubicBezTo>
                  <a:cubicBezTo>
                    <a:pt x="49" y="65"/>
                    <a:pt x="51" y="65"/>
                    <a:pt x="53" y="65"/>
                  </a:cubicBezTo>
                  <a:cubicBezTo>
                    <a:pt x="54" y="54"/>
                    <a:pt x="54" y="43"/>
                    <a:pt x="55" y="32"/>
                  </a:cubicBezTo>
                  <a:cubicBezTo>
                    <a:pt x="54" y="16"/>
                    <a:pt x="54" y="16"/>
                    <a:pt x="54" y="16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34" y="19"/>
                    <a:pt x="34" y="19"/>
                    <a:pt x="34" y="19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11" name="Google Shape;111;p11"/>
            <p:cNvSpPr/>
            <p:nvPr/>
          </p:nvSpPr>
          <p:spPr>
            <a:xfrm>
              <a:off x="4422774" y="3963989"/>
              <a:ext cx="200025" cy="258763"/>
            </a:xfrm>
            <a:custGeom>
              <a:rect b="b" l="l" r="r" t="t"/>
              <a:pathLst>
                <a:path extrusionOk="0" h="96" w="75">
                  <a:moveTo>
                    <a:pt x="55" y="14"/>
                  </a:moveTo>
                  <a:cubicBezTo>
                    <a:pt x="55" y="17"/>
                    <a:pt x="55" y="20"/>
                    <a:pt x="56" y="22"/>
                  </a:cubicBezTo>
                  <a:cubicBezTo>
                    <a:pt x="46" y="22"/>
                    <a:pt x="35" y="22"/>
                    <a:pt x="25" y="21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29" y="72"/>
                    <a:pt x="29" y="72"/>
                    <a:pt x="29" y="72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83"/>
                    <a:pt x="7" y="83"/>
                    <a:pt x="7" y="83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18" y="92"/>
                    <a:pt x="18" y="92"/>
                    <a:pt x="18" y="92"/>
                  </a:cubicBezTo>
                  <a:cubicBezTo>
                    <a:pt x="27" y="94"/>
                    <a:pt x="27" y="94"/>
                    <a:pt x="27" y="94"/>
                  </a:cubicBezTo>
                  <a:cubicBezTo>
                    <a:pt x="39" y="89"/>
                    <a:pt x="39" y="89"/>
                    <a:pt x="39" y="89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5" y="80"/>
                    <a:pt x="48" y="74"/>
                    <a:pt x="53" y="65"/>
                  </a:cubicBezTo>
                  <a:cubicBezTo>
                    <a:pt x="55" y="60"/>
                    <a:pt x="58" y="53"/>
                    <a:pt x="61" y="48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60" y="1"/>
                    <a:pt x="60" y="1"/>
                    <a:pt x="60" y="1"/>
                  </a:cubicBezTo>
                  <a:cubicBezTo>
                    <a:pt x="55" y="5"/>
                    <a:pt x="55" y="5"/>
                    <a:pt x="55" y="5"/>
                  </a:cubicBezTo>
                  <a:cubicBezTo>
                    <a:pt x="55" y="8"/>
                    <a:pt x="55" y="11"/>
                    <a:pt x="55" y="14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12" name="Google Shape;112;p11"/>
            <p:cNvSpPr/>
            <p:nvPr/>
          </p:nvSpPr>
          <p:spPr>
            <a:xfrm>
              <a:off x="4422774" y="3963989"/>
              <a:ext cx="200025" cy="258763"/>
            </a:xfrm>
            <a:custGeom>
              <a:rect b="b" l="l" r="r" t="t"/>
              <a:pathLst>
                <a:path extrusionOk="0" h="96" w="75">
                  <a:moveTo>
                    <a:pt x="55" y="14"/>
                  </a:moveTo>
                  <a:cubicBezTo>
                    <a:pt x="55" y="17"/>
                    <a:pt x="55" y="20"/>
                    <a:pt x="56" y="22"/>
                  </a:cubicBezTo>
                  <a:cubicBezTo>
                    <a:pt x="46" y="22"/>
                    <a:pt x="35" y="22"/>
                    <a:pt x="25" y="21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29" y="72"/>
                    <a:pt x="29" y="72"/>
                    <a:pt x="29" y="72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83"/>
                    <a:pt x="7" y="83"/>
                    <a:pt x="7" y="83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18" y="92"/>
                    <a:pt x="18" y="92"/>
                    <a:pt x="18" y="92"/>
                  </a:cubicBezTo>
                  <a:cubicBezTo>
                    <a:pt x="27" y="94"/>
                    <a:pt x="27" y="94"/>
                    <a:pt x="27" y="94"/>
                  </a:cubicBezTo>
                  <a:cubicBezTo>
                    <a:pt x="39" y="89"/>
                    <a:pt x="39" y="89"/>
                    <a:pt x="39" y="89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5" y="80"/>
                    <a:pt x="48" y="74"/>
                    <a:pt x="53" y="65"/>
                  </a:cubicBezTo>
                  <a:cubicBezTo>
                    <a:pt x="55" y="60"/>
                    <a:pt x="58" y="53"/>
                    <a:pt x="61" y="48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60" y="1"/>
                    <a:pt x="60" y="1"/>
                    <a:pt x="60" y="1"/>
                  </a:cubicBezTo>
                  <a:cubicBezTo>
                    <a:pt x="55" y="5"/>
                    <a:pt x="55" y="5"/>
                    <a:pt x="55" y="5"/>
                  </a:cubicBezTo>
                  <a:cubicBezTo>
                    <a:pt x="55" y="8"/>
                    <a:pt x="55" y="11"/>
                    <a:pt x="55" y="14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4365624" y="3719514"/>
              <a:ext cx="206375" cy="312738"/>
            </a:xfrm>
            <a:custGeom>
              <a:rect b="b" l="l" r="r" t="t"/>
              <a:pathLst>
                <a:path extrusionOk="0" h="116" w="77">
                  <a:moveTo>
                    <a:pt x="48" y="1"/>
                  </a:moveTo>
                  <a:cubicBezTo>
                    <a:pt x="48" y="9"/>
                    <a:pt x="48" y="9"/>
                    <a:pt x="48" y="9"/>
                  </a:cubicBezTo>
                  <a:cubicBezTo>
                    <a:pt x="43" y="15"/>
                    <a:pt x="43" y="15"/>
                    <a:pt x="43" y="15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24" y="65"/>
                    <a:pt x="24" y="65"/>
                    <a:pt x="24" y="65"/>
                  </a:cubicBezTo>
                  <a:cubicBezTo>
                    <a:pt x="20" y="63"/>
                    <a:pt x="20" y="63"/>
                    <a:pt x="20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7" y="64"/>
                    <a:pt x="15" y="65"/>
                    <a:pt x="13" y="67"/>
                  </a:cubicBezTo>
                  <a:cubicBezTo>
                    <a:pt x="10" y="69"/>
                    <a:pt x="8" y="71"/>
                    <a:pt x="6" y="74"/>
                  </a:cubicBezTo>
                  <a:cubicBezTo>
                    <a:pt x="4" y="77"/>
                    <a:pt x="2" y="80"/>
                    <a:pt x="1" y="83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2" y="85"/>
                    <a:pt x="2" y="85"/>
                    <a:pt x="2" y="85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90"/>
                    <a:pt x="2" y="91"/>
                    <a:pt x="2" y="93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11" y="92"/>
                    <a:pt x="11" y="92"/>
                    <a:pt x="11" y="92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8" y="101"/>
                    <a:pt x="8" y="101"/>
                    <a:pt x="8" y="101"/>
                  </a:cubicBezTo>
                  <a:cubicBezTo>
                    <a:pt x="11" y="108"/>
                    <a:pt x="11" y="108"/>
                    <a:pt x="11" y="108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24" y="116"/>
                    <a:pt x="24" y="116"/>
                    <a:pt x="24" y="116"/>
                  </a:cubicBezTo>
                  <a:cubicBezTo>
                    <a:pt x="24" y="112"/>
                    <a:pt x="24" y="112"/>
                    <a:pt x="24" y="112"/>
                  </a:cubicBezTo>
                  <a:cubicBezTo>
                    <a:pt x="41" y="112"/>
                    <a:pt x="41" y="112"/>
                    <a:pt x="41" y="112"/>
                  </a:cubicBezTo>
                  <a:cubicBezTo>
                    <a:pt x="46" y="112"/>
                    <a:pt x="46" y="112"/>
                    <a:pt x="46" y="112"/>
                  </a:cubicBezTo>
                  <a:cubicBezTo>
                    <a:pt x="51" y="112"/>
                    <a:pt x="57" y="112"/>
                    <a:pt x="62" y="113"/>
                  </a:cubicBezTo>
                  <a:cubicBezTo>
                    <a:pt x="68" y="113"/>
                    <a:pt x="73" y="113"/>
                    <a:pt x="77" y="113"/>
                  </a:cubicBezTo>
                  <a:cubicBezTo>
                    <a:pt x="76" y="111"/>
                    <a:pt x="76" y="108"/>
                    <a:pt x="76" y="105"/>
                  </a:cubicBezTo>
                  <a:cubicBezTo>
                    <a:pt x="76" y="102"/>
                    <a:pt x="76" y="99"/>
                    <a:pt x="76" y="96"/>
                  </a:cubicBezTo>
                  <a:cubicBezTo>
                    <a:pt x="73" y="94"/>
                    <a:pt x="71" y="91"/>
                    <a:pt x="69" y="88"/>
                  </a:cubicBezTo>
                  <a:cubicBezTo>
                    <a:pt x="67" y="85"/>
                    <a:pt x="65" y="81"/>
                    <a:pt x="63" y="77"/>
                  </a:cubicBezTo>
                  <a:cubicBezTo>
                    <a:pt x="62" y="76"/>
                    <a:pt x="61" y="74"/>
                    <a:pt x="60" y="73"/>
                  </a:cubicBezTo>
                  <a:cubicBezTo>
                    <a:pt x="58" y="69"/>
                    <a:pt x="56" y="65"/>
                    <a:pt x="55" y="62"/>
                  </a:cubicBezTo>
                  <a:cubicBezTo>
                    <a:pt x="60" y="50"/>
                    <a:pt x="60" y="50"/>
                    <a:pt x="60" y="50"/>
                  </a:cubicBezTo>
                  <a:cubicBezTo>
                    <a:pt x="59" y="47"/>
                    <a:pt x="58" y="44"/>
                    <a:pt x="56" y="41"/>
                  </a:cubicBezTo>
                  <a:cubicBezTo>
                    <a:pt x="54" y="37"/>
                    <a:pt x="52" y="34"/>
                    <a:pt x="49" y="31"/>
                  </a:cubicBezTo>
                  <a:cubicBezTo>
                    <a:pt x="51" y="26"/>
                    <a:pt x="51" y="26"/>
                    <a:pt x="51" y="26"/>
                  </a:cubicBezTo>
                  <a:cubicBezTo>
                    <a:pt x="63" y="25"/>
                    <a:pt x="63" y="25"/>
                    <a:pt x="63" y="25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3" y="0"/>
                    <a:pt x="53" y="0"/>
                    <a:pt x="53" y="0"/>
                  </a:cubicBezTo>
                  <a:lnTo>
                    <a:pt x="48" y="1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4865687" y="4130676"/>
              <a:ext cx="39687" cy="92075"/>
            </a:xfrm>
            <a:custGeom>
              <a:rect b="b" l="l" r="r" t="t"/>
              <a:pathLst>
                <a:path extrusionOk="0" h="34" w="15">
                  <a:moveTo>
                    <a:pt x="3" y="34"/>
                  </a:moveTo>
                  <a:cubicBezTo>
                    <a:pt x="1" y="27"/>
                    <a:pt x="1" y="27"/>
                    <a:pt x="1" y="27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11"/>
                    <a:pt x="11" y="19"/>
                    <a:pt x="15" y="27"/>
                  </a:cubicBezTo>
                  <a:lnTo>
                    <a:pt x="3" y="34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15" name="Google Shape;115;p11"/>
            <p:cNvSpPr/>
            <p:nvPr/>
          </p:nvSpPr>
          <p:spPr>
            <a:xfrm>
              <a:off x="4019550" y="3636964"/>
              <a:ext cx="195262" cy="179388"/>
            </a:xfrm>
            <a:custGeom>
              <a:rect b="b" l="l" r="r" t="t"/>
              <a:pathLst>
                <a:path extrusionOk="0" h="67" w="73">
                  <a:moveTo>
                    <a:pt x="52" y="0"/>
                  </a:moveTo>
                  <a:cubicBezTo>
                    <a:pt x="49" y="0"/>
                    <a:pt x="49" y="0"/>
                    <a:pt x="49" y="0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25"/>
                    <a:pt x="9" y="30"/>
                    <a:pt x="5" y="36"/>
                  </a:cubicBezTo>
                  <a:cubicBezTo>
                    <a:pt x="3" y="40"/>
                    <a:pt x="0" y="43"/>
                    <a:pt x="0" y="48"/>
                  </a:cubicBezTo>
                  <a:cubicBezTo>
                    <a:pt x="11" y="67"/>
                    <a:pt x="11" y="67"/>
                    <a:pt x="11" y="67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46" y="55"/>
                    <a:pt x="56" y="53"/>
                    <a:pt x="67" y="51"/>
                  </a:cubicBezTo>
                  <a:cubicBezTo>
                    <a:pt x="73" y="37"/>
                    <a:pt x="73" y="37"/>
                    <a:pt x="73" y="37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66" y="29"/>
                    <a:pt x="66" y="29"/>
                    <a:pt x="66" y="29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59" y="2"/>
                    <a:pt x="59" y="2"/>
                    <a:pt x="59" y="2"/>
                  </a:cubicBezTo>
                  <a:lnTo>
                    <a:pt x="52" y="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16" name="Google Shape;116;p11"/>
            <p:cNvSpPr/>
            <p:nvPr/>
          </p:nvSpPr>
          <p:spPr>
            <a:xfrm>
              <a:off x="4625974" y="4600576"/>
              <a:ext cx="241300" cy="285750"/>
            </a:xfrm>
            <a:custGeom>
              <a:rect b="b" l="l" r="r" t="t"/>
              <a:pathLst>
                <a:path extrusionOk="0" h="106" w="90">
                  <a:moveTo>
                    <a:pt x="31" y="9"/>
                  </a:moveTo>
                  <a:cubicBezTo>
                    <a:pt x="29" y="4"/>
                    <a:pt x="29" y="4"/>
                    <a:pt x="29" y="4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1" y="106"/>
                    <a:pt x="11" y="106"/>
                    <a:pt x="11" y="106"/>
                  </a:cubicBezTo>
                  <a:cubicBezTo>
                    <a:pt x="26" y="102"/>
                    <a:pt x="26" y="102"/>
                    <a:pt x="26" y="102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40" y="81"/>
                    <a:pt x="43" y="81"/>
                    <a:pt x="44" y="81"/>
                  </a:cubicBezTo>
                  <a:cubicBezTo>
                    <a:pt x="49" y="82"/>
                    <a:pt x="53" y="82"/>
                    <a:pt x="58" y="82"/>
                  </a:cubicBezTo>
                  <a:cubicBezTo>
                    <a:pt x="63" y="76"/>
                    <a:pt x="68" y="70"/>
                    <a:pt x="72" y="64"/>
                  </a:cubicBezTo>
                  <a:cubicBezTo>
                    <a:pt x="75" y="61"/>
                    <a:pt x="76" y="57"/>
                    <a:pt x="78" y="53"/>
                  </a:cubicBezTo>
                  <a:cubicBezTo>
                    <a:pt x="90" y="49"/>
                    <a:pt x="90" y="49"/>
                    <a:pt x="90" y="49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79" y="38"/>
                    <a:pt x="79" y="38"/>
                    <a:pt x="79" y="38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0" y="21"/>
                    <a:pt x="65" y="17"/>
                    <a:pt x="60" y="13"/>
                  </a:cubicBezTo>
                  <a:cubicBezTo>
                    <a:pt x="56" y="9"/>
                    <a:pt x="52" y="5"/>
                    <a:pt x="49" y="0"/>
                  </a:cubicBezTo>
                  <a:lnTo>
                    <a:pt x="31" y="9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4195761" y="3725864"/>
              <a:ext cx="60325" cy="190500"/>
            </a:xfrm>
            <a:custGeom>
              <a:rect b="b" l="l" r="r" t="t"/>
              <a:pathLst>
                <a:path extrusionOk="0" h="71" w="22">
                  <a:moveTo>
                    <a:pt x="7" y="4"/>
                  </a:moveTo>
                  <a:cubicBezTo>
                    <a:pt x="1" y="18"/>
                    <a:pt x="1" y="18"/>
                    <a:pt x="1" y="18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1" y="71"/>
                    <a:pt x="1" y="71"/>
                    <a:pt x="1" y="71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10" y="65"/>
                    <a:pt x="15" y="6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7" y="4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4440236" y="4211639"/>
              <a:ext cx="53975" cy="42863"/>
            </a:xfrm>
            <a:custGeom>
              <a:rect b="b" l="l" r="r" t="t"/>
              <a:pathLst>
                <a:path extrusionOk="0" h="16" w="20">
                  <a:moveTo>
                    <a:pt x="9" y="16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6"/>
                    <a:pt x="3" y="8"/>
                    <a:pt x="4" y="10"/>
                  </a:cubicBezTo>
                  <a:cubicBezTo>
                    <a:pt x="5" y="11"/>
                    <a:pt x="5" y="12"/>
                    <a:pt x="6" y="14"/>
                  </a:cubicBezTo>
                  <a:lnTo>
                    <a:pt x="9" y="16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19" name="Google Shape;119;p11"/>
            <p:cNvSpPr/>
            <p:nvPr/>
          </p:nvSpPr>
          <p:spPr>
            <a:xfrm>
              <a:off x="4430711" y="4257676"/>
              <a:ext cx="300037" cy="350838"/>
            </a:xfrm>
            <a:custGeom>
              <a:rect b="b" l="l" r="r" t="t"/>
              <a:pathLst>
                <a:path extrusionOk="0" h="131" w="112">
                  <a:moveTo>
                    <a:pt x="16" y="23"/>
                  </a:moveTo>
                  <a:cubicBezTo>
                    <a:pt x="12" y="29"/>
                    <a:pt x="12" y="29"/>
                    <a:pt x="12" y="2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20" y="51"/>
                    <a:pt x="20" y="61"/>
                    <a:pt x="12" y="70"/>
                  </a:cubicBezTo>
                  <a:cubicBezTo>
                    <a:pt x="4" y="93"/>
                    <a:pt x="4" y="93"/>
                    <a:pt x="4" y="93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2" y="122"/>
                    <a:pt x="2" y="122"/>
                    <a:pt x="2" y="122"/>
                  </a:cubicBezTo>
                  <a:cubicBezTo>
                    <a:pt x="20" y="117"/>
                    <a:pt x="20" y="117"/>
                    <a:pt x="20" y="117"/>
                  </a:cubicBezTo>
                  <a:cubicBezTo>
                    <a:pt x="21" y="117"/>
                    <a:pt x="21" y="117"/>
                    <a:pt x="21" y="117"/>
                  </a:cubicBezTo>
                  <a:cubicBezTo>
                    <a:pt x="23" y="118"/>
                    <a:pt x="26" y="119"/>
                    <a:pt x="29" y="119"/>
                  </a:cubicBezTo>
                  <a:cubicBezTo>
                    <a:pt x="36" y="119"/>
                    <a:pt x="43" y="120"/>
                    <a:pt x="50" y="120"/>
                  </a:cubicBezTo>
                  <a:cubicBezTo>
                    <a:pt x="57" y="120"/>
                    <a:pt x="57" y="120"/>
                    <a:pt x="57" y="120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83" y="131"/>
                    <a:pt x="83" y="131"/>
                    <a:pt x="83" y="131"/>
                  </a:cubicBezTo>
                  <a:cubicBezTo>
                    <a:pt x="86" y="131"/>
                    <a:pt x="89" y="129"/>
                    <a:pt x="93" y="128"/>
                  </a:cubicBezTo>
                  <a:cubicBezTo>
                    <a:pt x="95" y="128"/>
                    <a:pt x="95" y="128"/>
                    <a:pt x="95" y="128"/>
                  </a:cubicBezTo>
                  <a:cubicBezTo>
                    <a:pt x="102" y="125"/>
                    <a:pt x="102" y="125"/>
                    <a:pt x="102" y="125"/>
                  </a:cubicBezTo>
                  <a:cubicBezTo>
                    <a:pt x="96" y="119"/>
                    <a:pt x="96" y="119"/>
                    <a:pt x="96" y="119"/>
                  </a:cubicBezTo>
                  <a:cubicBezTo>
                    <a:pt x="96" y="76"/>
                    <a:pt x="96" y="76"/>
                    <a:pt x="96" y="76"/>
                  </a:cubicBezTo>
                  <a:cubicBezTo>
                    <a:pt x="112" y="76"/>
                    <a:pt x="112" y="76"/>
                    <a:pt x="112" y="76"/>
                  </a:cubicBezTo>
                  <a:cubicBezTo>
                    <a:pt x="112" y="56"/>
                    <a:pt x="112" y="56"/>
                    <a:pt x="112" y="56"/>
                  </a:cubicBezTo>
                  <a:cubicBezTo>
                    <a:pt x="110" y="56"/>
                    <a:pt x="107" y="56"/>
                    <a:pt x="104" y="56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1" y="37"/>
                    <a:pt x="101" y="37"/>
                    <a:pt x="101" y="37"/>
                  </a:cubicBezTo>
                  <a:cubicBezTo>
                    <a:pt x="98" y="26"/>
                    <a:pt x="95" y="15"/>
                    <a:pt x="92" y="4"/>
                  </a:cubicBezTo>
                  <a:cubicBezTo>
                    <a:pt x="75" y="3"/>
                    <a:pt x="75" y="3"/>
                    <a:pt x="75" y="3"/>
                  </a:cubicBezTo>
                  <a:cubicBezTo>
                    <a:pt x="69" y="15"/>
                    <a:pt x="69" y="15"/>
                    <a:pt x="69" y="15"/>
                  </a:cubicBezTo>
                  <a:cubicBezTo>
                    <a:pt x="57" y="16"/>
                    <a:pt x="57" y="16"/>
                    <a:pt x="57" y="16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7" y="2"/>
                    <a:pt x="24" y="4"/>
                    <a:pt x="11" y="6"/>
                  </a:cubicBezTo>
                  <a:cubicBezTo>
                    <a:pt x="11" y="13"/>
                    <a:pt x="11" y="13"/>
                    <a:pt x="11" y="13"/>
                  </a:cubicBezTo>
                  <a:lnTo>
                    <a:pt x="16" y="23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20" name="Google Shape;120;p11"/>
            <p:cNvSpPr/>
            <p:nvPr/>
          </p:nvSpPr>
          <p:spPr>
            <a:xfrm>
              <a:off x="3962400" y="2976564"/>
              <a:ext cx="477837" cy="547688"/>
            </a:xfrm>
            <a:custGeom>
              <a:rect b="b" l="l" r="r" t="t"/>
              <a:pathLst>
                <a:path extrusionOk="0" h="204" w="178">
                  <a:moveTo>
                    <a:pt x="101" y="7"/>
                  </a:moveTo>
                  <a:cubicBezTo>
                    <a:pt x="92" y="4"/>
                    <a:pt x="92" y="4"/>
                    <a:pt x="92" y="4"/>
                  </a:cubicBezTo>
                  <a:cubicBezTo>
                    <a:pt x="79" y="10"/>
                    <a:pt x="67" y="15"/>
                    <a:pt x="54" y="21"/>
                  </a:cubicBezTo>
                  <a:cubicBezTo>
                    <a:pt x="58" y="28"/>
                    <a:pt x="62" y="35"/>
                    <a:pt x="67" y="41"/>
                  </a:cubicBezTo>
                  <a:cubicBezTo>
                    <a:pt x="63" y="48"/>
                    <a:pt x="63" y="48"/>
                    <a:pt x="63" y="48"/>
                  </a:cubicBezTo>
                  <a:cubicBezTo>
                    <a:pt x="55" y="53"/>
                    <a:pt x="55" y="53"/>
                    <a:pt x="55" y="53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51" y="62"/>
                    <a:pt x="51" y="62"/>
                    <a:pt x="51" y="62"/>
                  </a:cubicBezTo>
                  <a:cubicBezTo>
                    <a:pt x="48" y="66"/>
                    <a:pt x="48" y="66"/>
                    <a:pt x="48" y="66"/>
                  </a:cubicBezTo>
                  <a:cubicBezTo>
                    <a:pt x="12" y="83"/>
                    <a:pt x="12" y="83"/>
                    <a:pt x="12" y="8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9" y="144"/>
                    <a:pt x="39" y="144"/>
                    <a:pt x="39" y="144"/>
                  </a:cubicBezTo>
                  <a:cubicBezTo>
                    <a:pt x="102" y="194"/>
                    <a:pt x="102" y="194"/>
                    <a:pt x="102" y="194"/>
                  </a:cubicBezTo>
                  <a:cubicBezTo>
                    <a:pt x="108" y="194"/>
                    <a:pt x="108" y="194"/>
                    <a:pt x="108" y="194"/>
                  </a:cubicBezTo>
                  <a:cubicBezTo>
                    <a:pt x="107" y="201"/>
                    <a:pt x="107" y="201"/>
                    <a:pt x="107" y="201"/>
                  </a:cubicBezTo>
                  <a:cubicBezTo>
                    <a:pt x="108" y="204"/>
                    <a:pt x="108" y="204"/>
                    <a:pt x="108" y="204"/>
                  </a:cubicBezTo>
                  <a:cubicBezTo>
                    <a:pt x="115" y="202"/>
                    <a:pt x="121" y="199"/>
                    <a:pt x="126" y="195"/>
                  </a:cubicBezTo>
                  <a:cubicBezTo>
                    <a:pt x="128" y="194"/>
                    <a:pt x="130" y="193"/>
                    <a:pt x="132" y="191"/>
                  </a:cubicBezTo>
                  <a:cubicBezTo>
                    <a:pt x="134" y="189"/>
                    <a:pt x="134" y="189"/>
                    <a:pt x="134" y="189"/>
                  </a:cubicBezTo>
                  <a:cubicBezTo>
                    <a:pt x="178" y="154"/>
                    <a:pt x="178" y="154"/>
                    <a:pt x="178" y="154"/>
                  </a:cubicBezTo>
                  <a:cubicBezTo>
                    <a:pt x="168" y="144"/>
                    <a:pt x="168" y="144"/>
                    <a:pt x="168" y="144"/>
                  </a:cubicBezTo>
                  <a:cubicBezTo>
                    <a:pt x="160" y="124"/>
                    <a:pt x="160" y="124"/>
                    <a:pt x="160" y="124"/>
                  </a:cubicBezTo>
                  <a:cubicBezTo>
                    <a:pt x="161" y="119"/>
                    <a:pt x="161" y="113"/>
                    <a:pt x="161" y="107"/>
                  </a:cubicBezTo>
                  <a:cubicBezTo>
                    <a:pt x="160" y="99"/>
                    <a:pt x="160" y="91"/>
                    <a:pt x="159" y="84"/>
                  </a:cubicBezTo>
                  <a:cubicBezTo>
                    <a:pt x="158" y="80"/>
                    <a:pt x="158" y="80"/>
                    <a:pt x="158" y="80"/>
                  </a:cubicBezTo>
                  <a:cubicBezTo>
                    <a:pt x="158" y="79"/>
                    <a:pt x="158" y="78"/>
                    <a:pt x="157" y="78"/>
                  </a:cubicBezTo>
                  <a:cubicBezTo>
                    <a:pt x="160" y="73"/>
                    <a:pt x="160" y="73"/>
                    <a:pt x="160" y="73"/>
                  </a:cubicBezTo>
                  <a:cubicBezTo>
                    <a:pt x="152" y="50"/>
                    <a:pt x="152" y="50"/>
                    <a:pt x="152" y="50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2" y="36"/>
                    <a:pt x="142" y="36"/>
                    <a:pt x="142" y="36"/>
                  </a:cubicBezTo>
                  <a:cubicBezTo>
                    <a:pt x="149" y="27"/>
                    <a:pt x="149" y="27"/>
                    <a:pt x="149" y="27"/>
                  </a:cubicBezTo>
                  <a:cubicBezTo>
                    <a:pt x="146" y="9"/>
                    <a:pt x="146" y="9"/>
                    <a:pt x="146" y="9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139" y="2"/>
                    <a:pt x="132" y="3"/>
                    <a:pt x="125" y="4"/>
                  </a:cubicBezTo>
                  <a:cubicBezTo>
                    <a:pt x="119" y="3"/>
                    <a:pt x="119" y="3"/>
                    <a:pt x="119" y="3"/>
                  </a:cubicBezTo>
                  <a:cubicBezTo>
                    <a:pt x="116" y="5"/>
                    <a:pt x="116" y="5"/>
                    <a:pt x="116" y="5"/>
                  </a:cubicBezTo>
                  <a:cubicBezTo>
                    <a:pt x="106" y="4"/>
                    <a:pt x="106" y="4"/>
                    <a:pt x="106" y="4"/>
                  </a:cubicBezTo>
                  <a:lnTo>
                    <a:pt x="101" y="7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21" name="Google Shape;121;p11"/>
            <p:cNvSpPr/>
            <p:nvPr/>
          </p:nvSpPr>
          <p:spPr>
            <a:xfrm>
              <a:off x="4560886" y="4732339"/>
              <a:ext cx="395287" cy="373063"/>
            </a:xfrm>
            <a:custGeom>
              <a:rect b="b" l="l" r="r" t="t"/>
              <a:pathLst>
                <a:path extrusionOk="0" h="139" w="147">
                  <a:moveTo>
                    <a:pt x="136" y="50"/>
                  </a:moveTo>
                  <a:cubicBezTo>
                    <a:pt x="133" y="57"/>
                    <a:pt x="133" y="57"/>
                    <a:pt x="133" y="57"/>
                  </a:cubicBezTo>
                  <a:cubicBezTo>
                    <a:pt x="125" y="56"/>
                    <a:pt x="125" y="56"/>
                    <a:pt x="125" y="56"/>
                  </a:cubicBezTo>
                  <a:cubicBezTo>
                    <a:pt x="120" y="43"/>
                    <a:pt x="120" y="43"/>
                    <a:pt x="120" y="43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33" y="37"/>
                    <a:pt x="133" y="37"/>
                    <a:pt x="133" y="37"/>
                  </a:cubicBezTo>
                  <a:cubicBezTo>
                    <a:pt x="131" y="31"/>
                    <a:pt x="131" y="25"/>
                    <a:pt x="130" y="19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02" y="4"/>
                    <a:pt x="102" y="4"/>
                    <a:pt x="102" y="4"/>
                  </a:cubicBezTo>
                  <a:cubicBezTo>
                    <a:pt x="100" y="8"/>
                    <a:pt x="99" y="12"/>
                    <a:pt x="96" y="15"/>
                  </a:cubicBezTo>
                  <a:cubicBezTo>
                    <a:pt x="92" y="21"/>
                    <a:pt x="87" y="27"/>
                    <a:pt x="82" y="33"/>
                  </a:cubicBezTo>
                  <a:cubicBezTo>
                    <a:pt x="77" y="33"/>
                    <a:pt x="73" y="33"/>
                    <a:pt x="68" y="32"/>
                  </a:cubicBezTo>
                  <a:cubicBezTo>
                    <a:pt x="67" y="32"/>
                    <a:pt x="64" y="32"/>
                    <a:pt x="62" y="31"/>
                  </a:cubicBezTo>
                  <a:cubicBezTo>
                    <a:pt x="50" y="53"/>
                    <a:pt x="50" y="53"/>
                    <a:pt x="50" y="53"/>
                  </a:cubicBezTo>
                  <a:cubicBezTo>
                    <a:pt x="35" y="57"/>
                    <a:pt x="35" y="57"/>
                    <a:pt x="35" y="57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77"/>
                    <a:pt x="24" y="77"/>
                    <a:pt x="24" y="77"/>
                  </a:cubicBezTo>
                  <a:cubicBezTo>
                    <a:pt x="12" y="80"/>
                    <a:pt x="12" y="80"/>
                    <a:pt x="12" y="80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13" y="108"/>
                    <a:pt x="13" y="108"/>
                    <a:pt x="13" y="108"/>
                  </a:cubicBezTo>
                  <a:cubicBezTo>
                    <a:pt x="12" y="116"/>
                    <a:pt x="12" y="116"/>
                    <a:pt x="12" y="116"/>
                  </a:cubicBezTo>
                  <a:cubicBezTo>
                    <a:pt x="7" y="116"/>
                    <a:pt x="7" y="116"/>
                    <a:pt x="7" y="116"/>
                  </a:cubicBezTo>
                  <a:cubicBezTo>
                    <a:pt x="7" y="118"/>
                    <a:pt x="7" y="119"/>
                    <a:pt x="8" y="121"/>
                  </a:cubicBezTo>
                  <a:cubicBezTo>
                    <a:pt x="9" y="125"/>
                    <a:pt x="9" y="128"/>
                    <a:pt x="10" y="131"/>
                  </a:cubicBezTo>
                  <a:cubicBezTo>
                    <a:pt x="11" y="133"/>
                    <a:pt x="11" y="135"/>
                    <a:pt x="11" y="136"/>
                  </a:cubicBezTo>
                  <a:cubicBezTo>
                    <a:pt x="13" y="138"/>
                    <a:pt x="13" y="138"/>
                    <a:pt x="13" y="138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8" y="133"/>
                    <a:pt x="18" y="133"/>
                    <a:pt x="18" y="133"/>
                  </a:cubicBezTo>
                  <a:cubicBezTo>
                    <a:pt x="21" y="138"/>
                    <a:pt x="21" y="138"/>
                    <a:pt x="21" y="138"/>
                  </a:cubicBezTo>
                  <a:cubicBezTo>
                    <a:pt x="23" y="137"/>
                    <a:pt x="23" y="137"/>
                    <a:pt x="23" y="137"/>
                  </a:cubicBezTo>
                  <a:cubicBezTo>
                    <a:pt x="28" y="139"/>
                    <a:pt x="28" y="139"/>
                    <a:pt x="28" y="139"/>
                  </a:cubicBezTo>
                  <a:cubicBezTo>
                    <a:pt x="44" y="135"/>
                    <a:pt x="44" y="135"/>
                    <a:pt x="44" y="135"/>
                  </a:cubicBezTo>
                  <a:cubicBezTo>
                    <a:pt x="47" y="131"/>
                    <a:pt x="47" y="131"/>
                    <a:pt x="47" y="131"/>
                  </a:cubicBezTo>
                  <a:cubicBezTo>
                    <a:pt x="56" y="131"/>
                    <a:pt x="64" y="130"/>
                    <a:pt x="73" y="130"/>
                  </a:cubicBezTo>
                  <a:cubicBezTo>
                    <a:pt x="79" y="132"/>
                    <a:pt x="79" y="132"/>
                    <a:pt x="79" y="132"/>
                  </a:cubicBezTo>
                  <a:cubicBezTo>
                    <a:pt x="79" y="128"/>
                    <a:pt x="79" y="128"/>
                    <a:pt x="79" y="128"/>
                  </a:cubicBezTo>
                  <a:cubicBezTo>
                    <a:pt x="83" y="126"/>
                    <a:pt x="83" y="126"/>
                    <a:pt x="83" y="126"/>
                  </a:cubicBezTo>
                  <a:cubicBezTo>
                    <a:pt x="89" y="128"/>
                    <a:pt x="89" y="128"/>
                    <a:pt x="89" y="128"/>
                  </a:cubicBezTo>
                  <a:cubicBezTo>
                    <a:pt x="90" y="125"/>
                    <a:pt x="90" y="125"/>
                    <a:pt x="90" y="125"/>
                  </a:cubicBezTo>
                  <a:cubicBezTo>
                    <a:pt x="99" y="118"/>
                    <a:pt x="107" y="110"/>
                    <a:pt x="114" y="102"/>
                  </a:cubicBezTo>
                  <a:cubicBezTo>
                    <a:pt x="120" y="96"/>
                    <a:pt x="125" y="90"/>
                    <a:pt x="130" y="82"/>
                  </a:cubicBezTo>
                  <a:cubicBezTo>
                    <a:pt x="133" y="77"/>
                    <a:pt x="137" y="71"/>
                    <a:pt x="141" y="65"/>
                  </a:cubicBezTo>
                  <a:cubicBezTo>
                    <a:pt x="143" y="61"/>
                    <a:pt x="145" y="57"/>
                    <a:pt x="147" y="52"/>
                  </a:cubicBezTo>
                  <a:lnTo>
                    <a:pt x="136" y="50"/>
                  </a:lnTo>
                  <a:close/>
                  <a:moveTo>
                    <a:pt x="103" y="89"/>
                  </a:moveTo>
                  <a:cubicBezTo>
                    <a:pt x="102" y="94"/>
                    <a:pt x="102" y="94"/>
                    <a:pt x="102" y="94"/>
                  </a:cubicBezTo>
                  <a:cubicBezTo>
                    <a:pt x="95" y="95"/>
                    <a:pt x="95" y="95"/>
                    <a:pt x="95" y="95"/>
                  </a:cubicBezTo>
                  <a:cubicBezTo>
                    <a:pt x="89" y="82"/>
                    <a:pt x="89" y="82"/>
                    <a:pt x="89" y="82"/>
                  </a:cubicBezTo>
                  <a:cubicBezTo>
                    <a:pt x="102" y="70"/>
                    <a:pt x="102" y="70"/>
                    <a:pt x="102" y="70"/>
                  </a:cubicBezTo>
                  <a:cubicBezTo>
                    <a:pt x="111" y="78"/>
                    <a:pt x="111" y="78"/>
                    <a:pt x="111" y="78"/>
                  </a:cubicBezTo>
                  <a:cubicBezTo>
                    <a:pt x="110" y="88"/>
                    <a:pt x="110" y="88"/>
                    <a:pt x="110" y="88"/>
                  </a:cubicBezTo>
                  <a:lnTo>
                    <a:pt x="103" y="89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22" name="Google Shape;122;p11"/>
            <p:cNvSpPr/>
            <p:nvPr/>
          </p:nvSpPr>
          <p:spPr>
            <a:xfrm>
              <a:off x="3863975" y="3014664"/>
              <a:ext cx="279400" cy="252413"/>
            </a:xfrm>
            <a:custGeom>
              <a:rect b="b" l="l" r="r" t="t"/>
              <a:pathLst>
                <a:path extrusionOk="0" h="94" w="104">
                  <a:moveTo>
                    <a:pt x="91" y="7"/>
                  </a:moveTo>
                  <a:cubicBezTo>
                    <a:pt x="90" y="7"/>
                    <a:pt x="90" y="7"/>
                    <a:pt x="90" y="7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79" y="3"/>
                    <a:pt x="79" y="3"/>
                    <a:pt x="79" y="3"/>
                  </a:cubicBezTo>
                  <a:cubicBezTo>
                    <a:pt x="74" y="8"/>
                    <a:pt x="74" y="8"/>
                    <a:pt x="74" y="8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1" y="2"/>
                    <a:pt x="61" y="2"/>
                    <a:pt x="61" y="2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54" y="18"/>
                    <a:pt x="54" y="18"/>
                    <a:pt x="54" y="18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8" y="62"/>
                    <a:pt x="28" y="62"/>
                    <a:pt x="28" y="62"/>
                  </a:cubicBezTo>
                  <a:cubicBezTo>
                    <a:pt x="29" y="65"/>
                    <a:pt x="25" y="72"/>
                    <a:pt x="16" y="82"/>
                  </a:cubicBezTo>
                  <a:cubicBezTo>
                    <a:pt x="15" y="84"/>
                    <a:pt x="14" y="84"/>
                    <a:pt x="14" y="85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37" y="94"/>
                    <a:pt x="37" y="94"/>
                    <a:pt x="37" y="94"/>
                  </a:cubicBezTo>
                  <a:cubicBezTo>
                    <a:pt x="37" y="82"/>
                    <a:pt x="37" y="82"/>
                    <a:pt x="37" y="82"/>
                  </a:cubicBezTo>
                  <a:cubicBezTo>
                    <a:pt x="49" y="69"/>
                    <a:pt x="49" y="69"/>
                    <a:pt x="49" y="69"/>
                  </a:cubicBezTo>
                  <a:cubicBezTo>
                    <a:pt x="85" y="52"/>
                    <a:pt x="85" y="52"/>
                    <a:pt x="85" y="52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2" y="47"/>
                    <a:pt x="92" y="47"/>
                    <a:pt x="92" y="47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100" y="34"/>
                    <a:pt x="100" y="34"/>
                    <a:pt x="100" y="34"/>
                  </a:cubicBezTo>
                  <a:cubicBezTo>
                    <a:pt x="104" y="27"/>
                    <a:pt x="104" y="27"/>
                    <a:pt x="104" y="27"/>
                  </a:cubicBezTo>
                  <a:lnTo>
                    <a:pt x="91" y="7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23" name="Google Shape;123;p11"/>
            <p:cNvSpPr/>
            <p:nvPr/>
          </p:nvSpPr>
          <p:spPr>
            <a:xfrm>
              <a:off x="3748086" y="3267076"/>
              <a:ext cx="214312" cy="192088"/>
            </a:xfrm>
            <a:custGeom>
              <a:rect b="b" l="l" r="r" t="t"/>
              <a:pathLst>
                <a:path extrusionOk="0" h="121" w="135">
                  <a:moveTo>
                    <a:pt x="68" y="16"/>
                  </a:moveTo>
                  <a:lnTo>
                    <a:pt x="57" y="18"/>
                  </a:lnTo>
                  <a:lnTo>
                    <a:pt x="49" y="27"/>
                  </a:lnTo>
                  <a:lnTo>
                    <a:pt x="37" y="57"/>
                  </a:lnTo>
                  <a:lnTo>
                    <a:pt x="24" y="66"/>
                  </a:lnTo>
                  <a:lnTo>
                    <a:pt x="24" y="69"/>
                  </a:lnTo>
                  <a:lnTo>
                    <a:pt x="29" y="71"/>
                  </a:lnTo>
                  <a:lnTo>
                    <a:pt x="27" y="77"/>
                  </a:lnTo>
                  <a:lnTo>
                    <a:pt x="3" y="109"/>
                  </a:lnTo>
                  <a:lnTo>
                    <a:pt x="0" y="121"/>
                  </a:lnTo>
                  <a:lnTo>
                    <a:pt x="73" y="121"/>
                  </a:lnTo>
                  <a:lnTo>
                    <a:pt x="69" y="94"/>
                  </a:lnTo>
                  <a:lnTo>
                    <a:pt x="79" y="84"/>
                  </a:lnTo>
                  <a:lnTo>
                    <a:pt x="98" y="79"/>
                  </a:lnTo>
                  <a:lnTo>
                    <a:pt x="98" y="27"/>
                  </a:lnTo>
                  <a:lnTo>
                    <a:pt x="135" y="27"/>
                  </a:lnTo>
                  <a:lnTo>
                    <a:pt x="135" y="6"/>
                  </a:lnTo>
                  <a:lnTo>
                    <a:pt x="135" y="0"/>
                  </a:lnTo>
                  <a:lnTo>
                    <a:pt x="73" y="0"/>
                  </a:lnTo>
                  <a:lnTo>
                    <a:pt x="68" y="16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24" name="Google Shape;124;p11"/>
            <p:cNvSpPr/>
            <p:nvPr/>
          </p:nvSpPr>
          <p:spPr>
            <a:xfrm>
              <a:off x="5176836" y="3563939"/>
              <a:ext cx="252412" cy="153988"/>
            </a:xfrm>
            <a:custGeom>
              <a:rect b="b" l="l" r="r" t="t"/>
              <a:pathLst>
                <a:path extrusionOk="0" h="57" w="94">
                  <a:moveTo>
                    <a:pt x="18" y="17"/>
                  </a:moveTo>
                  <a:cubicBezTo>
                    <a:pt x="10" y="15"/>
                    <a:pt x="10" y="15"/>
                    <a:pt x="10" y="15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3" y="24"/>
                    <a:pt x="4" y="27"/>
                    <a:pt x="4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52"/>
                    <a:pt x="6" y="52"/>
                    <a:pt x="6" y="52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9" y="43"/>
                    <a:pt x="49" y="43"/>
                    <a:pt x="49" y="43"/>
                  </a:cubicBezTo>
                  <a:cubicBezTo>
                    <a:pt x="51" y="45"/>
                    <a:pt x="51" y="45"/>
                    <a:pt x="51" y="45"/>
                  </a:cubicBezTo>
                  <a:cubicBezTo>
                    <a:pt x="59" y="43"/>
                    <a:pt x="59" y="43"/>
                    <a:pt x="59" y="43"/>
                  </a:cubicBezTo>
                  <a:cubicBezTo>
                    <a:pt x="61" y="39"/>
                    <a:pt x="61" y="39"/>
                    <a:pt x="61" y="39"/>
                  </a:cubicBezTo>
                  <a:cubicBezTo>
                    <a:pt x="71" y="35"/>
                    <a:pt x="71" y="35"/>
                    <a:pt x="71" y="35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84" y="25"/>
                    <a:pt x="84" y="25"/>
                    <a:pt x="84" y="25"/>
                  </a:cubicBezTo>
                  <a:cubicBezTo>
                    <a:pt x="83" y="22"/>
                    <a:pt x="83" y="22"/>
                    <a:pt x="8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94" y="14"/>
                    <a:pt x="94" y="14"/>
                    <a:pt x="94" y="14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18" y="17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25" name="Google Shape;125;p11"/>
            <p:cNvSpPr/>
            <p:nvPr/>
          </p:nvSpPr>
          <p:spPr>
            <a:xfrm>
              <a:off x="6586536" y="3411539"/>
              <a:ext cx="168275" cy="415925"/>
            </a:xfrm>
            <a:custGeom>
              <a:rect b="b" l="l" r="r" t="t"/>
              <a:pathLst>
                <a:path extrusionOk="0" h="155" w="63">
                  <a:moveTo>
                    <a:pt x="14" y="6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50" y="95"/>
                    <a:pt x="50" y="95"/>
                    <a:pt x="50" y="95"/>
                  </a:cubicBezTo>
                  <a:cubicBezTo>
                    <a:pt x="45" y="105"/>
                    <a:pt x="45" y="105"/>
                    <a:pt x="45" y="105"/>
                  </a:cubicBezTo>
                  <a:cubicBezTo>
                    <a:pt x="45" y="115"/>
                    <a:pt x="45" y="115"/>
                    <a:pt x="45" y="115"/>
                  </a:cubicBezTo>
                  <a:cubicBezTo>
                    <a:pt x="34" y="123"/>
                    <a:pt x="34" y="123"/>
                    <a:pt x="34" y="123"/>
                  </a:cubicBezTo>
                  <a:cubicBezTo>
                    <a:pt x="32" y="131"/>
                    <a:pt x="32" y="131"/>
                    <a:pt x="32" y="131"/>
                  </a:cubicBezTo>
                  <a:cubicBezTo>
                    <a:pt x="21" y="136"/>
                    <a:pt x="21" y="136"/>
                    <a:pt x="21" y="136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2" y="142"/>
                    <a:pt x="22" y="142"/>
                    <a:pt x="22" y="142"/>
                  </a:cubicBezTo>
                  <a:cubicBezTo>
                    <a:pt x="22" y="149"/>
                    <a:pt x="22" y="149"/>
                    <a:pt x="22" y="149"/>
                  </a:cubicBezTo>
                  <a:cubicBezTo>
                    <a:pt x="19" y="154"/>
                    <a:pt x="19" y="154"/>
                    <a:pt x="19" y="154"/>
                  </a:cubicBezTo>
                  <a:cubicBezTo>
                    <a:pt x="23" y="155"/>
                    <a:pt x="23" y="155"/>
                    <a:pt x="23" y="155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44"/>
                    <a:pt x="32" y="144"/>
                    <a:pt x="32" y="144"/>
                  </a:cubicBezTo>
                  <a:cubicBezTo>
                    <a:pt x="36" y="144"/>
                    <a:pt x="36" y="144"/>
                    <a:pt x="36" y="144"/>
                  </a:cubicBezTo>
                  <a:cubicBezTo>
                    <a:pt x="38" y="143"/>
                    <a:pt x="38" y="143"/>
                    <a:pt x="38" y="143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40" y="138"/>
                    <a:pt x="40" y="138"/>
                    <a:pt x="40" y="138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4" y="135"/>
                    <a:pt x="44" y="135"/>
                    <a:pt x="44" y="135"/>
                  </a:cubicBezTo>
                  <a:cubicBezTo>
                    <a:pt x="52" y="130"/>
                    <a:pt x="52" y="130"/>
                    <a:pt x="52" y="130"/>
                  </a:cubicBezTo>
                  <a:cubicBezTo>
                    <a:pt x="61" y="119"/>
                    <a:pt x="61" y="119"/>
                    <a:pt x="61" y="119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60" y="90"/>
                    <a:pt x="60" y="90"/>
                    <a:pt x="60" y="90"/>
                  </a:cubicBezTo>
                  <a:cubicBezTo>
                    <a:pt x="57" y="81"/>
                    <a:pt x="57" y="81"/>
                    <a:pt x="57" y="81"/>
                  </a:cubicBezTo>
                  <a:cubicBezTo>
                    <a:pt x="48" y="67"/>
                    <a:pt x="48" y="67"/>
                    <a:pt x="48" y="67"/>
                  </a:cubicBezTo>
                  <a:cubicBezTo>
                    <a:pt x="41" y="60"/>
                    <a:pt x="41" y="60"/>
                    <a:pt x="41" y="60"/>
                  </a:cubicBezTo>
                  <a:cubicBezTo>
                    <a:pt x="36" y="48"/>
                    <a:pt x="35" y="38"/>
                    <a:pt x="40" y="32"/>
                  </a:cubicBezTo>
                  <a:cubicBezTo>
                    <a:pt x="49" y="24"/>
                    <a:pt x="49" y="24"/>
                    <a:pt x="49" y="24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2" y="2"/>
                    <a:pt x="18" y="4"/>
                    <a:pt x="14" y="6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26" name="Google Shape;126;p11"/>
            <p:cNvSpPr/>
            <p:nvPr/>
          </p:nvSpPr>
          <p:spPr>
            <a:xfrm>
              <a:off x="6586536" y="3411539"/>
              <a:ext cx="168275" cy="415925"/>
            </a:xfrm>
            <a:custGeom>
              <a:rect b="b" l="l" r="r" t="t"/>
              <a:pathLst>
                <a:path extrusionOk="0" h="155" w="63">
                  <a:moveTo>
                    <a:pt x="14" y="6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50" y="95"/>
                    <a:pt x="50" y="95"/>
                    <a:pt x="50" y="95"/>
                  </a:cubicBezTo>
                  <a:cubicBezTo>
                    <a:pt x="45" y="105"/>
                    <a:pt x="45" y="105"/>
                    <a:pt x="45" y="105"/>
                  </a:cubicBezTo>
                  <a:cubicBezTo>
                    <a:pt x="45" y="115"/>
                    <a:pt x="45" y="115"/>
                    <a:pt x="45" y="115"/>
                  </a:cubicBezTo>
                  <a:cubicBezTo>
                    <a:pt x="34" y="123"/>
                    <a:pt x="34" y="123"/>
                    <a:pt x="34" y="123"/>
                  </a:cubicBezTo>
                  <a:cubicBezTo>
                    <a:pt x="32" y="131"/>
                    <a:pt x="32" y="131"/>
                    <a:pt x="32" y="131"/>
                  </a:cubicBezTo>
                  <a:cubicBezTo>
                    <a:pt x="21" y="136"/>
                    <a:pt x="21" y="136"/>
                    <a:pt x="21" y="136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2" y="142"/>
                    <a:pt x="22" y="142"/>
                    <a:pt x="22" y="142"/>
                  </a:cubicBezTo>
                  <a:cubicBezTo>
                    <a:pt x="22" y="149"/>
                    <a:pt x="22" y="149"/>
                    <a:pt x="22" y="149"/>
                  </a:cubicBezTo>
                  <a:cubicBezTo>
                    <a:pt x="19" y="154"/>
                    <a:pt x="19" y="154"/>
                    <a:pt x="19" y="154"/>
                  </a:cubicBezTo>
                  <a:cubicBezTo>
                    <a:pt x="23" y="155"/>
                    <a:pt x="23" y="155"/>
                    <a:pt x="23" y="155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44"/>
                    <a:pt x="32" y="144"/>
                    <a:pt x="32" y="144"/>
                  </a:cubicBezTo>
                  <a:cubicBezTo>
                    <a:pt x="36" y="144"/>
                    <a:pt x="36" y="144"/>
                    <a:pt x="36" y="144"/>
                  </a:cubicBezTo>
                  <a:cubicBezTo>
                    <a:pt x="38" y="143"/>
                    <a:pt x="38" y="143"/>
                    <a:pt x="38" y="143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40" y="138"/>
                    <a:pt x="40" y="138"/>
                    <a:pt x="40" y="138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4" y="135"/>
                    <a:pt x="44" y="135"/>
                    <a:pt x="44" y="135"/>
                  </a:cubicBezTo>
                  <a:cubicBezTo>
                    <a:pt x="52" y="130"/>
                    <a:pt x="52" y="130"/>
                    <a:pt x="52" y="130"/>
                  </a:cubicBezTo>
                  <a:cubicBezTo>
                    <a:pt x="61" y="119"/>
                    <a:pt x="61" y="119"/>
                    <a:pt x="61" y="119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60" y="90"/>
                    <a:pt x="60" y="90"/>
                    <a:pt x="60" y="90"/>
                  </a:cubicBezTo>
                  <a:cubicBezTo>
                    <a:pt x="57" y="81"/>
                    <a:pt x="57" y="81"/>
                    <a:pt x="57" y="81"/>
                  </a:cubicBezTo>
                  <a:cubicBezTo>
                    <a:pt x="48" y="67"/>
                    <a:pt x="48" y="67"/>
                    <a:pt x="48" y="67"/>
                  </a:cubicBezTo>
                  <a:cubicBezTo>
                    <a:pt x="41" y="60"/>
                    <a:pt x="41" y="60"/>
                    <a:pt x="41" y="60"/>
                  </a:cubicBezTo>
                  <a:cubicBezTo>
                    <a:pt x="36" y="48"/>
                    <a:pt x="35" y="38"/>
                    <a:pt x="40" y="32"/>
                  </a:cubicBezTo>
                  <a:cubicBezTo>
                    <a:pt x="49" y="24"/>
                    <a:pt x="49" y="24"/>
                    <a:pt x="49" y="24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2" y="2"/>
                    <a:pt x="18" y="4"/>
                    <a:pt x="14" y="6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27" name="Google Shape;127;p11"/>
            <p:cNvSpPr/>
            <p:nvPr/>
          </p:nvSpPr>
          <p:spPr>
            <a:xfrm>
              <a:off x="6481762" y="3486151"/>
              <a:ext cx="182562" cy="430213"/>
            </a:xfrm>
            <a:custGeom>
              <a:rect b="b" l="l" r="r" t="t"/>
              <a:pathLst>
                <a:path extrusionOk="0" h="160" w="68">
                  <a:moveTo>
                    <a:pt x="66" y="61"/>
                  </a:moveTo>
                  <a:cubicBezTo>
                    <a:pt x="59" y="44"/>
                    <a:pt x="59" y="44"/>
                    <a:pt x="59" y="44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8" y="36"/>
                    <a:pt x="58" y="36"/>
                    <a:pt x="58" y="36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10" y="40"/>
                    <a:pt x="10" y="40"/>
                    <a:pt x="10" y="40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7"/>
                    <a:pt x="9" y="52"/>
                    <a:pt x="10" y="56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76"/>
                    <a:pt x="10" y="76"/>
                    <a:pt x="10" y="76"/>
                  </a:cubicBezTo>
                  <a:cubicBezTo>
                    <a:pt x="11" y="97"/>
                    <a:pt x="11" y="97"/>
                    <a:pt x="11" y="97"/>
                  </a:cubicBezTo>
                  <a:cubicBezTo>
                    <a:pt x="7" y="111"/>
                    <a:pt x="7" y="111"/>
                    <a:pt x="7" y="111"/>
                  </a:cubicBezTo>
                  <a:cubicBezTo>
                    <a:pt x="6" y="111"/>
                    <a:pt x="6" y="111"/>
                    <a:pt x="6" y="111"/>
                  </a:cubicBezTo>
                  <a:cubicBezTo>
                    <a:pt x="6" y="112"/>
                    <a:pt x="6" y="112"/>
                    <a:pt x="6" y="112"/>
                  </a:cubicBezTo>
                  <a:cubicBezTo>
                    <a:pt x="1" y="125"/>
                    <a:pt x="1" y="125"/>
                    <a:pt x="1" y="125"/>
                  </a:cubicBezTo>
                  <a:cubicBezTo>
                    <a:pt x="1" y="129"/>
                    <a:pt x="1" y="129"/>
                    <a:pt x="1" y="129"/>
                  </a:cubicBezTo>
                  <a:cubicBezTo>
                    <a:pt x="0" y="134"/>
                    <a:pt x="0" y="134"/>
                    <a:pt x="0" y="134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4" y="138"/>
                    <a:pt x="4" y="138"/>
                    <a:pt x="4" y="138"/>
                  </a:cubicBezTo>
                  <a:cubicBezTo>
                    <a:pt x="7" y="135"/>
                    <a:pt x="7" y="135"/>
                    <a:pt x="7" y="135"/>
                  </a:cubicBezTo>
                  <a:cubicBezTo>
                    <a:pt x="12" y="148"/>
                    <a:pt x="12" y="148"/>
                    <a:pt x="12" y="148"/>
                  </a:cubicBezTo>
                  <a:cubicBezTo>
                    <a:pt x="16" y="153"/>
                    <a:pt x="16" y="153"/>
                    <a:pt x="16" y="153"/>
                  </a:cubicBezTo>
                  <a:cubicBezTo>
                    <a:pt x="21" y="156"/>
                    <a:pt x="21" y="156"/>
                    <a:pt x="21" y="156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32" y="160"/>
                    <a:pt x="32" y="160"/>
                    <a:pt x="32" y="160"/>
                  </a:cubicBezTo>
                  <a:cubicBezTo>
                    <a:pt x="37" y="157"/>
                    <a:pt x="37" y="157"/>
                    <a:pt x="37" y="157"/>
                  </a:cubicBezTo>
                  <a:cubicBezTo>
                    <a:pt x="32" y="154"/>
                    <a:pt x="32" y="154"/>
                    <a:pt x="32" y="154"/>
                  </a:cubicBezTo>
                  <a:cubicBezTo>
                    <a:pt x="32" y="152"/>
                    <a:pt x="32" y="152"/>
                    <a:pt x="32" y="152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25" y="150"/>
                    <a:pt x="25" y="150"/>
                    <a:pt x="25" y="150"/>
                  </a:cubicBezTo>
                  <a:cubicBezTo>
                    <a:pt x="23" y="138"/>
                    <a:pt x="23" y="138"/>
                    <a:pt x="23" y="138"/>
                  </a:cubicBezTo>
                  <a:cubicBezTo>
                    <a:pt x="23" y="135"/>
                    <a:pt x="23" y="135"/>
                    <a:pt x="23" y="135"/>
                  </a:cubicBezTo>
                  <a:cubicBezTo>
                    <a:pt x="20" y="137"/>
                    <a:pt x="20" y="137"/>
                    <a:pt x="20" y="137"/>
                  </a:cubicBezTo>
                  <a:cubicBezTo>
                    <a:pt x="18" y="133"/>
                    <a:pt x="18" y="133"/>
                    <a:pt x="18" y="133"/>
                  </a:cubicBezTo>
                  <a:cubicBezTo>
                    <a:pt x="21" y="128"/>
                    <a:pt x="21" y="128"/>
                    <a:pt x="21" y="128"/>
                  </a:cubicBezTo>
                  <a:cubicBezTo>
                    <a:pt x="18" y="128"/>
                    <a:pt x="18" y="128"/>
                    <a:pt x="18" y="128"/>
                  </a:cubicBezTo>
                  <a:cubicBezTo>
                    <a:pt x="13" y="129"/>
                    <a:pt x="13" y="129"/>
                    <a:pt x="13" y="129"/>
                  </a:cubicBezTo>
                  <a:cubicBezTo>
                    <a:pt x="12" y="127"/>
                    <a:pt x="12" y="127"/>
                    <a:pt x="12" y="127"/>
                  </a:cubicBezTo>
                  <a:cubicBezTo>
                    <a:pt x="13" y="117"/>
                    <a:pt x="13" y="117"/>
                    <a:pt x="13" y="117"/>
                  </a:cubicBezTo>
                  <a:cubicBezTo>
                    <a:pt x="11" y="112"/>
                    <a:pt x="11" y="112"/>
                    <a:pt x="11" y="112"/>
                  </a:cubicBezTo>
                  <a:cubicBezTo>
                    <a:pt x="14" y="102"/>
                    <a:pt x="14" y="102"/>
                    <a:pt x="14" y="102"/>
                  </a:cubicBezTo>
                  <a:cubicBezTo>
                    <a:pt x="20" y="93"/>
                    <a:pt x="20" y="93"/>
                    <a:pt x="20" y="93"/>
                  </a:cubicBezTo>
                  <a:cubicBezTo>
                    <a:pt x="20" y="83"/>
                    <a:pt x="20" y="83"/>
                    <a:pt x="20" y="83"/>
                  </a:cubicBezTo>
                  <a:cubicBezTo>
                    <a:pt x="16" y="79"/>
                    <a:pt x="16" y="79"/>
                    <a:pt x="16" y="79"/>
                  </a:cubicBezTo>
                  <a:cubicBezTo>
                    <a:pt x="18" y="75"/>
                    <a:pt x="18" y="75"/>
                    <a:pt x="18" y="75"/>
                  </a:cubicBezTo>
                  <a:cubicBezTo>
                    <a:pt x="28" y="75"/>
                    <a:pt x="28" y="75"/>
                    <a:pt x="28" y="7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32" y="83"/>
                    <a:pt x="36" y="85"/>
                    <a:pt x="39" y="90"/>
                  </a:cubicBezTo>
                  <a:cubicBezTo>
                    <a:pt x="39" y="90"/>
                    <a:pt x="39" y="90"/>
                    <a:pt x="39" y="89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9" y="73"/>
                    <a:pt x="49" y="73"/>
                    <a:pt x="49" y="73"/>
                  </a:cubicBezTo>
                  <a:cubicBezTo>
                    <a:pt x="60" y="72"/>
                    <a:pt x="60" y="72"/>
                    <a:pt x="60" y="72"/>
                  </a:cubicBezTo>
                  <a:cubicBezTo>
                    <a:pt x="66" y="73"/>
                    <a:pt x="66" y="73"/>
                    <a:pt x="66" y="73"/>
                  </a:cubicBezTo>
                  <a:cubicBezTo>
                    <a:pt x="68" y="67"/>
                    <a:pt x="68" y="67"/>
                    <a:pt x="68" y="67"/>
                  </a:cubicBezTo>
                  <a:lnTo>
                    <a:pt x="66" y="61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28" name="Google Shape;128;p11"/>
            <p:cNvSpPr/>
            <p:nvPr/>
          </p:nvSpPr>
          <p:spPr>
            <a:xfrm>
              <a:off x="4795836" y="2822576"/>
              <a:ext cx="423862" cy="185738"/>
            </a:xfrm>
            <a:custGeom>
              <a:rect b="b" l="l" r="r" t="t"/>
              <a:pathLst>
                <a:path extrusionOk="0" h="69" w="158">
                  <a:moveTo>
                    <a:pt x="127" y="8"/>
                  </a:moveTo>
                  <a:cubicBezTo>
                    <a:pt x="125" y="11"/>
                    <a:pt x="125" y="11"/>
                    <a:pt x="125" y="11"/>
                  </a:cubicBezTo>
                  <a:cubicBezTo>
                    <a:pt x="118" y="11"/>
                    <a:pt x="111" y="12"/>
                    <a:pt x="105" y="12"/>
                  </a:cubicBezTo>
                  <a:cubicBezTo>
                    <a:pt x="100" y="11"/>
                    <a:pt x="96" y="11"/>
                    <a:pt x="92" y="10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89" y="7"/>
                    <a:pt x="87" y="7"/>
                    <a:pt x="85" y="7"/>
                  </a:cubicBezTo>
                  <a:cubicBezTo>
                    <a:pt x="82" y="6"/>
                    <a:pt x="78" y="5"/>
                    <a:pt x="74" y="4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1" y="1"/>
                    <a:pt x="70" y="2"/>
                    <a:pt x="68" y="2"/>
                  </a:cubicBezTo>
                  <a:cubicBezTo>
                    <a:pt x="58" y="5"/>
                    <a:pt x="47" y="8"/>
                    <a:pt x="37" y="9"/>
                  </a:cubicBezTo>
                  <a:cubicBezTo>
                    <a:pt x="33" y="10"/>
                    <a:pt x="30" y="10"/>
                    <a:pt x="26" y="10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9" y="51"/>
                    <a:pt x="9" y="51"/>
                    <a:pt x="9" y="51"/>
                  </a:cubicBezTo>
                  <a:cubicBezTo>
                    <a:pt x="15" y="56"/>
                    <a:pt x="15" y="56"/>
                    <a:pt x="15" y="56"/>
                  </a:cubicBezTo>
                  <a:cubicBezTo>
                    <a:pt x="10" y="60"/>
                    <a:pt x="10" y="60"/>
                    <a:pt x="10" y="60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4" y="66"/>
                    <a:pt x="14" y="66"/>
                    <a:pt x="14" y="66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8" y="68"/>
                    <a:pt x="38" y="68"/>
                    <a:pt x="38" y="68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6" y="61"/>
                    <a:pt x="46" y="61"/>
                    <a:pt x="46" y="61"/>
                  </a:cubicBezTo>
                  <a:cubicBezTo>
                    <a:pt x="54" y="69"/>
                    <a:pt x="54" y="69"/>
                    <a:pt x="54" y="69"/>
                  </a:cubicBezTo>
                  <a:cubicBezTo>
                    <a:pt x="57" y="68"/>
                    <a:pt x="59" y="68"/>
                    <a:pt x="61" y="66"/>
                  </a:cubicBezTo>
                  <a:cubicBezTo>
                    <a:pt x="64" y="65"/>
                    <a:pt x="67" y="63"/>
                    <a:pt x="70" y="60"/>
                  </a:cubicBezTo>
                  <a:cubicBezTo>
                    <a:pt x="76" y="65"/>
                    <a:pt x="76" y="65"/>
                    <a:pt x="76" y="65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6" y="60"/>
                    <a:pt x="86" y="60"/>
                    <a:pt x="86" y="60"/>
                  </a:cubicBezTo>
                  <a:cubicBezTo>
                    <a:pt x="81" y="66"/>
                    <a:pt x="81" y="66"/>
                    <a:pt x="81" y="66"/>
                  </a:cubicBezTo>
                  <a:cubicBezTo>
                    <a:pt x="82" y="66"/>
                    <a:pt x="83" y="65"/>
                    <a:pt x="84" y="65"/>
                  </a:cubicBezTo>
                  <a:cubicBezTo>
                    <a:pt x="86" y="64"/>
                    <a:pt x="86" y="64"/>
                    <a:pt x="86" y="64"/>
                  </a:cubicBezTo>
                  <a:cubicBezTo>
                    <a:pt x="89" y="64"/>
                    <a:pt x="91" y="63"/>
                    <a:pt x="94" y="63"/>
                  </a:cubicBezTo>
                  <a:cubicBezTo>
                    <a:pt x="97" y="63"/>
                    <a:pt x="101" y="63"/>
                    <a:pt x="104" y="63"/>
                  </a:cubicBezTo>
                  <a:cubicBezTo>
                    <a:pt x="113" y="61"/>
                    <a:pt x="122" y="59"/>
                    <a:pt x="132" y="58"/>
                  </a:cubicBezTo>
                  <a:cubicBezTo>
                    <a:pt x="132" y="57"/>
                    <a:pt x="132" y="57"/>
                    <a:pt x="133" y="56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8" y="29"/>
                    <a:pt x="158" y="29"/>
                    <a:pt x="158" y="29"/>
                  </a:cubicBezTo>
                  <a:cubicBezTo>
                    <a:pt x="151" y="28"/>
                    <a:pt x="151" y="28"/>
                    <a:pt x="151" y="28"/>
                  </a:cubicBezTo>
                  <a:cubicBezTo>
                    <a:pt x="149" y="28"/>
                    <a:pt x="149" y="28"/>
                    <a:pt x="149" y="28"/>
                  </a:cubicBezTo>
                  <a:cubicBezTo>
                    <a:pt x="148" y="27"/>
                    <a:pt x="148" y="27"/>
                    <a:pt x="148" y="27"/>
                  </a:cubicBezTo>
                  <a:cubicBezTo>
                    <a:pt x="146" y="24"/>
                    <a:pt x="144" y="22"/>
                    <a:pt x="142" y="20"/>
                  </a:cubicBezTo>
                  <a:cubicBezTo>
                    <a:pt x="137" y="16"/>
                    <a:pt x="133" y="13"/>
                    <a:pt x="129" y="9"/>
                  </a:cubicBezTo>
                  <a:lnTo>
                    <a:pt x="127" y="8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29" name="Google Shape;129;p11"/>
            <p:cNvSpPr/>
            <p:nvPr/>
          </p:nvSpPr>
          <p:spPr>
            <a:xfrm>
              <a:off x="4795836" y="2828926"/>
              <a:ext cx="61912" cy="38100"/>
            </a:xfrm>
            <a:custGeom>
              <a:rect b="b" l="l" r="r" t="t"/>
              <a:pathLst>
                <a:path extrusionOk="0" h="14" w="23">
                  <a:moveTo>
                    <a:pt x="11" y="1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10" y="13"/>
                    <a:pt x="16" y="12"/>
                    <a:pt x="21" y="11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8" y="3"/>
                    <a:pt x="17" y="2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5" y="0"/>
                    <a:pt x="13" y="0"/>
                    <a:pt x="12" y="1"/>
                  </a:cubicBezTo>
                  <a:lnTo>
                    <a:pt x="11" y="1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30" name="Google Shape;130;p11"/>
            <p:cNvSpPr/>
            <p:nvPr/>
          </p:nvSpPr>
          <p:spPr>
            <a:xfrm>
              <a:off x="5414961" y="2801939"/>
              <a:ext cx="301625" cy="247650"/>
            </a:xfrm>
            <a:custGeom>
              <a:rect b="b" l="l" r="r" t="t"/>
              <a:pathLst>
                <a:path extrusionOk="0" h="92" w="112">
                  <a:moveTo>
                    <a:pt x="64" y="19"/>
                  </a:moveTo>
                  <a:cubicBezTo>
                    <a:pt x="50" y="2"/>
                    <a:pt x="50" y="2"/>
                    <a:pt x="50" y="2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16" y="60"/>
                    <a:pt x="16" y="62"/>
                    <a:pt x="15" y="64"/>
                  </a:cubicBezTo>
                  <a:cubicBezTo>
                    <a:pt x="45" y="62"/>
                    <a:pt x="45" y="62"/>
                    <a:pt x="45" y="62"/>
                  </a:cubicBezTo>
                  <a:cubicBezTo>
                    <a:pt x="73" y="75"/>
                    <a:pt x="73" y="75"/>
                    <a:pt x="73" y="75"/>
                  </a:cubicBezTo>
                  <a:cubicBezTo>
                    <a:pt x="76" y="91"/>
                    <a:pt x="76" y="91"/>
                    <a:pt x="76" y="91"/>
                  </a:cubicBezTo>
                  <a:cubicBezTo>
                    <a:pt x="88" y="92"/>
                    <a:pt x="88" y="92"/>
                    <a:pt x="88" y="92"/>
                  </a:cubicBezTo>
                  <a:cubicBezTo>
                    <a:pt x="112" y="60"/>
                    <a:pt x="112" y="60"/>
                    <a:pt x="112" y="60"/>
                  </a:cubicBezTo>
                  <a:cubicBezTo>
                    <a:pt x="77" y="24"/>
                    <a:pt x="77" y="24"/>
                    <a:pt x="77" y="24"/>
                  </a:cubicBezTo>
                  <a:lnTo>
                    <a:pt x="64" y="19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31" name="Google Shape;131;p11"/>
            <p:cNvSpPr/>
            <p:nvPr/>
          </p:nvSpPr>
          <p:spPr>
            <a:xfrm>
              <a:off x="7013574" y="3346451"/>
              <a:ext cx="53975" cy="88900"/>
            </a:xfrm>
            <a:custGeom>
              <a:rect b="b" l="l" r="r" t="t"/>
              <a:pathLst>
                <a:path extrusionOk="0" h="33" w="20">
                  <a:moveTo>
                    <a:pt x="20" y="3"/>
                  </a:moveTo>
                  <a:cubicBezTo>
                    <a:pt x="19" y="5"/>
                    <a:pt x="19" y="7"/>
                    <a:pt x="18" y="9"/>
                  </a:cubicBezTo>
                  <a:cubicBezTo>
                    <a:pt x="18" y="11"/>
                    <a:pt x="18" y="12"/>
                    <a:pt x="18" y="14"/>
                  </a:cubicBezTo>
                  <a:cubicBezTo>
                    <a:pt x="15" y="21"/>
                    <a:pt x="11" y="27"/>
                    <a:pt x="8" y="33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" y="21"/>
                    <a:pt x="2" y="18"/>
                    <a:pt x="3" y="15"/>
                  </a:cubicBezTo>
                  <a:cubicBezTo>
                    <a:pt x="4" y="12"/>
                    <a:pt x="6" y="8"/>
                    <a:pt x="8" y="5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20" y="3"/>
                    <a:pt x="20" y="3"/>
                    <a:pt x="20" y="3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32" name="Google Shape;132;p11"/>
            <p:cNvSpPr/>
            <p:nvPr/>
          </p:nvSpPr>
          <p:spPr>
            <a:xfrm>
              <a:off x="7013574" y="3346451"/>
              <a:ext cx="53975" cy="88900"/>
            </a:xfrm>
            <a:custGeom>
              <a:rect b="b" l="l" r="r" t="t"/>
              <a:pathLst>
                <a:path extrusionOk="0" h="33" w="20">
                  <a:moveTo>
                    <a:pt x="20" y="3"/>
                  </a:moveTo>
                  <a:cubicBezTo>
                    <a:pt x="19" y="5"/>
                    <a:pt x="19" y="7"/>
                    <a:pt x="18" y="9"/>
                  </a:cubicBezTo>
                  <a:cubicBezTo>
                    <a:pt x="18" y="11"/>
                    <a:pt x="18" y="12"/>
                    <a:pt x="18" y="14"/>
                  </a:cubicBezTo>
                  <a:cubicBezTo>
                    <a:pt x="15" y="21"/>
                    <a:pt x="11" y="27"/>
                    <a:pt x="8" y="33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" y="21"/>
                    <a:pt x="2" y="18"/>
                    <a:pt x="3" y="15"/>
                  </a:cubicBezTo>
                  <a:cubicBezTo>
                    <a:pt x="4" y="12"/>
                    <a:pt x="6" y="8"/>
                    <a:pt x="8" y="5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20" y="3"/>
                    <a:pt x="20" y="3"/>
                    <a:pt x="20" y="3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33" name="Google Shape;133;p11"/>
            <p:cNvSpPr/>
            <p:nvPr/>
          </p:nvSpPr>
          <p:spPr>
            <a:xfrm>
              <a:off x="5767387" y="2868614"/>
              <a:ext cx="182562" cy="127000"/>
            </a:xfrm>
            <a:custGeom>
              <a:rect b="b" l="l" r="r" t="t"/>
              <a:pathLst>
                <a:path extrusionOk="0" h="47" w="68">
                  <a:moveTo>
                    <a:pt x="55" y="15"/>
                  </a:moveTo>
                  <a:cubicBezTo>
                    <a:pt x="55" y="14"/>
                    <a:pt x="55" y="14"/>
                    <a:pt x="55" y="14"/>
                  </a:cubicBezTo>
                  <a:cubicBezTo>
                    <a:pt x="55" y="10"/>
                    <a:pt x="55" y="10"/>
                    <a:pt x="55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9" y="38"/>
                    <a:pt x="13" y="39"/>
                    <a:pt x="17" y="39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8" y="47"/>
                    <a:pt x="38" y="47"/>
                    <a:pt x="38" y="47"/>
                  </a:cubicBezTo>
                  <a:cubicBezTo>
                    <a:pt x="50" y="43"/>
                    <a:pt x="50" y="43"/>
                    <a:pt x="50" y="43"/>
                  </a:cubicBezTo>
                  <a:cubicBezTo>
                    <a:pt x="52" y="43"/>
                    <a:pt x="55" y="43"/>
                    <a:pt x="58" y="42"/>
                  </a:cubicBezTo>
                  <a:cubicBezTo>
                    <a:pt x="60" y="41"/>
                    <a:pt x="62" y="40"/>
                    <a:pt x="64" y="40"/>
                  </a:cubicBezTo>
                  <a:cubicBezTo>
                    <a:pt x="68" y="38"/>
                    <a:pt x="68" y="38"/>
                    <a:pt x="68" y="38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68" y="28"/>
                    <a:pt x="68" y="28"/>
                    <a:pt x="68" y="28"/>
                  </a:cubicBezTo>
                  <a:lnTo>
                    <a:pt x="55" y="15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34" name="Google Shape;134;p11"/>
            <p:cNvSpPr/>
            <p:nvPr/>
          </p:nvSpPr>
          <p:spPr>
            <a:xfrm>
              <a:off x="5006974" y="2979739"/>
              <a:ext cx="142875" cy="157163"/>
            </a:xfrm>
            <a:custGeom>
              <a:rect b="b" l="l" r="r" t="t"/>
              <a:pathLst>
                <a:path extrusionOk="0" h="59" w="53">
                  <a:moveTo>
                    <a:pt x="25" y="5"/>
                  </a:moveTo>
                  <a:cubicBezTo>
                    <a:pt x="22" y="5"/>
                    <a:pt x="18" y="5"/>
                    <a:pt x="15" y="5"/>
                  </a:cubicBezTo>
                  <a:cubicBezTo>
                    <a:pt x="12" y="5"/>
                    <a:pt x="10" y="6"/>
                    <a:pt x="7" y="6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3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16"/>
                    <a:pt x="3" y="23"/>
                    <a:pt x="3" y="31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5" y="59"/>
                    <a:pt x="5" y="59"/>
                    <a:pt x="5" y="59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20" y="47"/>
                    <a:pt x="22" y="45"/>
                    <a:pt x="25" y="43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9" y="10"/>
                    <a:pt x="51" y="5"/>
                    <a:pt x="53" y="0"/>
                  </a:cubicBezTo>
                  <a:cubicBezTo>
                    <a:pt x="43" y="1"/>
                    <a:pt x="34" y="3"/>
                    <a:pt x="25" y="5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35" name="Google Shape;135;p11"/>
            <p:cNvSpPr/>
            <p:nvPr/>
          </p:nvSpPr>
          <p:spPr>
            <a:xfrm>
              <a:off x="5006974" y="2979739"/>
              <a:ext cx="142875" cy="157163"/>
            </a:xfrm>
            <a:custGeom>
              <a:rect b="b" l="l" r="r" t="t"/>
              <a:pathLst>
                <a:path extrusionOk="0" h="59" w="53">
                  <a:moveTo>
                    <a:pt x="25" y="5"/>
                  </a:moveTo>
                  <a:cubicBezTo>
                    <a:pt x="22" y="5"/>
                    <a:pt x="18" y="5"/>
                    <a:pt x="15" y="5"/>
                  </a:cubicBezTo>
                  <a:cubicBezTo>
                    <a:pt x="12" y="5"/>
                    <a:pt x="10" y="6"/>
                    <a:pt x="7" y="6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3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16"/>
                    <a:pt x="3" y="23"/>
                    <a:pt x="3" y="31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5" y="59"/>
                    <a:pt x="5" y="59"/>
                    <a:pt x="5" y="59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20" y="47"/>
                    <a:pt x="22" y="45"/>
                    <a:pt x="25" y="43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9" y="10"/>
                    <a:pt x="51" y="5"/>
                    <a:pt x="53" y="0"/>
                  </a:cubicBezTo>
                  <a:cubicBezTo>
                    <a:pt x="43" y="1"/>
                    <a:pt x="34" y="3"/>
                    <a:pt x="25" y="5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36" name="Google Shape;136;p11"/>
            <p:cNvSpPr/>
            <p:nvPr/>
          </p:nvSpPr>
          <p:spPr>
            <a:xfrm>
              <a:off x="6057899" y="3806826"/>
              <a:ext cx="50800" cy="87313"/>
            </a:xfrm>
            <a:custGeom>
              <a:rect b="b" l="l" r="r" t="t"/>
              <a:pathLst>
                <a:path extrusionOk="0" h="33" w="19">
                  <a:moveTo>
                    <a:pt x="4" y="0"/>
                  </a:moveTo>
                  <a:cubicBezTo>
                    <a:pt x="11" y="4"/>
                    <a:pt x="11" y="4"/>
                    <a:pt x="11" y="4"/>
                  </a:cubicBezTo>
                  <a:cubicBezTo>
                    <a:pt x="14" y="10"/>
                    <a:pt x="16" y="16"/>
                    <a:pt x="19" y="23"/>
                  </a:cubicBezTo>
                  <a:cubicBezTo>
                    <a:pt x="19" y="24"/>
                    <a:pt x="18" y="26"/>
                    <a:pt x="17" y="27"/>
                  </a:cubicBezTo>
                  <a:cubicBezTo>
                    <a:pt x="15" y="29"/>
                    <a:pt x="14" y="31"/>
                    <a:pt x="12" y="32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3"/>
                    <a:pt x="1" y="18"/>
                    <a:pt x="1" y="12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37" name="Google Shape;137;p11"/>
            <p:cNvSpPr/>
            <p:nvPr/>
          </p:nvSpPr>
          <p:spPr>
            <a:xfrm>
              <a:off x="6057899" y="3806826"/>
              <a:ext cx="50800" cy="87313"/>
            </a:xfrm>
            <a:custGeom>
              <a:rect b="b" l="l" r="r" t="t"/>
              <a:pathLst>
                <a:path extrusionOk="0" h="33" w="19">
                  <a:moveTo>
                    <a:pt x="4" y="0"/>
                  </a:moveTo>
                  <a:cubicBezTo>
                    <a:pt x="11" y="4"/>
                    <a:pt x="11" y="4"/>
                    <a:pt x="11" y="4"/>
                  </a:cubicBezTo>
                  <a:cubicBezTo>
                    <a:pt x="14" y="10"/>
                    <a:pt x="16" y="16"/>
                    <a:pt x="19" y="23"/>
                  </a:cubicBezTo>
                  <a:cubicBezTo>
                    <a:pt x="19" y="24"/>
                    <a:pt x="18" y="26"/>
                    <a:pt x="17" y="27"/>
                  </a:cubicBezTo>
                  <a:cubicBezTo>
                    <a:pt x="15" y="29"/>
                    <a:pt x="14" y="31"/>
                    <a:pt x="12" y="32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3"/>
                    <a:pt x="1" y="18"/>
                    <a:pt x="1" y="12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38" name="Google Shape;138;p11"/>
            <p:cNvSpPr/>
            <p:nvPr/>
          </p:nvSpPr>
          <p:spPr>
            <a:xfrm>
              <a:off x="6624636" y="4021139"/>
              <a:ext cx="9525" cy="11113"/>
            </a:xfrm>
            <a:custGeom>
              <a:rect b="b" l="l" r="r" t="t"/>
              <a:pathLst>
                <a:path extrusionOk="0" h="7" w="6">
                  <a:moveTo>
                    <a:pt x="6" y="3"/>
                  </a:moveTo>
                  <a:lnTo>
                    <a:pt x="5" y="0"/>
                  </a:lnTo>
                  <a:lnTo>
                    <a:pt x="0" y="7"/>
                  </a:lnTo>
                  <a:lnTo>
                    <a:pt x="6" y="3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39" name="Google Shape;139;p11"/>
            <p:cNvSpPr/>
            <p:nvPr/>
          </p:nvSpPr>
          <p:spPr>
            <a:xfrm>
              <a:off x="5372099" y="3309939"/>
              <a:ext cx="25400" cy="58738"/>
            </a:xfrm>
            <a:custGeom>
              <a:rect b="b" l="l" r="r" t="t"/>
              <a:pathLst>
                <a:path extrusionOk="0" h="22" w="9">
                  <a:moveTo>
                    <a:pt x="0" y="18"/>
                  </a:moveTo>
                  <a:cubicBezTo>
                    <a:pt x="1" y="6"/>
                    <a:pt x="1" y="6"/>
                    <a:pt x="1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8" y="5"/>
                    <a:pt x="8" y="8"/>
                    <a:pt x="8" y="10"/>
                  </a:cubicBezTo>
                  <a:cubicBezTo>
                    <a:pt x="8" y="12"/>
                    <a:pt x="8" y="13"/>
                    <a:pt x="8" y="15"/>
                  </a:cubicBezTo>
                  <a:cubicBezTo>
                    <a:pt x="5" y="22"/>
                    <a:pt x="5" y="22"/>
                    <a:pt x="5" y="22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140" name="Google Shape;140;p11"/>
            <p:cNvGrpSpPr/>
            <p:nvPr/>
          </p:nvGrpSpPr>
          <p:grpSpPr>
            <a:xfrm>
              <a:off x="6932611" y="3567114"/>
              <a:ext cx="247650" cy="354012"/>
              <a:chOff x="6932612" y="3567113"/>
              <a:chExt cx="247650" cy="354012"/>
            </a:xfrm>
          </p:grpSpPr>
          <p:sp>
            <p:nvSpPr>
              <p:cNvPr id="141" name="Google Shape;141;p11"/>
              <p:cNvSpPr/>
              <p:nvPr/>
            </p:nvSpPr>
            <p:spPr>
              <a:xfrm>
                <a:off x="6997700" y="3567113"/>
                <a:ext cx="106362" cy="163513"/>
              </a:xfrm>
              <a:custGeom>
                <a:rect b="b" l="l" r="r" t="t"/>
                <a:pathLst>
                  <a:path extrusionOk="0" h="61" w="40">
                    <a:moveTo>
                      <a:pt x="11" y="37"/>
                    </a:moveTo>
                    <a:cubicBezTo>
                      <a:pt x="14" y="42"/>
                      <a:pt x="14" y="42"/>
                      <a:pt x="14" y="42"/>
                    </a:cubicBezTo>
                    <a:cubicBezTo>
                      <a:pt x="10" y="46"/>
                      <a:pt x="10" y="46"/>
                      <a:pt x="10" y="46"/>
                    </a:cubicBezTo>
                    <a:cubicBezTo>
                      <a:pt x="13" y="51"/>
                      <a:pt x="13" y="51"/>
                      <a:pt x="13" y="51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23" y="51"/>
                      <a:pt x="24" y="52"/>
                      <a:pt x="25" y="54"/>
                    </a:cubicBezTo>
                    <a:cubicBezTo>
                      <a:pt x="25" y="55"/>
                      <a:pt x="26" y="55"/>
                      <a:pt x="26" y="55"/>
                    </a:cubicBezTo>
                    <a:cubicBezTo>
                      <a:pt x="27" y="51"/>
                      <a:pt x="27" y="51"/>
                      <a:pt x="27" y="51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7" y="54"/>
                      <a:pt x="37" y="54"/>
                      <a:pt x="37" y="54"/>
                    </a:cubicBezTo>
                    <a:cubicBezTo>
                      <a:pt x="39" y="51"/>
                      <a:pt x="39" y="51"/>
                      <a:pt x="39" y="51"/>
                    </a:cubicBezTo>
                    <a:cubicBezTo>
                      <a:pt x="38" y="49"/>
                      <a:pt x="38" y="49"/>
                      <a:pt x="38" y="49"/>
                    </a:cubicBezTo>
                    <a:cubicBezTo>
                      <a:pt x="33" y="48"/>
                      <a:pt x="33" y="48"/>
                      <a:pt x="33" y="48"/>
                    </a:cubicBezTo>
                    <a:cubicBezTo>
                      <a:pt x="32" y="43"/>
                      <a:pt x="32" y="43"/>
                      <a:pt x="32" y="43"/>
                    </a:cubicBezTo>
                    <a:cubicBezTo>
                      <a:pt x="29" y="42"/>
                      <a:pt x="29" y="42"/>
                      <a:pt x="29" y="42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4" y="23"/>
                      <a:pt x="24" y="23"/>
                      <a:pt x="24" y="23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7" y="3"/>
                      <a:pt x="27" y="3"/>
                      <a:pt x="27" y="3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2" y="29"/>
                      <a:pt x="3" y="32"/>
                      <a:pt x="5" y="35"/>
                    </a:cubicBezTo>
                    <a:cubicBezTo>
                      <a:pt x="5" y="37"/>
                      <a:pt x="6" y="39"/>
                      <a:pt x="6" y="41"/>
                    </a:cubicBezTo>
                    <a:cubicBezTo>
                      <a:pt x="8" y="42"/>
                      <a:pt x="8" y="42"/>
                      <a:pt x="8" y="42"/>
                    </a:cubicBezTo>
                    <a:lnTo>
                      <a:pt x="11" y="37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42" name="Google Shape;142;p11"/>
              <p:cNvSpPr/>
              <p:nvPr/>
            </p:nvSpPr>
            <p:spPr>
              <a:xfrm>
                <a:off x="7112000" y="3727450"/>
                <a:ext cx="38100" cy="38100"/>
              </a:xfrm>
              <a:custGeom>
                <a:rect b="b" l="l" r="r" t="t"/>
                <a:pathLst>
                  <a:path extrusionOk="0" h="14" w="14">
                    <a:moveTo>
                      <a:pt x="6" y="13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2" y="9"/>
                      <a:pt x="11" y="5"/>
                      <a:pt x="1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6" y="8"/>
                      <a:pt x="6" y="8"/>
                      <a:pt x="6" y="8"/>
                    </a:cubicBezTo>
                    <a:lnTo>
                      <a:pt x="6" y="13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43" name="Google Shape;143;p11"/>
              <p:cNvSpPr/>
              <p:nvPr/>
            </p:nvSpPr>
            <p:spPr>
              <a:xfrm>
                <a:off x="7050087" y="3744913"/>
                <a:ext cx="26987" cy="31750"/>
              </a:xfrm>
              <a:custGeom>
                <a:rect b="b" l="l" r="r" t="t"/>
                <a:pathLst>
                  <a:path extrusionOk="0" h="12" w="10">
                    <a:moveTo>
                      <a:pt x="10" y="5"/>
                    </a:moveTo>
                    <a:cubicBezTo>
                      <a:pt x="10" y="2"/>
                      <a:pt x="10" y="2"/>
                      <a:pt x="10" y="2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7"/>
                      <a:pt x="1" y="11"/>
                    </a:cubicBezTo>
                    <a:cubicBezTo>
                      <a:pt x="2" y="12"/>
                      <a:pt x="2" y="12"/>
                      <a:pt x="2" y="12"/>
                    </a:cubicBezTo>
                    <a:lnTo>
                      <a:pt x="10" y="5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44" name="Google Shape;144;p11"/>
              <p:cNvSpPr/>
              <p:nvPr/>
            </p:nvSpPr>
            <p:spPr>
              <a:xfrm>
                <a:off x="7056437" y="3768725"/>
                <a:ext cx="31750" cy="47625"/>
              </a:xfrm>
              <a:custGeom>
                <a:rect b="b" l="l" r="r" t="t"/>
                <a:pathLst>
                  <a:path extrusionOk="0" h="18" w="12">
                    <a:moveTo>
                      <a:pt x="7" y="17"/>
                    </a:moveTo>
                    <a:cubicBezTo>
                      <a:pt x="7" y="15"/>
                      <a:pt x="8" y="14"/>
                      <a:pt x="8" y="12"/>
                    </a:cubicBezTo>
                    <a:cubicBezTo>
                      <a:pt x="9" y="9"/>
                      <a:pt x="10" y="6"/>
                      <a:pt x="12" y="3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7" y="17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>
                <a:off x="7107237" y="3760788"/>
                <a:ext cx="19050" cy="36513"/>
              </a:xfrm>
              <a:custGeom>
                <a:rect b="b" l="l" r="r" t="t"/>
                <a:pathLst>
                  <a:path extrusionOk="0" h="14" w="7">
                    <a:moveTo>
                      <a:pt x="4" y="14"/>
                    </a:moveTo>
                    <a:cubicBezTo>
                      <a:pt x="7" y="14"/>
                      <a:pt x="7" y="14"/>
                      <a:pt x="7" y="1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4"/>
                      <a:pt x="5" y="3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" y="9"/>
                      <a:pt x="3" y="9"/>
                      <a:pt x="3" y="9"/>
                    </a:cubicBez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>
                <a:off x="7059612" y="3797300"/>
                <a:ext cx="120650" cy="123825"/>
              </a:xfrm>
              <a:custGeom>
                <a:rect b="b" l="l" r="r" t="t"/>
                <a:pathLst>
                  <a:path extrusionOk="0" h="46" w="45">
                    <a:moveTo>
                      <a:pt x="42" y="18"/>
                    </a:moveTo>
                    <a:cubicBezTo>
                      <a:pt x="40" y="16"/>
                      <a:pt x="39" y="14"/>
                      <a:pt x="37" y="12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7" y="12"/>
                      <a:pt x="17" y="12"/>
                      <a:pt x="17" y="1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3" y="31"/>
                      <a:pt x="3" y="31"/>
                      <a:pt x="3" y="3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3" y="25"/>
                      <a:pt x="13" y="25"/>
                      <a:pt x="13" y="25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20" y="43"/>
                      <a:pt x="20" y="43"/>
                      <a:pt x="20" y="43"/>
                    </a:cubicBezTo>
                    <a:cubicBezTo>
                      <a:pt x="22" y="44"/>
                      <a:pt x="24" y="44"/>
                      <a:pt x="26" y="45"/>
                    </a:cubicBezTo>
                    <a:cubicBezTo>
                      <a:pt x="27" y="45"/>
                      <a:pt x="28" y="46"/>
                      <a:pt x="29" y="46"/>
                    </a:cubicBezTo>
                    <a:cubicBezTo>
                      <a:pt x="33" y="43"/>
                      <a:pt x="33" y="43"/>
                      <a:pt x="33" y="43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5" y="26"/>
                      <a:pt x="35" y="26"/>
                      <a:pt x="35" y="26"/>
                    </a:cubicBez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30"/>
                      <a:pt x="38" y="33"/>
                      <a:pt x="39" y="35"/>
                    </a:cubicBezTo>
                    <a:cubicBezTo>
                      <a:pt x="39" y="36"/>
                      <a:pt x="39" y="37"/>
                      <a:pt x="40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4" y="24"/>
                      <a:pt x="43" y="21"/>
                      <a:pt x="42" y="18"/>
                    </a:cubicBez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>
                <a:off x="6932612" y="3752850"/>
                <a:ext cx="61912" cy="82550"/>
              </a:xfrm>
              <a:custGeom>
                <a:rect b="b" l="l" r="r" t="t"/>
                <a:pathLst>
                  <a:path extrusionOk="0" h="31" w="23">
                    <a:moveTo>
                      <a:pt x="19" y="2"/>
                    </a:moveTo>
                    <a:cubicBezTo>
                      <a:pt x="18" y="8"/>
                      <a:pt x="18" y="8"/>
                      <a:pt x="18" y="8"/>
                    </a:cubicBezTo>
                    <a:cubicBezTo>
                      <a:pt x="12" y="15"/>
                      <a:pt x="6" y="22"/>
                      <a:pt x="0" y="29"/>
                    </a:cubicBezTo>
                    <a:cubicBezTo>
                      <a:pt x="2" y="31"/>
                      <a:pt x="2" y="31"/>
                      <a:pt x="2" y="31"/>
                    </a:cubicBezTo>
                    <a:cubicBezTo>
                      <a:pt x="22" y="9"/>
                      <a:pt x="22" y="9"/>
                      <a:pt x="22" y="9"/>
                    </a:cubicBezTo>
                    <a:cubicBezTo>
                      <a:pt x="23" y="2"/>
                      <a:pt x="23" y="2"/>
                      <a:pt x="23" y="2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19" y="2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48" name="Google Shape;148;p11"/>
              <p:cNvSpPr/>
              <p:nvPr/>
            </p:nvSpPr>
            <p:spPr>
              <a:xfrm>
                <a:off x="7018337" y="3711575"/>
                <a:ext cx="26987" cy="30163"/>
              </a:xfrm>
              <a:custGeom>
                <a:rect b="b" l="l" r="r" t="t"/>
                <a:pathLst>
                  <a:path extrusionOk="0" h="19" w="17">
                    <a:moveTo>
                      <a:pt x="0" y="2"/>
                    </a:moveTo>
                    <a:lnTo>
                      <a:pt x="7" y="17"/>
                    </a:lnTo>
                    <a:lnTo>
                      <a:pt x="12" y="19"/>
                    </a:lnTo>
                    <a:lnTo>
                      <a:pt x="17" y="2"/>
                    </a:lnTo>
                    <a:lnTo>
                      <a:pt x="9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149" name="Google Shape;149;p11"/>
            <p:cNvSpPr/>
            <p:nvPr/>
          </p:nvSpPr>
          <p:spPr>
            <a:xfrm>
              <a:off x="5614986" y="2992439"/>
              <a:ext cx="377824" cy="404813"/>
            </a:xfrm>
            <a:custGeom>
              <a:rect b="b" l="l" r="r" t="t"/>
              <a:pathLst>
                <a:path extrusionOk="0" h="151" w="141">
                  <a:moveTo>
                    <a:pt x="125" y="1"/>
                  </a:moveTo>
                  <a:cubicBezTo>
                    <a:pt x="124" y="1"/>
                    <a:pt x="122" y="0"/>
                    <a:pt x="121" y="0"/>
                  </a:cubicBezTo>
                  <a:cubicBezTo>
                    <a:pt x="115" y="4"/>
                    <a:pt x="115" y="4"/>
                    <a:pt x="115" y="4"/>
                  </a:cubicBezTo>
                  <a:cubicBezTo>
                    <a:pt x="111" y="7"/>
                    <a:pt x="111" y="7"/>
                    <a:pt x="111" y="7"/>
                  </a:cubicBezTo>
                  <a:cubicBezTo>
                    <a:pt x="109" y="6"/>
                    <a:pt x="107" y="6"/>
                    <a:pt x="104" y="7"/>
                  </a:cubicBezTo>
                  <a:cubicBezTo>
                    <a:pt x="102" y="7"/>
                    <a:pt x="99" y="8"/>
                    <a:pt x="97" y="8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1" y="64"/>
                    <a:pt x="40" y="72"/>
                    <a:pt x="28" y="80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16" y="109"/>
                    <a:pt x="16" y="109"/>
                    <a:pt x="16" y="109"/>
                  </a:cubicBezTo>
                  <a:cubicBezTo>
                    <a:pt x="13" y="118"/>
                    <a:pt x="13" y="118"/>
                    <a:pt x="13" y="118"/>
                  </a:cubicBezTo>
                  <a:cubicBezTo>
                    <a:pt x="4" y="124"/>
                    <a:pt x="4" y="124"/>
                    <a:pt x="4" y="124"/>
                  </a:cubicBezTo>
                  <a:cubicBezTo>
                    <a:pt x="3" y="133"/>
                    <a:pt x="3" y="133"/>
                    <a:pt x="3" y="133"/>
                  </a:cubicBezTo>
                  <a:cubicBezTo>
                    <a:pt x="6" y="131"/>
                    <a:pt x="6" y="131"/>
                    <a:pt x="6" y="131"/>
                  </a:cubicBezTo>
                  <a:cubicBezTo>
                    <a:pt x="9" y="133"/>
                    <a:pt x="9" y="133"/>
                    <a:pt x="9" y="133"/>
                  </a:cubicBezTo>
                  <a:cubicBezTo>
                    <a:pt x="14" y="130"/>
                    <a:pt x="14" y="130"/>
                    <a:pt x="14" y="130"/>
                  </a:cubicBezTo>
                  <a:cubicBezTo>
                    <a:pt x="16" y="133"/>
                    <a:pt x="16" y="133"/>
                    <a:pt x="16" y="133"/>
                  </a:cubicBezTo>
                  <a:cubicBezTo>
                    <a:pt x="20" y="133"/>
                    <a:pt x="25" y="132"/>
                    <a:pt x="29" y="131"/>
                  </a:cubicBezTo>
                  <a:cubicBezTo>
                    <a:pt x="31" y="131"/>
                    <a:pt x="32" y="130"/>
                    <a:pt x="34" y="130"/>
                  </a:cubicBezTo>
                  <a:cubicBezTo>
                    <a:pt x="43" y="131"/>
                    <a:pt x="43" y="131"/>
                    <a:pt x="43" y="131"/>
                  </a:cubicBezTo>
                  <a:cubicBezTo>
                    <a:pt x="49" y="127"/>
                    <a:pt x="49" y="127"/>
                    <a:pt x="49" y="127"/>
                  </a:cubicBezTo>
                  <a:cubicBezTo>
                    <a:pt x="51" y="131"/>
                    <a:pt x="51" y="131"/>
                    <a:pt x="51" y="131"/>
                  </a:cubicBezTo>
                  <a:cubicBezTo>
                    <a:pt x="49" y="139"/>
                    <a:pt x="49" y="139"/>
                    <a:pt x="49" y="139"/>
                  </a:cubicBezTo>
                  <a:cubicBezTo>
                    <a:pt x="53" y="140"/>
                    <a:pt x="53" y="140"/>
                    <a:pt x="53" y="140"/>
                  </a:cubicBezTo>
                  <a:cubicBezTo>
                    <a:pt x="55" y="151"/>
                    <a:pt x="55" y="151"/>
                    <a:pt x="55" y="151"/>
                  </a:cubicBezTo>
                  <a:cubicBezTo>
                    <a:pt x="77" y="150"/>
                    <a:pt x="77" y="150"/>
                    <a:pt x="77" y="150"/>
                  </a:cubicBezTo>
                  <a:cubicBezTo>
                    <a:pt x="81" y="141"/>
                    <a:pt x="81" y="141"/>
                    <a:pt x="81" y="141"/>
                  </a:cubicBezTo>
                  <a:cubicBezTo>
                    <a:pt x="75" y="122"/>
                    <a:pt x="75" y="122"/>
                    <a:pt x="75" y="122"/>
                  </a:cubicBezTo>
                  <a:cubicBezTo>
                    <a:pt x="79" y="109"/>
                    <a:pt x="79" y="109"/>
                    <a:pt x="79" y="109"/>
                  </a:cubicBezTo>
                  <a:cubicBezTo>
                    <a:pt x="86" y="109"/>
                    <a:pt x="86" y="109"/>
                    <a:pt x="86" y="109"/>
                  </a:cubicBezTo>
                  <a:cubicBezTo>
                    <a:pt x="98" y="94"/>
                    <a:pt x="109" y="79"/>
                    <a:pt x="121" y="64"/>
                  </a:cubicBezTo>
                  <a:cubicBezTo>
                    <a:pt x="122" y="61"/>
                    <a:pt x="122" y="58"/>
                    <a:pt x="123" y="55"/>
                  </a:cubicBezTo>
                  <a:cubicBezTo>
                    <a:pt x="124" y="52"/>
                    <a:pt x="124" y="49"/>
                    <a:pt x="126" y="46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37" y="5"/>
                    <a:pt x="137" y="5"/>
                    <a:pt x="137" y="5"/>
                  </a:cubicBezTo>
                  <a:cubicBezTo>
                    <a:pt x="128" y="2"/>
                    <a:pt x="128" y="2"/>
                    <a:pt x="128" y="2"/>
                  </a:cubicBezTo>
                  <a:lnTo>
                    <a:pt x="125" y="1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50" name="Google Shape;150;p11"/>
            <p:cNvSpPr/>
            <p:nvPr/>
          </p:nvSpPr>
          <p:spPr>
            <a:xfrm>
              <a:off x="5487986" y="2701926"/>
              <a:ext cx="407987" cy="268288"/>
            </a:xfrm>
            <a:custGeom>
              <a:rect b="b" l="l" r="r" t="t"/>
              <a:pathLst>
                <a:path extrusionOk="0" h="100" w="152">
                  <a:moveTo>
                    <a:pt x="81" y="31"/>
                  </a:moveTo>
                  <a:cubicBezTo>
                    <a:pt x="74" y="31"/>
                    <a:pt x="74" y="31"/>
                    <a:pt x="74" y="31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5" y="21"/>
                    <a:pt x="45" y="21"/>
                    <a:pt x="45" y="22"/>
                  </a:cubicBezTo>
                  <a:cubicBezTo>
                    <a:pt x="43" y="24"/>
                    <a:pt x="41" y="27"/>
                    <a:pt x="40" y="30"/>
                  </a:cubicBezTo>
                  <a:cubicBezTo>
                    <a:pt x="37" y="29"/>
                    <a:pt x="35" y="29"/>
                    <a:pt x="32" y="29"/>
                  </a:cubicBezTo>
                  <a:cubicBezTo>
                    <a:pt x="31" y="29"/>
                    <a:pt x="29" y="29"/>
                    <a:pt x="28" y="2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37" y="56"/>
                    <a:pt x="37" y="56"/>
                    <a:pt x="37" y="56"/>
                  </a:cubicBezTo>
                  <a:cubicBezTo>
                    <a:pt x="50" y="61"/>
                    <a:pt x="50" y="61"/>
                    <a:pt x="50" y="61"/>
                  </a:cubicBezTo>
                  <a:cubicBezTo>
                    <a:pt x="85" y="97"/>
                    <a:pt x="85" y="97"/>
                    <a:pt x="85" y="97"/>
                  </a:cubicBezTo>
                  <a:cubicBezTo>
                    <a:pt x="92" y="98"/>
                    <a:pt x="100" y="99"/>
                    <a:pt x="108" y="100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118" y="63"/>
                    <a:pt x="118" y="63"/>
                    <a:pt x="118" y="63"/>
                  </a:cubicBezTo>
                  <a:cubicBezTo>
                    <a:pt x="124" y="62"/>
                    <a:pt x="124" y="62"/>
                    <a:pt x="124" y="62"/>
                  </a:cubicBezTo>
                  <a:cubicBezTo>
                    <a:pt x="129" y="67"/>
                    <a:pt x="129" y="67"/>
                    <a:pt x="129" y="67"/>
                  </a:cubicBezTo>
                  <a:cubicBezTo>
                    <a:pt x="150" y="64"/>
                    <a:pt x="150" y="64"/>
                    <a:pt x="150" y="64"/>
                  </a:cubicBezTo>
                  <a:cubicBezTo>
                    <a:pt x="152" y="53"/>
                    <a:pt x="152" y="53"/>
                    <a:pt x="152" y="53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25" y="47"/>
                    <a:pt x="118" y="51"/>
                    <a:pt x="112" y="55"/>
                  </a:cubicBezTo>
                  <a:cubicBezTo>
                    <a:pt x="111" y="56"/>
                    <a:pt x="110" y="56"/>
                    <a:pt x="108" y="57"/>
                  </a:cubicBezTo>
                  <a:cubicBezTo>
                    <a:pt x="104" y="59"/>
                    <a:pt x="101" y="62"/>
                    <a:pt x="97" y="64"/>
                  </a:cubicBezTo>
                  <a:cubicBezTo>
                    <a:pt x="90" y="63"/>
                    <a:pt x="90" y="63"/>
                    <a:pt x="90" y="63"/>
                  </a:cubicBezTo>
                  <a:lnTo>
                    <a:pt x="81" y="31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51" name="Google Shape;151;p11"/>
            <p:cNvSpPr/>
            <p:nvPr/>
          </p:nvSpPr>
          <p:spPr>
            <a:xfrm>
              <a:off x="5413374" y="3371851"/>
              <a:ext cx="176212" cy="233363"/>
            </a:xfrm>
            <a:custGeom>
              <a:rect b="b" l="l" r="r" t="t"/>
              <a:pathLst>
                <a:path extrusionOk="0" h="87" w="66">
                  <a:moveTo>
                    <a:pt x="66" y="24"/>
                  </a:moveTo>
                  <a:cubicBezTo>
                    <a:pt x="64" y="25"/>
                    <a:pt x="64" y="25"/>
                    <a:pt x="64" y="25"/>
                  </a:cubicBezTo>
                  <a:cubicBezTo>
                    <a:pt x="58" y="21"/>
                    <a:pt x="58" y="21"/>
                    <a:pt x="58" y="21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36" y="8"/>
                    <a:pt x="34" y="4"/>
                    <a:pt x="34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6" y="86"/>
                    <a:pt x="6" y="86"/>
                    <a:pt x="6" y="86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6" y="87"/>
                    <a:pt x="16" y="87"/>
                    <a:pt x="16" y="87"/>
                  </a:cubicBezTo>
                  <a:cubicBezTo>
                    <a:pt x="19" y="85"/>
                    <a:pt x="19" y="85"/>
                    <a:pt x="19" y="85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24" y="81"/>
                    <a:pt x="24" y="81"/>
                    <a:pt x="24" y="81"/>
                  </a:cubicBezTo>
                  <a:cubicBezTo>
                    <a:pt x="21" y="79"/>
                    <a:pt x="21" y="79"/>
                    <a:pt x="21" y="79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0"/>
                    <a:pt x="34" y="70"/>
                    <a:pt x="34" y="70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3" y="63"/>
                    <a:pt x="43" y="63"/>
                    <a:pt x="43" y="63"/>
                  </a:cubicBezTo>
                  <a:cubicBezTo>
                    <a:pt x="45" y="61"/>
                    <a:pt x="45" y="61"/>
                    <a:pt x="45" y="61"/>
                  </a:cubicBezTo>
                  <a:cubicBezTo>
                    <a:pt x="45" y="50"/>
                    <a:pt x="47" y="44"/>
                    <a:pt x="50" y="44"/>
                  </a:cubicBezTo>
                  <a:cubicBezTo>
                    <a:pt x="51" y="46"/>
                    <a:pt x="51" y="46"/>
                    <a:pt x="51" y="46"/>
                  </a:cubicBezTo>
                  <a:cubicBezTo>
                    <a:pt x="55" y="45"/>
                    <a:pt x="55" y="45"/>
                    <a:pt x="55" y="45"/>
                  </a:cubicBezTo>
                  <a:cubicBezTo>
                    <a:pt x="65" y="31"/>
                    <a:pt x="65" y="31"/>
                    <a:pt x="65" y="31"/>
                  </a:cubicBezTo>
                  <a:lnTo>
                    <a:pt x="66" y="24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52" name="Google Shape;152;p11"/>
            <p:cNvSpPr/>
            <p:nvPr/>
          </p:nvSpPr>
          <p:spPr>
            <a:xfrm>
              <a:off x="6349999" y="3257551"/>
              <a:ext cx="201612" cy="527050"/>
            </a:xfrm>
            <a:custGeom>
              <a:rect b="b" l="l" r="r" t="t"/>
              <a:pathLst>
                <a:path extrusionOk="0" h="196" w="75">
                  <a:moveTo>
                    <a:pt x="46" y="0"/>
                  </a:moveTo>
                  <a:cubicBezTo>
                    <a:pt x="41" y="6"/>
                    <a:pt x="37" y="12"/>
                    <a:pt x="32" y="17"/>
                  </a:cubicBezTo>
                  <a:cubicBezTo>
                    <a:pt x="28" y="22"/>
                    <a:pt x="23" y="26"/>
                    <a:pt x="18" y="30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6" y="63"/>
                    <a:pt x="6" y="63"/>
                    <a:pt x="6" y="63"/>
                  </a:cubicBezTo>
                  <a:cubicBezTo>
                    <a:pt x="6" y="63"/>
                    <a:pt x="6" y="63"/>
                    <a:pt x="6" y="63"/>
                  </a:cubicBezTo>
                  <a:cubicBezTo>
                    <a:pt x="5" y="66"/>
                    <a:pt x="5" y="68"/>
                    <a:pt x="4" y="70"/>
                  </a:cubicBezTo>
                  <a:cubicBezTo>
                    <a:pt x="3" y="75"/>
                    <a:pt x="1" y="80"/>
                    <a:pt x="0" y="85"/>
                  </a:cubicBezTo>
                  <a:cubicBezTo>
                    <a:pt x="3" y="90"/>
                    <a:pt x="3" y="90"/>
                    <a:pt x="3" y="90"/>
                  </a:cubicBezTo>
                  <a:cubicBezTo>
                    <a:pt x="6" y="90"/>
                    <a:pt x="6" y="90"/>
                    <a:pt x="6" y="90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0" y="90"/>
                    <a:pt x="10" y="90"/>
                    <a:pt x="10" y="90"/>
                  </a:cubicBezTo>
                  <a:cubicBezTo>
                    <a:pt x="12" y="95"/>
                    <a:pt x="13" y="100"/>
                    <a:pt x="15" y="104"/>
                  </a:cubicBezTo>
                  <a:cubicBezTo>
                    <a:pt x="17" y="109"/>
                    <a:pt x="18" y="112"/>
                    <a:pt x="20" y="116"/>
                  </a:cubicBezTo>
                  <a:cubicBezTo>
                    <a:pt x="19" y="119"/>
                    <a:pt x="19" y="122"/>
                    <a:pt x="17" y="125"/>
                  </a:cubicBezTo>
                  <a:cubicBezTo>
                    <a:pt x="17" y="128"/>
                    <a:pt x="15" y="131"/>
                    <a:pt x="14" y="135"/>
                  </a:cubicBezTo>
                  <a:cubicBezTo>
                    <a:pt x="16" y="136"/>
                    <a:pt x="17" y="137"/>
                    <a:pt x="20" y="138"/>
                  </a:cubicBezTo>
                  <a:cubicBezTo>
                    <a:pt x="21" y="139"/>
                    <a:pt x="23" y="140"/>
                    <a:pt x="26" y="141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8" y="131"/>
                    <a:pt x="38" y="129"/>
                    <a:pt x="38" y="128"/>
                  </a:cubicBezTo>
                  <a:cubicBezTo>
                    <a:pt x="39" y="127"/>
                    <a:pt x="39" y="126"/>
                    <a:pt x="40" y="125"/>
                  </a:cubicBezTo>
                  <a:cubicBezTo>
                    <a:pt x="41" y="125"/>
                    <a:pt x="41" y="125"/>
                    <a:pt x="41" y="125"/>
                  </a:cubicBezTo>
                  <a:cubicBezTo>
                    <a:pt x="43" y="133"/>
                    <a:pt x="46" y="141"/>
                    <a:pt x="48" y="148"/>
                  </a:cubicBezTo>
                  <a:cubicBezTo>
                    <a:pt x="49" y="153"/>
                    <a:pt x="51" y="157"/>
                    <a:pt x="52" y="161"/>
                  </a:cubicBezTo>
                  <a:cubicBezTo>
                    <a:pt x="55" y="161"/>
                    <a:pt x="55" y="161"/>
                    <a:pt x="55" y="161"/>
                  </a:cubicBezTo>
                  <a:cubicBezTo>
                    <a:pt x="55" y="163"/>
                    <a:pt x="56" y="165"/>
                    <a:pt x="56" y="167"/>
                  </a:cubicBezTo>
                  <a:cubicBezTo>
                    <a:pt x="55" y="173"/>
                    <a:pt x="55" y="179"/>
                    <a:pt x="55" y="184"/>
                  </a:cubicBezTo>
                  <a:cubicBezTo>
                    <a:pt x="55" y="188"/>
                    <a:pt x="55" y="192"/>
                    <a:pt x="55" y="196"/>
                  </a:cubicBezTo>
                  <a:cubicBezTo>
                    <a:pt x="56" y="196"/>
                    <a:pt x="56" y="196"/>
                    <a:pt x="56" y="196"/>
                  </a:cubicBezTo>
                  <a:cubicBezTo>
                    <a:pt x="60" y="182"/>
                    <a:pt x="60" y="182"/>
                    <a:pt x="60" y="182"/>
                  </a:cubicBezTo>
                  <a:cubicBezTo>
                    <a:pt x="59" y="170"/>
                    <a:pt x="59" y="158"/>
                    <a:pt x="59" y="146"/>
                  </a:cubicBezTo>
                  <a:cubicBezTo>
                    <a:pt x="59" y="141"/>
                    <a:pt x="59" y="141"/>
                    <a:pt x="59" y="141"/>
                  </a:cubicBezTo>
                  <a:cubicBezTo>
                    <a:pt x="58" y="137"/>
                    <a:pt x="59" y="132"/>
                    <a:pt x="59" y="127"/>
                  </a:cubicBezTo>
                  <a:cubicBezTo>
                    <a:pt x="59" y="125"/>
                    <a:pt x="59" y="125"/>
                    <a:pt x="59" y="125"/>
                  </a:cubicBezTo>
                  <a:cubicBezTo>
                    <a:pt x="49" y="112"/>
                    <a:pt x="49" y="112"/>
                    <a:pt x="49" y="112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2" y="88"/>
                    <a:pt x="62" y="88"/>
                    <a:pt x="62" y="88"/>
                  </a:cubicBezTo>
                  <a:cubicBezTo>
                    <a:pt x="64" y="87"/>
                    <a:pt x="65" y="86"/>
                    <a:pt x="67" y="85"/>
                  </a:cubicBezTo>
                  <a:cubicBezTo>
                    <a:pt x="70" y="82"/>
                    <a:pt x="72" y="79"/>
                    <a:pt x="75" y="76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1"/>
                    <a:pt x="48" y="37"/>
                    <a:pt x="49" y="32"/>
                  </a:cubicBezTo>
                  <a:cubicBezTo>
                    <a:pt x="52" y="27"/>
                    <a:pt x="54" y="22"/>
                    <a:pt x="58" y="17"/>
                  </a:cubicBezTo>
                  <a:cubicBezTo>
                    <a:pt x="51" y="1"/>
                    <a:pt x="51" y="1"/>
                    <a:pt x="51" y="1"/>
                  </a:cubicBezTo>
                  <a:lnTo>
                    <a:pt x="46" y="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53" name="Google Shape;153;p11"/>
            <p:cNvSpPr/>
            <p:nvPr/>
          </p:nvSpPr>
          <p:spPr>
            <a:xfrm>
              <a:off x="6054724" y="3187701"/>
              <a:ext cx="187325" cy="104775"/>
            </a:xfrm>
            <a:custGeom>
              <a:rect b="b" l="l" r="r" t="t"/>
              <a:pathLst>
                <a:path extrusionOk="0" h="39" w="70">
                  <a:moveTo>
                    <a:pt x="6" y="0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12" y="25"/>
                    <a:pt x="24" y="30"/>
                    <a:pt x="37" y="34"/>
                  </a:cubicBezTo>
                  <a:cubicBezTo>
                    <a:pt x="38" y="34"/>
                    <a:pt x="38" y="34"/>
                    <a:pt x="39" y="34"/>
                  </a:cubicBezTo>
                  <a:cubicBezTo>
                    <a:pt x="47" y="37"/>
                    <a:pt x="57" y="39"/>
                    <a:pt x="67" y="39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0" y="27"/>
                    <a:pt x="70" y="27"/>
                    <a:pt x="70" y="27"/>
                  </a:cubicBezTo>
                  <a:cubicBezTo>
                    <a:pt x="57" y="21"/>
                    <a:pt x="44" y="16"/>
                    <a:pt x="29" y="10"/>
                  </a:cubicBezTo>
                  <a:cubicBezTo>
                    <a:pt x="22" y="7"/>
                    <a:pt x="14" y="4"/>
                    <a:pt x="6" y="0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54" name="Google Shape;154;p11"/>
            <p:cNvSpPr/>
            <p:nvPr/>
          </p:nvSpPr>
          <p:spPr>
            <a:xfrm>
              <a:off x="6054724" y="3187701"/>
              <a:ext cx="187325" cy="104775"/>
            </a:xfrm>
            <a:custGeom>
              <a:rect b="b" l="l" r="r" t="t"/>
              <a:pathLst>
                <a:path extrusionOk="0" h="39" w="70">
                  <a:moveTo>
                    <a:pt x="6" y="0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12" y="25"/>
                    <a:pt x="24" y="30"/>
                    <a:pt x="37" y="34"/>
                  </a:cubicBezTo>
                  <a:cubicBezTo>
                    <a:pt x="38" y="34"/>
                    <a:pt x="38" y="34"/>
                    <a:pt x="39" y="34"/>
                  </a:cubicBezTo>
                  <a:cubicBezTo>
                    <a:pt x="47" y="37"/>
                    <a:pt x="57" y="39"/>
                    <a:pt x="67" y="39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0" y="27"/>
                    <a:pt x="70" y="27"/>
                    <a:pt x="70" y="27"/>
                  </a:cubicBezTo>
                  <a:cubicBezTo>
                    <a:pt x="57" y="21"/>
                    <a:pt x="44" y="16"/>
                    <a:pt x="29" y="10"/>
                  </a:cubicBezTo>
                  <a:cubicBezTo>
                    <a:pt x="22" y="7"/>
                    <a:pt x="14" y="4"/>
                    <a:pt x="6" y="0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55" name="Google Shape;155;p11"/>
            <p:cNvSpPr/>
            <p:nvPr/>
          </p:nvSpPr>
          <p:spPr>
            <a:xfrm>
              <a:off x="6259511" y="2503489"/>
              <a:ext cx="731837" cy="325438"/>
            </a:xfrm>
            <a:custGeom>
              <a:rect b="b" l="l" r="r" t="t"/>
              <a:pathLst>
                <a:path extrusionOk="0" h="121" w="273">
                  <a:moveTo>
                    <a:pt x="14" y="15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26" y="49"/>
                    <a:pt x="26" y="49"/>
                    <a:pt x="26" y="49"/>
                  </a:cubicBezTo>
                  <a:cubicBezTo>
                    <a:pt x="26" y="54"/>
                    <a:pt x="25" y="58"/>
                    <a:pt x="24" y="63"/>
                  </a:cubicBezTo>
                  <a:cubicBezTo>
                    <a:pt x="23" y="66"/>
                    <a:pt x="22" y="69"/>
                    <a:pt x="21" y="72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37" y="75"/>
                    <a:pt x="37" y="75"/>
                    <a:pt x="37" y="75"/>
                  </a:cubicBezTo>
                  <a:cubicBezTo>
                    <a:pt x="60" y="88"/>
                    <a:pt x="60" y="88"/>
                    <a:pt x="60" y="88"/>
                  </a:cubicBezTo>
                  <a:cubicBezTo>
                    <a:pt x="58" y="99"/>
                    <a:pt x="58" y="99"/>
                    <a:pt x="58" y="99"/>
                  </a:cubicBezTo>
                  <a:cubicBezTo>
                    <a:pt x="66" y="107"/>
                    <a:pt x="66" y="107"/>
                    <a:pt x="66" y="107"/>
                  </a:cubicBezTo>
                  <a:cubicBezTo>
                    <a:pt x="91" y="105"/>
                    <a:pt x="91" y="105"/>
                    <a:pt x="91" y="105"/>
                  </a:cubicBezTo>
                  <a:cubicBezTo>
                    <a:pt x="102" y="117"/>
                    <a:pt x="102" y="117"/>
                    <a:pt x="102" y="117"/>
                  </a:cubicBezTo>
                  <a:cubicBezTo>
                    <a:pt x="115" y="118"/>
                    <a:pt x="128" y="120"/>
                    <a:pt x="141" y="121"/>
                  </a:cubicBezTo>
                  <a:cubicBezTo>
                    <a:pt x="159" y="110"/>
                    <a:pt x="159" y="110"/>
                    <a:pt x="159" y="110"/>
                  </a:cubicBezTo>
                  <a:cubicBezTo>
                    <a:pt x="178" y="113"/>
                    <a:pt x="178" y="113"/>
                    <a:pt x="178" y="113"/>
                  </a:cubicBezTo>
                  <a:cubicBezTo>
                    <a:pt x="188" y="103"/>
                    <a:pt x="188" y="103"/>
                    <a:pt x="188" y="103"/>
                  </a:cubicBezTo>
                  <a:cubicBezTo>
                    <a:pt x="182" y="90"/>
                    <a:pt x="182" y="90"/>
                    <a:pt x="182" y="90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207" y="83"/>
                    <a:pt x="207" y="83"/>
                    <a:pt x="207" y="83"/>
                  </a:cubicBezTo>
                  <a:cubicBezTo>
                    <a:pt x="218" y="77"/>
                    <a:pt x="230" y="70"/>
                    <a:pt x="241" y="64"/>
                  </a:cubicBezTo>
                  <a:cubicBezTo>
                    <a:pt x="247" y="60"/>
                    <a:pt x="252" y="57"/>
                    <a:pt x="258" y="54"/>
                  </a:cubicBezTo>
                  <a:cubicBezTo>
                    <a:pt x="267" y="54"/>
                    <a:pt x="267" y="54"/>
                    <a:pt x="267" y="54"/>
                  </a:cubicBezTo>
                  <a:cubicBezTo>
                    <a:pt x="273" y="51"/>
                    <a:pt x="273" y="51"/>
                    <a:pt x="273" y="51"/>
                  </a:cubicBezTo>
                  <a:cubicBezTo>
                    <a:pt x="258" y="45"/>
                    <a:pt x="258" y="45"/>
                    <a:pt x="258" y="45"/>
                  </a:cubicBezTo>
                  <a:cubicBezTo>
                    <a:pt x="248" y="50"/>
                    <a:pt x="248" y="50"/>
                    <a:pt x="248" y="50"/>
                  </a:cubicBezTo>
                  <a:cubicBezTo>
                    <a:pt x="242" y="42"/>
                    <a:pt x="242" y="42"/>
                    <a:pt x="242" y="42"/>
                  </a:cubicBezTo>
                  <a:cubicBezTo>
                    <a:pt x="243" y="24"/>
                    <a:pt x="243" y="24"/>
                    <a:pt x="243" y="24"/>
                  </a:cubicBezTo>
                  <a:cubicBezTo>
                    <a:pt x="239" y="24"/>
                    <a:pt x="235" y="24"/>
                    <a:pt x="231" y="24"/>
                  </a:cubicBezTo>
                  <a:cubicBezTo>
                    <a:pt x="222" y="20"/>
                    <a:pt x="222" y="20"/>
                    <a:pt x="222" y="20"/>
                  </a:cubicBezTo>
                  <a:cubicBezTo>
                    <a:pt x="216" y="28"/>
                    <a:pt x="216" y="28"/>
                    <a:pt x="216" y="28"/>
                  </a:cubicBezTo>
                  <a:cubicBezTo>
                    <a:pt x="201" y="24"/>
                    <a:pt x="201" y="24"/>
                    <a:pt x="201" y="24"/>
                  </a:cubicBezTo>
                  <a:cubicBezTo>
                    <a:pt x="190" y="29"/>
                    <a:pt x="190" y="29"/>
                    <a:pt x="190" y="29"/>
                  </a:cubicBezTo>
                  <a:cubicBezTo>
                    <a:pt x="156" y="17"/>
                    <a:pt x="156" y="17"/>
                    <a:pt x="156" y="17"/>
                  </a:cubicBezTo>
                  <a:cubicBezTo>
                    <a:pt x="128" y="19"/>
                    <a:pt x="128" y="19"/>
                    <a:pt x="128" y="19"/>
                  </a:cubicBezTo>
                  <a:cubicBezTo>
                    <a:pt x="119" y="4"/>
                    <a:pt x="119" y="4"/>
                    <a:pt x="119" y="4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95" y="4"/>
                    <a:pt x="95" y="4"/>
                    <a:pt x="95" y="4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69" y="20"/>
                    <a:pt x="69" y="20"/>
                    <a:pt x="69" y="20"/>
                  </a:cubicBezTo>
                  <a:cubicBezTo>
                    <a:pt x="57" y="11"/>
                    <a:pt x="57" y="11"/>
                    <a:pt x="57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45" y="12"/>
                    <a:pt x="40" y="12"/>
                    <a:pt x="34" y="13"/>
                  </a:cubicBezTo>
                  <a:cubicBezTo>
                    <a:pt x="29" y="13"/>
                    <a:pt x="24" y="14"/>
                    <a:pt x="19" y="14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5" y="15"/>
                    <a:pt x="14" y="15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56" name="Google Shape;156;p11"/>
            <p:cNvSpPr/>
            <p:nvPr/>
          </p:nvSpPr>
          <p:spPr>
            <a:xfrm>
              <a:off x="6259511" y="2503489"/>
              <a:ext cx="731837" cy="325438"/>
            </a:xfrm>
            <a:custGeom>
              <a:rect b="b" l="l" r="r" t="t"/>
              <a:pathLst>
                <a:path extrusionOk="0" h="121" w="273">
                  <a:moveTo>
                    <a:pt x="14" y="15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26" y="49"/>
                    <a:pt x="26" y="49"/>
                    <a:pt x="26" y="49"/>
                  </a:cubicBezTo>
                  <a:cubicBezTo>
                    <a:pt x="26" y="54"/>
                    <a:pt x="25" y="58"/>
                    <a:pt x="24" y="63"/>
                  </a:cubicBezTo>
                  <a:cubicBezTo>
                    <a:pt x="23" y="66"/>
                    <a:pt x="22" y="69"/>
                    <a:pt x="21" y="72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37" y="75"/>
                    <a:pt x="37" y="75"/>
                    <a:pt x="37" y="75"/>
                  </a:cubicBezTo>
                  <a:cubicBezTo>
                    <a:pt x="60" y="88"/>
                    <a:pt x="60" y="88"/>
                    <a:pt x="60" y="88"/>
                  </a:cubicBezTo>
                  <a:cubicBezTo>
                    <a:pt x="58" y="99"/>
                    <a:pt x="58" y="99"/>
                    <a:pt x="58" y="99"/>
                  </a:cubicBezTo>
                  <a:cubicBezTo>
                    <a:pt x="66" y="107"/>
                    <a:pt x="66" y="107"/>
                    <a:pt x="66" y="107"/>
                  </a:cubicBezTo>
                  <a:cubicBezTo>
                    <a:pt x="91" y="105"/>
                    <a:pt x="91" y="105"/>
                    <a:pt x="91" y="105"/>
                  </a:cubicBezTo>
                  <a:cubicBezTo>
                    <a:pt x="102" y="117"/>
                    <a:pt x="102" y="117"/>
                    <a:pt x="102" y="117"/>
                  </a:cubicBezTo>
                  <a:cubicBezTo>
                    <a:pt x="115" y="118"/>
                    <a:pt x="128" y="120"/>
                    <a:pt x="141" y="121"/>
                  </a:cubicBezTo>
                  <a:cubicBezTo>
                    <a:pt x="159" y="110"/>
                    <a:pt x="159" y="110"/>
                    <a:pt x="159" y="110"/>
                  </a:cubicBezTo>
                  <a:cubicBezTo>
                    <a:pt x="178" y="113"/>
                    <a:pt x="178" y="113"/>
                    <a:pt x="178" y="113"/>
                  </a:cubicBezTo>
                  <a:cubicBezTo>
                    <a:pt x="188" y="103"/>
                    <a:pt x="188" y="103"/>
                    <a:pt x="188" y="103"/>
                  </a:cubicBezTo>
                  <a:cubicBezTo>
                    <a:pt x="182" y="90"/>
                    <a:pt x="182" y="90"/>
                    <a:pt x="182" y="90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207" y="83"/>
                    <a:pt x="207" y="83"/>
                    <a:pt x="207" y="83"/>
                  </a:cubicBezTo>
                  <a:cubicBezTo>
                    <a:pt x="218" y="77"/>
                    <a:pt x="230" y="70"/>
                    <a:pt x="241" y="64"/>
                  </a:cubicBezTo>
                  <a:cubicBezTo>
                    <a:pt x="247" y="60"/>
                    <a:pt x="252" y="57"/>
                    <a:pt x="258" y="54"/>
                  </a:cubicBezTo>
                  <a:cubicBezTo>
                    <a:pt x="267" y="54"/>
                    <a:pt x="267" y="54"/>
                    <a:pt x="267" y="54"/>
                  </a:cubicBezTo>
                  <a:cubicBezTo>
                    <a:pt x="273" y="51"/>
                    <a:pt x="273" y="51"/>
                    <a:pt x="273" y="51"/>
                  </a:cubicBezTo>
                  <a:cubicBezTo>
                    <a:pt x="258" y="45"/>
                    <a:pt x="258" y="45"/>
                    <a:pt x="258" y="45"/>
                  </a:cubicBezTo>
                  <a:cubicBezTo>
                    <a:pt x="248" y="50"/>
                    <a:pt x="248" y="50"/>
                    <a:pt x="248" y="50"/>
                  </a:cubicBezTo>
                  <a:cubicBezTo>
                    <a:pt x="242" y="42"/>
                    <a:pt x="242" y="42"/>
                    <a:pt x="242" y="42"/>
                  </a:cubicBezTo>
                  <a:cubicBezTo>
                    <a:pt x="243" y="24"/>
                    <a:pt x="243" y="24"/>
                    <a:pt x="243" y="24"/>
                  </a:cubicBezTo>
                  <a:cubicBezTo>
                    <a:pt x="239" y="24"/>
                    <a:pt x="235" y="24"/>
                    <a:pt x="231" y="24"/>
                  </a:cubicBezTo>
                  <a:cubicBezTo>
                    <a:pt x="222" y="20"/>
                    <a:pt x="222" y="20"/>
                    <a:pt x="222" y="20"/>
                  </a:cubicBezTo>
                  <a:cubicBezTo>
                    <a:pt x="216" y="28"/>
                    <a:pt x="216" y="28"/>
                    <a:pt x="216" y="28"/>
                  </a:cubicBezTo>
                  <a:cubicBezTo>
                    <a:pt x="201" y="24"/>
                    <a:pt x="201" y="24"/>
                    <a:pt x="201" y="24"/>
                  </a:cubicBezTo>
                  <a:cubicBezTo>
                    <a:pt x="190" y="29"/>
                    <a:pt x="190" y="29"/>
                    <a:pt x="190" y="29"/>
                  </a:cubicBezTo>
                  <a:cubicBezTo>
                    <a:pt x="156" y="17"/>
                    <a:pt x="156" y="17"/>
                    <a:pt x="156" y="17"/>
                  </a:cubicBezTo>
                  <a:cubicBezTo>
                    <a:pt x="128" y="19"/>
                    <a:pt x="128" y="19"/>
                    <a:pt x="128" y="19"/>
                  </a:cubicBezTo>
                  <a:cubicBezTo>
                    <a:pt x="119" y="4"/>
                    <a:pt x="119" y="4"/>
                    <a:pt x="119" y="4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95" y="4"/>
                    <a:pt x="95" y="4"/>
                    <a:pt x="95" y="4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69" y="20"/>
                    <a:pt x="69" y="20"/>
                    <a:pt x="69" y="20"/>
                  </a:cubicBezTo>
                  <a:cubicBezTo>
                    <a:pt x="57" y="11"/>
                    <a:pt x="57" y="11"/>
                    <a:pt x="57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45" y="12"/>
                    <a:pt x="40" y="12"/>
                    <a:pt x="34" y="13"/>
                  </a:cubicBezTo>
                  <a:cubicBezTo>
                    <a:pt x="29" y="13"/>
                    <a:pt x="24" y="14"/>
                    <a:pt x="19" y="14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5" y="15"/>
                    <a:pt x="14" y="15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157" name="Google Shape;157;p11"/>
            <p:cNvGrpSpPr/>
            <p:nvPr/>
          </p:nvGrpSpPr>
          <p:grpSpPr>
            <a:xfrm>
              <a:off x="6540500" y="3878264"/>
              <a:ext cx="461962" cy="177800"/>
              <a:chOff x="6540500" y="3878263"/>
              <a:chExt cx="461962" cy="177800"/>
            </a:xfrm>
          </p:grpSpPr>
          <p:sp>
            <p:nvSpPr>
              <p:cNvPr id="158" name="Google Shape;158;p11"/>
              <p:cNvSpPr/>
              <p:nvPr/>
            </p:nvSpPr>
            <p:spPr>
              <a:xfrm>
                <a:off x="6540500" y="3908425"/>
                <a:ext cx="92075" cy="125413"/>
              </a:xfrm>
              <a:custGeom>
                <a:rect b="b" l="l" r="r" t="t"/>
                <a:pathLst>
                  <a:path extrusionOk="0" h="47" w="34">
                    <a:moveTo>
                      <a:pt x="28" y="21"/>
                    </a:moveTo>
                    <a:cubicBezTo>
                      <a:pt x="28" y="17"/>
                      <a:pt x="27" y="14"/>
                      <a:pt x="27" y="10"/>
                    </a:cubicBezTo>
                    <a:cubicBezTo>
                      <a:pt x="22" y="7"/>
                      <a:pt x="19" y="3"/>
                      <a:pt x="15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5"/>
                      <a:pt x="3" y="10"/>
                      <a:pt x="4" y="15"/>
                    </a:cubicBezTo>
                    <a:cubicBezTo>
                      <a:pt x="6" y="21"/>
                      <a:pt x="7" y="26"/>
                      <a:pt x="9" y="31"/>
                    </a:cubicBezTo>
                    <a:cubicBezTo>
                      <a:pt x="9" y="31"/>
                      <a:pt x="9" y="32"/>
                      <a:pt x="10" y="33"/>
                    </a:cubicBezTo>
                    <a:cubicBezTo>
                      <a:pt x="16" y="38"/>
                      <a:pt x="22" y="43"/>
                      <a:pt x="28" y="47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2" y="34"/>
                      <a:pt x="30" y="29"/>
                      <a:pt x="28" y="21"/>
                    </a:cubicBez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59" name="Google Shape;159;p11"/>
              <p:cNvSpPr/>
              <p:nvPr/>
            </p:nvSpPr>
            <p:spPr>
              <a:xfrm>
                <a:off x="6764337" y="3878263"/>
                <a:ext cx="238125" cy="177800"/>
              </a:xfrm>
              <a:custGeom>
                <a:rect b="b" l="l" r="r" t="t"/>
                <a:pathLst>
                  <a:path extrusionOk="0" h="66" w="89">
                    <a:moveTo>
                      <a:pt x="64" y="3"/>
                    </a:moveTo>
                    <a:cubicBezTo>
                      <a:pt x="64" y="0"/>
                      <a:pt x="64" y="0"/>
                      <a:pt x="64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0" y="2"/>
                      <a:pt x="57" y="6"/>
                      <a:pt x="53" y="12"/>
                    </a:cubicBezTo>
                    <a:cubicBezTo>
                      <a:pt x="57" y="19"/>
                      <a:pt x="57" y="19"/>
                      <a:pt x="57" y="19"/>
                    </a:cubicBezTo>
                    <a:cubicBezTo>
                      <a:pt x="55" y="28"/>
                      <a:pt x="55" y="28"/>
                      <a:pt x="55" y="28"/>
                    </a:cubicBezTo>
                    <a:cubicBezTo>
                      <a:pt x="49" y="29"/>
                      <a:pt x="49" y="29"/>
                      <a:pt x="49" y="29"/>
                    </a:cubicBezTo>
                    <a:cubicBezTo>
                      <a:pt x="47" y="33"/>
                      <a:pt x="47" y="33"/>
                      <a:pt x="47" y="33"/>
                    </a:cubicBezTo>
                    <a:cubicBezTo>
                      <a:pt x="39" y="32"/>
                      <a:pt x="39" y="32"/>
                      <a:pt x="39" y="32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31" y="40"/>
                      <a:pt x="25" y="46"/>
                      <a:pt x="19" y="47"/>
                    </a:cubicBezTo>
                    <a:cubicBezTo>
                      <a:pt x="14" y="47"/>
                      <a:pt x="14" y="47"/>
                      <a:pt x="14" y="47"/>
                    </a:cubicBezTo>
                    <a:cubicBezTo>
                      <a:pt x="11" y="51"/>
                      <a:pt x="11" y="51"/>
                      <a:pt x="11" y="51"/>
                    </a:cubicBezTo>
                    <a:cubicBezTo>
                      <a:pt x="10" y="58"/>
                      <a:pt x="10" y="58"/>
                      <a:pt x="10" y="58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1" y="63"/>
                      <a:pt x="1" y="63"/>
                      <a:pt x="1" y="63"/>
                    </a:cubicBezTo>
                    <a:cubicBezTo>
                      <a:pt x="13" y="66"/>
                      <a:pt x="13" y="66"/>
                      <a:pt x="13" y="66"/>
                    </a:cubicBezTo>
                    <a:cubicBezTo>
                      <a:pt x="40" y="59"/>
                      <a:pt x="40" y="59"/>
                      <a:pt x="40" y="59"/>
                    </a:cubicBezTo>
                    <a:cubicBezTo>
                      <a:pt x="61" y="31"/>
                      <a:pt x="61" y="31"/>
                      <a:pt x="61" y="31"/>
                    </a:cubicBezTo>
                    <a:cubicBezTo>
                      <a:pt x="70" y="32"/>
                      <a:pt x="70" y="32"/>
                      <a:pt x="70" y="32"/>
                    </a:cubicBezTo>
                    <a:cubicBezTo>
                      <a:pt x="72" y="32"/>
                      <a:pt x="72" y="32"/>
                      <a:pt x="72" y="32"/>
                    </a:cubicBezTo>
                    <a:cubicBezTo>
                      <a:pt x="83" y="32"/>
                      <a:pt x="83" y="32"/>
                      <a:pt x="83" y="32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1" y="29"/>
                      <a:pt x="79" y="27"/>
                      <a:pt x="78" y="24"/>
                    </a:cubicBezTo>
                    <a:cubicBezTo>
                      <a:pt x="81" y="25"/>
                      <a:pt x="85" y="24"/>
                      <a:pt x="89" y="23"/>
                    </a:cubicBezTo>
                    <a:cubicBezTo>
                      <a:pt x="89" y="20"/>
                      <a:pt x="89" y="20"/>
                      <a:pt x="89" y="20"/>
                    </a:cubicBezTo>
                    <a:cubicBezTo>
                      <a:pt x="79" y="14"/>
                      <a:pt x="79" y="14"/>
                      <a:pt x="79" y="14"/>
                    </a:cubicBezTo>
                    <a:cubicBezTo>
                      <a:pt x="75" y="14"/>
                      <a:pt x="75" y="14"/>
                      <a:pt x="75" y="14"/>
                    </a:cubicBezTo>
                    <a:cubicBezTo>
                      <a:pt x="74" y="9"/>
                      <a:pt x="74" y="9"/>
                      <a:pt x="74" y="9"/>
                    </a:cubicBezTo>
                    <a:cubicBezTo>
                      <a:pt x="69" y="6"/>
                      <a:pt x="69" y="6"/>
                      <a:pt x="69" y="6"/>
                    </a:cubicBezTo>
                    <a:cubicBezTo>
                      <a:pt x="67" y="2"/>
                      <a:pt x="67" y="2"/>
                      <a:pt x="67" y="2"/>
                    </a:cubicBezTo>
                    <a:lnTo>
                      <a:pt x="64" y="3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160" name="Google Shape;160;p11"/>
            <p:cNvSpPr/>
            <p:nvPr/>
          </p:nvSpPr>
          <p:spPr>
            <a:xfrm>
              <a:off x="4997449" y="3070226"/>
              <a:ext cx="31750" cy="53975"/>
            </a:xfrm>
            <a:custGeom>
              <a:rect b="b" l="l" r="r" t="t"/>
              <a:pathLst>
                <a:path extrusionOk="0" h="34" w="20">
                  <a:moveTo>
                    <a:pt x="0" y="22"/>
                  </a:moveTo>
                  <a:lnTo>
                    <a:pt x="0" y="32"/>
                  </a:lnTo>
                  <a:lnTo>
                    <a:pt x="1" y="34"/>
                  </a:lnTo>
                  <a:lnTo>
                    <a:pt x="6" y="29"/>
                  </a:lnTo>
                  <a:lnTo>
                    <a:pt x="20" y="9"/>
                  </a:lnTo>
                  <a:lnTo>
                    <a:pt x="6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61" name="Google Shape;161;p11"/>
            <p:cNvSpPr/>
            <p:nvPr/>
          </p:nvSpPr>
          <p:spPr>
            <a:xfrm>
              <a:off x="6529386" y="3446464"/>
              <a:ext cx="190500" cy="249238"/>
            </a:xfrm>
            <a:custGeom>
              <a:rect b="b" l="l" r="r" t="t"/>
              <a:pathLst>
                <a:path extrusionOk="0" h="93" w="71">
                  <a:moveTo>
                    <a:pt x="43" y="37"/>
                  </a:moveTo>
                  <a:cubicBezTo>
                    <a:pt x="36" y="29"/>
                    <a:pt x="36" y="29"/>
                    <a:pt x="36" y="2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7" y="2"/>
                    <a:pt x="13" y="4"/>
                    <a:pt x="9" y="7"/>
                  </a:cubicBezTo>
                  <a:cubicBezTo>
                    <a:pt x="6" y="9"/>
                    <a:pt x="3" y="12"/>
                    <a:pt x="0" y="1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4"/>
                    <a:pt x="41" y="57"/>
                    <a:pt x="42" y="59"/>
                  </a:cubicBezTo>
                  <a:cubicBezTo>
                    <a:pt x="44" y="65"/>
                    <a:pt x="46" y="71"/>
                    <a:pt x="48" y="76"/>
                  </a:cubicBezTo>
                  <a:cubicBezTo>
                    <a:pt x="50" y="82"/>
                    <a:pt x="50" y="82"/>
                    <a:pt x="50" y="82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59" y="93"/>
                    <a:pt x="59" y="93"/>
                    <a:pt x="59" y="93"/>
                  </a:cubicBezTo>
                  <a:cubicBezTo>
                    <a:pt x="63" y="90"/>
                    <a:pt x="63" y="90"/>
                    <a:pt x="63" y="90"/>
                  </a:cubicBezTo>
                  <a:cubicBezTo>
                    <a:pt x="66" y="92"/>
                    <a:pt x="66" y="92"/>
                    <a:pt x="66" y="92"/>
                  </a:cubicBezTo>
                  <a:cubicBezTo>
                    <a:pt x="71" y="82"/>
                    <a:pt x="71" y="82"/>
                    <a:pt x="71" y="82"/>
                  </a:cubicBezTo>
                  <a:lnTo>
                    <a:pt x="43" y="37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62" name="Google Shape;162;p11"/>
            <p:cNvSpPr/>
            <p:nvPr/>
          </p:nvSpPr>
          <p:spPr>
            <a:xfrm>
              <a:off x="5829299" y="2794001"/>
              <a:ext cx="225425" cy="101600"/>
            </a:xfrm>
            <a:custGeom>
              <a:rect b="b" l="l" r="r" t="t"/>
              <a:pathLst>
                <a:path extrusionOk="0" h="38" w="84">
                  <a:moveTo>
                    <a:pt x="75" y="21"/>
                  </a:moveTo>
                  <a:cubicBezTo>
                    <a:pt x="77" y="17"/>
                    <a:pt x="77" y="17"/>
                    <a:pt x="77" y="17"/>
                  </a:cubicBezTo>
                  <a:cubicBezTo>
                    <a:pt x="79" y="13"/>
                    <a:pt x="82" y="10"/>
                    <a:pt x="84" y="6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4" y="6"/>
                    <a:pt x="9" y="8"/>
                    <a:pt x="6" y="10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6"/>
                    <a:pt x="34" y="35"/>
                    <a:pt x="35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1"/>
                    <a:pt x="39" y="29"/>
                    <a:pt x="41" y="27"/>
                  </a:cubicBezTo>
                  <a:lnTo>
                    <a:pt x="75" y="21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63" name="Google Shape;163;p11"/>
            <p:cNvSpPr/>
            <p:nvPr/>
          </p:nvSpPr>
          <p:spPr>
            <a:xfrm>
              <a:off x="5238750" y="3194051"/>
              <a:ext cx="55562" cy="19050"/>
            </a:xfrm>
            <a:custGeom>
              <a:rect b="b" l="l" r="r" t="t"/>
              <a:pathLst>
                <a:path extrusionOk="0" h="7" w="21">
                  <a:moveTo>
                    <a:pt x="6" y="0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8" y="2"/>
                    <a:pt x="16" y="1"/>
                    <a:pt x="15" y="1"/>
                  </a:cubicBezTo>
                  <a:cubicBezTo>
                    <a:pt x="12" y="0"/>
                    <a:pt x="10" y="0"/>
                    <a:pt x="8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64" name="Google Shape;164;p11"/>
            <p:cNvSpPr/>
            <p:nvPr/>
          </p:nvSpPr>
          <p:spPr>
            <a:xfrm>
              <a:off x="5265736" y="2387601"/>
              <a:ext cx="944562" cy="487363"/>
            </a:xfrm>
            <a:custGeom>
              <a:rect b="b" l="l" r="r" t="t"/>
              <a:pathLst>
                <a:path extrusionOk="0" h="181" w="352">
                  <a:moveTo>
                    <a:pt x="352" y="81"/>
                  </a:moveTo>
                  <a:cubicBezTo>
                    <a:pt x="351" y="74"/>
                    <a:pt x="351" y="74"/>
                    <a:pt x="351" y="74"/>
                  </a:cubicBezTo>
                  <a:cubicBezTo>
                    <a:pt x="342" y="68"/>
                    <a:pt x="342" y="68"/>
                    <a:pt x="342" y="68"/>
                  </a:cubicBezTo>
                  <a:cubicBezTo>
                    <a:pt x="326" y="68"/>
                    <a:pt x="326" y="68"/>
                    <a:pt x="326" y="68"/>
                  </a:cubicBezTo>
                  <a:cubicBezTo>
                    <a:pt x="320" y="56"/>
                    <a:pt x="320" y="56"/>
                    <a:pt x="320" y="56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291" y="42"/>
                    <a:pt x="291" y="42"/>
                    <a:pt x="291" y="42"/>
                  </a:cubicBezTo>
                  <a:cubicBezTo>
                    <a:pt x="277" y="39"/>
                    <a:pt x="277" y="39"/>
                    <a:pt x="277" y="39"/>
                  </a:cubicBezTo>
                  <a:cubicBezTo>
                    <a:pt x="268" y="19"/>
                    <a:pt x="268" y="19"/>
                    <a:pt x="268" y="19"/>
                  </a:cubicBezTo>
                  <a:cubicBezTo>
                    <a:pt x="213" y="14"/>
                    <a:pt x="213" y="14"/>
                    <a:pt x="213" y="14"/>
                  </a:cubicBezTo>
                  <a:cubicBezTo>
                    <a:pt x="201" y="2"/>
                    <a:pt x="201" y="2"/>
                    <a:pt x="201" y="2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45" y="15"/>
                    <a:pt x="145" y="15"/>
                    <a:pt x="145" y="15"/>
                  </a:cubicBezTo>
                  <a:cubicBezTo>
                    <a:pt x="133" y="10"/>
                    <a:pt x="133" y="10"/>
                    <a:pt x="133" y="10"/>
                  </a:cubicBezTo>
                  <a:cubicBezTo>
                    <a:pt x="129" y="14"/>
                    <a:pt x="129" y="14"/>
                    <a:pt x="129" y="14"/>
                  </a:cubicBezTo>
                  <a:cubicBezTo>
                    <a:pt x="134" y="25"/>
                    <a:pt x="134" y="25"/>
                    <a:pt x="134" y="2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15" y="45"/>
                    <a:pt x="115" y="45"/>
                    <a:pt x="115" y="45"/>
                  </a:cubicBezTo>
                  <a:cubicBezTo>
                    <a:pt x="113" y="56"/>
                    <a:pt x="113" y="56"/>
                    <a:pt x="113" y="56"/>
                  </a:cubicBezTo>
                  <a:cubicBezTo>
                    <a:pt x="97" y="49"/>
                    <a:pt x="97" y="49"/>
                    <a:pt x="97" y="49"/>
                  </a:cubicBezTo>
                  <a:cubicBezTo>
                    <a:pt x="90" y="58"/>
                    <a:pt x="90" y="58"/>
                    <a:pt x="90" y="58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3" y="52"/>
                    <a:pt x="73" y="52"/>
                    <a:pt x="73" y="52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22" y="57"/>
                    <a:pt x="22" y="57"/>
                    <a:pt x="22" y="57"/>
                  </a:cubicBezTo>
                  <a:cubicBezTo>
                    <a:pt x="25" y="66"/>
                    <a:pt x="25" y="66"/>
                    <a:pt x="25" y="66"/>
                  </a:cubicBezTo>
                  <a:cubicBezTo>
                    <a:pt x="20" y="73"/>
                    <a:pt x="20" y="73"/>
                    <a:pt x="20" y="73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23" y="103"/>
                    <a:pt x="23" y="103"/>
                    <a:pt x="23" y="103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24" y="104"/>
                    <a:pt x="24" y="104"/>
                    <a:pt x="24" y="104"/>
                  </a:cubicBezTo>
                  <a:cubicBezTo>
                    <a:pt x="26" y="103"/>
                    <a:pt x="29" y="103"/>
                    <a:pt x="31" y="102"/>
                  </a:cubicBezTo>
                  <a:cubicBezTo>
                    <a:pt x="34" y="101"/>
                    <a:pt x="36" y="99"/>
                    <a:pt x="39" y="97"/>
                  </a:cubicBezTo>
                  <a:cubicBezTo>
                    <a:pt x="42" y="98"/>
                    <a:pt x="44" y="99"/>
                    <a:pt x="46" y="99"/>
                  </a:cubicBezTo>
                  <a:cubicBezTo>
                    <a:pt x="51" y="100"/>
                    <a:pt x="54" y="101"/>
                    <a:pt x="59" y="102"/>
                  </a:cubicBezTo>
                  <a:cubicBezTo>
                    <a:pt x="65" y="109"/>
                    <a:pt x="65" y="109"/>
                    <a:pt x="65" y="109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72" y="127"/>
                    <a:pt x="72" y="127"/>
                    <a:pt x="72" y="127"/>
                  </a:cubicBezTo>
                  <a:cubicBezTo>
                    <a:pt x="70" y="129"/>
                    <a:pt x="70" y="129"/>
                    <a:pt x="70" y="129"/>
                  </a:cubicBezTo>
                  <a:cubicBezTo>
                    <a:pt x="66" y="128"/>
                    <a:pt x="66" y="128"/>
                    <a:pt x="66" y="128"/>
                  </a:cubicBezTo>
                  <a:cubicBezTo>
                    <a:pt x="60" y="134"/>
                    <a:pt x="60" y="134"/>
                    <a:pt x="60" y="134"/>
                  </a:cubicBezTo>
                  <a:cubicBezTo>
                    <a:pt x="56" y="133"/>
                    <a:pt x="56" y="133"/>
                    <a:pt x="56" y="133"/>
                  </a:cubicBezTo>
                  <a:cubicBezTo>
                    <a:pt x="63" y="124"/>
                    <a:pt x="63" y="124"/>
                    <a:pt x="63" y="124"/>
                  </a:cubicBezTo>
                  <a:cubicBezTo>
                    <a:pt x="60" y="124"/>
                    <a:pt x="58" y="124"/>
                    <a:pt x="56" y="123"/>
                  </a:cubicBezTo>
                  <a:cubicBezTo>
                    <a:pt x="53" y="123"/>
                    <a:pt x="51" y="122"/>
                    <a:pt x="48" y="121"/>
                  </a:cubicBezTo>
                  <a:cubicBezTo>
                    <a:pt x="44" y="128"/>
                    <a:pt x="44" y="128"/>
                    <a:pt x="44" y="128"/>
                  </a:cubicBezTo>
                  <a:cubicBezTo>
                    <a:pt x="45" y="135"/>
                    <a:pt x="45" y="135"/>
                    <a:pt x="45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37" y="139"/>
                    <a:pt x="37" y="139"/>
                    <a:pt x="37" y="139"/>
                  </a:cubicBezTo>
                  <a:cubicBezTo>
                    <a:pt x="45" y="143"/>
                    <a:pt x="45" y="143"/>
                    <a:pt x="45" y="143"/>
                  </a:cubicBezTo>
                  <a:cubicBezTo>
                    <a:pt x="48" y="155"/>
                    <a:pt x="48" y="155"/>
                    <a:pt x="48" y="155"/>
                  </a:cubicBezTo>
                  <a:cubicBezTo>
                    <a:pt x="56" y="158"/>
                    <a:pt x="56" y="158"/>
                    <a:pt x="56" y="158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61" y="155"/>
                    <a:pt x="61" y="155"/>
                    <a:pt x="61" y="155"/>
                  </a:cubicBezTo>
                  <a:cubicBezTo>
                    <a:pt x="72" y="154"/>
                    <a:pt x="72" y="154"/>
                    <a:pt x="72" y="154"/>
                  </a:cubicBezTo>
                  <a:cubicBezTo>
                    <a:pt x="83" y="163"/>
                    <a:pt x="83" y="163"/>
                    <a:pt x="83" y="163"/>
                  </a:cubicBezTo>
                  <a:cubicBezTo>
                    <a:pt x="84" y="132"/>
                    <a:pt x="84" y="132"/>
                    <a:pt x="84" y="132"/>
                  </a:cubicBezTo>
                  <a:cubicBezTo>
                    <a:pt x="111" y="117"/>
                    <a:pt x="111" y="117"/>
                    <a:pt x="111" y="117"/>
                  </a:cubicBezTo>
                  <a:cubicBezTo>
                    <a:pt x="113" y="119"/>
                    <a:pt x="113" y="119"/>
                    <a:pt x="113" y="119"/>
                  </a:cubicBezTo>
                  <a:cubicBezTo>
                    <a:pt x="118" y="120"/>
                    <a:pt x="118" y="120"/>
                    <a:pt x="118" y="120"/>
                  </a:cubicBezTo>
                  <a:cubicBezTo>
                    <a:pt x="120" y="118"/>
                    <a:pt x="122" y="115"/>
                    <a:pt x="124" y="113"/>
                  </a:cubicBezTo>
                  <a:cubicBezTo>
                    <a:pt x="128" y="111"/>
                    <a:pt x="131" y="109"/>
                    <a:pt x="135" y="107"/>
                  </a:cubicBezTo>
                  <a:cubicBezTo>
                    <a:pt x="135" y="109"/>
                    <a:pt x="135" y="109"/>
                    <a:pt x="135" y="109"/>
                  </a:cubicBezTo>
                  <a:cubicBezTo>
                    <a:pt x="134" y="112"/>
                    <a:pt x="132" y="114"/>
                    <a:pt x="130" y="117"/>
                  </a:cubicBezTo>
                  <a:cubicBezTo>
                    <a:pt x="130" y="118"/>
                    <a:pt x="129" y="120"/>
                    <a:pt x="129" y="120"/>
                  </a:cubicBezTo>
                  <a:cubicBezTo>
                    <a:pt x="137" y="129"/>
                    <a:pt x="137" y="129"/>
                    <a:pt x="137" y="129"/>
                  </a:cubicBezTo>
                  <a:cubicBezTo>
                    <a:pt x="129" y="138"/>
                    <a:pt x="129" y="138"/>
                    <a:pt x="129" y="138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57" y="148"/>
                    <a:pt x="157" y="148"/>
                    <a:pt x="157" y="148"/>
                  </a:cubicBezTo>
                  <a:cubicBezTo>
                    <a:pt x="164" y="148"/>
                    <a:pt x="164" y="148"/>
                    <a:pt x="164" y="148"/>
                  </a:cubicBezTo>
                  <a:cubicBezTo>
                    <a:pt x="173" y="180"/>
                    <a:pt x="173" y="180"/>
                    <a:pt x="173" y="180"/>
                  </a:cubicBezTo>
                  <a:cubicBezTo>
                    <a:pt x="180" y="181"/>
                    <a:pt x="180" y="181"/>
                    <a:pt x="180" y="181"/>
                  </a:cubicBezTo>
                  <a:cubicBezTo>
                    <a:pt x="184" y="179"/>
                    <a:pt x="187" y="176"/>
                    <a:pt x="191" y="174"/>
                  </a:cubicBezTo>
                  <a:cubicBezTo>
                    <a:pt x="193" y="173"/>
                    <a:pt x="194" y="173"/>
                    <a:pt x="195" y="172"/>
                  </a:cubicBezTo>
                  <a:cubicBezTo>
                    <a:pt x="201" y="168"/>
                    <a:pt x="208" y="164"/>
                    <a:pt x="216" y="161"/>
                  </a:cubicBezTo>
                  <a:cubicBezTo>
                    <a:pt x="219" y="159"/>
                    <a:pt x="224" y="157"/>
                    <a:pt x="228" y="155"/>
                  </a:cubicBezTo>
                  <a:cubicBezTo>
                    <a:pt x="236" y="159"/>
                    <a:pt x="236" y="159"/>
                    <a:pt x="236" y="159"/>
                  </a:cubicBezTo>
                  <a:cubicBezTo>
                    <a:pt x="248" y="153"/>
                    <a:pt x="248" y="153"/>
                    <a:pt x="248" y="153"/>
                  </a:cubicBezTo>
                  <a:cubicBezTo>
                    <a:pt x="259" y="156"/>
                    <a:pt x="259" y="156"/>
                    <a:pt x="259" y="156"/>
                  </a:cubicBezTo>
                  <a:cubicBezTo>
                    <a:pt x="273" y="151"/>
                    <a:pt x="273" y="151"/>
                    <a:pt x="273" y="151"/>
                  </a:cubicBezTo>
                  <a:cubicBezTo>
                    <a:pt x="294" y="157"/>
                    <a:pt x="294" y="157"/>
                    <a:pt x="294" y="157"/>
                  </a:cubicBezTo>
                  <a:cubicBezTo>
                    <a:pt x="294" y="157"/>
                    <a:pt x="294" y="157"/>
                    <a:pt x="294" y="157"/>
                  </a:cubicBezTo>
                  <a:cubicBezTo>
                    <a:pt x="297" y="153"/>
                    <a:pt x="299" y="149"/>
                    <a:pt x="301" y="145"/>
                  </a:cubicBezTo>
                  <a:cubicBezTo>
                    <a:pt x="303" y="141"/>
                    <a:pt x="303" y="141"/>
                    <a:pt x="303" y="141"/>
                  </a:cubicBezTo>
                  <a:cubicBezTo>
                    <a:pt x="298" y="121"/>
                    <a:pt x="298" y="121"/>
                    <a:pt x="298" y="121"/>
                  </a:cubicBezTo>
                  <a:cubicBezTo>
                    <a:pt x="317" y="118"/>
                    <a:pt x="317" y="118"/>
                    <a:pt x="317" y="118"/>
                  </a:cubicBezTo>
                  <a:cubicBezTo>
                    <a:pt x="325" y="94"/>
                    <a:pt x="325" y="94"/>
                    <a:pt x="325" y="94"/>
                  </a:cubicBezTo>
                  <a:cubicBezTo>
                    <a:pt x="340" y="93"/>
                    <a:pt x="340" y="93"/>
                    <a:pt x="340" y="93"/>
                  </a:cubicBezTo>
                  <a:cubicBezTo>
                    <a:pt x="342" y="87"/>
                    <a:pt x="342" y="87"/>
                    <a:pt x="342" y="87"/>
                  </a:cubicBezTo>
                  <a:lnTo>
                    <a:pt x="352" y="81"/>
                  </a:lnTo>
                  <a:close/>
                  <a:moveTo>
                    <a:pt x="242" y="123"/>
                  </a:moveTo>
                  <a:cubicBezTo>
                    <a:pt x="237" y="119"/>
                    <a:pt x="237" y="119"/>
                    <a:pt x="237" y="119"/>
                  </a:cubicBezTo>
                  <a:cubicBezTo>
                    <a:pt x="237" y="114"/>
                    <a:pt x="237" y="114"/>
                    <a:pt x="237" y="114"/>
                  </a:cubicBezTo>
                  <a:cubicBezTo>
                    <a:pt x="244" y="106"/>
                    <a:pt x="244" y="106"/>
                    <a:pt x="244" y="106"/>
                  </a:cubicBezTo>
                  <a:cubicBezTo>
                    <a:pt x="256" y="106"/>
                    <a:pt x="269" y="106"/>
                    <a:pt x="282" y="106"/>
                  </a:cubicBezTo>
                  <a:cubicBezTo>
                    <a:pt x="287" y="101"/>
                    <a:pt x="287" y="101"/>
                    <a:pt x="287" y="101"/>
                  </a:cubicBezTo>
                  <a:cubicBezTo>
                    <a:pt x="291" y="101"/>
                    <a:pt x="291" y="101"/>
                    <a:pt x="291" y="101"/>
                  </a:cubicBezTo>
                  <a:cubicBezTo>
                    <a:pt x="288" y="108"/>
                    <a:pt x="288" y="108"/>
                    <a:pt x="288" y="108"/>
                  </a:cubicBezTo>
                  <a:cubicBezTo>
                    <a:pt x="283" y="113"/>
                    <a:pt x="283" y="113"/>
                    <a:pt x="283" y="113"/>
                  </a:cubicBezTo>
                  <a:cubicBezTo>
                    <a:pt x="272" y="113"/>
                    <a:pt x="261" y="113"/>
                    <a:pt x="250" y="113"/>
                  </a:cubicBezTo>
                  <a:cubicBezTo>
                    <a:pt x="248" y="129"/>
                    <a:pt x="248" y="129"/>
                    <a:pt x="248" y="129"/>
                  </a:cubicBezTo>
                  <a:cubicBezTo>
                    <a:pt x="245" y="130"/>
                    <a:pt x="245" y="130"/>
                    <a:pt x="245" y="130"/>
                  </a:cubicBezTo>
                  <a:lnTo>
                    <a:pt x="242" y="123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65" name="Google Shape;165;p11"/>
            <p:cNvSpPr/>
            <p:nvPr/>
          </p:nvSpPr>
          <p:spPr>
            <a:xfrm>
              <a:off x="4994275" y="3100389"/>
              <a:ext cx="82550" cy="128588"/>
            </a:xfrm>
            <a:custGeom>
              <a:rect b="b" l="l" r="r" t="t"/>
              <a:pathLst>
                <a:path extrusionOk="0" h="48" w="31">
                  <a:moveTo>
                    <a:pt x="31" y="15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5" y="47"/>
                    <a:pt x="7" y="45"/>
                    <a:pt x="8" y="44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29" y="18"/>
                    <a:pt x="29" y="18"/>
                    <a:pt x="29" y="18"/>
                  </a:cubicBezTo>
                  <a:lnTo>
                    <a:pt x="31" y="15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166" name="Google Shape;166;p11"/>
            <p:cNvGrpSpPr/>
            <p:nvPr/>
          </p:nvGrpSpPr>
          <p:grpSpPr>
            <a:xfrm>
              <a:off x="7224711" y="2708276"/>
              <a:ext cx="403225" cy="458788"/>
              <a:chOff x="7224712" y="2708275"/>
              <a:chExt cx="403225" cy="458788"/>
            </a:xfrm>
          </p:grpSpPr>
          <p:sp>
            <p:nvSpPr>
              <p:cNvPr id="167" name="Google Shape;167;p11"/>
              <p:cNvSpPr/>
              <p:nvPr/>
            </p:nvSpPr>
            <p:spPr>
              <a:xfrm>
                <a:off x="7477125" y="2708275"/>
                <a:ext cx="150812" cy="131763"/>
              </a:xfrm>
              <a:custGeom>
                <a:rect b="b" l="l" r="r" t="t"/>
                <a:pathLst>
                  <a:path extrusionOk="0" h="49" w="56">
                    <a:moveTo>
                      <a:pt x="46" y="22"/>
                    </a:moveTo>
                    <a:cubicBezTo>
                      <a:pt x="48" y="26"/>
                      <a:pt x="48" y="26"/>
                      <a:pt x="48" y="26"/>
                    </a:cubicBezTo>
                    <a:cubicBezTo>
                      <a:pt x="56" y="26"/>
                      <a:pt x="56" y="26"/>
                      <a:pt x="56" y="26"/>
                    </a:cubicBezTo>
                    <a:cubicBezTo>
                      <a:pt x="46" y="33"/>
                      <a:pt x="46" y="33"/>
                      <a:pt x="46" y="33"/>
                    </a:cubicBezTo>
                    <a:cubicBezTo>
                      <a:pt x="38" y="30"/>
                      <a:pt x="34" y="33"/>
                      <a:pt x="32" y="41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16" y="37"/>
                      <a:pt x="16" y="37"/>
                      <a:pt x="16" y="37"/>
                    </a:cubicBezTo>
                    <a:cubicBezTo>
                      <a:pt x="11" y="32"/>
                      <a:pt x="11" y="32"/>
                      <a:pt x="11" y="32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15" y="44"/>
                      <a:pt x="15" y="44"/>
                      <a:pt x="15" y="44"/>
                    </a:cubicBezTo>
                    <a:cubicBezTo>
                      <a:pt x="3" y="49"/>
                      <a:pt x="3" y="49"/>
                      <a:pt x="3" y="49"/>
                    </a:cubicBezTo>
                    <a:cubicBezTo>
                      <a:pt x="4" y="41"/>
                      <a:pt x="4" y="41"/>
                      <a:pt x="4" y="41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20" y="17"/>
                      <a:pt x="21" y="9"/>
                      <a:pt x="14" y="4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38" y="18"/>
                      <a:pt x="38" y="18"/>
                      <a:pt x="38" y="18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2" y="13"/>
                      <a:pt x="52" y="13"/>
                      <a:pt x="52" y="13"/>
                    </a:cubicBezTo>
                    <a:cubicBezTo>
                      <a:pt x="46" y="22"/>
                      <a:pt x="46" y="22"/>
                      <a:pt x="46" y="22"/>
                    </a:cubicBezTo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>
                <a:off x="7477125" y="2708275"/>
                <a:ext cx="150812" cy="131763"/>
              </a:xfrm>
              <a:custGeom>
                <a:rect b="b" l="l" r="r" t="t"/>
                <a:pathLst>
                  <a:path extrusionOk="0" h="49" w="56">
                    <a:moveTo>
                      <a:pt x="46" y="22"/>
                    </a:moveTo>
                    <a:cubicBezTo>
                      <a:pt x="48" y="26"/>
                      <a:pt x="48" y="26"/>
                      <a:pt x="48" y="26"/>
                    </a:cubicBezTo>
                    <a:cubicBezTo>
                      <a:pt x="56" y="26"/>
                      <a:pt x="56" y="26"/>
                      <a:pt x="56" y="26"/>
                    </a:cubicBezTo>
                    <a:cubicBezTo>
                      <a:pt x="46" y="33"/>
                      <a:pt x="46" y="33"/>
                      <a:pt x="46" y="33"/>
                    </a:cubicBezTo>
                    <a:cubicBezTo>
                      <a:pt x="38" y="30"/>
                      <a:pt x="34" y="33"/>
                      <a:pt x="32" y="41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16" y="37"/>
                      <a:pt x="16" y="37"/>
                      <a:pt x="16" y="37"/>
                    </a:cubicBezTo>
                    <a:cubicBezTo>
                      <a:pt x="11" y="32"/>
                      <a:pt x="11" y="32"/>
                      <a:pt x="11" y="32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15" y="44"/>
                      <a:pt x="15" y="44"/>
                      <a:pt x="15" y="44"/>
                    </a:cubicBezTo>
                    <a:cubicBezTo>
                      <a:pt x="3" y="49"/>
                      <a:pt x="3" y="49"/>
                      <a:pt x="3" y="49"/>
                    </a:cubicBezTo>
                    <a:cubicBezTo>
                      <a:pt x="4" y="41"/>
                      <a:pt x="4" y="41"/>
                      <a:pt x="4" y="41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20" y="17"/>
                      <a:pt x="21" y="9"/>
                      <a:pt x="14" y="4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38" y="18"/>
                      <a:pt x="38" y="18"/>
                      <a:pt x="38" y="18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2" y="13"/>
                      <a:pt x="52" y="13"/>
                      <a:pt x="52" y="13"/>
                    </a:cubicBezTo>
                    <a:cubicBezTo>
                      <a:pt x="46" y="22"/>
                      <a:pt x="46" y="22"/>
                      <a:pt x="46" y="22"/>
                    </a:cubicBezTo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69" name="Google Shape;169;p11"/>
              <p:cNvSpPr/>
              <p:nvPr/>
            </p:nvSpPr>
            <p:spPr>
              <a:xfrm>
                <a:off x="7269162" y="2841625"/>
                <a:ext cx="269875" cy="255588"/>
              </a:xfrm>
              <a:custGeom>
                <a:rect b="b" l="l" r="r" t="t"/>
                <a:pathLst>
                  <a:path extrusionOk="0" h="95" w="101">
                    <a:moveTo>
                      <a:pt x="95" y="13"/>
                    </a:moveTo>
                    <a:cubicBezTo>
                      <a:pt x="101" y="19"/>
                      <a:pt x="101" y="19"/>
                      <a:pt x="101" y="19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98" y="38"/>
                      <a:pt x="98" y="38"/>
                      <a:pt x="98" y="38"/>
                    </a:cubicBezTo>
                    <a:cubicBezTo>
                      <a:pt x="95" y="40"/>
                      <a:pt x="95" y="40"/>
                      <a:pt x="95" y="40"/>
                    </a:cubicBezTo>
                    <a:cubicBezTo>
                      <a:pt x="91" y="38"/>
                      <a:pt x="91" y="38"/>
                      <a:pt x="91" y="38"/>
                    </a:cubicBezTo>
                    <a:cubicBezTo>
                      <a:pt x="90" y="41"/>
                      <a:pt x="90" y="41"/>
                      <a:pt x="90" y="41"/>
                    </a:cubicBezTo>
                    <a:cubicBezTo>
                      <a:pt x="89" y="51"/>
                      <a:pt x="89" y="51"/>
                      <a:pt x="89" y="51"/>
                    </a:cubicBezTo>
                    <a:cubicBezTo>
                      <a:pt x="85" y="59"/>
                      <a:pt x="84" y="65"/>
                      <a:pt x="89" y="68"/>
                    </a:cubicBezTo>
                    <a:cubicBezTo>
                      <a:pt x="89" y="70"/>
                      <a:pt x="89" y="70"/>
                      <a:pt x="89" y="70"/>
                    </a:cubicBezTo>
                    <a:cubicBezTo>
                      <a:pt x="83" y="79"/>
                      <a:pt x="83" y="79"/>
                      <a:pt x="83" y="79"/>
                    </a:cubicBezTo>
                    <a:cubicBezTo>
                      <a:pt x="79" y="77"/>
                      <a:pt x="79" y="77"/>
                      <a:pt x="79" y="77"/>
                    </a:cubicBezTo>
                    <a:cubicBezTo>
                      <a:pt x="78" y="73"/>
                      <a:pt x="78" y="73"/>
                      <a:pt x="78" y="73"/>
                    </a:cubicBezTo>
                    <a:cubicBezTo>
                      <a:pt x="83" y="68"/>
                      <a:pt x="83" y="68"/>
                      <a:pt x="83" y="68"/>
                    </a:cubicBezTo>
                    <a:cubicBezTo>
                      <a:pt x="79" y="64"/>
                      <a:pt x="79" y="64"/>
                      <a:pt x="79" y="64"/>
                    </a:cubicBezTo>
                    <a:cubicBezTo>
                      <a:pt x="76" y="71"/>
                      <a:pt x="76" y="71"/>
                      <a:pt x="76" y="71"/>
                    </a:cubicBezTo>
                    <a:cubicBezTo>
                      <a:pt x="70" y="68"/>
                      <a:pt x="68" y="70"/>
                      <a:pt x="70" y="78"/>
                    </a:cubicBezTo>
                    <a:cubicBezTo>
                      <a:pt x="68" y="80"/>
                      <a:pt x="68" y="80"/>
                      <a:pt x="68" y="80"/>
                    </a:cubicBezTo>
                    <a:cubicBezTo>
                      <a:pt x="66" y="80"/>
                      <a:pt x="66" y="80"/>
                      <a:pt x="66" y="80"/>
                    </a:cubicBezTo>
                    <a:cubicBezTo>
                      <a:pt x="64" y="74"/>
                      <a:pt x="64" y="74"/>
                      <a:pt x="64" y="74"/>
                    </a:cubicBezTo>
                    <a:cubicBezTo>
                      <a:pt x="63" y="73"/>
                      <a:pt x="63" y="73"/>
                      <a:pt x="63" y="73"/>
                    </a:cubicBezTo>
                    <a:cubicBezTo>
                      <a:pt x="60" y="79"/>
                      <a:pt x="60" y="79"/>
                      <a:pt x="60" y="79"/>
                    </a:cubicBezTo>
                    <a:cubicBezTo>
                      <a:pt x="55" y="79"/>
                      <a:pt x="55" y="79"/>
                      <a:pt x="55" y="79"/>
                    </a:cubicBezTo>
                    <a:cubicBezTo>
                      <a:pt x="55" y="75"/>
                      <a:pt x="55" y="75"/>
                      <a:pt x="55" y="75"/>
                    </a:cubicBezTo>
                    <a:cubicBezTo>
                      <a:pt x="52" y="76"/>
                      <a:pt x="52" y="76"/>
                      <a:pt x="52" y="76"/>
                    </a:cubicBezTo>
                    <a:cubicBezTo>
                      <a:pt x="50" y="82"/>
                      <a:pt x="50" y="82"/>
                      <a:pt x="50" y="82"/>
                    </a:cubicBezTo>
                    <a:cubicBezTo>
                      <a:pt x="54" y="84"/>
                      <a:pt x="54" y="84"/>
                      <a:pt x="54" y="84"/>
                    </a:cubicBezTo>
                    <a:cubicBezTo>
                      <a:pt x="54" y="87"/>
                      <a:pt x="54" y="87"/>
                      <a:pt x="54" y="87"/>
                    </a:cubicBezTo>
                    <a:cubicBezTo>
                      <a:pt x="51" y="88"/>
                      <a:pt x="51" y="88"/>
                      <a:pt x="51" y="88"/>
                    </a:cubicBezTo>
                    <a:cubicBezTo>
                      <a:pt x="48" y="93"/>
                      <a:pt x="48" y="93"/>
                      <a:pt x="48" y="93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39" y="89"/>
                      <a:pt x="39" y="89"/>
                      <a:pt x="39" y="89"/>
                    </a:cubicBezTo>
                    <a:cubicBezTo>
                      <a:pt x="40" y="86"/>
                      <a:pt x="40" y="86"/>
                      <a:pt x="40" y="86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4" y="80"/>
                      <a:pt x="44" y="80"/>
                      <a:pt x="44" y="80"/>
                    </a:cubicBezTo>
                    <a:cubicBezTo>
                      <a:pt x="39" y="82"/>
                      <a:pt x="39" y="82"/>
                      <a:pt x="39" y="82"/>
                    </a:cubicBezTo>
                    <a:cubicBezTo>
                      <a:pt x="34" y="81"/>
                      <a:pt x="34" y="81"/>
                      <a:pt x="34" y="81"/>
                    </a:cubicBezTo>
                    <a:cubicBezTo>
                      <a:pt x="21" y="84"/>
                      <a:pt x="21" y="84"/>
                      <a:pt x="21" y="84"/>
                    </a:cubicBezTo>
                    <a:cubicBezTo>
                      <a:pt x="20" y="82"/>
                      <a:pt x="20" y="82"/>
                      <a:pt x="20" y="82"/>
                    </a:cubicBezTo>
                    <a:cubicBezTo>
                      <a:pt x="15" y="84"/>
                      <a:pt x="15" y="84"/>
                      <a:pt x="15" y="84"/>
                    </a:cubicBezTo>
                    <a:cubicBezTo>
                      <a:pt x="15" y="88"/>
                      <a:pt x="15" y="88"/>
                      <a:pt x="15" y="88"/>
                    </a:cubicBezTo>
                    <a:cubicBezTo>
                      <a:pt x="11" y="91"/>
                      <a:pt x="11" y="91"/>
                      <a:pt x="11" y="91"/>
                    </a:cubicBezTo>
                    <a:cubicBezTo>
                      <a:pt x="8" y="88"/>
                      <a:pt x="8" y="88"/>
                      <a:pt x="8" y="88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20" y="69"/>
                      <a:pt x="20" y="69"/>
                      <a:pt x="20" y="69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9" y="65"/>
                      <a:pt x="39" y="65"/>
                      <a:pt x="39" y="65"/>
                    </a:cubicBezTo>
                    <a:cubicBezTo>
                      <a:pt x="40" y="70"/>
                      <a:pt x="40" y="70"/>
                      <a:pt x="40" y="70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8" y="66"/>
                      <a:pt x="48" y="66"/>
                      <a:pt x="48" y="66"/>
                    </a:cubicBezTo>
                    <a:cubicBezTo>
                      <a:pt x="46" y="60"/>
                      <a:pt x="46" y="60"/>
                      <a:pt x="46" y="60"/>
                    </a:cubicBezTo>
                    <a:cubicBezTo>
                      <a:pt x="52" y="53"/>
                      <a:pt x="52" y="53"/>
                      <a:pt x="52" y="53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1"/>
                      <a:pt x="50" y="41"/>
                      <a:pt x="50" y="41"/>
                    </a:cubicBezTo>
                    <a:cubicBezTo>
                      <a:pt x="55" y="37"/>
                      <a:pt x="55" y="37"/>
                      <a:pt x="55" y="37"/>
                    </a:cubicBezTo>
                    <a:cubicBezTo>
                      <a:pt x="57" y="40"/>
                      <a:pt x="57" y="40"/>
                      <a:pt x="57" y="40"/>
                    </a:cubicBezTo>
                    <a:cubicBezTo>
                      <a:pt x="53" y="44"/>
                      <a:pt x="53" y="44"/>
                      <a:pt x="53" y="44"/>
                    </a:cubicBezTo>
                    <a:cubicBezTo>
                      <a:pt x="55" y="50"/>
                      <a:pt x="55" y="50"/>
                      <a:pt x="55" y="50"/>
                    </a:cubicBezTo>
                    <a:cubicBezTo>
                      <a:pt x="59" y="49"/>
                      <a:pt x="59" y="49"/>
                      <a:pt x="59" y="49"/>
                    </a:cubicBezTo>
                    <a:cubicBezTo>
                      <a:pt x="59" y="46"/>
                      <a:pt x="59" y="46"/>
                      <a:pt x="59" y="46"/>
                    </a:cubicBezTo>
                    <a:cubicBezTo>
                      <a:pt x="66" y="43"/>
                      <a:pt x="66" y="43"/>
                      <a:pt x="66" y="43"/>
                    </a:cubicBezTo>
                    <a:cubicBezTo>
                      <a:pt x="69" y="38"/>
                      <a:pt x="69" y="38"/>
                      <a:pt x="69" y="38"/>
                    </a:cubicBezTo>
                    <a:cubicBezTo>
                      <a:pt x="78" y="30"/>
                      <a:pt x="78" y="30"/>
                      <a:pt x="78" y="30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77" y="17"/>
                      <a:pt x="77" y="17"/>
                      <a:pt x="77" y="17"/>
                    </a:cubicBezTo>
                    <a:cubicBezTo>
                      <a:pt x="78" y="11"/>
                      <a:pt x="78" y="11"/>
                      <a:pt x="78" y="11"/>
                    </a:cubicBezTo>
                    <a:cubicBezTo>
                      <a:pt x="81" y="5"/>
                      <a:pt x="81" y="5"/>
                      <a:pt x="81" y="5"/>
                    </a:cubicBezTo>
                    <a:cubicBezTo>
                      <a:pt x="83" y="5"/>
                      <a:pt x="83" y="5"/>
                      <a:pt x="83" y="5"/>
                    </a:cubicBezTo>
                    <a:cubicBezTo>
                      <a:pt x="85" y="11"/>
                      <a:pt x="85" y="11"/>
                      <a:pt x="85" y="11"/>
                    </a:cubicBezTo>
                    <a:cubicBezTo>
                      <a:pt x="92" y="12"/>
                      <a:pt x="92" y="12"/>
                      <a:pt x="92" y="12"/>
                    </a:cubicBezTo>
                    <a:cubicBezTo>
                      <a:pt x="92" y="6"/>
                      <a:pt x="92" y="6"/>
                      <a:pt x="92" y="6"/>
                    </a:cubicBezTo>
                    <a:cubicBezTo>
                      <a:pt x="89" y="6"/>
                      <a:pt x="89" y="6"/>
                      <a:pt x="89" y="6"/>
                    </a:cubicBezTo>
                    <a:cubicBezTo>
                      <a:pt x="89" y="4"/>
                      <a:pt x="89" y="4"/>
                      <a:pt x="89" y="4"/>
                    </a:cubicBezTo>
                    <a:cubicBezTo>
                      <a:pt x="90" y="1"/>
                      <a:pt x="90" y="1"/>
                      <a:pt x="90" y="1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98" y="6"/>
                      <a:pt x="98" y="6"/>
                      <a:pt x="98" y="6"/>
                    </a:cubicBezTo>
                    <a:cubicBezTo>
                      <a:pt x="95" y="13"/>
                      <a:pt x="95" y="13"/>
                      <a:pt x="95" y="13"/>
                    </a:cubicBezTo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70" name="Google Shape;170;p11"/>
              <p:cNvSpPr/>
              <p:nvPr/>
            </p:nvSpPr>
            <p:spPr>
              <a:xfrm>
                <a:off x="7269162" y="2841625"/>
                <a:ext cx="269875" cy="255588"/>
              </a:xfrm>
              <a:custGeom>
                <a:rect b="b" l="l" r="r" t="t"/>
                <a:pathLst>
                  <a:path extrusionOk="0" h="95" w="101">
                    <a:moveTo>
                      <a:pt x="95" y="13"/>
                    </a:moveTo>
                    <a:cubicBezTo>
                      <a:pt x="101" y="19"/>
                      <a:pt x="101" y="19"/>
                      <a:pt x="101" y="19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98" y="38"/>
                      <a:pt x="98" y="38"/>
                      <a:pt x="98" y="38"/>
                    </a:cubicBezTo>
                    <a:cubicBezTo>
                      <a:pt x="95" y="40"/>
                      <a:pt x="95" y="40"/>
                      <a:pt x="95" y="40"/>
                    </a:cubicBezTo>
                    <a:cubicBezTo>
                      <a:pt x="91" y="38"/>
                      <a:pt x="91" y="38"/>
                      <a:pt x="91" y="38"/>
                    </a:cubicBezTo>
                    <a:cubicBezTo>
                      <a:pt x="90" y="41"/>
                      <a:pt x="90" y="41"/>
                      <a:pt x="90" y="41"/>
                    </a:cubicBezTo>
                    <a:cubicBezTo>
                      <a:pt x="89" y="51"/>
                      <a:pt x="89" y="51"/>
                      <a:pt x="89" y="51"/>
                    </a:cubicBezTo>
                    <a:cubicBezTo>
                      <a:pt x="85" y="59"/>
                      <a:pt x="84" y="65"/>
                      <a:pt x="89" y="68"/>
                    </a:cubicBezTo>
                    <a:cubicBezTo>
                      <a:pt x="89" y="70"/>
                      <a:pt x="89" y="70"/>
                      <a:pt x="89" y="70"/>
                    </a:cubicBezTo>
                    <a:cubicBezTo>
                      <a:pt x="83" y="79"/>
                      <a:pt x="83" y="79"/>
                      <a:pt x="83" y="79"/>
                    </a:cubicBezTo>
                    <a:cubicBezTo>
                      <a:pt x="79" y="77"/>
                      <a:pt x="79" y="77"/>
                      <a:pt x="79" y="77"/>
                    </a:cubicBezTo>
                    <a:cubicBezTo>
                      <a:pt x="78" y="73"/>
                      <a:pt x="78" y="73"/>
                      <a:pt x="78" y="73"/>
                    </a:cubicBezTo>
                    <a:cubicBezTo>
                      <a:pt x="83" y="68"/>
                      <a:pt x="83" y="68"/>
                      <a:pt x="83" y="68"/>
                    </a:cubicBezTo>
                    <a:cubicBezTo>
                      <a:pt x="79" y="64"/>
                      <a:pt x="79" y="64"/>
                      <a:pt x="79" y="64"/>
                    </a:cubicBezTo>
                    <a:cubicBezTo>
                      <a:pt x="76" y="71"/>
                      <a:pt x="76" y="71"/>
                      <a:pt x="76" y="71"/>
                    </a:cubicBezTo>
                    <a:cubicBezTo>
                      <a:pt x="70" y="68"/>
                      <a:pt x="68" y="70"/>
                      <a:pt x="70" y="78"/>
                    </a:cubicBezTo>
                    <a:cubicBezTo>
                      <a:pt x="68" y="80"/>
                      <a:pt x="68" y="80"/>
                      <a:pt x="68" y="80"/>
                    </a:cubicBezTo>
                    <a:cubicBezTo>
                      <a:pt x="66" y="80"/>
                      <a:pt x="66" y="80"/>
                      <a:pt x="66" y="80"/>
                    </a:cubicBezTo>
                    <a:cubicBezTo>
                      <a:pt x="64" y="74"/>
                      <a:pt x="64" y="74"/>
                      <a:pt x="64" y="74"/>
                    </a:cubicBezTo>
                    <a:cubicBezTo>
                      <a:pt x="63" y="73"/>
                      <a:pt x="63" y="73"/>
                      <a:pt x="63" y="73"/>
                    </a:cubicBezTo>
                    <a:cubicBezTo>
                      <a:pt x="60" y="79"/>
                      <a:pt x="60" y="79"/>
                      <a:pt x="60" y="79"/>
                    </a:cubicBezTo>
                    <a:cubicBezTo>
                      <a:pt x="55" y="79"/>
                      <a:pt x="55" y="79"/>
                      <a:pt x="55" y="79"/>
                    </a:cubicBezTo>
                    <a:cubicBezTo>
                      <a:pt x="55" y="75"/>
                      <a:pt x="55" y="75"/>
                      <a:pt x="55" y="75"/>
                    </a:cubicBezTo>
                    <a:cubicBezTo>
                      <a:pt x="52" y="76"/>
                      <a:pt x="52" y="76"/>
                      <a:pt x="52" y="76"/>
                    </a:cubicBezTo>
                    <a:cubicBezTo>
                      <a:pt x="50" y="82"/>
                      <a:pt x="50" y="82"/>
                      <a:pt x="50" y="82"/>
                    </a:cubicBezTo>
                    <a:cubicBezTo>
                      <a:pt x="54" y="84"/>
                      <a:pt x="54" y="84"/>
                      <a:pt x="54" y="84"/>
                    </a:cubicBezTo>
                    <a:cubicBezTo>
                      <a:pt x="54" y="87"/>
                      <a:pt x="54" y="87"/>
                      <a:pt x="54" y="87"/>
                    </a:cubicBezTo>
                    <a:cubicBezTo>
                      <a:pt x="51" y="88"/>
                      <a:pt x="51" y="88"/>
                      <a:pt x="51" y="88"/>
                    </a:cubicBezTo>
                    <a:cubicBezTo>
                      <a:pt x="48" y="93"/>
                      <a:pt x="48" y="93"/>
                      <a:pt x="48" y="93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39" y="89"/>
                      <a:pt x="39" y="89"/>
                      <a:pt x="39" y="89"/>
                    </a:cubicBezTo>
                    <a:cubicBezTo>
                      <a:pt x="40" y="86"/>
                      <a:pt x="40" y="86"/>
                      <a:pt x="40" y="86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4" y="80"/>
                      <a:pt x="44" y="80"/>
                      <a:pt x="44" y="80"/>
                    </a:cubicBezTo>
                    <a:cubicBezTo>
                      <a:pt x="39" y="82"/>
                      <a:pt x="39" y="82"/>
                      <a:pt x="39" y="82"/>
                    </a:cubicBezTo>
                    <a:cubicBezTo>
                      <a:pt x="34" y="81"/>
                      <a:pt x="34" y="81"/>
                      <a:pt x="34" y="81"/>
                    </a:cubicBezTo>
                    <a:cubicBezTo>
                      <a:pt x="21" y="84"/>
                      <a:pt x="21" y="84"/>
                      <a:pt x="21" y="84"/>
                    </a:cubicBezTo>
                    <a:cubicBezTo>
                      <a:pt x="20" y="82"/>
                      <a:pt x="20" y="82"/>
                      <a:pt x="20" y="82"/>
                    </a:cubicBezTo>
                    <a:cubicBezTo>
                      <a:pt x="15" y="84"/>
                      <a:pt x="15" y="84"/>
                      <a:pt x="15" y="84"/>
                    </a:cubicBezTo>
                    <a:cubicBezTo>
                      <a:pt x="15" y="88"/>
                      <a:pt x="15" y="88"/>
                      <a:pt x="15" y="88"/>
                    </a:cubicBezTo>
                    <a:cubicBezTo>
                      <a:pt x="11" y="91"/>
                      <a:pt x="11" y="91"/>
                      <a:pt x="11" y="91"/>
                    </a:cubicBezTo>
                    <a:cubicBezTo>
                      <a:pt x="8" y="88"/>
                      <a:pt x="8" y="88"/>
                      <a:pt x="8" y="88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20" y="69"/>
                      <a:pt x="20" y="69"/>
                      <a:pt x="20" y="69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9" y="65"/>
                      <a:pt x="39" y="65"/>
                      <a:pt x="39" y="65"/>
                    </a:cubicBezTo>
                    <a:cubicBezTo>
                      <a:pt x="40" y="70"/>
                      <a:pt x="40" y="70"/>
                      <a:pt x="40" y="70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8" y="66"/>
                      <a:pt x="48" y="66"/>
                      <a:pt x="48" y="66"/>
                    </a:cubicBezTo>
                    <a:cubicBezTo>
                      <a:pt x="46" y="60"/>
                      <a:pt x="46" y="60"/>
                      <a:pt x="46" y="60"/>
                    </a:cubicBezTo>
                    <a:cubicBezTo>
                      <a:pt x="52" y="53"/>
                      <a:pt x="52" y="53"/>
                      <a:pt x="52" y="53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1"/>
                      <a:pt x="50" y="41"/>
                      <a:pt x="50" y="41"/>
                    </a:cubicBezTo>
                    <a:cubicBezTo>
                      <a:pt x="55" y="37"/>
                      <a:pt x="55" y="37"/>
                      <a:pt x="55" y="37"/>
                    </a:cubicBezTo>
                    <a:cubicBezTo>
                      <a:pt x="57" y="40"/>
                      <a:pt x="57" y="40"/>
                      <a:pt x="57" y="40"/>
                    </a:cubicBezTo>
                    <a:cubicBezTo>
                      <a:pt x="53" y="44"/>
                      <a:pt x="53" y="44"/>
                      <a:pt x="53" y="44"/>
                    </a:cubicBezTo>
                    <a:cubicBezTo>
                      <a:pt x="55" y="50"/>
                      <a:pt x="55" y="50"/>
                      <a:pt x="55" y="50"/>
                    </a:cubicBezTo>
                    <a:cubicBezTo>
                      <a:pt x="59" y="49"/>
                      <a:pt x="59" y="49"/>
                      <a:pt x="59" y="49"/>
                    </a:cubicBezTo>
                    <a:cubicBezTo>
                      <a:pt x="59" y="46"/>
                      <a:pt x="59" y="46"/>
                      <a:pt x="59" y="46"/>
                    </a:cubicBezTo>
                    <a:cubicBezTo>
                      <a:pt x="66" y="43"/>
                      <a:pt x="66" y="43"/>
                      <a:pt x="66" y="43"/>
                    </a:cubicBezTo>
                    <a:cubicBezTo>
                      <a:pt x="69" y="38"/>
                      <a:pt x="69" y="38"/>
                      <a:pt x="69" y="38"/>
                    </a:cubicBezTo>
                    <a:cubicBezTo>
                      <a:pt x="78" y="30"/>
                      <a:pt x="78" y="30"/>
                      <a:pt x="78" y="30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77" y="17"/>
                      <a:pt x="77" y="17"/>
                      <a:pt x="77" y="17"/>
                    </a:cubicBezTo>
                    <a:cubicBezTo>
                      <a:pt x="78" y="11"/>
                      <a:pt x="78" y="11"/>
                      <a:pt x="78" y="11"/>
                    </a:cubicBezTo>
                    <a:cubicBezTo>
                      <a:pt x="81" y="5"/>
                      <a:pt x="81" y="5"/>
                      <a:pt x="81" y="5"/>
                    </a:cubicBezTo>
                    <a:cubicBezTo>
                      <a:pt x="83" y="5"/>
                      <a:pt x="83" y="5"/>
                      <a:pt x="83" y="5"/>
                    </a:cubicBezTo>
                    <a:cubicBezTo>
                      <a:pt x="85" y="11"/>
                      <a:pt x="85" y="11"/>
                      <a:pt x="85" y="11"/>
                    </a:cubicBezTo>
                    <a:cubicBezTo>
                      <a:pt x="92" y="12"/>
                      <a:pt x="92" y="12"/>
                      <a:pt x="92" y="12"/>
                    </a:cubicBezTo>
                    <a:cubicBezTo>
                      <a:pt x="92" y="6"/>
                      <a:pt x="92" y="6"/>
                      <a:pt x="92" y="6"/>
                    </a:cubicBezTo>
                    <a:cubicBezTo>
                      <a:pt x="89" y="6"/>
                      <a:pt x="89" y="6"/>
                      <a:pt x="89" y="6"/>
                    </a:cubicBezTo>
                    <a:cubicBezTo>
                      <a:pt x="89" y="4"/>
                      <a:pt x="89" y="4"/>
                      <a:pt x="89" y="4"/>
                    </a:cubicBezTo>
                    <a:cubicBezTo>
                      <a:pt x="90" y="1"/>
                      <a:pt x="90" y="1"/>
                      <a:pt x="90" y="1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98" y="6"/>
                      <a:pt x="98" y="6"/>
                      <a:pt x="98" y="6"/>
                    </a:cubicBezTo>
                    <a:cubicBezTo>
                      <a:pt x="95" y="13"/>
                      <a:pt x="95" y="13"/>
                      <a:pt x="95" y="13"/>
                    </a:cubicBezTo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>
                <a:off x="7437437" y="2909888"/>
                <a:ext cx="14287" cy="23813"/>
              </a:xfrm>
              <a:custGeom>
                <a:rect b="b" l="l" r="r" t="t"/>
                <a:pathLst>
                  <a:path extrusionOk="0" h="15" w="9">
                    <a:moveTo>
                      <a:pt x="9" y="8"/>
                    </a:moveTo>
                    <a:lnTo>
                      <a:pt x="3" y="15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9" y="8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>
                <a:off x="7305675" y="3078163"/>
                <a:ext cx="53975" cy="50800"/>
              </a:xfrm>
              <a:custGeom>
                <a:rect b="b" l="l" r="r" t="t"/>
                <a:pathLst>
                  <a:path extrusionOk="0" h="19" w="20">
                    <a:moveTo>
                      <a:pt x="16" y="12"/>
                    </a:moveTo>
                    <a:cubicBezTo>
                      <a:pt x="11" y="10"/>
                      <a:pt x="11" y="10"/>
                      <a:pt x="11" y="10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" y="15"/>
                      <a:pt x="0" y="12"/>
                      <a:pt x="0" y="8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16" y="12"/>
                      <a:pt x="16" y="12"/>
                      <a:pt x="16" y="12"/>
                    </a:cubicBezTo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>
                <a:off x="7305675" y="3078163"/>
                <a:ext cx="53975" cy="50800"/>
              </a:xfrm>
              <a:custGeom>
                <a:rect b="b" l="l" r="r" t="t"/>
                <a:pathLst>
                  <a:path extrusionOk="0" h="19" w="20">
                    <a:moveTo>
                      <a:pt x="16" y="12"/>
                    </a:moveTo>
                    <a:cubicBezTo>
                      <a:pt x="11" y="10"/>
                      <a:pt x="11" y="10"/>
                      <a:pt x="11" y="10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" y="15"/>
                      <a:pt x="0" y="12"/>
                      <a:pt x="0" y="8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16" y="12"/>
                      <a:pt x="16" y="12"/>
                      <a:pt x="16" y="12"/>
                    </a:cubicBezTo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74" name="Google Shape;174;p11"/>
              <p:cNvSpPr/>
              <p:nvPr/>
            </p:nvSpPr>
            <p:spPr>
              <a:xfrm>
                <a:off x="7224712" y="3089275"/>
                <a:ext cx="69850" cy="77788"/>
              </a:xfrm>
              <a:custGeom>
                <a:rect b="b" l="l" r="r" t="t"/>
                <a:pathLst>
                  <a:path extrusionOk="0" h="29" w="26">
                    <a:moveTo>
                      <a:pt x="19" y="4"/>
                    </a:moveTo>
                    <a:cubicBezTo>
                      <a:pt x="25" y="7"/>
                      <a:pt x="25" y="7"/>
                      <a:pt x="25" y="7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6"/>
                      <a:pt x="10" y="3"/>
                      <a:pt x="15" y="0"/>
                    </a:cubicBezTo>
                    <a:cubicBezTo>
                      <a:pt x="19" y="4"/>
                      <a:pt x="19" y="4"/>
                      <a:pt x="19" y="4"/>
                    </a:cubicBezTo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75" name="Google Shape;175;p11"/>
              <p:cNvSpPr/>
              <p:nvPr/>
            </p:nvSpPr>
            <p:spPr>
              <a:xfrm>
                <a:off x="7224712" y="3089275"/>
                <a:ext cx="69850" cy="77788"/>
              </a:xfrm>
              <a:custGeom>
                <a:rect b="b" l="l" r="r" t="t"/>
                <a:pathLst>
                  <a:path extrusionOk="0" h="29" w="26">
                    <a:moveTo>
                      <a:pt x="19" y="4"/>
                    </a:moveTo>
                    <a:cubicBezTo>
                      <a:pt x="25" y="7"/>
                      <a:pt x="25" y="7"/>
                      <a:pt x="25" y="7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6"/>
                      <a:pt x="10" y="3"/>
                      <a:pt x="15" y="0"/>
                    </a:cubicBezTo>
                    <a:cubicBezTo>
                      <a:pt x="19" y="4"/>
                      <a:pt x="19" y="4"/>
                      <a:pt x="19" y="4"/>
                    </a:cubicBezTo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176" name="Google Shape;176;p11"/>
            <p:cNvSpPr/>
            <p:nvPr/>
          </p:nvSpPr>
          <p:spPr>
            <a:xfrm>
              <a:off x="4970462" y="3116264"/>
              <a:ext cx="36512" cy="115888"/>
            </a:xfrm>
            <a:custGeom>
              <a:rect b="b" l="l" r="r" t="t"/>
              <a:pathLst>
                <a:path extrusionOk="0" h="43" w="14">
                  <a:moveTo>
                    <a:pt x="10" y="2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7" y="10"/>
                    <a:pt x="3" y="14"/>
                    <a:pt x="0" y="16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3"/>
                    <a:pt x="11" y="3"/>
                    <a:pt x="11" y="3"/>
                  </a:cubicBezTo>
                  <a:lnTo>
                    <a:pt x="10" y="2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77" name="Google Shape;177;p11"/>
            <p:cNvSpPr/>
            <p:nvPr/>
          </p:nvSpPr>
          <p:spPr>
            <a:xfrm>
              <a:off x="5214937" y="2901951"/>
              <a:ext cx="442912" cy="447675"/>
            </a:xfrm>
            <a:custGeom>
              <a:rect b="b" l="l" r="r" t="t"/>
              <a:pathLst>
                <a:path extrusionOk="0" h="167" w="165">
                  <a:moveTo>
                    <a:pt x="90" y="27"/>
                  </a:moveTo>
                  <a:cubicBezTo>
                    <a:pt x="90" y="29"/>
                    <a:pt x="88" y="30"/>
                    <a:pt x="87" y="30"/>
                  </a:cubicBezTo>
                  <a:cubicBezTo>
                    <a:pt x="85" y="31"/>
                    <a:pt x="80" y="31"/>
                    <a:pt x="74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0" y="26"/>
                    <a:pt x="60" y="26"/>
                    <a:pt x="60" y="26"/>
                  </a:cubicBezTo>
                  <a:cubicBezTo>
                    <a:pt x="51" y="25"/>
                    <a:pt x="51" y="25"/>
                    <a:pt x="51" y="25"/>
                  </a:cubicBezTo>
                  <a:cubicBezTo>
                    <a:pt x="49" y="22"/>
                    <a:pt x="47" y="19"/>
                    <a:pt x="46" y="15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0" y="60"/>
                    <a:pt x="10" y="60"/>
                    <a:pt x="10" y="60"/>
                  </a:cubicBezTo>
                  <a:cubicBezTo>
                    <a:pt x="10" y="69"/>
                    <a:pt x="10" y="69"/>
                    <a:pt x="10" y="69"/>
                  </a:cubicBezTo>
                  <a:cubicBezTo>
                    <a:pt x="21" y="83"/>
                    <a:pt x="21" y="83"/>
                    <a:pt x="21" y="83"/>
                  </a:cubicBezTo>
                  <a:cubicBezTo>
                    <a:pt x="28" y="85"/>
                    <a:pt x="28" y="85"/>
                    <a:pt x="28" y="85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2" y="102"/>
                    <a:pt x="32" y="102"/>
                    <a:pt x="32" y="102"/>
                  </a:cubicBezTo>
                  <a:cubicBezTo>
                    <a:pt x="35" y="107"/>
                    <a:pt x="35" y="107"/>
                    <a:pt x="35" y="107"/>
                  </a:cubicBezTo>
                  <a:cubicBezTo>
                    <a:pt x="43" y="108"/>
                    <a:pt x="43" y="108"/>
                    <a:pt x="43" y="108"/>
                  </a:cubicBezTo>
                  <a:cubicBezTo>
                    <a:pt x="44" y="112"/>
                    <a:pt x="44" y="112"/>
                    <a:pt x="44" y="112"/>
                  </a:cubicBezTo>
                  <a:cubicBezTo>
                    <a:pt x="50" y="108"/>
                    <a:pt x="50" y="108"/>
                    <a:pt x="50" y="108"/>
                  </a:cubicBezTo>
                  <a:cubicBezTo>
                    <a:pt x="58" y="118"/>
                    <a:pt x="58" y="118"/>
                    <a:pt x="58" y="118"/>
                  </a:cubicBezTo>
                  <a:cubicBezTo>
                    <a:pt x="58" y="122"/>
                    <a:pt x="58" y="122"/>
                    <a:pt x="58" y="122"/>
                  </a:cubicBezTo>
                  <a:cubicBezTo>
                    <a:pt x="64" y="126"/>
                    <a:pt x="64" y="126"/>
                    <a:pt x="64" y="126"/>
                  </a:cubicBezTo>
                  <a:cubicBezTo>
                    <a:pt x="63" y="130"/>
                    <a:pt x="63" y="130"/>
                    <a:pt x="63" y="130"/>
                  </a:cubicBezTo>
                  <a:cubicBezTo>
                    <a:pt x="70" y="141"/>
                    <a:pt x="70" y="141"/>
                    <a:pt x="70" y="141"/>
                  </a:cubicBezTo>
                  <a:cubicBezTo>
                    <a:pt x="83" y="149"/>
                    <a:pt x="83" y="149"/>
                    <a:pt x="83" y="149"/>
                  </a:cubicBezTo>
                  <a:cubicBezTo>
                    <a:pt x="87" y="154"/>
                    <a:pt x="87" y="154"/>
                    <a:pt x="87" y="154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103" y="148"/>
                    <a:pt x="103" y="148"/>
                    <a:pt x="103" y="148"/>
                  </a:cubicBezTo>
                  <a:cubicBezTo>
                    <a:pt x="107" y="148"/>
                    <a:pt x="107" y="148"/>
                    <a:pt x="107" y="148"/>
                  </a:cubicBezTo>
                  <a:cubicBezTo>
                    <a:pt x="113" y="145"/>
                    <a:pt x="113" y="145"/>
                    <a:pt x="113" y="145"/>
                  </a:cubicBezTo>
                  <a:cubicBezTo>
                    <a:pt x="118" y="149"/>
                    <a:pt x="118" y="149"/>
                    <a:pt x="118" y="149"/>
                  </a:cubicBezTo>
                  <a:cubicBezTo>
                    <a:pt x="119" y="161"/>
                    <a:pt x="119" y="161"/>
                    <a:pt x="119" y="161"/>
                  </a:cubicBezTo>
                  <a:cubicBezTo>
                    <a:pt x="124" y="161"/>
                    <a:pt x="124" y="161"/>
                    <a:pt x="124" y="161"/>
                  </a:cubicBezTo>
                  <a:cubicBezTo>
                    <a:pt x="136" y="164"/>
                    <a:pt x="136" y="164"/>
                    <a:pt x="136" y="164"/>
                  </a:cubicBezTo>
                  <a:cubicBezTo>
                    <a:pt x="152" y="167"/>
                    <a:pt x="152" y="167"/>
                    <a:pt x="152" y="167"/>
                  </a:cubicBezTo>
                  <a:cubicBezTo>
                    <a:pt x="152" y="167"/>
                    <a:pt x="152" y="167"/>
                    <a:pt x="152" y="167"/>
                  </a:cubicBezTo>
                  <a:cubicBezTo>
                    <a:pt x="153" y="158"/>
                    <a:pt x="153" y="158"/>
                    <a:pt x="153" y="158"/>
                  </a:cubicBezTo>
                  <a:cubicBezTo>
                    <a:pt x="162" y="152"/>
                    <a:pt x="162" y="152"/>
                    <a:pt x="162" y="152"/>
                  </a:cubicBezTo>
                  <a:cubicBezTo>
                    <a:pt x="165" y="143"/>
                    <a:pt x="165" y="143"/>
                    <a:pt x="165" y="143"/>
                  </a:cubicBezTo>
                  <a:cubicBezTo>
                    <a:pt x="149" y="109"/>
                    <a:pt x="149" y="109"/>
                    <a:pt x="149" y="109"/>
                  </a:cubicBezTo>
                  <a:cubicBezTo>
                    <a:pt x="147" y="67"/>
                    <a:pt x="147" y="67"/>
                    <a:pt x="147" y="67"/>
                  </a:cubicBezTo>
                  <a:cubicBezTo>
                    <a:pt x="151" y="54"/>
                    <a:pt x="151" y="54"/>
                    <a:pt x="151" y="54"/>
                  </a:cubicBezTo>
                  <a:cubicBezTo>
                    <a:pt x="148" y="38"/>
                    <a:pt x="148" y="38"/>
                    <a:pt x="148" y="38"/>
                  </a:cubicBezTo>
                  <a:cubicBezTo>
                    <a:pt x="120" y="25"/>
                    <a:pt x="120" y="25"/>
                    <a:pt x="120" y="25"/>
                  </a:cubicBezTo>
                  <a:lnTo>
                    <a:pt x="90" y="27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5065711" y="2973389"/>
              <a:ext cx="242887" cy="236538"/>
            </a:xfrm>
            <a:custGeom>
              <a:rect b="b" l="l" r="r" t="t"/>
              <a:pathLst>
                <a:path extrusionOk="0" h="88" w="90">
                  <a:moveTo>
                    <a:pt x="27" y="11"/>
                  </a:moveTo>
                  <a:cubicBezTo>
                    <a:pt x="26" y="13"/>
                    <a:pt x="25" y="14"/>
                    <a:pt x="24" y="16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3" y="45"/>
                    <a:pt x="3" y="45"/>
                    <a:pt x="3" y="45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64" y="88"/>
                    <a:pt x="64" y="88"/>
                    <a:pt x="64" y="88"/>
                  </a:cubicBezTo>
                  <a:cubicBezTo>
                    <a:pt x="70" y="82"/>
                    <a:pt x="70" y="82"/>
                    <a:pt x="70" y="82"/>
                  </a:cubicBezTo>
                  <a:cubicBezTo>
                    <a:pt x="72" y="82"/>
                    <a:pt x="72" y="82"/>
                    <a:pt x="72" y="82"/>
                  </a:cubicBezTo>
                  <a:cubicBezTo>
                    <a:pt x="74" y="82"/>
                    <a:pt x="76" y="82"/>
                    <a:pt x="79" y="83"/>
                  </a:cubicBezTo>
                  <a:cubicBezTo>
                    <a:pt x="80" y="83"/>
                    <a:pt x="82" y="84"/>
                    <a:pt x="84" y="85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85" y="85"/>
                    <a:pt x="86" y="85"/>
                    <a:pt x="86" y="84"/>
                  </a:cubicBezTo>
                  <a:cubicBezTo>
                    <a:pt x="87" y="83"/>
                    <a:pt x="89" y="82"/>
                    <a:pt x="90" y="80"/>
                  </a:cubicBezTo>
                  <a:cubicBezTo>
                    <a:pt x="90" y="80"/>
                    <a:pt x="90" y="80"/>
                    <a:pt x="90" y="80"/>
                  </a:cubicBezTo>
                  <a:cubicBezTo>
                    <a:pt x="87" y="75"/>
                    <a:pt x="87" y="75"/>
                    <a:pt x="87" y="75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3" y="58"/>
                    <a:pt x="83" y="58"/>
                    <a:pt x="83" y="58"/>
                  </a:cubicBezTo>
                  <a:cubicBezTo>
                    <a:pt x="76" y="56"/>
                    <a:pt x="76" y="56"/>
                    <a:pt x="76" y="56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5" y="33"/>
                    <a:pt x="65" y="33"/>
                    <a:pt x="65" y="33"/>
                  </a:cubicBezTo>
                  <a:cubicBezTo>
                    <a:pt x="70" y="22"/>
                    <a:pt x="70" y="22"/>
                    <a:pt x="70" y="22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1" y="1"/>
                    <a:pt x="31" y="1"/>
                    <a:pt x="31" y="2"/>
                  </a:cubicBezTo>
                  <a:cubicBezTo>
                    <a:pt x="29" y="6"/>
                    <a:pt x="28" y="8"/>
                    <a:pt x="27" y="11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5065711" y="2973389"/>
              <a:ext cx="242887" cy="236538"/>
            </a:xfrm>
            <a:custGeom>
              <a:rect b="b" l="l" r="r" t="t"/>
              <a:pathLst>
                <a:path extrusionOk="0" h="88" w="90">
                  <a:moveTo>
                    <a:pt x="27" y="11"/>
                  </a:moveTo>
                  <a:cubicBezTo>
                    <a:pt x="26" y="13"/>
                    <a:pt x="25" y="14"/>
                    <a:pt x="24" y="16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3" y="45"/>
                    <a:pt x="3" y="45"/>
                    <a:pt x="3" y="45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64" y="88"/>
                    <a:pt x="64" y="88"/>
                    <a:pt x="64" y="88"/>
                  </a:cubicBezTo>
                  <a:cubicBezTo>
                    <a:pt x="70" y="82"/>
                    <a:pt x="70" y="82"/>
                    <a:pt x="70" y="82"/>
                  </a:cubicBezTo>
                  <a:cubicBezTo>
                    <a:pt x="72" y="82"/>
                    <a:pt x="72" y="82"/>
                    <a:pt x="72" y="82"/>
                  </a:cubicBezTo>
                  <a:cubicBezTo>
                    <a:pt x="74" y="82"/>
                    <a:pt x="76" y="82"/>
                    <a:pt x="79" y="83"/>
                  </a:cubicBezTo>
                  <a:cubicBezTo>
                    <a:pt x="80" y="83"/>
                    <a:pt x="82" y="84"/>
                    <a:pt x="84" y="85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85" y="85"/>
                    <a:pt x="86" y="85"/>
                    <a:pt x="86" y="84"/>
                  </a:cubicBezTo>
                  <a:cubicBezTo>
                    <a:pt x="87" y="83"/>
                    <a:pt x="89" y="82"/>
                    <a:pt x="90" y="80"/>
                  </a:cubicBezTo>
                  <a:cubicBezTo>
                    <a:pt x="90" y="80"/>
                    <a:pt x="90" y="80"/>
                    <a:pt x="90" y="80"/>
                  </a:cubicBezTo>
                  <a:cubicBezTo>
                    <a:pt x="87" y="75"/>
                    <a:pt x="87" y="75"/>
                    <a:pt x="87" y="75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3" y="58"/>
                    <a:pt x="83" y="58"/>
                    <a:pt x="83" y="58"/>
                  </a:cubicBezTo>
                  <a:cubicBezTo>
                    <a:pt x="76" y="56"/>
                    <a:pt x="76" y="56"/>
                    <a:pt x="76" y="56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5" y="33"/>
                    <a:pt x="65" y="33"/>
                    <a:pt x="65" y="33"/>
                  </a:cubicBezTo>
                  <a:cubicBezTo>
                    <a:pt x="70" y="22"/>
                    <a:pt x="70" y="22"/>
                    <a:pt x="70" y="22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1" y="1"/>
                    <a:pt x="31" y="1"/>
                    <a:pt x="31" y="2"/>
                  </a:cubicBezTo>
                  <a:cubicBezTo>
                    <a:pt x="29" y="6"/>
                    <a:pt x="28" y="8"/>
                    <a:pt x="27" y="11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180" name="Google Shape;180;p11"/>
            <p:cNvGrpSpPr/>
            <p:nvPr/>
          </p:nvGrpSpPr>
          <p:grpSpPr>
            <a:xfrm>
              <a:off x="6427786" y="3921126"/>
              <a:ext cx="1082675" cy="461963"/>
              <a:chOff x="6427787" y="3921125"/>
              <a:chExt cx="1082675" cy="461963"/>
            </a:xfrm>
          </p:grpSpPr>
          <p:sp>
            <p:nvSpPr>
              <p:cNvPr id="181" name="Google Shape;181;p11"/>
              <p:cNvSpPr/>
              <p:nvPr/>
            </p:nvSpPr>
            <p:spPr>
              <a:xfrm>
                <a:off x="7180262" y="3948113"/>
                <a:ext cx="15875" cy="22225"/>
              </a:xfrm>
              <a:custGeom>
                <a:rect b="b" l="l" r="r" t="t"/>
                <a:pathLst>
                  <a:path extrusionOk="0" h="14" w="10">
                    <a:moveTo>
                      <a:pt x="0" y="14"/>
                    </a:moveTo>
                    <a:lnTo>
                      <a:pt x="6" y="12"/>
                    </a:lnTo>
                    <a:lnTo>
                      <a:pt x="10" y="0"/>
                    </a:lnTo>
                    <a:lnTo>
                      <a:pt x="0" y="0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>
                <a:off x="6427787" y="3921125"/>
                <a:ext cx="252412" cy="333375"/>
              </a:xfrm>
              <a:custGeom>
                <a:rect b="b" l="l" r="r" t="t"/>
                <a:pathLst>
                  <a:path extrusionOk="0" h="124" w="94">
                    <a:moveTo>
                      <a:pt x="89" y="90"/>
                    </a:moveTo>
                    <a:cubicBezTo>
                      <a:pt x="87" y="88"/>
                      <a:pt x="85" y="87"/>
                      <a:pt x="83" y="86"/>
                    </a:cubicBezTo>
                    <a:cubicBezTo>
                      <a:pt x="79" y="73"/>
                      <a:pt x="79" y="73"/>
                      <a:pt x="79" y="73"/>
                    </a:cubicBezTo>
                    <a:cubicBezTo>
                      <a:pt x="70" y="70"/>
                      <a:pt x="70" y="70"/>
                      <a:pt x="70" y="70"/>
                    </a:cubicBezTo>
                    <a:cubicBezTo>
                      <a:pt x="73" y="62"/>
                      <a:pt x="73" y="62"/>
                      <a:pt x="73" y="62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4" y="56"/>
                      <a:pt x="64" y="56"/>
                      <a:pt x="64" y="56"/>
                    </a:cubicBezTo>
                    <a:cubicBezTo>
                      <a:pt x="65" y="53"/>
                      <a:pt x="65" y="53"/>
                      <a:pt x="65" y="53"/>
                    </a:cubicBezTo>
                    <a:cubicBezTo>
                      <a:pt x="52" y="42"/>
                      <a:pt x="52" y="42"/>
                      <a:pt x="52" y="42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1" y="16"/>
                      <a:pt x="31" y="16"/>
                      <a:pt x="31" y="16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9" y="20"/>
                      <a:pt x="9" y="20"/>
                      <a:pt x="9" y="20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2" y="34"/>
                      <a:pt x="24" y="36"/>
                      <a:pt x="26" y="38"/>
                    </a:cubicBezTo>
                    <a:cubicBezTo>
                      <a:pt x="27" y="39"/>
                      <a:pt x="29" y="40"/>
                      <a:pt x="30" y="42"/>
                    </a:cubicBezTo>
                    <a:cubicBezTo>
                      <a:pt x="34" y="52"/>
                      <a:pt x="39" y="62"/>
                      <a:pt x="43" y="73"/>
                    </a:cubicBezTo>
                    <a:cubicBezTo>
                      <a:pt x="48" y="82"/>
                      <a:pt x="53" y="91"/>
                      <a:pt x="59" y="99"/>
                    </a:cubicBezTo>
                    <a:cubicBezTo>
                      <a:pt x="62" y="105"/>
                      <a:pt x="66" y="110"/>
                      <a:pt x="70" y="114"/>
                    </a:cubicBezTo>
                    <a:cubicBezTo>
                      <a:pt x="73" y="117"/>
                      <a:pt x="76" y="120"/>
                      <a:pt x="78" y="123"/>
                    </a:cubicBezTo>
                    <a:cubicBezTo>
                      <a:pt x="80" y="120"/>
                      <a:pt x="80" y="120"/>
                      <a:pt x="80" y="120"/>
                    </a:cubicBezTo>
                    <a:cubicBezTo>
                      <a:pt x="86" y="124"/>
                      <a:pt x="86" y="124"/>
                      <a:pt x="86" y="124"/>
                    </a:cubicBezTo>
                    <a:cubicBezTo>
                      <a:pt x="87" y="120"/>
                      <a:pt x="87" y="120"/>
                      <a:pt x="87" y="120"/>
                    </a:cubicBezTo>
                    <a:cubicBezTo>
                      <a:pt x="90" y="123"/>
                      <a:pt x="90" y="123"/>
                      <a:pt x="90" y="123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12"/>
                      <a:pt x="93" y="104"/>
                      <a:pt x="94" y="95"/>
                    </a:cubicBezTo>
                    <a:cubicBezTo>
                      <a:pt x="93" y="93"/>
                      <a:pt x="91" y="91"/>
                      <a:pt x="89" y="90"/>
                    </a:cubicBez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>
                <a:off x="6940550" y="4313238"/>
                <a:ext cx="49212" cy="22225"/>
              </a:xfrm>
              <a:custGeom>
                <a:rect b="b" l="l" r="r" t="t"/>
                <a:pathLst>
                  <a:path extrusionOk="0" h="8" w="18">
                    <a:moveTo>
                      <a:pt x="18" y="4"/>
                    </a:moveTo>
                    <a:cubicBezTo>
                      <a:pt x="15" y="3"/>
                      <a:pt x="12" y="1"/>
                      <a:pt x="9" y="0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8" y="4"/>
                      <a:pt x="7" y="4"/>
                      <a:pt x="6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6" y="7"/>
                      <a:pt x="11" y="6"/>
                      <a:pt x="17" y="6"/>
                    </a:cubicBezTo>
                    <a:lnTo>
                      <a:pt x="18" y="4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84" name="Google Shape;184;p11"/>
              <p:cNvSpPr/>
              <p:nvPr/>
            </p:nvSpPr>
            <p:spPr>
              <a:xfrm>
                <a:off x="6664325" y="4251325"/>
                <a:ext cx="209550" cy="76200"/>
              </a:xfrm>
              <a:custGeom>
                <a:rect b="b" l="l" r="r" t="t"/>
                <a:pathLst>
                  <a:path extrusionOk="0" h="28" w="78">
                    <a:moveTo>
                      <a:pt x="72" y="19"/>
                    </a:moveTo>
                    <a:cubicBezTo>
                      <a:pt x="70" y="17"/>
                      <a:pt x="70" y="17"/>
                      <a:pt x="70" y="17"/>
                    </a:cubicBezTo>
                    <a:cubicBezTo>
                      <a:pt x="60" y="18"/>
                      <a:pt x="60" y="18"/>
                      <a:pt x="60" y="18"/>
                    </a:cubicBezTo>
                    <a:cubicBezTo>
                      <a:pt x="60" y="11"/>
                      <a:pt x="60" y="11"/>
                      <a:pt x="60" y="11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8" y="7"/>
                      <a:pt x="48" y="7"/>
                      <a:pt x="48" y="7"/>
                    </a:cubicBezTo>
                    <a:cubicBezTo>
                      <a:pt x="43" y="6"/>
                      <a:pt x="43" y="6"/>
                      <a:pt x="43" y="6"/>
                    </a:cubicBezTo>
                    <a:cubicBezTo>
                      <a:pt x="39" y="11"/>
                      <a:pt x="39" y="11"/>
                      <a:pt x="39" y="11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7" y="4"/>
                      <a:pt x="4" y="7"/>
                      <a:pt x="0" y="11"/>
                    </a:cubicBezTo>
                    <a:cubicBezTo>
                      <a:pt x="13" y="12"/>
                      <a:pt x="13" y="12"/>
                      <a:pt x="13" y="12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44" y="23"/>
                      <a:pt x="44" y="23"/>
                      <a:pt x="44" y="23"/>
                    </a:cubicBezTo>
                    <a:cubicBezTo>
                      <a:pt x="60" y="26"/>
                      <a:pt x="60" y="26"/>
                      <a:pt x="60" y="26"/>
                    </a:cubicBezTo>
                    <a:cubicBezTo>
                      <a:pt x="70" y="26"/>
                      <a:pt x="70" y="26"/>
                      <a:pt x="70" y="26"/>
                    </a:cubicBezTo>
                    <a:cubicBezTo>
                      <a:pt x="77" y="28"/>
                      <a:pt x="77" y="28"/>
                      <a:pt x="77" y="28"/>
                    </a:cubicBezTo>
                    <a:cubicBezTo>
                      <a:pt x="78" y="26"/>
                      <a:pt x="78" y="26"/>
                      <a:pt x="78" y="26"/>
                    </a:cubicBezTo>
                    <a:cubicBezTo>
                      <a:pt x="76" y="24"/>
                      <a:pt x="76" y="24"/>
                      <a:pt x="76" y="24"/>
                    </a:cubicBezTo>
                    <a:cubicBezTo>
                      <a:pt x="78" y="19"/>
                      <a:pt x="78" y="19"/>
                      <a:pt x="78" y="19"/>
                    </a:cubicBezTo>
                    <a:lnTo>
                      <a:pt x="72" y="19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85" name="Google Shape;185;p11"/>
              <p:cNvSpPr/>
              <p:nvPr/>
            </p:nvSpPr>
            <p:spPr>
              <a:xfrm>
                <a:off x="6878637" y="4313238"/>
                <a:ext cx="23812" cy="14288"/>
              </a:xfrm>
              <a:custGeom>
                <a:rect b="b" l="l" r="r" t="t"/>
                <a:pathLst>
                  <a:path extrusionOk="0" h="9" w="15">
                    <a:moveTo>
                      <a:pt x="10" y="0"/>
                    </a:moveTo>
                    <a:lnTo>
                      <a:pt x="0" y="0"/>
                    </a:lnTo>
                    <a:lnTo>
                      <a:pt x="4" y="5"/>
                    </a:lnTo>
                    <a:lnTo>
                      <a:pt x="10" y="9"/>
                    </a:lnTo>
                    <a:lnTo>
                      <a:pt x="15" y="4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>
                <a:off x="6916737" y="4316413"/>
                <a:ext cx="20637" cy="19050"/>
              </a:xfrm>
              <a:custGeom>
                <a:rect b="b" l="l" r="r" t="t"/>
                <a:pathLst>
                  <a:path extrusionOk="0" h="12" w="13">
                    <a:moveTo>
                      <a:pt x="3" y="2"/>
                    </a:moveTo>
                    <a:lnTo>
                      <a:pt x="0" y="8"/>
                    </a:lnTo>
                    <a:lnTo>
                      <a:pt x="3" y="12"/>
                    </a:lnTo>
                    <a:lnTo>
                      <a:pt x="12" y="7"/>
                    </a:lnTo>
                    <a:lnTo>
                      <a:pt x="13" y="3"/>
                    </a:lnTo>
                    <a:lnTo>
                      <a:pt x="7" y="0"/>
                    </a:lnTo>
                    <a:lnTo>
                      <a:pt x="3" y="2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>
                <a:off x="6981825" y="4351338"/>
                <a:ext cx="52387" cy="23813"/>
              </a:xfrm>
              <a:custGeom>
                <a:rect b="b" l="l" r="r" t="t"/>
                <a:pathLst>
                  <a:path extrusionOk="0" h="9" w="20">
                    <a:moveTo>
                      <a:pt x="8" y="1"/>
                    </a:moveTo>
                    <a:cubicBezTo>
                      <a:pt x="6" y="0"/>
                      <a:pt x="3" y="0"/>
                      <a:pt x="0" y="1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4" y="6"/>
                      <a:pt x="8" y="7"/>
                      <a:pt x="12" y="8"/>
                    </a:cubicBezTo>
                    <a:cubicBezTo>
                      <a:pt x="14" y="9"/>
                      <a:pt x="15" y="9"/>
                      <a:pt x="17" y="9"/>
                    </a:cubicBezTo>
                    <a:cubicBezTo>
                      <a:pt x="20" y="9"/>
                      <a:pt x="20" y="9"/>
                      <a:pt x="20" y="9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17" y="3"/>
                      <a:pt x="13" y="2"/>
                      <a:pt x="8" y="1"/>
                    </a:cubicBez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>
                <a:off x="7002462" y="4319588"/>
                <a:ext cx="66675" cy="17463"/>
              </a:xfrm>
              <a:custGeom>
                <a:rect b="b" l="l" r="r" t="t"/>
                <a:pathLst>
                  <a:path extrusionOk="0" h="7" w="25">
                    <a:moveTo>
                      <a:pt x="18" y="3"/>
                    </a:moveTo>
                    <a:cubicBezTo>
                      <a:pt x="10" y="3"/>
                      <a:pt x="10" y="3"/>
                      <a:pt x="10" y="3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25" y="1"/>
                      <a:pt x="25" y="0"/>
                      <a:pt x="24" y="0"/>
                    </a:cubicBezTo>
                    <a:lnTo>
                      <a:pt x="18" y="3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89" name="Google Shape;189;p11"/>
              <p:cNvSpPr/>
              <p:nvPr/>
            </p:nvSpPr>
            <p:spPr>
              <a:xfrm>
                <a:off x="7426325" y="4289425"/>
                <a:ext cx="42862" cy="38100"/>
              </a:xfrm>
              <a:custGeom>
                <a:rect b="b" l="l" r="r" t="t"/>
                <a:pathLst>
                  <a:path extrusionOk="0" h="14" w="16">
                    <a:moveTo>
                      <a:pt x="14" y="3"/>
                    </a:moveTo>
                    <a:cubicBezTo>
                      <a:pt x="14" y="2"/>
                      <a:pt x="14" y="1"/>
                      <a:pt x="13" y="0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7" y="5"/>
                      <a:pt x="4" y="9"/>
                      <a:pt x="0" y="12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7" y="13"/>
                      <a:pt x="11" y="13"/>
                      <a:pt x="16" y="12"/>
                    </a:cubicBezTo>
                    <a:cubicBezTo>
                      <a:pt x="15" y="9"/>
                      <a:pt x="15" y="6"/>
                      <a:pt x="14" y="3"/>
                    </a:cubicBez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90" name="Google Shape;190;p11"/>
              <p:cNvSpPr/>
              <p:nvPr/>
            </p:nvSpPr>
            <p:spPr>
              <a:xfrm>
                <a:off x="6986587" y="4040188"/>
                <a:ext cx="155575" cy="203200"/>
              </a:xfrm>
              <a:custGeom>
                <a:rect b="b" l="l" r="r" t="t"/>
                <a:pathLst>
                  <a:path extrusionOk="0" h="76" w="58">
                    <a:moveTo>
                      <a:pt x="36" y="61"/>
                    </a:moveTo>
                    <a:cubicBezTo>
                      <a:pt x="38" y="59"/>
                      <a:pt x="38" y="59"/>
                      <a:pt x="38" y="59"/>
                    </a:cubicBezTo>
                    <a:cubicBezTo>
                      <a:pt x="32" y="54"/>
                      <a:pt x="32" y="54"/>
                      <a:pt x="32" y="54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26" y="38"/>
                      <a:pt x="26" y="38"/>
                      <a:pt x="26" y="38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5" y="31"/>
                      <a:pt x="45" y="31"/>
                      <a:pt x="45" y="31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2" y="24"/>
                      <a:pt x="42" y="24"/>
                      <a:pt x="42" y="24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2" y="32"/>
                      <a:pt x="22" y="32"/>
                      <a:pt x="22" y="32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2" y="20"/>
                      <a:pt x="14" y="15"/>
                      <a:pt x="19" y="12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57" y="5"/>
                      <a:pt x="57" y="5"/>
                      <a:pt x="57" y="5"/>
                    </a:cubicBezTo>
                    <a:cubicBezTo>
                      <a:pt x="58" y="1"/>
                      <a:pt x="58" y="1"/>
                      <a:pt x="58" y="1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36" y="7"/>
                      <a:pt x="36" y="7"/>
                      <a:pt x="36" y="7"/>
                    </a:cubicBezTo>
                    <a:cubicBezTo>
                      <a:pt x="27" y="6"/>
                      <a:pt x="27" y="6"/>
                      <a:pt x="27" y="6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12" y="13"/>
                      <a:pt x="12" y="13"/>
                      <a:pt x="12" y="13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3" y="36"/>
                      <a:pt x="3" y="36"/>
                      <a:pt x="3" y="3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5" y="56"/>
                      <a:pt x="5" y="56"/>
                      <a:pt x="5" y="56"/>
                    </a:cubicBezTo>
                    <a:cubicBezTo>
                      <a:pt x="6" y="61"/>
                      <a:pt x="6" y="61"/>
                      <a:pt x="6" y="61"/>
                    </a:cubicBezTo>
                    <a:cubicBezTo>
                      <a:pt x="3" y="72"/>
                      <a:pt x="3" y="72"/>
                      <a:pt x="3" y="72"/>
                    </a:cubicBezTo>
                    <a:cubicBezTo>
                      <a:pt x="4" y="75"/>
                      <a:pt x="4" y="75"/>
                      <a:pt x="4" y="75"/>
                    </a:cubicBezTo>
                    <a:cubicBezTo>
                      <a:pt x="10" y="76"/>
                      <a:pt x="10" y="76"/>
                      <a:pt x="10" y="76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2" y="67"/>
                      <a:pt x="12" y="67"/>
                      <a:pt x="12" y="67"/>
                    </a:cubicBezTo>
                    <a:cubicBezTo>
                      <a:pt x="15" y="62"/>
                      <a:pt x="15" y="62"/>
                      <a:pt x="15" y="62"/>
                    </a:cubicBezTo>
                    <a:cubicBezTo>
                      <a:pt x="15" y="58"/>
                      <a:pt x="15" y="58"/>
                      <a:pt x="15" y="58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9" y="46"/>
                      <a:pt x="19" y="46"/>
                      <a:pt x="19" y="46"/>
                    </a:cubicBezTo>
                    <a:cubicBezTo>
                      <a:pt x="22" y="50"/>
                      <a:pt x="22" y="50"/>
                      <a:pt x="22" y="50"/>
                    </a:cubicBezTo>
                    <a:cubicBezTo>
                      <a:pt x="21" y="52"/>
                      <a:pt x="21" y="52"/>
                      <a:pt x="21" y="52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4" y="66"/>
                      <a:pt x="24" y="66"/>
                      <a:pt x="24" y="66"/>
                    </a:cubicBezTo>
                    <a:cubicBezTo>
                      <a:pt x="29" y="66"/>
                      <a:pt x="29" y="66"/>
                      <a:pt x="29" y="66"/>
                    </a:cubicBezTo>
                    <a:cubicBezTo>
                      <a:pt x="31" y="62"/>
                      <a:pt x="31" y="62"/>
                      <a:pt x="31" y="62"/>
                    </a:cubicBezTo>
                    <a:lnTo>
                      <a:pt x="36" y="61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>
                <a:off x="7185025" y="4040188"/>
                <a:ext cx="42862" cy="74613"/>
              </a:xfrm>
              <a:custGeom>
                <a:rect b="b" l="l" r="r" t="t"/>
                <a:pathLst>
                  <a:path extrusionOk="0" h="28" w="16">
                    <a:moveTo>
                      <a:pt x="11" y="26"/>
                    </a:moveTo>
                    <a:cubicBezTo>
                      <a:pt x="7" y="18"/>
                      <a:pt x="7" y="18"/>
                      <a:pt x="7" y="18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5" y="15"/>
                      <a:pt x="15" y="15"/>
                      <a:pt x="15" y="15"/>
                    </a:cubicBezTo>
                    <a:cubicBezTo>
                      <a:pt x="12" y="14"/>
                      <a:pt x="12" y="14"/>
                      <a:pt x="12" y="14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5" y="3"/>
                      <a:pt x="3" y="7"/>
                      <a:pt x="0" y="10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8"/>
                      <a:pt x="4" y="21"/>
                      <a:pt x="4" y="23"/>
                    </a:cubicBezTo>
                    <a:cubicBezTo>
                      <a:pt x="8" y="28"/>
                      <a:pt x="8" y="28"/>
                      <a:pt x="8" y="28"/>
                    </a:cubicBezTo>
                    <a:lnTo>
                      <a:pt x="11" y="26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>
                <a:off x="7219950" y="4017963"/>
                <a:ext cx="19050" cy="23813"/>
              </a:xfrm>
              <a:custGeom>
                <a:rect b="b" l="l" r="r" t="t"/>
                <a:pathLst>
                  <a:path extrusionOk="0" h="15" w="12">
                    <a:moveTo>
                      <a:pt x="12" y="5"/>
                    </a:moveTo>
                    <a:lnTo>
                      <a:pt x="9" y="0"/>
                    </a:lnTo>
                    <a:lnTo>
                      <a:pt x="0" y="7"/>
                    </a:lnTo>
                    <a:lnTo>
                      <a:pt x="0" y="15"/>
                    </a:lnTo>
                    <a:lnTo>
                      <a:pt x="7" y="14"/>
                    </a:lnTo>
                    <a:lnTo>
                      <a:pt x="12" y="5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>
                <a:off x="7123112" y="4133850"/>
                <a:ext cx="31750" cy="11113"/>
              </a:xfrm>
              <a:custGeom>
                <a:rect b="b" l="l" r="r" t="t"/>
                <a:pathLst>
                  <a:path extrusionOk="0" h="7" w="20">
                    <a:moveTo>
                      <a:pt x="0" y="0"/>
                    </a:moveTo>
                    <a:lnTo>
                      <a:pt x="0" y="5"/>
                    </a:lnTo>
                    <a:lnTo>
                      <a:pt x="10" y="7"/>
                    </a:lnTo>
                    <a:lnTo>
                      <a:pt x="17" y="5"/>
                    </a:lnTo>
                    <a:lnTo>
                      <a:pt x="20" y="2"/>
                    </a:lnTo>
                    <a:lnTo>
                      <a:pt x="1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94" name="Google Shape;194;p11"/>
              <p:cNvSpPr/>
              <p:nvPr/>
            </p:nvSpPr>
            <p:spPr>
              <a:xfrm>
                <a:off x="7075487" y="4203700"/>
                <a:ext cx="28575" cy="39688"/>
              </a:xfrm>
              <a:custGeom>
                <a:rect b="b" l="l" r="r" t="t"/>
                <a:pathLst>
                  <a:path extrusionOk="0" h="15" w="11">
                    <a:moveTo>
                      <a:pt x="9" y="0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" y="15"/>
                      <a:pt x="3" y="15"/>
                      <a:pt x="5" y="15"/>
                    </a:cubicBezTo>
                    <a:cubicBezTo>
                      <a:pt x="6" y="14"/>
                      <a:pt x="8" y="14"/>
                      <a:pt x="9" y="13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11" y="5"/>
                      <a:pt x="11" y="5"/>
                      <a:pt x="11" y="5"/>
                    </a:cubicBez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95" name="Google Shape;195;p11"/>
              <p:cNvSpPr/>
              <p:nvPr/>
            </p:nvSpPr>
            <p:spPr>
              <a:xfrm>
                <a:off x="7164387" y="4168775"/>
                <a:ext cx="28575" cy="19050"/>
              </a:xfrm>
              <a:custGeom>
                <a:rect b="b" l="l" r="r" t="t"/>
                <a:pathLst>
                  <a:path extrusionOk="0" h="12" w="18">
                    <a:moveTo>
                      <a:pt x="1" y="2"/>
                    </a:moveTo>
                    <a:lnTo>
                      <a:pt x="0" y="7"/>
                    </a:lnTo>
                    <a:lnTo>
                      <a:pt x="11" y="12"/>
                    </a:lnTo>
                    <a:lnTo>
                      <a:pt x="18" y="5"/>
                    </a:lnTo>
                    <a:lnTo>
                      <a:pt x="15" y="0"/>
                    </a:lnTo>
                    <a:lnTo>
                      <a:pt x="1" y="2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>
                <a:off x="7251700" y="4087813"/>
                <a:ext cx="33337" cy="19050"/>
              </a:xfrm>
              <a:custGeom>
                <a:rect b="b" l="l" r="r" t="t"/>
                <a:pathLst>
                  <a:path extrusionOk="0" h="12" w="21">
                    <a:moveTo>
                      <a:pt x="12" y="12"/>
                    </a:moveTo>
                    <a:lnTo>
                      <a:pt x="19" y="7"/>
                    </a:lnTo>
                    <a:lnTo>
                      <a:pt x="21" y="5"/>
                    </a:lnTo>
                    <a:lnTo>
                      <a:pt x="5" y="0"/>
                    </a:lnTo>
                    <a:lnTo>
                      <a:pt x="0" y="4"/>
                    </a:lnTo>
                    <a:lnTo>
                      <a:pt x="0" y="7"/>
                    </a:lnTo>
                    <a:lnTo>
                      <a:pt x="5" y="7"/>
                    </a:lnTo>
                    <a:lnTo>
                      <a:pt x="12" y="12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>
                <a:off x="7208837" y="4164013"/>
                <a:ext cx="68262" cy="20638"/>
              </a:xfrm>
              <a:custGeom>
                <a:rect b="b" l="l" r="r" t="t"/>
                <a:pathLst>
                  <a:path extrusionOk="0" h="8" w="25">
                    <a:moveTo>
                      <a:pt x="0" y="3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23" y="6"/>
                      <a:pt x="23" y="6"/>
                      <a:pt x="23" y="6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4" y="1"/>
                      <a:pt x="7" y="2"/>
                      <a:pt x="0" y="3"/>
                    </a:cubicBez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98" name="Google Shape;198;p11"/>
              <p:cNvSpPr/>
              <p:nvPr/>
            </p:nvSpPr>
            <p:spPr>
              <a:xfrm>
                <a:off x="7270750" y="4289425"/>
                <a:ext cx="23812" cy="26988"/>
              </a:xfrm>
              <a:custGeom>
                <a:rect b="b" l="l" r="r" t="t"/>
                <a:pathLst>
                  <a:path extrusionOk="0" h="17" w="15">
                    <a:moveTo>
                      <a:pt x="9" y="0"/>
                    </a:moveTo>
                    <a:lnTo>
                      <a:pt x="0" y="8"/>
                    </a:lnTo>
                    <a:lnTo>
                      <a:pt x="0" y="17"/>
                    </a:lnTo>
                    <a:lnTo>
                      <a:pt x="9" y="14"/>
                    </a:lnTo>
                    <a:lnTo>
                      <a:pt x="15" y="7"/>
                    </a:lnTo>
                    <a:lnTo>
                      <a:pt x="14" y="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199" name="Google Shape;199;p11"/>
              <p:cNvSpPr/>
              <p:nvPr/>
            </p:nvSpPr>
            <p:spPr>
              <a:xfrm>
                <a:off x="7329487" y="4238625"/>
                <a:ext cx="25400" cy="23813"/>
              </a:xfrm>
              <a:custGeom>
                <a:rect b="b" l="l" r="r" t="t"/>
                <a:pathLst>
                  <a:path extrusionOk="0" h="15" w="16">
                    <a:moveTo>
                      <a:pt x="11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5" y="15"/>
                    </a:lnTo>
                    <a:lnTo>
                      <a:pt x="16" y="5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>
                <a:off x="7286625" y="4106863"/>
                <a:ext cx="223837" cy="230188"/>
              </a:xfrm>
              <a:custGeom>
                <a:rect b="b" l="l" r="r" t="t"/>
                <a:pathLst>
                  <a:path extrusionOk="0" h="86" w="83">
                    <a:moveTo>
                      <a:pt x="78" y="13"/>
                    </a:moveTo>
                    <a:cubicBezTo>
                      <a:pt x="74" y="10"/>
                      <a:pt x="72" y="9"/>
                      <a:pt x="72" y="9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55" y="14"/>
                      <a:pt x="55" y="14"/>
                      <a:pt x="55" y="14"/>
                    </a:cubicBezTo>
                    <a:cubicBezTo>
                      <a:pt x="50" y="18"/>
                      <a:pt x="50" y="18"/>
                      <a:pt x="50" y="18"/>
                    </a:cubicBezTo>
                    <a:cubicBezTo>
                      <a:pt x="49" y="22"/>
                      <a:pt x="47" y="25"/>
                      <a:pt x="41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3" y="13"/>
                      <a:pt x="23" y="13"/>
                      <a:pt x="23" y="13"/>
                    </a:cubicBezTo>
                    <a:cubicBezTo>
                      <a:pt x="27" y="8"/>
                      <a:pt x="27" y="8"/>
                      <a:pt x="27" y="8"/>
                    </a:cubicBezTo>
                    <a:cubicBezTo>
                      <a:pt x="26" y="4"/>
                      <a:pt x="26" y="4"/>
                      <a:pt x="26" y="4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1" y="18"/>
                      <a:pt x="21" y="18"/>
                      <a:pt x="21" y="18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5" y="32"/>
                      <a:pt x="25" y="32"/>
                      <a:pt x="25" y="32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42" y="37"/>
                      <a:pt x="50" y="39"/>
                      <a:pt x="58" y="45"/>
                    </a:cubicBezTo>
                    <a:cubicBezTo>
                      <a:pt x="68" y="70"/>
                      <a:pt x="68" y="70"/>
                      <a:pt x="68" y="70"/>
                    </a:cubicBezTo>
                    <a:cubicBezTo>
                      <a:pt x="69" y="80"/>
                      <a:pt x="69" y="80"/>
                      <a:pt x="69" y="80"/>
                    </a:cubicBezTo>
                    <a:cubicBezTo>
                      <a:pt x="77" y="80"/>
                      <a:pt x="77" y="80"/>
                      <a:pt x="77" y="80"/>
                    </a:cubicBezTo>
                    <a:cubicBezTo>
                      <a:pt x="83" y="86"/>
                      <a:pt x="83" y="86"/>
                      <a:pt x="83" y="86"/>
                    </a:cubicBezTo>
                    <a:cubicBezTo>
                      <a:pt x="83" y="18"/>
                      <a:pt x="83" y="18"/>
                      <a:pt x="83" y="18"/>
                    </a:cubicBezTo>
                    <a:lnTo>
                      <a:pt x="78" y="13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>
                <a:off x="6659562" y="4130675"/>
                <a:ext cx="39687" cy="38100"/>
              </a:xfrm>
              <a:custGeom>
                <a:rect b="b" l="l" r="r" t="t"/>
                <a:pathLst>
                  <a:path extrusionOk="0" h="24" w="25">
                    <a:moveTo>
                      <a:pt x="11" y="2"/>
                    </a:moveTo>
                    <a:lnTo>
                      <a:pt x="3" y="0"/>
                    </a:lnTo>
                    <a:lnTo>
                      <a:pt x="0" y="9"/>
                    </a:lnTo>
                    <a:lnTo>
                      <a:pt x="11" y="12"/>
                    </a:lnTo>
                    <a:lnTo>
                      <a:pt x="18" y="24"/>
                    </a:lnTo>
                    <a:lnTo>
                      <a:pt x="25" y="15"/>
                    </a:lnTo>
                    <a:lnTo>
                      <a:pt x="11" y="9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>
                <a:off x="6707187" y="4157663"/>
                <a:ext cx="15875" cy="19050"/>
              </a:xfrm>
              <a:custGeom>
                <a:rect b="b" l="l" r="r" t="t"/>
                <a:pathLst>
                  <a:path extrusionOk="0" h="7" w="6">
                    <a:moveTo>
                      <a:pt x="2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4" y="0"/>
                      <a:pt x="2" y="0"/>
                    </a:cubicBez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03" name="Google Shape;203;p11"/>
              <p:cNvSpPr/>
              <p:nvPr/>
            </p:nvSpPr>
            <p:spPr>
              <a:xfrm>
                <a:off x="6738937" y="3962400"/>
                <a:ext cx="252412" cy="238125"/>
              </a:xfrm>
              <a:custGeom>
                <a:rect b="b" l="l" r="r" t="t"/>
                <a:pathLst>
                  <a:path extrusionOk="0" h="89" w="94">
                    <a:moveTo>
                      <a:pt x="81" y="25"/>
                    </a:moveTo>
                    <a:cubicBezTo>
                      <a:pt x="81" y="22"/>
                      <a:pt x="81" y="22"/>
                      <a:pt x="81" y="22"/>
                    </a:cubicBezTo>
                    <a:cubicBezTo>
                      <a:pt x="86" y="21"/>
                      <a:pt x="86" y="21"/>
                      <a:pt x="86" y="21"/>
                    </a:cubicBezTo>
                    <a:cubicBezTo>
                      <a:pt x="78" y="11"/>
                      <a:pt x="78" y="11"/>
                      <a:pt x="78" y="11"/>
                    </a:cubicBezTo>
                    <a:cubicBezTo>
                      <a:pt x="83" y="9"/>
                      <a:pt x="83" y="9"/>
                      <a:pt x="83" y="9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79" y="1"/>
                      <a:pt x="79" y="1"/>
                      <a:pt x="79" y="1"/>
                    </a:cubicBezTo>
                    <a:cubicBezTo>
                      <a:pt x="81" y="1"/>
                      <a:pt x="81" y="1"/>
                      <a:pt x="81" y="1"/>
                    </a:cubicBezTo>
                    <a:cubicBezTo>
                      <a:pt x="79" y="1"/>
                      <a:pt x="79" y="1"/>
                      <a:pt x="79" y="1"/>
                    </a:cubicBezTo>
                    <a:cubicBezTo>
                      <a:pt x="70" y="0"/>
                      <a:pt x="70" y="0"/>
                      <a:pt x="70" y="0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10" y="32"/>
                      <a:pt x="10" y="32"/>
                      <a:pt x="10" y="32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2" y="30"/>
                      <a:pt x="2" y="30"/>
                      <a:pt x="2" y="3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3" y="44"/>
                      <a:pt x="3" y="44"/>
                      <a:pt x="3" y="44"/>
                    </a:cubicBezTo>
                    <a:cubicBezTo>
                      <a:pt x="3" y="53"/>
                      <a:pt x="3" y="53"/>
                      <a:pt x="3" y="53"/>
                    </a:cubicBezTo>
                    <a:cubicBezTo>
                      <a:pt x="6" y="59"/>
                      <a:pt x="6" y="59"/>
                      <a:pt x="6" y="59"/>
                    </a:cubicBezTo>
                    <a:cubicBezTo>
                      <a:pt x="13" y="56"/>
                      <a:pt x="13" y="56"/>
                      <a:pt x="13" y="56"/>
                    </a:cubicBezTo>
                    <a:cubicBezTo>
                      <a:pt x="14" y="68"/>
                      <a:pt x="14" y="68"/>
                      <a:pt x="14" y="68"/>
                    </a:cubicBezTo>
                    <a:cubicBezTo>
                      <a:pt x="17" y="73"/>
                      <a:pt x="17" y="73"/>
                      <a:pt x="17" y="73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32" y="80"/>
                      <a:pt x="32" y="80"/>
                      <a:pt x="32" y="80"/>
                    </a:cubicBezTo>
                    <a:cubicBezTo>
                      <a:pt x="32" y="84"/>
                      <a:pt x="32" y="84"/>
                      <a:pt x="32" y="84"/>
                    </a:cubicBezTo>
                    <a:cubicBezTo>
                      <a:pt x="45" y="83"/>
                      <a:pt x="45" y="83"/>
                      <a:pt x="45" y="83"/>
                    </a:cubicBezTo>
                    <a:cubicBezTo>
                      <a:pt x="52" y="85"/>
                      <a:pt x="52" y="85"/>
                      <a:pt x="52" y="85"/>
                    </a:cubicBezTo>
                    <a:cubicBezTo>
                      <a:pt x="55" y="89"/>
                      <a:pt x="55" y="89"/>
                      <a:pt x="55" y="89"/>
                    </a:cubicBezTo>
                    <a:cubicBezTo>
                      <a:pt x="61" y="86"/>
                      <a:pt x="61" y="86"/>
                      <a:pt x="61" y="86"/>
                    </a:cubicBezTo>
                    <a:cubicBezTo>
                      <a:pt x="66" y="82"/>
                      <a:pt x="69" y="78"/>
                      <a:pt x="70" y="73"/>
                    </a:cubicBezTo>
                    <a:cubicBezTo>
                      <a:pt x="68" y="69"/>
                      <a:pt x="68" y="69"/>
                      <a:pt x="68" y="69"/>
                    </a:cubicBezTo>
                    <a:cubicBezTo>
                      <a:pt x="79" y="56"/>
                      <a:pt x="79" y="56"/>
                      <a:pt x="79" y="56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76" y="50"/>
                      <a:pt x="76" y="50"/>
                      <a:pt x="76" y="50"/>
                    </a:cubicBezTo>
                    <a:cubicBezTo>
                      <a:pt x="80" y="44"/>
                      <a:pt x="80" y="44"/>
                      <a:pt x="80" y="44"/>
                    </a:cubicBezTo>
                    <a:cubicBezTo>
                      <a:pt x="81" y="37"/>
                      <a:pt x="81" y="37"/>
                      <a:pt x="81" y="37"/>
                    </a:cubicBezTo>
                    <a:cubicBezTo>
                      <a:pt x="93" y="36"/>
                      <a:pt x="93" y="36"/>
                      <a:pt x="93" y="36"/>
                    </a:cubicBezTo>
                    <a:cubicBezTo>
                      <a:pt x="94" y="34"/>
                      <a:pt x="94" y="34"/>
                      <a:pt x="94" y="34"/>
                    </a:cubicBezTo>
                    <a:lnTo>
                      <a:pt x="81" y="25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04" name="Google Shape;204;p11"/>
              <p:cNvSpPr/>
              <p:nvPr/>
            </p:nvSpPr>
            <p:spPr>
              <a:xfrm>
                <a:off x="7088187" y="4351338"/>
                <a:ext cx="50800" cy="31750"/>
              </a:xfrm>
              <a:custGeom>
                <a:rect b="b" l="l" r="r" t="t"/>
                <a:pathLst>
                  <a:path extrusionOk="0" h="12" w="19">
                    <a:moveTo>
                      <a:pt x="13" y="0"/>
                    </a:moveTo>
                    <a:cubicBezTo>
                      <a:pt x="11" y="0"/>
                      <a:pt x="9" y="1"/>
                      <a:pt x="6" y="1"/>
                    </a:cubicBezTo>
                    <a:cubicBezTo>
                      <a:pt x="4" y="4"/>
                      <a:pt x="2" y="7"/>
                      <a:pt x="0" y="10"/>
                    </a:cubicBezTo>
                    <a:cubicBezTo>
                      <a:pt x="0" y="10"/>
                      <a:pt x="0" y="11"/>
                      <a:pt x="0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10" y="10"/>
                      <a:pt x="14" y="7"/>
                      <a:pt x="19" y="4"/>
                    </a:cubicBezTo>
                    <a:cubicBezTo>
                      <a:pt x="17" y="0"/>
                      <a:pt x="17" y="0"/>
                      <a:pt x="17" y="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205" name="Google Shape;205;p11"/>
            <p:cNvSpPr/>
            <p:nvPr/>
          </p:nvSpPr>
          <p:spPr>
            <a:xfrm>
              <a:off x="5762624" y="3005139"/>
              <a:ext cx="711199" cy="846138"/>
            </a:xfrm>
            <a:custGeom>
              <a:rect b="b" l="l" r="r" t="t"/>
              <a:pathLst>
                <a:path extrusionOk="0" h="315" w="265">
                  <a:moveTo>
                    <a:pt x="82" y="0"/>
                  </a:moveTo>
                  <a:cubicBezTo>
                    <a:pt x="86" y="12"/>
                    <a:pt x="86" y="12"/>
                    <a:pt x="86" y="1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62" y="21"/>
                    <a:pt x="62" y="21"/>
                    <a:pt x="62" y="21"/>
                  </a:cubicBezTo>
                  <a:cubicBezTo>
                    <a:pt x="62" y="32"/>
                    <a:pt x="62" y="32"/>
                    <a:pt x="62" y="32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69" y="44"/>
                    <a:pt x="69" y="47"/>
                    <a:pt x="68" y="50"/>
                  </a:cubicBezTo>
                  <a:cubicBezTo>
                    <a:pt x="67" y="53"/>
                    <a:pt x="67" y="56"/>
                    <a:pt x="66" y="59"/>
                  </a:cubicBezTo>
                  <a:cubicBezTo>
                    <a:pt x="54" y="74"/>
                    <a:pt x="43" y="89"/>
                    <a:pt x="31" y="104"/>
                  </a:cubicBezTo>
                  <a:cubicBezTo>
                    <a:pt x="24" y="104"/>
                    <a:pt x="24" y="104"/>
                    <a:pt x="24" y="104"/>
                  </a:cubicBezTo>
                  <a:cubicBezTo>
                    <a:pt x="20" y="117"/>
                    <a:pt x="20" y="117"/>
                    <a:pt x="20" y="117"/>
                  </a:cubicBezTo>
                  <a:cubicBezTo>
                    <a:pt x="26" y="136"/>
                    <a:pt x="26" y="136"/>
                    <a:pt x="26" y="136"/>
                  </a:cubicBezTo>
                  <a:cubicBezTo>
                    <a:pt x="22" y="145"/>
                    <a:pt x="22" y="145"/>
                    <a:pt x="22" y="145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1" y="148"/>
                    <a:pt x="1" y="148"/>
                    <a:pt x="1" y="148"/>
                  </a:cubicBezTo>
                  <a:cubicBezTo>
                    <a:pt x="5" y="151"/>
                    <a:pt x="5" y="151"/>
                    <a:pt x="5" y="151"/>
                  </a:cubicBezTo>
                  <a:cubicBezTo>
                    <a:pt x="8" y="152"/>
                    <a:pt x="12" y="152"/>
                    <a:pt x="16" y="152"/>
                  </a:cubicBezTo>
                  <a:cubicBezTo>
                    <a:pt x="19" y="152"/>
                    <a:pt x="24" y="152"/>
                    <a:pt x="28" y="151"/>
                  </a:cubicBezTo>
                  <a:cubicBezTo>
                    <a:pt x="28" y="155"/>
                    <a:pt x="28" y="155"/>
                    <a:pt x="28" y="155"/>
                  </a:cubicBezTo>
                  <a:cubicBezTo>
                    <a:pt x="25" y="157"/>
                    <a:pt x="22" y="158"/>
                    <a:pt x="19" y="159"/>
                  </a:cubicBezTo>
                  <a:cubicBezTo>
                    <a:pt x="16" y="160"/>
                    <a:pt x="13" y="161"/>
                    <a:pt x="10" y="161"/>
                  </a:cubicBezTo>
                  <a:cubicBezTo>
                    <a:pt x="16" y="172"/>
                    <a:pt x="16" y="172"/>
                    <a:pt x="16" y="172"/>
                  </a:cubicBezTo>
                  <a:cubicBezTo>
                    <a:pt x="28" y="180"/>
                    <a:pt x="28" y="180"/>
                    <a:pt x="28" y="180"/>
                  </a:cubicBezTo>
                  <a:cubicBezTo>
                    <a:pt x="29" y="179"/>
                    <a:pt x="31" y="178"/>
                    <a:pt x="33" y="177"/>
                  </a:cubicBezTo>
                  <a:cubicBezTo>
                    <a:pt x="35" y="175"/>
                    <a:pt x="38" y="174"/>
                    <a:pt x="40" y="173"/>
                  </a:cubicBezTo>
                  <a:cubicBezTo>
                    <a:pt x="41" y="171"/>
                    <a:pt x="42" y="170"/>
                    <a:pt x="42" y="168"/>
                  </a:cubicBezTo>
                  <a:cubicBezTo>
                    <a:pt x="43" y="165"/>
                    <a:pt x="43" y="162"/>
                    <a:pt x="43" y="159"/>
                  </a:cubicBezTo>
                  <a:cubicBezTo>
                    <a:pt x="45" y="157"/>
                    <a:pt x="45" y="157"/>
                    <a:pt x="45" y="157"/>
                  </a:cubicBezTo>
                  <a:cubicBezTo>
                    <a:pt x="52" y="159"/>
                    <a:pt x="52" y="159"/>
                    <a:pt x="52" y="159"/>
                  </a:cubicBezTo>
                  <a:cubicBezTo>
                    <a:pt x="48" y="163"/>
                    <a:pt x="48" y="163"/>
                    <a:pt x="48" y="163"/>
                  </a:cubicBezTo>
                  <a:cubicBezTo>
                    <a:pt x="48" y="172"/>
                    <a:pt x="48" y="172"/>
                    <a:pt x="48" y="172"/>
                  </a:cubicBezTo>
                  <a:cubicBezTo>
                    <a:pt x="46" y="174"/>
                    <a:pt x="46" y="174"/>
                    <a:pt x="46" y="174"/>
                  </a:cubicBezTo>
                  <a:cubicBezTo>
                    <a:pt x="49" y="180"/>
                    <a:pt x="49" y="180"/>
                    <a:pt x="49" y="180"/>
                  </a:cubicBezTo>
                  <a:cubicBezTo>
                    <a:pt x="48" y="182"/>
                    <a:pt x="48" y="185"/>
                    <a:pt x="48" y="188"/>
                  </a:cubicBezTo>
                  <a:cubicBezTo>
                    <a:pt x="47" y="192"/>
                    <a:pt x="47" y="196"/>
                    <a:pt x="47" y="200"/>
                  </a:cubicBezTo>
                  <a:cubicBezTo>
                    <a:pt x="48" y="202"/>
                    <a:pt x="48" y="202"/>
                    <a:pt x="48" y="202"/>
                  </a:cubicBezTo>
                  <a:cubicBezTo>
                    <a:pt x="51" y="197"/>
                    <a:pt x="51" y="197"/>
                    <a:pt x="51" y="197"/>
                  </a:cubicBezTo>
                  <a:cubicBezTo>
                    <a:pt x="51" y="201"/>
                    <a:pt x="51" y="204"/>
                    <a:pt x="51" y="208"/>
                  </a:cubicBezTo>
                  <a:cubicBezTo>
                    <a:pt x="52" y="218"/>
                    <a:pt x="54" y="228"/>
                    <a:pt x="57" y="238"/>
                  </a:cubicBezTo>
                  <a:cubicBezTo>
                    <a:pt x="60" y="248"/>
                    <a:pt x="63" y="258"/>
                    <a:pt x="68" y="268"/>
                  </a:cubicBezTo>
                  <a:cubicBezTo>
                    <a:pt x="71" y="276"/>
                    <a:pt x="74" y="283"/>
                    <a:pt x="78" y="291"/>
                  </a:cubicBezTo>
                  <a:cubicBezTo>
                    <a:pt x="81" y="299"/>
                    <a:pt x="85" y="307"/>
                    <a:pt x="87" y="315"/>
                  </a:cubicBezTo>
                  <a:cubicBezTo>
                    <a:pt x="89" y="315"/>
                    <a:pt x="90" y="314"/>
                    <a:pt x="91" y="313"/>
                  </a:cubicBezTo>
                  <a:cubicBezTo>
                    <a:pt x="92" y="313"/>
                    <a:pt x="92" y="313"/>
                    <a:pt x="93" y="313"/>
                  </a:cubicBezTo>
                  <a:cubicBezTo>
                    <a:pt x="98" y="304"/>
                    <a:pt x="98" y="304"/>
                    <a:pt x="98" y="304"/>
                  </a:cubicBezTo>
                  <a:cubicBezTo>
                    <a:pt x="98" y="302"/>
                    <a:pt x="98" y="302"/>
                    <a:pt x="98" y="302"/>
                  </a:cubicBezTo>
                  <a:cubicBezTo>
                    <a:pt x="102" y="297"/>
                    <a:pt x="102" y="297"/>
                    <a:pt x="102" y="297"/>
                  </a:cubicBezTo>
                  <a:cubicBezTo>
                    <a:pt x="102" y="292"/>
                    <a:pt x="102" y="292"/>
                    <a:pt x="102" y="292"/>
                  </a:cubicBezTo>
                  <a:cubicBezTo>
                    <a:pt x="104" y="291"/>
                    <a:pt x="106" y="291"/>
                    <a:pt x="108" y="290"/>
                  </a:cubicBezTo>
                  <a:cubicBezTo>
                    <a:pt x="109" y="290"/>
                    <a:pt x="110" y="290"/>
                    <a:pt x="112" y="290"/>
                  </a:cubicBezTo>
                  <a:cubicBezTo>
                    <a:pt x="112" y="289"/>
                    <a:pt x="112" y="288"/>
                    <a:pt x="112" y="287"/>
                  </a:cubicBezTo>
                  <a:cubicBezTo>
                    <a:pt x="113" y="280"/>
                    <a:pt x="114" y="273"/>
                    <a:pt x="115" y="267"/>
                  </a:cubicBezTo>
                  <a:cubicBezTo>
                    <a:pt x="115" y="260"/>
                    <a:pt x="114" y="254"/>
                    <a:pt x="115" y="248"/>
                  </a:cubicBezTo>
                  <a:cubicBezTo>
                    <a:pt x="115" y="242"/>
                    <a:pt x="115" y="236"/>
                    <a:pt x="116" y="230"/>
                  </a:cubicBezTo>
                  <a:cubicBezTo>
                    <a:pt x="121" y="226"/>
                    <a:pt x="121" y="226"/>
                    <a:pt x="121" y="226"/>
                  </a:cubicBezTo>
                  <a:cubicBezTo>
                    <a:pt x="124" y="226"/>
                    <a:pt x="124" y="226"/>
                    <a:pt x="124" y="226"/>
                  </a:cubicBezTo>
                  <a:cubicBezTo>
                    <a:pt x="125" y="229"/>
                    <a:pt x="125" y="229"/>
                    <a:pt x="125" y="229"/>
                  </a:cubicBezTo>
                  <a:cubicBezTo>
                    <a:pt x="130" y="225"/>
                    <a:pt x="130" y="225"/>
                    <a:pt x="130" y="225"/>
                  </a:cubicBezTo>
                  <a:cubicBezTo>
                    <a:pt x="131" y="222"/>
                    <a:pt x="131" y="222"/>
                    <a:pt x="131" y="222"/>
                  </a:cubicBezTo>
                  <a:cubicBezTo>
                    <a:pt x="133" y="223"/>
                    <a:pt x="133" y="223"/>
                    <a:pt x="133" y="223"/>
                  </a:cubicBezTo>
                  <a:cubicBezTo>
                    <a:pt x="138" y="218"/>
                    <a:pt x="138" y="218"/>
                    <a:pt x="138" y="218"/>
                  </a:cubicBezTo>
                  <a:cubicBezTo>
                    <a:pt x="138" y="216"/>
                    <a:pt x="138" y="216"/>
                    <a:pt x="138" y="216"/>
                  </a:cubicBezTo>
                  <a:cubicBezTo>
                    <a:pt x="136" y="214"/>
                    <a:pt x="136" y="214"/>
                    <a:pt x="136" y="214"/>
                  </a:cubicBezTo>
                  <a:cubicBezTo>
                    <a:pt x="142" y="209"/>
                    <a:pt x="148" y="203"/>
                    <a:pt x="153" y="197"/>
                  </a:cubicBezTo>
                  <a:cubicBezTo>
                    <a:pt x="155" y="195"/>
                    <a:pt x="157" y="193"/>
                    <a:pt x="158" y="191"/>
                  </a:cubicBezTo>
                  <a:cubicBezTo>
                    <a:pt x="161" y="192"/>
                    <a:pt x="161" y="192"/>
                    <a:pt x="161" y="192"/>
                  </a:cubicBezTo>
                  <a:cubicBezTo>
                    <a:pt x="164" y="191"/>
                    <a:pt x="166" y="189"/>
                    <a:pt x="168" y="187"/>
                  </a:cubicBezTo>
                  <a:cubicBezTo>
                    <a:pt x="171" y="185"/>
                    <a:pt x="173" y="183"/>
                    <a:pt x="176" y="180"/>
                  </a:cubicBezTo>
                  <a:cubicBezTo>
                    <a:pt x="173" y="178"/>
                    <a:pt x="173" y="178"/>
                    <a:pt x="173" y="178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5" y="172"/>
                    <a:pt x="176" y="171"/>
                    <a:pt x="178" y="171"/>
                  </a:cubicBezTo>
                  <a:cubicBezTo>
                    <a:pt x="180" y="170"/>
                    <a:pt x="182" y="169"/>
                    <a:pt x="184" y="168"/>
                  </a:cubicBezTo>
                  <a:cubicBezTo>
                    <a:pt x="187" y="165"/>
                    <a:pt x="187" y="165"/>
                    <a:pt x="187" y="165"/>
                  </a:cubicBezTo>
                  <a:cubicBezTo>
                    <a:pt x="187" y="169"/>
                    <a:pt x="187" y="169"/>
                    <a:pt x="187" y="169"/>
                  </a:cubicBezTo>
                  <a:cubicBezTo>
                    <a:pt x="192" y="169"/>
                    <a:pt x="192" y="169"/>
                    <a:pt x="192" y="169"/>
                  </a:cubicBezTo>
                  <a:cubicBezTo>
                    <a:pt x="187" y="152"/>
                    <a:pt x="187" y="152"/>
                    <a:pt x="187" y="152"/>
                  </a:cubicBezTo>
                  <a:cubicBezTo>
                    <a:pt x="190" y="144"/>
                    <a:pt x="190" y="144"/>
                    <a:pt x="190" y="144"/>
                  </a:cubicBezTo>
                  <a:cubicBezTo>
                    <a:pt x="186" y="129"/>
                    <a:pt x="186" y="129"/>
                    <a:pt x="186" y="129"/>
                  </a:cubicBezTo>
                  <a:cubicBezTo>
                    <a:pt x="190" y="119"/>
                    <a:pt x="190" y="119"/>
                    <a:pt x="190" y="119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3" y="131"/>
                    <a:pt x="203" y="131"/>
                    <a:pt x="203" y="131"/>
                  </a:cubicBezTo>
                  <a:cubicBezTo>
                    <a:pt x="217" y="134"/>
                    <a:pt x="217" y="134"/>
                    <a:pt x="217" y="134"/>
                  </a:cubicBezTo>
                  <a:cubicBezTo>
                    <a:pt x="221" y="139"/>
                    <a:pt x="221" y="139"/>
                    <a:pt x="221" y="139"/>
                  </a:cubicBezTo>
                  <a:cubicBezTo>
                    <a:pt x="219" y="148"/>
                    <a:pt x="219" y="148"/>
                    <a:pt x="219" y="148"/>
                  </a:cubicBezTo>
                  <a:cubicBezTo>
                    <a:pt x="222" y="150"/>
                    <a:pt x="222" y="150"/>
                    <a:pt x="222" y="150"/>
                  </a:cubicBezTo>
                  <a:cubicBezTo>
                    <a:pt x="222" y="151"/>
                    <a:pt x="222" y="151"/>
                    <a:pt x="222" y="151"/>
                  </a:cubicBezTo>
                  <a:cubicBezTo>
                    <a:pt x="222" y="159"/>
                    <a:pt x="222" y="159"/>
                    <a:pt x="222" y="159"/>
                  </a:cubicBezTo>
                  <a:cubicBezTo>
                    <a:pt x="222" y="161"/>
                    <a:pt x="219" y="178"/>
                    <a:pt x="219" y="179"/>
                  </a:cubicBezTo>
                  <a:cubicBezTo>
                    <a:pt x="225" y="157"/>
                    <a:pt x="225" y="157"/>
                    <a:pt x="225" y="157"/>
                  </a:cubicBezTo>
                  <a:cubicBezTo>
                    <a:pt x="225" y="157"/>
                    <a:pt x="225" y="157"/>
                    <a:pt x="225" y="157"/>
                  </a:cubicBezTo>
                  <a:cubicBezTo>
                    <a:pt x="229" y="156"/>
                    <a:pt x="229" y="156"/>
                    <a:pt x="229" y="156"/>
                  </a:cubicBezTo>
                  <a:cubicBezTo>
                    <a:pt x="237" y="124"/>
                    <a:pt x="237" y="124"/>
                    <a:pt x="237" y="124"/>
                  </a:cubicBezTo>
                  <a:cubicBezTo>
                    <a:pt x="242" y="120"/>
                    <a:pt x="247" y="116"/>
                    <a:pt x="251" y="111"/>
                  </a:cubicBezTo>
                  <a:cubicBezTo>
                    <a:pt x="256" y="106"/>
                    <a:pt x="260" y="100"/>
                    <a:pt x="265" y="94"/>
                  </a:cubicBezTo>
                  <a:cubicBezTo>
                    <a:pt x="251" y="77"/>
                    <a:pt x="251" y="77"/>
                    <a:pt x="251" y="77"/>
                  </a:cubicBezTo>
                  <a:cubicBezTo>
                    <a:pt x="239" y="81"/>
                    <a:pt x="226" y="85"/>
                    <a:pt x="214" y="88"/>
                  </a:cubicBezTo>
                  <a:cubicBezTo>
                    <a:pt x="212" y="89"/>
                    <a:pt x="210" y="90"/>
                    <a:pt x="208" y="90"/>
                  </a:cubicBezTo>
                  <a:cubicBezTo>
                    <a:pt x="210" y="99"/>
                    <a:pt x="210" y="99"/>
                    <a:pt x="210" y="99"/>
                  </a:cubicBezTo>
                  <a:cubicBezTo>
                    <a:pt x="210" y="100"/>
                    <a:pt x="209" y="100"/>
                    <a:pt x="209" y="101"/>
                  </a:cubicBezTo>
                  <a:cubicBezTo>
                    <a:pt x="202" y="104"/>
                    <a:pt x="202" y="104"/>
                    <a:pt x="202" y="104"/>
                  </a:cubicBezTo>
                  <a:cubicBezTo>
                    <a:pt x="191" y="105"/>
                    <a:pt x="191" y="105"/>
                    <a:pt x="191" y="105"/>
                  </a:cubicBezTo>
                  <a:cubicBezTo>
                    <a:pt x="189" y="105"/>
                    <a:pt x="189" y="105"/>
                    <a:pt x="189" y="105"/>
                  </a:cubicBezTo>
                  <a:cubicBezTo>
                    <a:pt x="189" y="105"/>
                    <a:pt x="189" y="105"/>
                    <a:pt x="189" y="105"/>
                  </a:cubicBezTo>
                  <a:cubicBezTo>
                    <a:pt x="186" y="99"/>
                    <a:pt x="186" y="99"/>
                    <a:pt x="186" y="99"/>
                  </a:cubicBezTo>
                  <a:cubicBezTo>
                    <a:pt x="187" y="93"/>
                    <a:pt x="187" y="93"/>
                    <a:pt x="187" y="93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0" y="95"/>
                    <a:pt x="180" y="95"/>
                    <a:pt x="180" y="95"/>
                  </a:cubicBezTo>
                  <a:cubicBezTo>
                    <a:pt x="180" y="95"/>
                    <a:pt x="180" y="95"/>
                    <a:pt x="179" y="95"/>
                  </a:cubicBezTo>
                  <a:cubicBezTo>
                    <a:pt x="179" y="104"/>
                    <a:pt x="179" y="104"/>
                    <a:pt x="179" y="104"/>
                  </a:cubicBezTo>
                  <a:cubicBezTo>
                    <a:pt x="176" y="107"/>
                    <a:pt x="176" y="107"/>
                    <a:pt x="176" y="107"/>
                  </a:cubicBezTo>
                  <a:cubicBezTo>
                    <a:pt x="166" y="107"/>
                    <a:pt x="156" y="105"/>
                    <a:pt x="148" y="102"/>
                  </a:cubicBezTo>
                  <a:cubicBezTo>
                    <a:pt x="147" y="102"/>
                    <a:pt x="147" y="102"/>
                    <a:pt x="146" y="102"/>
                  </a:cubicBezTo>
                  <a:cubicBezTo>
                    <a:pt x="141" y="101"/>
                    <a:pt x="136" y="99"/>
                    <a:pt x="131" y="97"/>
                  </a:cubicBezTo>
                  <a:cubicBezTo>
                    <a:pt x="125" y="94"/>
                    <a:pt x="117" y="90"/>
                    <a:pt x="109" y="87"/>
                  </a:cubicBezTo>
                  <a:cubicBezTo>
                    <a:pt x="112" y="72"/>
                    <a:pt x="112" y="72"/>
                    <a:pt x="112" y="72"/>
                  </a:cubicBezTo>
                  <a:cubicBezTo>
                    <a:pt x="115" y="68"/>
                    <a:pt x="115" y="68"/>
                    <a:pt x="115" y="68"/>
                  </a:cubicBezTo>
                  <a:cubicBezTo>
                    <a:pt x="112" y="61"/>
                    <a:pt x="110" y="54"/>
                    <a:pt x="109" y="47"/>
                  </a:cubicBezTo>
                  <a:cubicBezTo>
                    <a:pt x="109" y="45"/>
                    <a:pt x="108" y="44"/>
                    <a:pt x="108" y="41"/>
                  </a:cubicBezTo>
                  <a:cubicBezTo>
                    <a:pt x="107" y="36"/>
                    <a:pt x="108" y="30"/>
                    <a:pt x="108" y="24"/>
                  </a:cubicBezTo>
                  <a:cubicBezTo>
                    <a:pt x="109" y="18"/>
                    <a:pt x="110" y="11"/>
                    <a:pt x="111" y="5"/>
                  </a:cubicBezTo>
                  <a:cubicBezTo>
                    <a:pt x="110" y="5"/>
                    <a:pt x="109" y="4"/>
                    <a:pt x="108" y="4"/>
                  </a:cubicBezTo>
                  <a:cubicBezTo>
                    <a:pt x="98" y="3"/>
                    <a:pt x="98" y="3"/>
                    <a:pt x="98" y="3"/>
                  </a:cubicBezTo>
                  <a:lnTo>
                    <a:pt x="82" y="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06" name="Google Shape;206;p11"/>
            <p:cNvSpPr/>
            <p:nvPr/>
          </p:nvSpPr>
          <p:spPr>
            <a:xfrm>
              <a:off x="5135561" y="2782889"/>
              <a:ext cx="122237" cy="93663"/>
            </a:xfrm>
            <a:custGeom>
              <a:rect b="b" l="l" r="r" t="t"/>
              <a:pathLst>
                <a:path extrusionOk="0" h="59" w="77">
                  <a:moveTo>
                    <a:pt x="38" y="3"/>
                  </a:moveTo>
                  <a:lnTo>
                    <a:pt x="14" y="0"/>
                  </a:lnTo>
                  <a:lnTo>
                    <a:pt x="0" y="9"/>
                  </a:lnTo>
                  <a:lnTo>
                    <a:pt x="2" y="10"/>
                  </a:lnTo>
                  <a:lnTo>
                    <a:pt x="7" y="31"/>
                  </a:lnTo>
                  <a:lnTo>
                    <a:pt x="0" y="39"/>
                  </a:lnTo>
                  <a:lnTo>
                    <a:pt x="4" y="41"/>
                  </a:lnTo>
                  <a:lnTo>
                    <a:pt x="26" y="59"/>
                  </a:lnTo>
                  <a:lnTo>
                    <a:pt x="55" y="49"/>
                  </a:lnTo>
                  <a:lnTo>
                    <a:pt x="66" y="51"/>
                  </a:lnTo>
                  <a:lnTo>
                    <a:pt x="77" y="44"/>
                  </a:lnTo>
                  <a:lnTo>
                    <a:pt x="77" y="37"/>
                  </a:lnTo>
                  <a:lnTo>
                    <a:pt x="38" y="3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07" name="Google Shape;207;p11"/>
            <p:cNvSpPr/>
            <p:nvPr/>
          </p:nvSpPr>
          <p:spPr>
            <a:xfrm>
              <a:off x="5359399" y="3341689"/>
              <a:ext cx="144462" cy="80963"/>
            </a:xfrm>
            <a:custGeom>
              <a:rect b="b" l="l" r="r" t="t"/>
              <a:pathLst>
                <a:path extrusionOk="0" h="30" w="54">
                  <a:moveTo>
                    <a:pt x="48" y="0"/>
                  </a:moveTo>
                  <a:cubicBezTo>
                    <a:pt x="45" y="5"/>
                    <a:pt x="45" y="5"/>
                    <a:pt x="45" y="5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51" y="14"/>
                    <a:pt x="51" y="14"/>
                    <a:pt x="51" y="14"/>
                  </a:cubicBezTo>
                  <a:cubicBezTo>
                    <a:pt x="54" y="11"/>
                    <a:pt x="54" y="11"/>
                    <a:pt x="54" y="11"/>
                  </a:cubicBezTo>
                  <a:cubicBezTo>
                    <a:pt x="54" y="8"/>
                    <a:pt x="54" y="6"/>
                    <a:pt x="54" y="3"/>
                  </a:cubicBezTo>
                  <a:lnTo>
                    <a:pt x="48" y="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08" name="Google Shape;208;p11"/>
            <p:cNvSpPr/>
            <p:nvPr/>
          </p:nvSpPr>
          <p:spPr>
            <a:xfrm>
              <a:off x="5487986" y="3325814"/>
              <a:ext cx="22225" cy="23813"/>
            </a:xfrm>
            <a:custGeom>
              <a:rect b="b" l="l" r="r" t="t"/>
              <a:pathLst>
                <a:path extrusionOk="0" h="9" w="8">
                  <a:moveTo>
                    <a:pt x="5" y="0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6"/>
                    <a:pt x="7" y="3"/>
                    <a:pt x="8" y="1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09" name="Google Shape;209;p11"/>
            <p:cNvSpPr/>
            <p:nvPr/>
          </p:nvSpPr>
          <p:spPr>
            <a:xfrm>
              <a:off x="7150099" y="3094039"/>
              <a:ext cx="26987" cy="22225"/>
            </a:xfrm>
            <a:custGeom>
              <a:rect b="b" l="l" r="r" t="t"/>
              <a:pathLst>
                <a:path extrusionOk="0" h="14" w="17">
                  <a:moveTo>
                    <a:pt x="17" y="7"/>
                  </a:moveTo>
                  <a:lnTo>
                    <a:pt x="10" y="12"/>
                  </a:lnTo>
                  <a:lnTo>
                    <a:pt x="3" y="14"/>
                  </a:lnTo>
                  <a:lnTo>
                    <a:pt x="0" y="9"/>
                  </a:lnTo>
                  <a:lnTo>
                    <a:pt x="9" y="2"/>
                  </a:lnTo>
                  <a:lnTo>
                    <a:pt x="17" y="0"/>
                  </a:lnTo>
                  <a:lnTo>
                    <a:pt x="17" y="7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10" name="Google Shape;210;p11"/>
            <p:cNvSpPr/>
            <p:nvPr/>
          </p:nvSpPr>
          <p:spPr>
            <a:xfrm>
              <a:off x="7145336" y="2933701"/>
              <a:ext cx="88900" cy="136525"/>
            </a:xfrm>
            <a:custGeom>
              <a:rect b="b" l="l" r="r" t="t"/>
              <a:pathLst>
                <a:path extrusionOk="0" h="51" w="33">
                  <a:moveTo>
                    <a:pt x="1" y="16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2" y="24"/>
                    <a:pt x="5" y="29"/>
                    <a:pt x="7" y="33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2" y="30"/>
                    <a:pt x="31" y="27"/>
                    <a:pt x="31" y="22"/>
                  </a:cubicBezTo>
                  <a:cubicBezTo>
                    <a:pt x="31" y="19"/>
                    <a:pt x="30" y="16"/>
                    <a:pt x="29" y="13"/>
                  </a:cubicBezTo>
                  <a:cubicBezTo>
                    <a:pt x="27" y="9"/>
                    <a:pt x="25" y="4"/>
                    <a:pt x="23" y="0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8" y="11"/>
                    <a:pt x="8" y="13"/>
                    <a:pt x="9" y="14"/>
                  </a:cubicBezTo>
                  <a:cubicBezTo>
                    <a:pt x="9" y="15"/>
                    <a:pt x="9" y="16"/>
                    <a:pt x="10" y="17"/>
                  </a:cubicBezTo>
                  <a:lnTo>
                    <a:pt x="1" y="16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11" name="Google Shape;211;p11"/>
            <p:cNvSpPr/>
            <p:nvPr/>
          </p:nvSpPr>
          <p:spPr>
            <a:xfrm>
              <a:off x="7111999" y="2801939"/>
              <a:ext cx="146050" cy="158750"/>
            </a:xfrm>
            <a:custGeom>
              <a:rect b="b" l="l" r="r" t="t"/>
              <a:pathLst>
                <a:path extrusionOk="0" h="59" w="54">
                  <a:moveTo>
                    <a:pt x="47" y="10"/>
                  </a:moveTo>
                  <a:cubicBezTo>
                    <a:pt x="54" y="2"/>
                    <a:pt x="54" y="2"/>
                    <a:pt x="54" y="2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14" y="28"/>
                    <a:pt x="6" y="31"/>
                    <a:pt x="0" y="34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6" y="42"/>
                    <a:pt x="4" y="47"/>
                    <a:pt x="1" y="53"/>
                  </a:cubicBezTo>
                  <a:cubicBezTo>
                    <a:pt x="4" y="56"/>
                    <a:pt x="4" y="56"/>
                    <a:pt x="4" y="56"/>
                  </a:cubicBezTo>
                  <a:cubicBezTo>
                    <a:pt x="17" y="55"/>
                    <a:pt x="17" y="55"/>
                    <a:pt x="17" y="55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4" y="47"/>
                    <a:pt x="33" y="46"/>
                    <a:pt x="32" y="45"/>
                  </a:cubicBezTo>
                  <a:cubicBezTo>
                    <a:pt x="30" y="44"/>
                    <a:pt x="29" y="43"/>
                    <a:pt x="28" y="43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46" y="17"/>
                    <a:pt x="46" y="17"/>
                    <a:pt x="46" y="17"/>
                  </a:cubicBezTo>
                  <a:cubicBezTo>
                    <a:pt x="49" y="12"/>
                    <a:pt x="49" y="12"/>
                    <a:pt x="49" y="12"/>
                  </a:cubicBezTo>
                  <a:lnTo>
                    <a:pt x="47" y="1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12" name="Google Shape;212;p11"/>
            <p:cNvSpPr/>
            <p:nvPr/>
          </p:nvSpPr>
          <p:spPr>
            <a:xfrm>
              <a:off x="6745286" y="3497264"/>
              <a:ext cx="50800" cy="39688"/>
            </a:xfrm>
            <a:custGeom>
              <a:rect b="b" l="l" r="r" t="t"/>
              <a:pathLst>
                <a:path extrusionOk="0" h="15" w="19">
                  <a:moveTo>
                    <a:pt x="2" y="14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9"/>
                    <a:pt x="1" y="7"/>
                    <a:pt x="2" y="6"/>
                  </a:cubicBezTo>
                  <a:cubicBezTo>
                    <a:pt x="7" y="4"/>
                    <a:pt x="12" y="2"/>
                    <a:pt x="18" y="0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5" y="7"/>
                    <a:pt x="10" y="11"/>
                    <a:pt x="6" y="15"/>
                  </a:cubicBezTo>
                  <a:cubicBezTo>
                    <a:pt x="2" y="14"/>
                    <a:pt x="2" y="14"/>
                    <a:pt x="2" y="14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213" name="Google Shape;213;p11"/>
            <p:cNvGrpSpPr/>
            <p:nvPr/>
          </p:nvGrpSpPr>
          <p:grpSpPr>
            <a:xfrm>
              <a:off x="5915025" y="2441576"/>
              <a:ext cx="1449387" cy="1095376"/>
              <a:chOff x="5915025" y="2441575"/>
              <a:chExt cx="1449387" cy="1095376"/>
            </a:xfrm>
          </p:grpSpPr>
          <p:sp>
            <p:nvSpPr>
              <p:cNvPr id="214" name="Google Shape;214;p11"/>
              <p:cNvSpPr/>
              <p:nvPr/>
            </p:nvSpPr>
            <p:spPr>
              <a:xfrm>
                <a:off x="7056437" y="3194050"/>
                <a:ext cx="15875" cy="15875"/>
              </a:xfrm>
              <a:custGeom>
                <a:rect b="b" l="l" r="r" t="t"/>
                <a:pathLst>
                  <a:path extrusionOk="0" h="10" w="10">
                    <a:moveTo>
                      <a:pt x="5" y="10"/>
                    </a:moveTo>
                    <a:lnTo>
                      <a:pt x="0" y="5"/>
                    </a:lnTo>
                    <a:lnTo>
                      <a:pt x="2" y="0"/>
                    </a:lnTo>
                    <a:lnTo>
                      <a:pt x="10" y="7"/>
                    </a:lnTo>
                    <a:lnTo>
                      <a:pt x="5" y="10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15" name="Google Shape;215;p11"/>
              <p:cNvSpPr/>
              <p:nvPr/>
            </p:nvSpPr>
            <p:spPr>
              <a:xfrm>
                <a:off x="5915025" y="2441575"/>
                <a:ext cx="1449387" cy="1044575"/>
              </a:xfrm>
              <a:custGeom>
                <a:rect b="b" l="l" r="r" t="t"/>
                <a:pathLst>
                  <a:path extrusionOk="0" h="389" w="540">
                    <a:moveTo>
                      <a:pt x="386" y="77"/>
                    </a:moveTo>
                    <a:cubicBezTo>
                      <a:pt x="395" y="77"/>
                      <a:pt x="395" y="77"/>
                      <a:pt x="395" y="77"/>
                    </a:cubicBezTo>
                    <a:cubicBezTo>
                      <a:pt x="401" y="74"/>
                      <a:pt x="401" y="74"/>
                      <a:pt x="401" y="74"/>
                    </a:cubicBezTo>
                    <a:cubicBezTo>
                      <a:pt x="386" y="68"/>
                      <a:pt x="386" y="68"/>
                      <a:pt x="386" y="68"/>
                    </a:cubicBezTo>
                    <a:cubicBezTo>
                      <a:pt x="376" y="73"/>
                      <a:pt x="376" y="73"/>
                      <a:pt x="376" y="73"/>
                    </a:cubicBezTo>
                    <a:cubicBezTo>
                      <a:pt x="370" y="65"/>
                      <a:pt x="370" y="65"/>
                      <a:pt x="370" y="65"/>
                    </a:cubicBezTo>
                    <a:cubicBezTo>
                      <a:pt x="371" y="47"/>
                      <a:pt x="371" y="47"/>
                      <a:pt x="371" y="47"/>
                    </a:cubicBezTo>
                    <a:cubicBezTo>
                      <a:pt x="375" y="46"/>
                      <a:pt x="380" y="46"/>
                      <a:pt x="384" y="45"/>
                    </a:cubicBezTo>
                    <a:cubicBezTo>
                      <a:pt x="398" y="44"/>
                      <a:pt x="398" y="44"/>
                      <a:pt x="398" y="44"/>
                    </a:cubicBezTo>
                    <a:cubicBezTo>
                      <a:pt x="416" y="15"/>
                      <a:pt x="416" y="15"/>
                      <a:pt x="416" y="15"/>
                    </a:cubicBezTo>
                    <a:cubicBezTo>
                      <a:pt x="412" y="7"/>
                      <a:pt x="412" y="7"/>
                      <a:pt x="412" y="7"/>
                    </a:cubicBezTo>
                    <a:cubicBezTo>
                      <a:pt x="412" y="7"/>
                      <a:pt x="412" y="7"/>
                      <a:pt x="412" y="7"/>
                    </a:cubicBezTo>
                    <a:cubicBezTo>
                      <a:pt x="413" y="7"/>
                      <a:pt x="413" y="7"/>
                      <a:pt x="413" y="7"/>
                    </a:cubicBezTo>
                    <a:cubicBezTo>
                      <a:pt x="415" y="5"/>
                      <a:pt x="418" y="4"/>
                      <a:pt x="422" y="3"/>
                    </a:cubicBezTo>
                    <a:cubicBezTo>
                      <a:pt x="428" y="2"/>
                      <a:pt x="434" y="1"/>
                      <a:pt x="440" y="0"/>
                    </a:cubicBezTo>
                    <a:cubicBezTo>
                      <a:pt x="443" y="0"/>
                      <a:pt x="443" y="0"/>
                      <a:pt x="443" y="0"/>
                    </a:cubicBezTo>
                    <a:cubicBezTo>
                      <a:pt x="457" y="7"/>
                      <a:pt x="457" y="7"/>
                      <a:pt x="457" y="7"/>
                    </a:cubicBezTo>
                    <a:cubicBezTo>
                      <a:pt x="476" y="43"/>
                      <a:pt x="476" y="43"/>
                      <a:pt x="476" y="43"/>
                    </a:cubicBezTo>
                    <a:cubicBezTo>
                      <a:pt x="504" y="60"/>
                      <a:pt x="504" y="60"/>
                      <a:pt x="504" y="60"/>
                    </a:cubicBezTo>
                    <a:cubicBezTo>
                      <a:pt x="509" y="70"/>
                      <a:pt x="509" y="70"/>
                      <a:pt x="509" y="70"/>
                    </a:cubicBezTo>
                    <a:cubicBezTo>
                      <a:pt x="512" y="68"/>
                      <a:pt x="512" y="68"/>
                      <a:pt x="512" y="68"/>
                    </a:cubicBezTo>
                    <a:cubicBezTo>
                      <a:pt x="518" y="63"/>
                      <a:pt x="524" y="60"/>
                      <a:pt x="531" y="56"/>
                    </a:cubicBezTo>
                    <a:cubicBezTo>
                      <a:pt x="534" y="55"/>
                      <a:pt x="537" y="54"/>
                      <a:pt x="540" y="54"/>
                    </a:cubicBezTo>
                    <a:cubicBezTo>
                      <a:pt x="518" y="100"/>
                      <a:pt x="518" y="100"/>
                      <a:pt x="518" y="100"/>
                    </a:cubicBezTo>
                    <a:cubicBezTo>
                      <a:pt x="507" y="107"/>
                      <a:pt x="507" y="107"/>
                      <a:pt x="507" y="107"/>
                    </a:cubicBezTo>
                    <a:cubicBezTo>
                      <a:pt x="510" y="129"/>
                      <a:pt x="510" y="129"/>
                      <a:pt x="510" y="129"/>
                    </a:cubicBezTo>
                    <a:cubicBezTo>
                      <a:pt x="509" y="130"/>
                      <a:pt x="509" y="130"/>
                      <a:pt x="509" y="130"/>
                    </a:cubicBezTo>
                    <a:cubicBezTo>
                      <a:pt x="506" y="132"/>
                      <a:pt x="503" y="134"/>
                      <a:pt x="500" y="135"/>
                    </a:cubicBezTo>
                    <a:cubicBezTo>
                      <a:pt x="500" y="135"/>
                      <a:pt x="500" y="136"/>
                      <a:pt x="500" y="136"/>
                    </a:cubicBezTo>
                    <a:cubicBezTo>
                      <a:pt x="496" y="134"/>
                      <a:pt x="496" y="134"/>
                      <a:pt x="496" y="134"/>
                    </a:cubicBezTo>
                    <a:cubicBezTo>
                      <a:pt x="479" y="153"/>
                      <a:pt x="479" y="153"/>
                      <a:pt x="479" y="153"/>
                    </a:cubicBezTo>
                    <a:cubicBezTo>
                      <a:pt x="472" y="154"/>
                      <a:pt x="472" y="154"/>
                      <a:pt x="472" y="154"/>
                    </a:cubicBezTo>
                    <a:cubicBezTo>
                      <a:pt x="467" y="160"/>
                      <a:pt x="467" y="160"/>
                      <a:pt x="467" y="160"/>
                    </a:cubicBezTo>
                    <a:cubicBezTo>
                      <a:pt x="464" y="161"/>
                      <a:pt x="450" y="166"/>
                      <a:pt x="446" y="168"/>
                    </a:cubicBezTo>
                    <a:cubicBezTo>
                      <a:pt x="442" y="167"/>
                      <a:pt x="442" y="167"/>
                      <a:pt x="442" y="167"/>
                    </a:cubicBezTo>
                    <a:cubicBezTo>
                      <a:pt x="437" y="169"/>
                      <a:pt x="432" y="170"/>
                      <a:pt x="427" y="173"/>
                    </a:cubicBezTo>
                    <a:cubicBezTo>
                      <a:pt x="424" y="174"/>
                      <a:pt x="421" y="176"/>
                      <a:pt x="418" y="177"/>
                    </a:cubicBezTo>
                    <a:cubicBezTo>
                      <a:pt x="417" y="176"/>
                      <a:pt x="417" y="176"/>
                      <a:pt x="417" y="176"/>
                    </a:cubicBezTo>
                    <a:cubicBezTo>
                      <a:pt x="417" y="175"/>
                      <a:pt x="417" y="174"/>
                      <a:pt x="417" y="173"/>
                    </a:cubicBezTo>
                    <a:cubicBezTo>
                      <a:pt x="418" y="171"/>
                      <a:pt x="418" y="169"/>
                      <a:pt x="419" y="167"/>
                    </a:cubicBezTo>
                    <a:cubicBezTo>
                      <a:pt x="422" y="166"/>
                      <a:pt x="424" y="164"/>
                      <a:pt x="427" y="162"/>
                    </a:cubicBezTo>
                    <a:cubicBezTo>
                      <a:pt x="429" y="160"/>
                      <a:pt x="431" y="158"/>
                      <a:pt x="433" y="156"/>
                    </a:cubicBezTo>
                    <a:cubicBezTo>
                      <a:pt x="430" y="154"/>
                      <a:pt x="430" y="154"/>
                      <a:pt x="430" y="154"/>
                    </a:cubicBezTo>
                    <a:cubicBezTo>
                      <a:pt x="430" y="151"/>
                      <a:pt x="430" y="151"/>
                      <a:pt x="430" y="151"/>
                    </a:cubicBezTo>
                    <a:cubicBezTo>
                      <a:pt x="426" y="152"/>
                      <a:pt x="426" y="152"/>
                      <a:pt x="426" y="152"/>
                    </a:cubicBezTo>
                    <a:cubicBezTo>
                      <a:pt x="423" y="151"/>
                      <a:pt x="423" y="151"/>
                      <a:pt x="423" y="151"/>
                    </a:cubicBezTo>
                    <a:cubicBezTo>
                      <a:pt x="420" y="153"/>
                      <a:pt x="418" y="156"/>
                      <a:pt x="416" y="158"/>
                    </a:cubicBezTo>
                    <a:cubicBezTo>
                      <a:pt x="412" y="161"/>
                      <a:pt x="409" y="165"/>
                      <a:pt x="405" y="168"/>
                    </a:cubicBezTo>
                    <a:cubicBezTo>
                      <a:pt x="400" y="168"/>
                      <a:pt x="400" y="168"/>
                      <a:pt x="400" y="168"/>
                    </a:cubicBezTo>
                    <a:cubicBezTo>
                      <a:pt x="396" y="176"/>
                      <a:pt x="396" y="176"/>
                      <a:pt x="396" y="176"/>
                    </a:cubicBezTo>
                    <a:cubicBezTo>
                      <a:pt x="394" y="176"/>
                      <a:pt x="392" y="176"/>
                      <a:pt x="390" y="176"/>
                    </a:cubicBezTo>
                    <a:cubicBezTo>
                      <a:pt x="388" y="177"/>
                      <a:pt x="386" y="177"/>
                      <a:pt x="383" y="178"/>
                    </a:cubicBezTo>
                    <a:cubicBezTo>
                      <a:pt x="379" y="186"/>
                      <a:pt x="379" y="186"/>
                      <a:pt x="379" y="186"/>
                    </a:cubicBezTo>
                    <a:cubicBezTo>
                      <a:pt x="383" y="190"/>
                      <a:pt x="383" y="190"/>
                      <a:pt x="383" y="190"/>
                    </a:cubicBezTo>
                    <a:cubicBezTo>
                      <a:pt x="390" y="190"/>
                      <a:pt x="390" y="190"/>
                      <a:pt x="390" y="190"/>
                    </a:cubicBezTo>
                    <a:cubicBezTo>
                      <a:pt x="392" y="192"/>
                      <a:pt x="392" y="192"/>
                      <a:pt x="392" y="192"/>
                    </a:cubicBezTo>
                    <a:cubicBezTo>
                      <a:pt x="394" y="199"/>
                      <a:pt x="394" y="199"/>
                      <a:pt x="394" y="199"/>
                    </a:cubicBezTo>
                    <a:cubicBezTo>
                      <a:pt x="400" y="201"/>
                      <a:pt x="400" y="201"/>
                      <a:pt x="400" y="201"/>
                    </a:cubicBezTo>
                    <a:cubicBezTo>
                      <a:pt x="401" y="200"/>
                      <a:pt x="402" y="199"/>
                      <a:pt x="403" y="199"/>
                    </a:cubicBezTo>
                    <a:cubicBezTo>
                      <a:pt x="407" y="196"/>
                      <a:pt x="410" y="194"/>
                      <a:pt x="413" y="192"/>
                    </a:cubicBezTo>
                    <a:cubicBezTo>
                      <a:pt x="415" y="191"/>
                      <a:pt x="416" y="190"/>
                      <a:pt x="418" y="190"/>
                    </a:cubicBezTo>
                    <a:cubicBezTo>
                      <a:pt x="420" y="191"/>
                      <a:pt x="424" y="193"/>
                      <a:pt x="427" y="194"/>
                    </a:cubicBezTo>
                    <a:cubicBezTo>
                      <a:pt x="428" y="195"/>
                      <a:pt x="431" y="195"/>
                      <a:pt x="433" y="195"/>
                    </a:cubicBezTo>
                    <a:cubicBezTo>
                      <a:pt x="430" y="202"/>
                      <a:pt x="430" y="202"/>
                      <a:pt x="430" y="202"/>
                    </a:cubicBezTo>
                    <a:cubicBezTo>
                      <a:pt x="428" y="203"/>
                      <a:pt x="427" y="203"/>
                      <a:pt x="426" y="204"/>
                    </a:cubicBezTo>
                    <a:cubicBezTo>
                      <a:pt x="422" y="206"/>
                      <a:pt x="418" y="208"/>
                      <a:pt x="415" y="211"/>
                    </a:cubicBezTo>
                    <a:cubicBezTo>
                      <a:pt x="412" y="211"/>
                      <a:pt x="412" y="211"/>
                      <a:pt x="412" y="211"/>
                    </a:cubicBezTo>
                    <a:cubicBezTo>
                      <a:pt x="411" y="213"/>
                      <a:pt x="410" y="215"/>
                      <a:pt x="409" y="216"/>
                    </a:cubicBezTo>
                    <a:cubicBezTo>
                      <a:pt x="406" y="220"/>
                      <a:pt x="403" y="224"/>
                      <a:pt x="400" y="228"/>
                    </a:cubicBezTo>
                    <a:cubicBezTo>
                      <a:pt x="400" y="234"/>
                      <a:pt x="400" y="234"/>
                      <a:pt x="400" y="234"/>
                    </a:cubicBezTo>
                    <a:cubicBezTo>
                      <a:pt x="409" y="234"/>
                      <a:pt x="409" y="234"/>
                      <a:pt x="409" y="234"/>
                    </a:cubicBezTo>
                    <a:cubicBezTo>
                      <a:pt x="410" y="237"/>
                      <a:pt x="411" y="239"/>
                      <a:pt x="412" y="242"/>
                    </a:cubicBezTo>
                    <a:cubicBezTo>
                      <a:pt x="414" y="247"/>
                      <a:pt x="416" y="252"/>
                      <a:pt x="418" y="257"/>
                    </a:cubicBezTo>
                    <a:cubicBezTo>
                      <a:pt x="419" y="258"/>
                      <a:pt x="419" y="259"/>
                      <a:pt x="419" y="260"/>
                    </a:cubicBezTo>
                    <a:cubicBezTo>
                      <a:pt x="411" y="256"/>
                      <a:pt x="411" y="256"/>
                      <a:pt x="411" y="256"/>
                    </a:cubicBezTo>
                    <a:cubicBezTo>
                      <a:pt x="408" y="259"/>
                      <a:pt x="408" y="259"/>
                      <a:pt x="408" y="259"/>
                    </a:cubicBezTo>
                    <a:cubicBezTo>
                      <a:pt x="417" y="268"/>
                      <a:pt x="417" y="268"/>
                      <a:pt x="417" y="268"/>
                    </a:cubicBezTo>
                    <a:cubicBezTo>
                      <a:pt x="423" y="269"/>
                      <a:pt x="423" y="269"/>
                      <a:pt x="423" y="269"/>
                    </a:cubicBezTo>
                    <a:cubicBezTo>
                      <a:pt x="424" y="271"/>
                      <a:pt x="424" y="271"/>
                      <a:pt x="424" y="271"/>
                    </a:cubicBezTo>
                    <a:cubicBezTo>
                      <a:pt x="423" y="271"/>
                      <a:pt x="422" y="271"/>
                      <a:pt x="422" y="271"/>
                    </a:cubicBezTo>
                    <a:cubicBezTo>
                      <a:pt x="417" y="274"/>
                      <a:pt x="412" y="276"/>
                      <a:pt x="407" y="279"/>
                    </a:cubicBezTo>
                    <a:cubicBezTo>
                      <a:pt x="407" y="281"/>
                      <a:pt x="407" y="281"/>
                      <a:pt x="407" y="281"/>
                    </a:cubicBezTo>
                    <a:cubicBezTo>
                      <a:pt x="420" y="283"/>
                      <a:pt x="420" y="283"/>
                      <a:pt x="420" y="283"/>
                    </a:cubicBezTo>
                    <a:cubicBezTo>
                      <a:pt x="423" y="287"/>
                      <a:pt x="423" y="287"/>
                      <a:pt x="423" y="287"/>
                    </a:cubicBezTo>
                    <a:cubicBezTo>
                      <a:pt x="417" y="292"/>
                      <a:pt x="417" y="292"/>
                      <a:pt x="417" y="292"/>
                    </a:cubicBezTo>
                    <a:cubicBezTo>
                      <a:pt x="417" y="294"/>
                      <a:pt x="417" y="294"/>
                      <a:pt x="417" y="294"/>
                    </a:cubicBezTo>
                    <a:cubicBezTo>
                      <a:pt x="418" y="294"/>
                      <a:pt x="419" y="293"/>
                      <a:pt x="420" y="292"/>
                    </a:cubicBezTo>
                    <a:cubicBezTo>
                      <a:pt x="422" y="292"/>
                      <a:pt x="423" y="292"/>
                      <a:pt x="424" y="292"/>
                    </a:cubicBezTo>
                    <a:cubicBezTo>
                      <a:pt x="425" y="296"/>
                      <a:pt x="425" y="296"/>
                      <a:pt x="425" y="296"/>
                    </a:cubicBezTo>
                    <a:cubicBezTo>
                      <a:pt x="417" y="310"/>
                      <a:pt x="417" y="310"/>
                      <a:pt x="417" y="310"/>
                    </a:cubicBezTo>
                    <a:cubicBezTo>
                      <a:pt x="414" y="312"/>
                      <a:pt x="414" y="312"/>
                      <a:pt x="414" y="312"/>
                    </a:cubicBezTo>
                    <a:cubicBezTo>
                      <a:pt x="410" y="319"/>
                      <a:pt x="410" y="319"/>
                      <a:pt x="410" y="319"/>
                    </a:cubicBezTo>
                    <a:cubicBezTo>
                      <a:pt x="406" y="320"/>
                      <a:pt x="406" y="320"/>
                      <a:pt x="406" y="320"/>
                    </a:cubicBezTo>
                    <a:cubicBezTo>
                      <a:pt x="403" y="323"/>
                      <a:pt x="403" y="323"/>
                      <a:pt x="403" y="323"/>
                    </a:cubicBezTo>
                    <a:cubicBezTo>
                      <a:pt x="407" y="325"/>
                      <a:pt x="407" y="325"/>
                      <a:pt x="407" y="325"/>
                    </a:cubicBezTo>
                    <a:cubicBezTo>
                      <a:pt x="402" y="336"/>
                      <a:pt x="402" y="336"/>
                      <a:pt x="402" y="336"/>
                    </a:cubicBezTo>
                    <a:cubicBezTo>
                      <a:pt x="398" y="337"/>
                      <a:pt x="398" y="337"/>
                      <a:pt x="398" y="337"/>
                    </a:cubicBezTo>
                    <a:cubicBezTo>
                      <a:pt x="397" y="342"/>
                      <a:pt x="397" y="342"/>
                      <a:pt x="397" y="342"/>
                    </a:cubicBezTo>
                    <a:cubicBezTo>
                      <a:pt x="393" y="347"/>
                      <a:pt x="393" y="347"/>
                      <a:pt x="393" y="347"/>
                    </a:cubicBezTo>
                    <a:cubicBezTo>
                      <a:pt x="389" y="347"/>
                      <a:pt x="389" y="347"/>
                      <a:pt x="389" y="347"/>
                    </a:cubicBezTo>
                    <a:cubicBezTo>
                      <a:pt x="388" y="351"/>
                      <a:pt x="388" y="351"/>
                      <a:pt x="388" y="351"/>
                    </a:cubicBezTo>
                    <a:cubicBezTo>
                      <a:pt x="386" y="353"/>
                      <a:pt x="384" y="355"/>
                      <a:pt x="382" y="357"/>
                    </a:cubicBezTo>
                    <a:cubicBezTo>
                      <a:pt x="379" y="359"/>
                      <a:pt x="377" y="361"/>
                      <a:pt x="374" y="364"/>
                    </a:cubicBezTo>
                    <a:cubicBezTo>
                      <a:pt x="373" y="365"/>
                      <a:pt x="371" y="366"/>
                      <a:pt x="369" y="367"/>
                    </a:cubicBezTo>
                    <a:cubicBezTo>
                      <a:pt x="364" y="366"/>
                      <a:pt x="364" y="366"/>
                      <a:pt x="364" y="366"/>
                    </a:cubicBezTo>
                    <a:cubicBezTo>
                      <a:pt x="362" y="370"/>
                      <a:pt x="362" y="370"/>
                      <a:pt x="362" y="370"/>
                    </a:cubicBezTo>
                    <a:cubicBezTo>
                      <a:pt x="358" y="371"/>
                      <a:pt x="358" y="371"/>
                      <a:pt x="358" y="371"/>
                    </a:cubicBezTo>
                    <a:cubicBezTo>
                      <a:pt x="358" y="370"/>
                      <a:pt x="357" y="370"/>
                      <a:pt x="356" y="369"/>
                    </a:cubicBezTo>
                    <a:cubicBezTo>
                      <a:pt x="356" y="367"/>
                      <a:pt x="355" y="366"/>
                      <a:pt x="354" y="365"/>
                    </a:cubicBezTo>
                    <a:cubicBezTo>
                      <a:pt x="353" y="367"/>
                      <a:pt x="353" y="367"/>
                      <a:pt x="353" y="367"/>
                    </a:cubicBezTo>
                    <a:cubicBezTo>
                      <a:pt x="353" y="373"/>
                      <a:pt x="353" y="373"/>
                      <a:pt x="353" y="373"/>
                    </a:cubicBezTo>
                    <a:cubicBezTo>
                      <a:pt x="350" y="376"/>
                      <a:pt x="350" y="376"/>
                      <a:pt x="350" y="376"/>
                    </a:cubicBezTo>
                    <a:cubicBezTo>
                      <a:pt x="348" y="375"/>
                      <a:pt x="348" y="375"/>
                      <a:pt x="348" y="375"/>
                    </a:cubicBezTo>
                    <a:cubicBezTo>
                      <a:pt x="346" y="377"/>
                      <a:pt x="346" y="377"/>
                      <a:pt x="346" y="377"/>
                    </a:cubicBezTo>
                    <a:cubicBezTo>
                      <a:pt x="341" y="378"/>
                      <a:pt x="336" y="380"/>
                      <a:pt x="332" y="381"/>
                    </a:cubicBezTo>
                    <a:cubicBezTo>
                      <a:pt x="330" y="381"/>
                      <a:pt x="328" y="381"/>
                      <a:pt x="327" y="381"/>
                    </a:cubicBezTo>
                    <a:cubicBezTo>
                      <a:pt x="326" y="381"/>
                      <a:pt x="324" y="382"/>
                      <a:pt x="323" y="382"/>
                    </a:cubicBezTo>
                    <a:cubicBezTo>
                      <a:pt x="325" y="386"/>
                      <a:pt x="325" y="386"/>
                      <a:pt x="325" y="386"/>
                    </a:cubicBezTo>
                    <a:cubicBezTo>
                      <a:pt x="323" y="389"/>
                      <a:pt x="323" y="389"/>
                      <a:pt x="323" y="389"/>
                    </a:cubicBezTo>
                    <a:cubicBezTo>
                      <a:pt x="316" y="388"/>
                      <a:pt x="316" y="388"/>
                      <a:pt x="316" y="388"/>
                    </a:cubicBezTo>
                    <a:cubicBezTo>
                      <a:pt x="317" y="380"/>
                      <a:pt x="317" y="380"/>
                      <a:pt x="317" y="380"/>
                    </a:cubicBezTo>
                    <a:cubicBezTo>
                      <a:pt x="311" y="383"/>
                      <a:pt x="311" y="383"/>
                      <a:pt x="311" y="383"/>
                    </a:cubicBezTo>
                    <a:cubicBezTo>
                      <a:pt x="310" y="382"/>
                      <a:pt x="310" y="382"/>
                      <a:pt x="310" y="382"/>
                    </a:cubicBezTo>
                    <a:cubicBezTo>
                      <a:pt x="311" y="378"/>
                      <a:pt x="311" y="378"/>
                      <a:pt x="311" y="378"/>
                    </a:cubicBezTo>
                    <a:cubicBezTo>
                      <a:pt x="307" y="378"/>
                      <a:pt x="307" y="378"/>
                      <a:pt x="307" y="378"/>
                    </a:cubicBezTo>
                    <a:cubicBezTo>
                      <a:pt x="299" y="385"/>
                      <a:pt x="299" y="385"/>
                      <a:pt x="299" y="385"/>
                    </a:cubicBezTo>
                    <a:cubicBezTo>
                      <a:pt x="298" y="382"/>
                      <a:pt x="297" y="380"/>
                      <a:pt x="295" y="378"/>
                    </a:cubicBezTo>
                    <a:cubicBezTo>
                      <a:pt x="294" y="374"/>
                      <a:pt x="292" y="371"/>
                      <a:pt x="290" y="367"/>
                    </a:cubicBezTo>
                    <a:cubicBezTo>
                      <a:pt x="277" y="361"/>
                      <a:pt x="277" y="361"/>
                      <a:pt x="277" y="361"/>
                    </a:cubicBezTo>
                    <a:cubicBezTo>
                      <a:pt x="272" y="363"/>
                      <a:pt x="268" y="365"/>
                      <a:pt x="264" y="367"/>
                    </a:cubicBezTo>
                    <a:cubicBezTo>
                      <a:pt x="257" y="370"/>
                      <a:pt x="257" y="370"/>
                      <a:pt x="257" y="370"/>
                    </a:cubicBezTo>
                    <a:cubicBezTo>
                      <a:pt x="255" y="372"/>
                      <a:pt x="252" y="373"/>
                      <a:pt x="250" y="374"/>
                    </a:cubicBezTo>
                    <a:cubicBezTo>
                      <a:pt x="246" y="376"/>
                      <a:pt x="241" y="378"/>
                      <a:pt x="237" y="380"/>
                    </a:cubicBezTo>
                    <a:cubicBezTo>
                      <a:pt x="224" y="376"/>
                      <a:pt x="224" y="376"/>
                      <a:pt x="224" y="376"/>
                    </a:cubicBezTo>
                    <a:cubicBezTo>
                      <a:pt x="220" y="356"/>
                      <a:pt x="220" y="356"/>
                      <a:pt x="220" y="356"/>
                    </a:cubicBezTo>
                    <a:cubicBezTo>
                      <a:pt x="208" y="350"/>
                      <a:pt x="208" y="350"/>
                      <a:pt x="208" y="350"/>
                    </a:cubicBezTo>
                    <a:cubicBezTo>
                      <a:pt x="208" y="345"/>
                      <a:pt x="210" y="341"/>
                      <a:pt x="211" y="336"/>
                    </a:cubicBezTo>
                    <a:cubicBezTo>
                      <a:pt x="214" y="331"/>
                      <a:pt x="216" y="326"/>
                      <a:pt x="220" y="321"/>
                    </a:cubicBezTo>
                    <a:cubicBezTo>
                      <a:pt x="213" y="305"/>
                      <a:pt x="213" y="305"/>
                      <a:pt x="213" y="305"/>
                    </a:cubicBezTo>
                    <a:cubicBezTo>
                      <a:pt x="208" y="304"/>
                      <a:pt x="208" y="304"/>
                      <a:pt x="208" y="304"/>
                    </a:cubicBezTo>
                    <a:cubicBezTo>
                      <a:pt x="194" y="287"/>
                      <a:pt x="194" y="287"/>
                      <a:pt x="194" y="287"/>
                    </a:cubicBezTo>
                    <a:cubicBezTo>
                      <a:pt x="182" y="291"/>
                      <a:pt x="169" y="295"/>
                      <a:pt x="157" y="298"/>
                    </a:cubicBezTo>
                    <a:cubicBezTo>
                      <a:pt x="152" y="299"/>
                      <a:pt x="148" y="300"/>
                      <a:pt x="143" y="301"/>
                    </a:cubicBezTo>
                    <a:cubicBezTo>
                      <a:pt x="130" y="302"/>
                      <a:pt x="130" y="302"/>
                      <a:pt x="130" y="302"/>
                    </a:cubicBezTo>
                    <a:cubicBezTo>
                      <a:pt x="123" y="305"/>
                      <a:pt x="123" y="305"/>
                      <a:pt x="123" y="305"/>
                    </a:cubicBezTo>
                    <a:cubicBezTo>
                      <a:pt x="123" y="305"/>
                      <a:pt x="123" y="305"/>
                      <a:pt x="122" y="305"/>
                    </a:cubicBezTo>
                    <a:cubicBezTo>
                      <a:pt x="109" y="299"/>
                      <a:pt x="96" y="294"/>
                      <a:pt x="81" y="288"/>
                    </a:cubicBezTo>
                    <a:cubicBezTo>
                      <a:pt x="74" y="285"/>
                      <a:pt x="66" y="282"/>
                      <a:pt x="58" y="278"/>
                    </a:cubicBezTo>
                    <a:cubicBezTo>
                      <a:pt x="55" y="271"/>
                      <a:pt x="53" y="264"/>
                      <a:pt x="52" y="257"/>
                    </a:cubicBezTo>
                    <a:cubicBezTo>
                      <a:pt x="52" y="255"/>
                      <a:pt x="51" y="254"/>
                      <a:pt x="51" y="251"/>
                    </a:cubicBezTo>
                    <a:cubicBezTo>
                      <a:pt x="50" y="246"/>
                      <a:pt x="51" y="240"/>
                      <a:pt x="51" y="234"/>
                    </a:cubicBezTo>
                    <a:cubicBezTo>
                      <a:pt x="52" y="228"/>
                      <a:pt x="53" y="221"/>
                      <a:pt x="54" y="215"/>
                    </a:cubicBezTo>
                    <a:cubicBezTo>
                      <a:pt x="53" y="215"/>
                      <a:pt x="52" y="214"/>
                      <a:pt x="51" y="214"/>
                    </a:cubicBezTo>
                    <a:cubicBezTo>
                      <a:pt x="41" y="213"/>
                      <a:pt x="41" y="213"/>
                      <a:pt x="41" y="213"/>
                    </a:cubicBezTo>
                    <a:cubicBezTo>
                      <a:pt x="36" y="212"/>
                      <a:pt x="31" y="210"/>
                      <a:pt x="26" y="209"/>
                    </a:cubicBezTo>
                    <a:cubicBezTo>
                      <a:pt x="22" y="209"/>
                      <a:pt x="19" y="208"/>
                      <a:pt x="16" y="207"/>
                    </a:cubicBezTo>
                    <a:cubicBezTo>
                      <a:pt x="13" y="206"/>
                      <a:pt x="13" y="206"/>
                      <a:pt x="13" y="206"/>
                    </a:cubicBezTo>
                    <a:cubicBezTo>
                      <a:pt x="12" y="206"/>
                      <a:pt x="10" y="205"/>
                      <a:pt x="9" y="205"/>
                    </a:cubicBezTo>
                    <a:cubicBezTo>
                      <a:pt x="12" y="202"/>
                      <a:pt x="12" y="202"/>
                      <a:pt x="12" y="202"/>
                    </a:cubicBezTo>
                    <a:cubicBezTo>
                      <a:pt x="14" y="200"/>
                      <a:pt x="14" y="200"/>
                      <a:pt x="14" y="200"/>
                    </a:cubicBezTo>
                    <a:cubicBezTo>
                      <a:pt x="13" y="199"/>
                      <a:pt x="13" y="198"/>
                      <a:pt x="13" y="196"/>
                    </a:cubicBezTo>
                    <a:cubicBezTo>
                      <a:pt x="13" y="187"/>
                      <a:pt x="13" y="187"/>
                      <a:pt x="13" y="187"/>
                    </a:cubicBezTo>
                    <a:cubicBezTo>
                      <a:pt x="0" y="174"/>
                      <a:pt x="0" y="174"/>
                      <a:pt x="0" y="174"/>
                    </a:cubicBezTo>
                    <a:cubicBezTo>
                      <a:pt x="0" y="173"/>
                      <a:pt x="0" y="173"/>
                      <a:pt x="0" y="173"/>
                    </a:cubicBezTo>
                    <a:cubicBezTo>
                      <a:pt x="0" y="172"/>
                      <a:pt x="0" y="170"/>
                      <a:pt x="1" y="169"/>
                    </a:cubicBezTo>
                    <a:cubicBezTo>
                      <a:pt x="1" y="167"/>
                      <a:pt x="2" y="166"/>
                      <a:pt x="3" y="164"/>
                    </a:cubicBezTo>
                    <a:cubicBezTo>
                      <a:pt x="4" y="164"/>
                      <a:pt x="4" y="164"/>
                      <a:pt x="4" y="164"/>
                    </a:cubicBezTo>
                    <a:cubicBezTo>
                      <a:pt x="5" y="162"/>
                      <a:pt x="7" y="160"/>
                      <a:pt x="9" y="158"/>
                    </a:cubicBezTo>
                    <a:cubicBezTo>
                      <a:pt x="43" y="152"/>
                      <a:pt x="43" y="152"/>
                      <a:pt x="43" y="152"/>
                    </a:cubicBezTo>
                    <a:cubicBezTo>
                      <a:pt x="45" y="148"/>
                      <a:pt x="45" y="148"/>
                      <a:pt x="45" y="148"/>
                    </a:cubicBezTo>
                    <a:cubicBezTo>
                      <a:pt x="47" y="144"/>
                      <a:pt x="50" y="141"/>
                      <a:pt x="52" y="137"/>
                    </a:cubicBezTo>
                    <a:cubicBezTo>
                      <a:pt x="53" y="138"/>
                      <a:pt x="53" y="138"/>
                      <a:pt x="53" y="138"/>
                    </a:cubicBezTo>
                    <a:cubicBezTo>
                      <a:pt x="59" y="125"/>
                      <a:pt x="59" y="125"/>
                      <a:pt x="59" y="125"/>
                    </a:cubicBezTo>
                    <a:cubicBezTo>
                      <a:pt x="61" y="121"/>
                      <a:pt x="61" y="121"/>
                      <a:pt x="61" y="121"/>
                    </a:cubicBezTo>
                    <a:cubicBezTo>
                      <a:pt x="56" y="101"/>
                      <a:pt x="56" y="101"/>
                      <a:pt x="56" y="101"/>
                    </a:cubicBezTo>
                    <a:cubicBezTo>
                      <a:pt x="75" y="98"/>
                      <a:pt x="75" y="98"/>
                      <a:pt x="75" y="98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98" y="73"/>
                      <a:pt x="98" y="73"/>
                      <a:pt x="98" y="73"/>
                    </a:cubicBezTo>
                    <a:cubicBezTo>
                      <a:pt x="100" y="67"/>
                      <a:pt x="100" y="67"/>
                      <a:pt x="100" y="67"/>
                    </a:cubicBezTo>
                    <a:cubicBezTo>
                      <a:pt x="110" y="61"/>
                      <a:pt x="110" y="61"/>
                      <a:pt x="110" y="61"/>
                    </a:cubicBezTo>
                    <a:cubicBezTo>
                      <a:pt x="109" y="54"/>
                      <a:pt x="109" y="54"/>
                      <a:pt x="109" y="54"/>
                    </a:cubicBezTo>
                    <a:cubicBezTo>
                      <a:pt x="128" y="52"/>
                      <a:pt x="128" y="52"/>
                      <a:pt x="128" y="52"/>
                    </a:cubicBezTo>
                    <a:cubicBezTo>
                      <a:pt x="154" y="72"/>
                      <a:pt x="154" y="72"/>
                      <a:pt x="154" y="72"/>
                    </a:cubicBezTo>
                    <a:cubicBezTo>
                      <a:pt x="154" y="77"/>
                      <a:pt x="153" y="81"/>
                      <a:pt x="152" y="86"/>
                    </a:cubicBezTo>
                    <a:cubicBezTo>
                      <a:pt x="151" y="89"/>
                      <a:pt x="150" y="92"/>
                      <a:pt x="149" y="95"/>
                    </a:cubicBezTo>
                    <a:cubicBezTo>
                      <a:pt x="157" y="102"/>
                      <a:pt x="157" y="102"/>
                      <a:pt x="157" y="102"/>
                    </a:cubicBezTo>
                    <a:cubicBezTo>
                      <a:pt x="165" y="98"/>
                      <a:pt x="165" y="98"/>
                      <a:pt x="165" y="98"/>
                    </a:cubicBezTo>
                    <a:cubicBezTo>
                      <a:pt x="188" y="111"/>
                      <a:pt x="188" y="111"/>
                      <a:pt x="188" y="111"/>
                    </a:cubicBezTo>
                    <a:cubicBezTo>
                      <a:pt x="186" y="122"/>
                      <a:pt x="186" y="122"/>
                      <a:pt x="186" y="122"/>
                    </a:cubicBezTo>
                    <a:cubicBezTo>
                      <a:pt x="194" y="130"/>
                      <a:pt x="194" y="130"/>
                      <a:pt x="194" y="130"/>
                    </a:cubicBezTo>
                    <a:cubicBezTo>
                      <a:pt x="219" y="128"/>
                      <a:pt x="219" y="128"/>
                      <a:pt x="219" y="128"/>
                    </a:cubicBezTo>
                    <a:cubicBezTo>
                      <a:pt x="230" y="140"/>
                      <a:pt x="230" y="140"/>
                      <a:pt x="230" y="140"/>
                    </a:cubicBezTo>
                    <a:cubicBezTo>
                      <a:pt x="243" y="141"/>
                      <a:pt x="256" y="143"/>
                      <a:pt x="269" y="144"/>
                    </a:cubicBezTo>
                    <a:cubicBezTo>
                      <a:pt x="287" y="133"/>
                      <a:pt x="287" y="133"/>
                      <a:pt x="287" y="133"/>
                    </a:cubicBezTo>
                    <a:cubicBezTo>
                      <a:pt x="306" y="136"/>
                      <a:pt x="306" y="136"/>
                      <a:pt x="306" y="136"/>
                    </a:cubicBezTo>
                    <a:cubicBezTo>
                      <a:pt x="316" y="126"/>
                      <a:pt x="316" y="126"/>
                      <a:pt x="316" y="126"/>
                    </a:cubicBezTo>
                    <a:cubicBezTo>
                      <a:pt x="310" y="113"/>
                      <a:pt x="310" y="113"/>
                      <a:pt x="310" y="113"/>
                    </a:cubicBezTo>
                    <a:cubicBezTo>
                      <a:pt x="321" y="101"/>
                      <a:pt x="321" y="101"/>
                      <a:pt x="321" y="101"/>
                    </a:cubicBezTo>
                    <a:cubicBezTo>
                      <a:pt x="335" y="106"/>
                      <a:pt x="335" y="106"/>
                      <a:pt x="335" y="106"/>
                    </a:cubicBezTo>
                    <a:lnTo>
                      <a:pt x="386" y="77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>
                <a:off x="6745287" y="3497263"/>
                <a:ext cx="50800" cy="39688"/>
              </a:xfrm>
              <a:custGeom>
                <a:rect b="b" l="l" r="r" t="t"/>
                <a:pathLst>
                  <a:path extrusionOk="0" h="15" w="19">
                    <a:moveTo>
                      <a:pt x="2" y="14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9"/>
                      <a:pt x="1" y="7"/>
                      <a:pt x="2" y="6"/>
                    </a:cubicBezTo>
                    <a:cubicBezTo>
                      <a:pt x="7" y="4"/>
                      <a:pt x="12" y="2"/>
                      <a:pt x="18" y="0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5" y="7"/>
                      <a:pt x="10" y="11"/>
                      <a:pt x="6" y="15"/>
                    </a:cubicBezTo>
                    <a:cubicBezTo>
                      <a:pt x="2" y="14"/>
                      <a:pt x="2" y="14"/>
                      <a:pt x="2" y="14"/>
                    </a:cubicBezTo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217" name="Google Shape;217;p11"/>
            <p:cNvSpPr/>
            <p:nvPr/>
          </p:nvSpPr>
          <p:spPr>
            <a:xfrm>
              <a:off x="6586536" y="3679826"/>
              <a:ext cx="120650" cy="96838"/>
            </a:xfrm>
            <a:custGeom>
              <a:rect b="b" l="l" r="r" t="t"/>
              <a:pathLst>
                <a:path extrusionOk="0" h="36" w="45">
                  <a:moveTo>
                    <a:pt x="45" y="15"/>
                  </a:moveTo>
                  <a:cubicBezTo>
                    <a:pt x="45" y="5"/>
                    <a:pt x="45" y="5"/>
                    <a:pt x="45" y="5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4" y="5"/>
                    <a:pt x="30" y="1"/>
                    <a:pt x="27" y="1"/>
                  </a:cubicBezTo>
                  <a:cubicBezTo>
                    <a:pt x="25" y="0"/>
                    <a:pt x="23" y="0"/>
                    <a:pt x="21" y="0"/>
                  </a:cubicBezTo>
                  <a:cubicBezTo>
                    <a:pt x="18" y="0"/>
                    <a:pt x="14" y="1"/>
                    <a:pt x="10" y="1"/>
                  </a:cubicBezTo>
                  <a:cubicBezTo>
                    <a:pt x="7" y="1"/>
                    <a:pt x="4" y="4"/>
                    <a:pt x="1" y="5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4" y="35"/>
                    <a:pt x="16" y="35"/>
                    <a:pt x="18" y="36"/>
                  </a:cubicBezTo>
                  <a:cubicBezTo>
                    <a:pt x="19" y="36"/>
                    <a:pt x="20" y="36"/>
                    <a:pt x="21" y="36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4" y="23"/>
                    <a:pt x="34" y="23"/>
                    <a:pt x="34" y="23"/>
                  </a:cubicBezTo>
                  <a:lnTo>
                    <a:pt x="45" y="15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18" name="Google Shape;218;p11"/>
            <p:cNvSpPr/>
            <p:nvPr/>
          </p:nvSpPr>
          <p:spPr>
            <a:xfrm>
              <a:off x="6859586" y="3911601"/>
              <a:ext cx="57150" cy="55563"/>
            </a:xfrm>
            <a:custGeom>
              <a:rect b="b" l="l" r="r" t="t"/>
              <a:pathLst>
                <a:path extrusionOk="0" h="21" w="21">
                  <a:moveTo>
                    <a:pt x="17" y="0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9" y="12"/>
                    <a:pt x="8" y="12"/>
                    <a:pt x="7" y="13"/>
                  </a:cubicBezTo>
                  <a:cubicBezTo>
                    <a:pt x="5" y="14"/>
                    <a:pt x="3" y="14"/>
                    <a:pt x="1" y="1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4" y="20"/>
                    <a:pt x="7" y="20"/>
                    <a:pt x="11" y="21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1" y="7"/>
                    <a:pt x="21" y="7"/>
                    <a:pt x="21" y="7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19" name="Google Shape;219;p11"/>
            <p:cNvSpPr/>
            <p:nvPr/>
          </p:nvSpPr>
          <p:spPr>
            <a:xfrm>
              <a:off x="6261099" y="3248026"/>
              <a:ext cx="65087" cy="39688"/>
            </a:xfrm>
            <a:custGeom>
              <a:rect b="b" l="l" r="r" t="t"/>
              <a:pathLst>
                <a:path extrusionOk="0" h="15" w="24">
                  <a:moveTo>
                    <a:pt x="24" y="9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0"/>
                    <a:pt x="24" y="10"/>
                    <a:pt x="24" y="9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20" name="Google Shape;220;p11"/>
            <p:cNvSpPr/>
            <p:nvPr/>
          </p:nvSpPr>
          <p:spPr>
            <a:xfrm>
              <a:off x="6261099" y="3248026"/>
              <a:ext cx="65087" cy="39688"/>
            </a:xfrm>
            <a:custGeom>
              <a:rect b="b" l="l" r="r" t="t"/>
              <a:pathLst>
                <a:path extrusionOk="0" h="15" w="24">
                  <a:moveTo>
                    <a:pt x="24" y="9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0"/>
                    <a:pt x="24" y="10"/>
                    <a:pt x="24" y="9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21" name="Google Shape;221;p11"/>
            <p:cNvSpPr/>
            <p:nvPr/>
          </p:nvSpPr>
          <p:spPr>
            <a:xfrm>
              <a:off x="6261099" y="3325814"/>
              <a:ext cx="96837" cy="160338"/>
            </a:xfrm>
            <a:custGeom>
              <a:rect b="b" l="l" r="r" t="t"/>
              <a:pathLst>
                <a:path extrusionOk="0" h="60" w="36">
                  <a:moveTo>
                    <a:pt x="13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9" y="50"/>
                    <a:pt x="13" y="49"/>
                    <a:pt x="16" y="49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9" y="44"/>
                    <a:pt x="29" y="44"/>
                    <a:pt x="29" y="44"/>
                  </a:cubicBezTo>
                  <a:cubicBezTo>
                    <a:pt x="29" y="48"/>
                    <a:pt x="30" y="52"/>
                    <a:pt x="31" y="55"/>
                  </a:cubicBezTo>
                  <a:cubicBezTo>
                    <a:pt x="31" y="57"/>
                    <a:pt x="32" y="58"/>
                    <a:pt x="33" y="60"/>
                  </a:cubicBezTo>
                  <a:cubicBezTo>
                    <a:pt x="34" y="54"/>
                    <a:pt x="34" y="47"/>
                    <a:pt x="35" y="40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7" y="12"/>
                    <a:pt x="17" y="12"/>
                    <a:pt x="17" y="12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22" name="Google Shape;222;p11"/>
            <p:cNvSpPr/>
            <p:nvPr/>
          </p:nvSpPr>
          <p:spPr>
            <a:xfrm>
              <a:off x="5219699" y="2898776"/>
              <a:ext cx="50800" cy="26988"/>
            </a:xfrm>
            <a:custGeom>
              <a:rect b="b" l="l" r="r" t="t"/>
              <a:pathLst>
                <a:path extrusionOk="0" h="17" w="32">
                  <a:moveTo>
                    <a:pt x="10" y="0"/>
                  </a:moveTo>
                  <a:lnTo>
                    <a:pt x="0" y="2"/>
                  </a:lnTo>
                  <a:lnTo>
                    <a:pt x="17" y="17"/>
                  </a:lnTo>
                  <a:lnTo>
                    <a:pt x="32" y="15"/>
                  </a:lnTo>
                  <a:lnTo>
                    <a:pt x="17" y="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23" name="Google Shape;223;p11"/>
            <p:cNvSpPr/>
            <p:nvPr/>
          </p:nvSpPr>
          <p:spPr>
            <a:xfrm>
              <a:off x="5222875" y="2822576"/>
              <a:ext cx="144462" cy="119063"/>
            </a:xfrm>
            <a:custGeom>
              <a:rect b="b" l="l" r="r" t="t"/>
              <a:pathLst>
                <a:path extrusionOk="0" h="44" w="54">
                  <a:moveTo>
                    <a:pt x="48" y="15"/>
                  </a:moveTo>
                  <a:cubicBezTo>
                    <a:pt x="44" y="15"/>
                    <a:pt x="44" y="15"/>
                    <a:pt x="44" y="15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43" y="44"/>
                    <a:pt x="43" y="44"/>
                    <a:pt x="43" y="44"/>
                  </a:cubicBezTo>
                  <a:cubicBezTo>
                    <a:pt x="42" y="38"/>
                    <a:pt x="41" y="34"/>
                    <a:pt x="42" y="31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4" y="19"/>
                    <a:pt x="54" y="19"/>
                    <a:pt x="54" y="19"/>
                  </a:cubicBezTo>
                  <a:lnTo>
                    <a:pt x="48" y="15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24" name="Google Shape;224;p11"/>
            <p:cNvSpPr/>
            <p:nvPr/>
          </p:nvSpPr>
          <p:spPr>
            <a:xfrm>
              <a:off x="5176836" y="2860676"/>
              <a:ext cx="109537" cy="61913"/>
            </a:xfrm>
            <a:custGeom>
              <a:rect b="b" l="l" r="r" t="t"/>
              <a:pathLst>
                <a:path extrusionOk="0" h="23" w="41">
                  <a:moveTo>
                    <a:pt x="0" y="6"/>
                  </a:moveTo>
                  <a:cubicBezTo>
                    <a:pt x="6" y="13"/>
                    <a:pt x="6" y="13"/>
                    <a:pt x="6" y="13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36" y="16"/>
                    <a:pt x="33" y="12"/>
                    <a:pt x="29" y="8"/>
                  </a:cubicBezTo>
                  <a:cubicBezTo>
                    <a:pt x="26" y="6"/>
                    <a:pt x="23" y="6"/>
                    <a:pt x="20" y="4"/>
                  </a:cubicBezTo>
                  <a:cubicBezTo>
                    <a:pt x="17" y="0"/>
                    <a:pt x="17" y="0"/>
                    <a:pt x="17" y="0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25" name="Google Shape;225;p11"/>
            <p:cNvSpPr/>
            <p:nvPr/>
          </p:nvSpPr>
          <p:spPr>
            <a:xfrm>
              <a:off x="4991099" y="3140076"/>
              <a:ext cx="500062" cy="520700"/>
            </a:xfrm>
            <a:custGeom>
              <a:rect b="b" l="l" r="r" t="t"/>
              <a:pathLst>
                <a:path extrusionOk="0" h="194" w="186">
                  <a:moveTo>
                    <a:pt x="30" y="3"/>
                  </a:moveTo>
                  <a:cubicBezTo>
                    <a:pt x="16" y="9"/>
                    <a:pt x="16" y="9"/>
                    <a:pt x="16" y="9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8" y="29"/>
                    <a:pt x="7" y="31"/>
                    <a:pt x="5" y="32"/>
                  </a:cubicBezTo>
                  <a:cubicBezTo>
                    <a:pt x="5" y="32"/>
                    <a:pt x="5" y="33"/>
                    <a:pt x="4" y="33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3" y="38"/>
                    <a:pt x="1" y="43"/>
                    <a:pt x="0" y="48"/>
                  </a:cubicBezTo>
                  <a:cubicBezTo>
                    <a:pt x="0" y="49"/>
                    <a:pt x="0" y="49"/>
                    <a:pt x="0" y="50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8" y="60"/>
                    <a:pt x="13" y="69"/>
                    <a:pt x="17" y="77"/>
                  </a:cubicBezTo>
                  <a:cubicBezTo>
                    <a:pt x="17" y="78"/>
                    <a:pt x="18" y="80"/>
                    <a:pt x="18" y="81"/>
                  </a:cubicBezTo>
                  <a:cubicBezTo>
                    <a:pt x="19" y="83"/>
                    <a:pt x="21" y="85"/>
                    <a:pt x="23" y="87"/>
                  </a:cubicBezTo>
                  <a:cubicBezTo>
                    <a:pt x="24" y="88"/>
                    <a:pt x="26" y="89"/>
                    <a:pt x="27" y="89"/>
                  </a:cubicBezTo>
                  <a:cubicBezTo>
                    <a:pt x="37" y="109"/>
                    <a:pt x="37" y="109"/>
                    <a:pt x="37" y="109"/>
                  </a:cubicBezTo>
                  <a:cubicBezTo>
                    <a:pt x="37" y="110"/>
                    <a:pt x="36" y="111"/>
                    <a:pt x="36" y="113"/>
                  </a:cubicBezTo>
                  <a:cubicBezTo>
                    <a:pt x="36" y="116"/>
                    <a:pt x="36" y="119"/>
                    <a:pt x="36" y="122"/>
                  </a:cubicBezTo>
                  <a:cubicBezTo>
                    <a:pt x="40" y="127"/>
                    <a:pt x="44" y="132"/>
                    <a:pt x="47" y="137"/>
                  </a:cubicBezTo>
                  <a:cubicBezTo>
                    <a:pt x="51" y="143"/>
                    <a:pt x="54" y="150"/>
                    <a:pt x="57" y="156"/>
                  </a:cubicBezTo>
                  <a:cubicBezTo>
                    <a:pt x="62" y="164"/>
                    <a:pt x="66" y="172"/>
                    <a:pt x="71" y="180"/>
                  </a:cubicBezTo>
                  <a:cubicBezTo>
                    <a:pt x="79" y="173"/>
                    <a:pt x="79" y="173"/>
                    <a:pt x="79" y="173"/>
                  </a:cubicBezTo>
                  <a:cubicBezTo>
                    <a:pt x="87" y="175"/>
                    <a:pt x="87" y="175"/>
                    <a:pt x="87" y="175"/>
                  </a:cubicBezTo>
                  <a:cubicBezTo>
                    <a:pt x="99" y="186"/>
                    <a:pt x="99" y="186"/>
                    <a:pt x="99" y="186"/>
                  </a:cubicBezTo>
                  <a:cubicBezTo>
                    <a:pt x="99" y="194"/>
                    <a:pt x="99" y="194"/>
                    <a:pt x="99" y="194"/>
                  </a:cubicBezTo>
                  <a:cubicBezTo>
                    <a:pt x="117" y="175"/>
                    <a:pt x="117" y="175"/>
                    <a:pt x="117" y="175"/>
                  </a:cubicBezTo>
                  <a:cubicBezTo>
                    <a:pt x="183" y="146"/>
                    <a:pt x="183" y="146"/>
                    <a:pt x="183" y="146"/>
                  </a:cubicBezTo>
                  <a:cubicBezTo>
                    <a:pt x="186" y="105"/>
                    <a:pt x="186" y="105"/>
                    <a:pt x="186" y="105"/>
                  </a:cubicBezTo>
                  <a:cubicBezTo>
                    <a:pt x="181" y="100"/>
                    <a:pt x="181" y="100"/>
                    <a:pt x="181" y="100"/>
                  </a:cubicBezTo>
                  <a:cubicBezTo>
                    <a:pt x="176" y="105"/>
                    <a:pt x="176" y="105"/>
                    <a:pt x="176" y="105"/>
                  </a:cubicBezTo>
                  <a:cubicBezTo>
                    <a:pt x="146" y="105"/>
                    <a:pt x="146" y="105"/>
                    <a:pt x="146" y="105"/>
                  </a:cubicBezTo>
                  <a:cubicBezTo>
                    <a:pt x="145" y="99"/>
                    <a:pt x="145" y="99"/>
                    <a:pt x="145" y="99"/>
                  </a:cubicBezTo>
                  <a:cubicBezTo>
                    <a:pt x="137" y="90"/>
                    <a:pt x="137" y="90"/>
                    <a:pt x="137" y="90"/>
                  </a:cubicBezTo>
                  <a:cubicBezTo>
                    <a:pt x="141" y="82"/>
                    <a:pt x="141" y="82"/>
                    <a:pt x="141" y="82"/>
                  </a:cubicBezTo>
                  <a:cubicBezTo>
                    <a:pt x="139" y="77"/>
                    <a:pt x="138" y="72"/>
                    <a:pt x="137" y="67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3" y="63"/>
                    <a:pt x="131" y="61"/>
                    <a:pt x="130" y="59"/>
                  </a:cubicBezTo>
                  <a:cubicBezTo>
                    <a:pt x="124" y="51"/>
                    <a:pt x="118" y="43"/>
                    <a:pt x="112" y="34"/>
                  </a:cubicBezTo>
                  <a:cubicBezTo>
                    <a:pt x="112" y="32"/>
                    <a:pt x="111" y="31"/>
                    <a:pt x="110" y="30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2" y="27"/>
                    <a:pt x="102" y="27"/>
                    <a:pt x="102" y="27"/>
                  </a:cubicBezTo>
                  <a:cubicBezTo>
                    <a:pt x="92" y="26"/>
                    <a:pt x="92" y="26"/>
                    <a:pt x="92" y="26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32" y="0"/>
                    <a:pt x="32" y="0"/>
                    <a:pt x="32" y="0"/>
                  </a:cubicBezTo>
                  <a:lnTo>
                    <a:pt x="30" y="3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26" name="Google Shape;226;p11"/>
            <p:cNvSpPr/>
            <p:nvPr/>
          </p:nvSpPr>
          <p:spPr>
            <a:xfrm>
              <a:off x="5608636" y="2949576"/>
              <a:ext cx="344487" cy="257175"/>
            </a:xfrm>
            <a:custGeom>
              <a:rect b="b" l="l" r="r" t="t"/>
              <a:pathLst>
                <a:path extrusionOk="0" h="96" w="128">
                  <a:moveTo>
                    <a:pt x="117" y="12"/>
                  </a:moveTo>
                  <a:cubicBezTo>
                    <a:pt x="114" y="13"/>
                    <a:pt x="111" y="13"/>
                    <a:pt x="109" y="13"/>
                  </a:cubicBezTo>
                  <a:cubicBezTo>
                    <a:pt x="97" y="17"/>
                    <a:pt x="97" y="17"/>
                    <a:pt x="97" y="17"/>
                  </a:cubicBezTo>
                  <a:cubicBezTo>
                    <a:pt x="95" y="4"/>
                    <a:pt x="95" y="4"/>
                    <a:pt x="95" y="4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2" y="9"/>
                    <a:pt x="68" y="8"/>
                    <a:pt x="63" y="8"/>
                  </a:cubicBezTo>
                  <a:cubicBezTo>
                    <a:pt x="55" y="7"/>
                    <a:pt x="47" y="6"/>
                    <a:pt x="40" y="5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2" y="91"/>
                    <a:pt x="2" y="91"/>
                    <a:pt x="2" y="91"/>
                  </a:cubicBezTo>
                  <a:cubicBezTo>
                    <a:pt x="30" y="96"/>
                    <a:pt x="30" y="96"/>
                    <a:pt x="30" y="96"/>
                  </a:cubicBezTo>
                  <a:cubicBezTo>
                    <a:pt x="42" y="88"/>
                    <a:pt x="53" y="80"/>
                    <a:pt x="65" y="72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101" y="24"/>
                    <a:pt x="104" y="23"/>
                    <a:pt x="106" y="23"/>
                  </a:cubicBezTo>
                  <a:cubicBezTo>
                    <a:pt x="109" y="22"/>
                    <a:pt x="111" y="22"/>
                    <a:pt x="113" y="23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9" y="19"/>
                    <a:pt x="121" y="17"/>
                    <a:pt x="123" y="16"/>
                  </a:cubicBezTo>
                  <a:cubicBezTo>
                    <a:pt x="124" y="14"/>
                    <a:pt x="125" y="13"/>
                    <a:pt x="126" y="13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27" y="10"/>
                    <a:pt x="127" y="9"/>
                    <a:pt x="127" y="7"/>
                  </a:cubicBezTo>
                  <a:cubicBezTo>
                    <a:pt x="127" y="7"/>
                    <a:pt x="127" y="7"/>
                    <a:pt x="127" y="8"/>
                  </a:cubicBezTo>
                  <a:cubicBezTo>
                    <a:pt x="123" y="10"/>
                    <a:pt x="123" y="10"/>
                    <a:pt x="123" y="10"/>
                  </a:cubicBezTo>
                  <a:cubicBezTo>
                    <a:pt x="121" y="10"/>
                    <a:pt x="119" y="11"/>
                    <a:pt x="117" y="12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27" name="Google Shape;227;p11"/>
            <p:cNvSpPr/>
            <p:nvPr/>
          </p:nvSpPr>
          <p:spPr>
            <a:xfrm>
              <a:off x="5608636" y="2949576"/>
              <a:ext cx="344487" cy="257175"/>
            </a:xfrm>
            <a:custGeom>
              <a:rect b="b" l="l" r="r" t="t"/>
              <a:pathLst>
                <a:path extrusionOk="0" h="96" w="128">
                  <a:moveTo>
                    <a:pt x="117" y="12"/>
                  </a:moveTo>
                  <a:cubicBezTo>
                    <a:pt x="114" y="13"/>
                    <a:pt x="111" y="13"/>
                    <a:pt x="109" y="13"/>
                  </a:cubicBezTo>
                  <a:cubicBezTo>
                    <a:pt x="97" y="17"/>
                    <a:pt x="97" y="17"/>
                    <a:pt x="97" y="17"/>
                  </a:cubicBezTo>
                  <a:cubicBezTo>
                    <a:pt x="95" y="4"/>
                    <a:pt x="95" y="4"/>
                    <a:pt x="95" y="4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2" y="9"/>
                    <a:pt x="68" y="8"/>
                    <a:pt x="63" y="8"/>
                  </a:cubicBezTo>
                  <a:cubicBezTo>
                    <a:pt x="55" y="7"/>
                    <a:pt x="47" y="6"/>
                    <a:pt x="40" y="5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2" y="91"/>
                    <a:pt x="2" y="91"/>
                    <a:pt x="2" y="91"/>
                  </a:cubicBezTo>
                  <a:cubicBezTo>
                    <a:pt x="30" y="96"/>
                    <a:pt x="30" y="96"/>
                    <a:pt x="30" y="96"/>
                  </a:cubicBezTo>
                  <a:cubicBezTo>
                    <a:pt x="42" y="88"/>
                    <a:pt x="53" y="80"/>
                    <a:pt x="65" y="72"/>
                  </a:cubicBezTo>
                  <a:cubicBezTo>
                    <a:pt x="90" y="46"/>
                    <a:pt x="90" y="46"/>
                    <a:pt x="90" y="46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101" y="24"/>
                    <a:pt x="104" y="23"/>
                    <a:pt x="106" y="23"/>
                  </a:cubicBezTo>
                  <a:cubicBezTo>
                    <a:pt x="109" y="22"/>
                    <a:pt x="111" y="22"/>
                    <a:pt x="113" y="23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9" y="19"/>
                    <a:pt x="121" y="17"/>
                    <a:pt x="123" y="16"/>
                  </a:cubicBezTo>
                  <a:cubicBezTo>
                    <a:pt x="124" y="14"/>
                    <a:pt x="125" y="13"/>
                    <a:pt x="126" y="13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27" y="10"/>
                    <a:pt x="127" y="9"/>
                    <a:pt x="127" y="7"/>
                  </a:cubicBezTo>
                  <a:cubicBezTo>
                    <a:pt x="127" y="7"/>
                    <a:pt x="127" y="7"/>
                    <a:pt x="127" y="8"/>
                  </a:cubicBezTo>
                  <a:cubicBezTo>
                    <a:pt x="123" y="10"/>
                    <a:pt x="123" y="10"/>
                    <a:pt x="123" y="10"/>
                  </a:cubicBezTo>
                  <a:cubicBezTo>
                    <a:pt x="121" y="10"/>
                    <a:pt x="119" y="11"/>
                    <a:pt x="117" y="12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28" name="Google Shape;228;p11"/>
            <p:cNvSpPr/>
            <p:nvPr/>
          </p:nvSpPr>
          <p:spPr>
            <a:xfrm>
              <a:off x="7134224" y="4327526"/>
              <a:ext cx="55562" cy="34925"/>
            </a:xfrm>
            <a:custGeom>
              <a:rect b="b" l="l" r="r" t="t"/>
              <a:pathLst>
                <a:path extrusionOk="0" h="13" w="21">
                  <a:moveTo>
                    <a:pt x="6" y="2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6" y="11"/>
                    <a:pt x="9" y="9"/>
                    <a:pt x="12" y="7"/>
                  </a:cubicBezTo>
                  <a:cubicBezTo>
                    <a:pt x="15" y="6"/>
                    <a:pt x="18" y="4"/>
                    <a:pt x="21" y="2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6" y="1"/>
                    <a:pt x="11" y="1"/>
                    <a:pt x="6" y="2"/>
                  </a:cubicBez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229" name="Google Shape;229;p11"/>
            <p:cNvGrpSpPr/>
            <p:nvPr/>
          </p:nvGrpSpPr>
          <p:grpSpPr>
            <a:xfrm>
              <a:off x="7510461" y="4154489"/>
              <a:ext cx="365125" cy="242888"/>
              <a:chOff x="7510462" y="4154488"/>
              <a:chExt cx="365125" cy="242888"/>
            </a:xfrm>
          </p:grpSpPr>
          <p:sp>
            <p:nvSpPr>
              <p:cNvPr id="230" name="Google Shape;230;p11"/>
              <p:cNvSpPr/>
              <p:nvPr/>
            </p:nvSpPr>
            <p:spPr>
              <a:xfrm>
                <a:off x="7642225" y="4157663"/>
                <a:ext cx="34925" cy="15875"/>
              </a:xfrm>
              <a:custGeom>
                <a:rect b="b" l="l" r="r" t="t"/>
                <a:pathLst>
                  <a:path extrusionOk="0" h="10" w="22">
                    <a:moveTo>
                      <a:pt x="13" y="0"/>
                    </a:moveTo>
                    <a:lnTo>
                      <a:pt x="0" y="0"/>
                    </a:lnTo>
                    <a:lnTo>
                      <a:pt x="1" y="9"/>
                    </a:lnTo>
                    <a:lnTo>
                      <a:pt x="8" y="10"/>
                    </a:lnTo>
                    <a:lnTo>
                      <a:pt x="20" y="9"/>
                    </a:lnTo>
                    <a:lnTo>
                      <a:pt x="22" y="5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>
                <a:off x="7789862" y="4203700"/>
                <a:ext cx="17462" cy="26988"/>
              </a:xfrm>
              <a:custGeom>
                <a:rect b="b" l="l" r="r" t="t"/>
                <a:pathLst>
                  <a:path extrusionOk="0" h="17" w="11">
                    <a:moveTo>
                      <a:pt x="0" y="2"/>
                    </a:moveTo>
                    <a:lnTo>
                      <a:pt x="6" y="17"/>
                    </a:lnTo>
                    <a:lnTo>
                      <a:pt x="11" y="15"/>
                    </a:lnTo>
                    <a:lnTo>
                      <a:pt x="11" y="7"/>
                    </a:lnTo>
                    <a:lnTo>
                      <a:pt x="1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>
                <a:off x="7748587" y="4181475"/>
                <a:ext cx="41275" cy="22225"/>
              </a:xfrm>
              <a:custGeom>
                <a:rect b="b" l="l" r="r" t="t"/>
                <a:pathLst>
                  <a:path extrusionOk="0" h="14" w="26">
                    <a:moveTo>
                      <a:pt x="7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24" y="14"/>
                    </a:lnTo>
                    <a:lnTo>
                      <a:pt x="26" y="12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>
                <a:off x="7694612" y="4216400"/>
                <a:ext cx="92075" cy="49213"/>
              </a:xfrm>
              <a:custGeom>
                <a:rect b="b" l="l" r="r" t="t"/>
                <a:pathLst>
                  <a:path extrusionOk="0" h="18" w="34">
                    <a:moveTo>
                      <a:pt x="23" y="0"/>
                    </a:moveTo>
                    <a:cubicBezTo>
                      <a:pt x="23" y="3"/>
                      <a:pt x="23" y="3"/>
                      <a:pt x="23" y="3"/>
                    </a:cubicBezTo>
                    <a:cubicBezTo>
                      <a:pt x="26" y="6"/>
                      <a:pt x="26" y="6"/>
                      <a:pt x="26" y="6"/>
                    </a:cubicBezTo>
                    <a:cubicBezTo>
                      <a:pt x="26" y="9"/>
                      <a:pt x="26" y="9"/>
                      <a:pt x="26" y="9"/>
                    </a:cubicBezTo>
                    <a:cubicBezTo>
                      <a:pt x="23" y="10"/>
                      <a:pt x="21" y="11"/>
                      <a:pt x="19" y="13"/>
                    </a:cubicBezTo>
                    <a:cubicBezTo>
                      <a:pt x="17" y="13"/>
                      <a:pt x="15" y="14"/>
                      <a:pt x="14" y="15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7" y="18"/>
                      <a:pt x="14" y="18"/>
                      <a:pt x="20" y="18"/>
                    </a:cubicBezTo>
                    <a:cubicBezTo>
                      <a:pt x="24" y="18"/>
                      <a:pt x="28" y="17"/>
                      <a:pt x="32" y="15"/>
                    </a:cubicBezTo>
                    <a:cubicBezTo>
                      <a:pt x="34" y="3"/>
                      <a:pt x="34" y="3"/>
                      <a:pt x="34" y="3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34" name="Google Shape;234;p11"/>
              <p:cNvSpPr/>
              <p:nvPr/>
            </p:nvSpPr>
            <p:spPr>
              <a:xfrm>
                <a:off x="7834312" y="4259263"/>
                <a:ext cx="41275" cy="38100"/>
              </a:xfrm>
              <a:custGeom>
                <a:rect b="b" l="l" r="r" t="t"/>
                <a:pathLst>
                  <a:path extrusionOk="0" h="14" w="15">
                    <a:moveTo>
                      <a:pt x="9" y="7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2" y="4"/>
                      <a:pt x="4" y="7"/>
                      <a:pt x="6" y="11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1"/>
                      <a:pt x="15" y="11"/>
                      <a:pt x="15" y="11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35" name="Google Shape;235;p11"/>
              <p:cNvSpPr/>
              <p:nvPr/>
            </p:nvSpPr>
            <p:spPr>
              <a:xfrm>
                <a:off x="7510462" y="4154488"/>
                <a:ext cx="241300" cy="242888"/>
              </a:xfrm>
              <a:custGeom>
                <a:rect b="b" l="l" r="r" t="t"/>
                <a:pathLst>
                  <a:path extrusionOk="0" h="90" w="90">
                    <a:moveTo>
                      <a:pt x="82" y="83"/>
                    </a:moveTo>
                    <a:cubicBezTo>
                      <a:pt x="79" y="82"/>
                      <a:pt x="76" y="81"/>
                      <a:pt x="73" y="79"/>
                    </a:cubicBezTo>
                    <a:cubicBezTo>
                      <a:pt x="75" y="77"/>
                      <a:pt x="75" y="77"/>
                      <a:pt x="75" y="77"/>
                    </a:cubicBezTo>
                    <a:cubicBezTo>
                      <a:pt x="75" y="75"/>
                      <a:pt x="75" y="75"/>
                      <a:pt x="75" y="75"/>
                    </a:cubicBezTo>
                    <a:cubicBezTo>
                      <a:pt x="69" y="74"/>
                      <a:pt x="69" y="74"/>
                      <a:pt x="69" y="74"/>
                    </a:cubicBezTo>
                    <a:cubicBezTo>
                      <a:pt x="65" y="68"/>
                      <a:pt x="60" y="62"/>
                      <a:pt x="57" y="55"/>
                    </a:cubicBezTo>
                    <a:cubicBezTo>
                      <a:pt x="56" y="53"/>
                      <a:pt x="55" y="52"/>
                      <a:pt x="55" y="50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6" y="47"/>
                      <a:pt x="66" y="47"/>
                      <a:pt x="66" y="47"/>
                    </a:cubicBezTo>
                    <a:cubicBezTo>
                      <a:pt x="60" y="40"/>
                      <a:pt x="60" y="40"/>
                      <a:pt x="60" y="40"/>
                    </a:cubicBezTo>
                    <a:cubicBezTo>
                      <a:pt x="56" y="39"/>
                      <a:pt x="52" y="37"/>
                      <a:pt x="48" y="36"/>
                    </a:cubicBezTo>
                    <a:cubicBezTo>
                      <a:pt x="47" y="35"/>
                      <a:pt x="46" y="34"/>
                      <a:pt x="44" y="33"/>
                    </a:cubicBezTo>
                    <a:cubicBezTo>
                      <a:pt x="42" y="24"/>
                      <a:pt x="42" y="24"/>
                      <a:pt x="42" y="24"/>
                    </a:cubicBezTo>
                    <a:cubicBezTo>
                      <a:pt x="36" y="20"/>
                      <a:pt x="30" y="16"/>
                      <a:pt x="23" y="13"/>
                    </a:cubicBezTo>
                    <a:cubicBezTo>
                      <a:pt x="16" y="8"/>
                      <a:pt x="8" y="4"/>
                      <a:pt x="0" y="0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2" y="70"/>
                      <a:pt x="2" y="70"/>
                      <a:pt x="2" y="70"/>
                    </a:cubicBezTo>
                    <a:cubicBezTo>
                      <a:pt x="11" y="71"/>
                      <a:pt x="11" y="71"/>
                      <a:pt x="11" y="71"/>
                    </a:cubicBezTo>
                    <a:cubicBezTo>
                      <a:pt x="13" y="71"/>
                      <a:pt x="15" y="72"/>
                      <a:pt x="17" y="72"/>
                    </a:cubicBezTo>
                    <a:cubicBezTo>
                      <a:pt x="25" y="67"/>
                      <a:pt x="25" y="67"/>
                      <a:pt x="25" y="67"/>
                    </a:cubicBezTo>
                    <a:cubicBezTo>
                      <a:pt x="25" y="66"/>
                      <a:pt x="25" y="66"/>
                      <a:pt x="25" y="66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7" y="61"/>
                      <a:pt x="27" y="61"/>
                      <a:pt x="27" y="61"/>
                    </a:cubicBezTo>
                    <a:cubicBezTo>
                      <a:pt x="29" y="56"/>
                      <a:pt x="29" y="56"/>
                      <a:pt x="29" y="56"/>
                    </a:cubicBezTo>
                    <a:cubicBezTo>
                      <a:pt x="31" y="59"/>
                      <a:pt x="31" y="59"/>
                      <a:pt x="31" y="59"/>
                    </a:cubicBezTo>
                    <a:cubicBezTo>
                      <a:pt x="34" y="58"/>
                      <a:pt x="34" y="58"/>
                      <a:pt x="34" y="58"/>
                    </a:cubicBezTo>
                    <a:cubicBezTo>
                      <a:pt x="36" y="55"/>
                      <a:pt x="36" y="55"/>
                      <a:pt x="36" y="55"/>
                    </a:cubicBezTo>
                    <a:cubicBezTo>
                      <a:pt x="41" y="61"/>
                      <a:pt x="46" y="66"/>
                      <a:pt x="50" y="72"/>
                    </a:cubicBezTo>
                    <a:cubicBezTo>
                      <a:pt x="52" y="74"/>
                      <a:pt x="53" y="77"/>
                      <a:pt x="54" y="79"/>
                    </a:cubicBezTo>
                    <a:cubicBezTo>
                      <a:pt x="62" y="85"/>
                      <a:pt x="62" y="85"/>
                      <a:pt x="62" y="85"/>
                    </a:cubicBezTo>
                    <a:cubicBezTo>
                      <a:pt x="68" y="87"/>
                      <a:pt x="74" y="88"/>
                      <a:pt x="81" y="89"/>
                    </a:cubicBezTo>
                    <a:cubicBezTo>
                      <a:pt x="83" y="90"/>
                      <a:pt x="86" y="90"/>
                      <a:pt x="89" y="90"/>
                    </a:cubicBezTo>
                    <a:cubicBezTo>
                      <a:pt x="90" y="86"/>
                      <a:pt x="90" y="86"/>
                      <a:pt x="90" y="86"/>
                    </a:cubicBezTo>
                    <a:cubicBezTo>
                      <a:pt x="87" y="85"/>
                      <a:pt x="84" y="85"/>
                      <a:pt x="82" y="83"/>
                    </a:cubicBez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grpSp>
          <p:nvGrpSpPr>
            <p:cNvPr id="236" name="Google Shape;236;p11"/>
            <p:cNvGrpSpPr/>
            <p:nvPr/>
          </p:nvGrpSpPr>
          <p:grpSpPr>
            <a:xfrm>
              <a:off x="8139111" y="5078414"/>
              <a:ext cx="287338" cy="433387"/>
              <a:chOff x="8139112" y="5078413"/>
              <a:chExt cx="287338" cy="433387"/>
            </a:xfrm>
          </p:grpSpPr>
          <p:sp>
            <p:nvSpPr>
              <p:cNvPr id="237" name="Google Shape;237;p11"/>
              <p:cNvSpPr/>
              <p:nvPr/>
            </p:nvSpPr>
            <p:spPr>
              <a:xfrm>
                <a:off x="8283575" y="5078413"/>
                <a:ext cx="142875" cy="231775"/>
              </a:xfrm>
              <a:custGeom>
                <a:rect b="b" l="l" r="r" t="t"/>
                <a:pathLst>
                  <a:path extrusionOk="0" h="86" w="53">
                    <a:moveTo>
                      <a:pt x="47" y="40"/>
                    </a:moveTo>
                    <a:cubicBezTo>
                      <a:pt x="40" y="44"/>
                      <a:pt x="40" y="44"/>
                      <a:pt x="40" y="44"/>
                    </a:cubicBezTo>
                    <a:cubicBezTo>
                      <a:pt x="32" y="42"/>
                      <a:pt x="32" y="42"/>
                      <a:pt x="32" y="42"/>
                    </a:cubicBezTo>
                    <a:cubicBezTo>
                      <a:pt x="32" y="39"/>
                      <a:pt x="31" y="36"/>
                      <a:pt x="30" y="33"/>
                    </a:cubicBezTo>
                    <a:cubicBezTo>
                      <a:pt x="29" y="31"/>
                      <a:pt x="28" y="29"/>
                      <a:pt x="28" y="27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6"/>
                      <a:pt x="7" y="5"/>
                      <a:pt x="6" y="4"/>
                    </a:cubicBezTo>
                    <a:cubicBezTo>
                      <a:pt x="5" y="2"/>
                      <a:pt x="4" y="1"/>
                      <a:pt x="4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5" y="21"/>
                      <a:pt x="10" y="33"/>
                      <a:pt x="16" y="45"/>
                    </a:cubicBezTo>
                    <a:cubicBezTo>
                      <a:pt x="13" y="50"/>
                      <a:pt x="10" y="54"/>
                      <a:pt x="7" y="59"/>
                    </a:cubicBezTo>
                    <a:cubicBezTo>
                      <a:pt x="11" y="65"/>
                      <a:pt x="11" y="65"/>
                      <a:pt x="11" y="65"/>
                    </a:cubicBezTo>
                    <a:cubicBezTo>
                      <a:pt x="16" y="66"/>
                      <a:pt x="16" y="66"/>
                      <a:pt x="16" y="66"/>
                    </a:cubicBezTo>
                    <a:cubicBezTo>
                      <a:pt x="19" y="71"/>
                      <a:pt x="19" y="71"/>
                      <a:pt x="19" y="71"/>
                    </a:cubicBezTo>
                    <a:cubicBezTo>
                      <a:pt x="19" y="73"/>
                      <a:pt x="18" y="75"/>
                      <a:pt x="18" y="77"/>
                    </a:cubicBezTo>
                    <a:cubicBezTo>
                      <a:pt x="17" y="78"/>
                      <a:pt x="16" y="80"/>
                      <a:pt x="15" y="81"/>
                    </a:cubicBezTo>
                    <a:cubicBezTo>
                      <a:pt x="21" y="86"/>
                      <a:pt x="21" y="86"/>
                      <a:pt x="21" y="86"/>
                    </a:cubicBezTo>
                    <a:cubicBezTo>
                      <a:pt x="27" y="79"/>
                      <a:pt x="33" y="71"/>
                      <a:pt x="38" y="64"/>
                    </a:cubicBezTo>
                    <a:cubicBezTo>
                      <a:pt x="36" y="62"/>
                      <a:pt x="36" y="62"/>
                      <a:pt x="36" y="62"/>
                    </a:cubicBezTo>
                    <a:cubicBezTo>
                      <a:pt x="36" y="56"/>
                      <a:pt x="36" y="56"/>
                      <a:pt x="36" y="56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1" y="54"/>
                      <a:pt x="41" y="54"/>
                      <a:pt x="43" y="55"/>
                    </a:cubicBezTo>
                    <a:cubicBezTo>
                      <a:pt x="44" y="56"/>
                      <a:pt x="44" y="56"/>
                      <a:pt x="45" y="57"/>
                    </a:cubicBezTo>
                    <a:cubicBezTo>
                      <a:pt x="53" y="43"/>
                      <a:pt x="53" y="43"/>
                      <a:pt x="53" y="43"/>
                    </a:cubicBezTo>
                    <a:cubicBezTo>
                      <a:pt x="50" y="39"/>
                      <a:pt x="50" y="39"/>
                      <a:pt x="50" y="39"/>
                    </a:cubicBezTo>
                    <a:lnTo>
                      <a:pt x="47" y="40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>
                <a:off x="8139112" y="5286375"/>
                <a:ext cx="176212" cy="203200"/>
              </a:xfrm>
              <a:custGeom>
                <a:rect b="b" l="l" r="r" t="t"/>
                <a:pathLst>
                  <a:path extrusionOk="0" h="76" w="66">
                    <a:moveTo>
                      <a:pt x="64" y="1"/>
                    </a:moveTo>
                    <a:cubicBezTo>
                      <a:pt x="54" y="7"/>
                      <a:pt x="54" y="7"/>
                      <a:pt x="54" y="7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7" y="9"/>
                      <a:pt x="47" y="9"/>
                      <a:pt x="47" y="9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35" y="23"/>
                      <a:pt x="29" y="29"/>
                      <a:pt x="23" y="36"/>
                    </a:cubicBezTo>
                    <a:cubicBezTo>
                      <a:pt x="14" y="46"/>
                      <a:pt x="7" y="55"/>
                      <a:pt x="0" y="66"/>
                    </a:cubicBezTo>
                    <a:cubicBezTo>
                      <a:pt x="6" y="69"/>
                      <a:pt x="12" y="72"/>
                      <a:pt x="18" y="76"/>
                    </a:cubicBezTo>
                    <a:cubicBezTo>
                      <a:pt x="27" y="76"/>
                      <a:pt x="27" y="76"/>
                      <a:pt x="27" y="76"/>
                    </a:cubicBezTo>
                    <a:cubicBezTo>
                      <a:pt x="32" y="71"/>
                      <a:pt x="36" y="66"/>
                      <a:pt x="39" y="60"/>
                    </a:cubicBezTo>
                    <a:cubicBezTo>
                      <a:pt x="44" y="52"/>
                      <a:pt x="49" y="44"/>
                      <a:pt x="52" y="36"/>
                    </a:cubicBezTo>
                    <a:cubicBezTo>
                      <a:pt x="58" y="36"/>
                      <a:pt x="58" y="36"/>
                      <a:pt x="58" y="36"/>
                    </a:cubicBezTo>
                    <a:cubicBezTo>
                      <a:pt x="59" y="33"/>
                      <a:pt x="59" y="33"/>
                      <a:pt x="59" y="33"/>
                    </a:cubicBezTo>
                    <a:cubicBezTo>
                      <a:pt x="55" y="30"/>
                      <a:pt x="55" y="30"/>
                      <a:pt x="55" y="30"/>
                    </a:cubicBezTo>
                    <a:cubicBezTo>
                      <a:pt x="65" y="16"/>
                      <a:pt x="65" y="16"/>
                      <a:pt x="65" y="16"/>
                    </a:cubicBezTo>
                    <a:cubicBezTo>
                      <a:pt x="64" y="9"/>
                      <a:pt x="64" y="9"/>
                      <a:pt x="64" y="9"/>
                    </a:cubicBezTo>
                    <a:cubicBezTo>
                      <a:pt x="66" y="6"/>
                      <a:pt x="66" y="6"/>
                      <a:pt x="66" y="6"/>
                    </a:cubicBezTo>
                    <a:lnTo>
                      <a:pt x="64" y="1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39" name="Google Shape;239;p11"/>
              <p:cNvSpPr/>
              <p:nvPr/>
            </p:nvSpPr>
            <p:spPr>
              <a:xfrm>
                <a:off x="8147050" y="5486400"/>
                <a:ext cx="28575" cy="25400"/>
              </a:xfrm>
              <a:custGeom>
                <a:rect b="b" l="l" r="r" t="t"/>
                <a:pathLst>
                  <a:path extrusionOk="0" h="16" w="18">
                    <a:moveTo>
                      <a:pt x="10" y="0"/>
                    </a:moveTo>
                    <a:lnTo>
                      <a:pt x="5" y="11"/>
                    </a:lnTo>
                    <a:lnTo>
                      <a:pt x="0" y="16"/>
                    </a:lnTo>
                    <a:lnTo>
                      <a:pt x="5" y="16"/>
                    </a:lnTo>
                    <a:lnTo>
                      <a:pt x="15" y="14"/>
                    </a:lnTo>
                    <a:lnTo>
                      <a:pt x="18" y="6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240" name="Google Shape;240;p11"/>
            <p:cNvSpPr/>
            <p:nvPr/>
          </p:nvSpPr>
          <p:spPr>
            <a:xfrm>
              <a:off x="8007349" y="4367214"/>
              <a:ext cx="34925" cy="15875"/>
            </a:xfrm>
            <a:custGeom>
              <a:rect b="b" l="l" r="r" t="t"/>
              <a:pathLst>
                <a:path extrusionOk="0" h="10" w="22">
                  <a:moveTo>
                    <a:pt x="6" y="0"/>
                  </a:moveTo>
                  <a:lnTo>
                    <a:pt x="0" y="0"/>
                  </a:lnTo>
                  <a:lnTo>
                    <a:pt x="10" y="9"/>
                  </a:lnTo>
                  <a:lnTo>
                    <a:pt x="17" y="10"/>
                  </a:lnTo>
                  <a:lnTo>
                    <a:pt x="22" y="10"/>
                  </a:lnTo>
                  <a:lnTo>
                    <a:pt x="20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8129586" y="4484689"/>
              <a:ext cx="25400" cy="34925"/>
            </a:xfrm>
            <a:custGeom>
              <a:rect b="b" l="l" r="r" t="t"/>
              <a:pathLst>
                <a:path extrusionOk="0" h="13" w="9">
                  <a:moveTo>
                    <a:pt x="9" y="3"/>
                  </a:moveTo>
                  <a:cubicBezTo>
                    <a:pt x="5" y="4"/>
                    <a:pt x="5" y="4"/>
                    <a:pt x="5" y="4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0" y="7"/>
                    <a:pt x="0" y="10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9" y="3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42" name="Google Shape;242;p11"/>
            <p:cNvSpPr/>
            <p:nvPr/>
          </p:nvSpPr>
          <p:spPr>
            <a:xfrm>
              <a:off x="8423274" y="4530726"/>
              <a:ext cx="28575" cy="23813"/>
            </a:xfrm>
            <a:custGeom>
              <a:rect b="b" l="l" r="r" t="t"/>
              <a:pathLst>
                <a:path extrusionOk="0" h="15" w="18">
                  <a:moveTo>
                    <a:pt x="0" y="7"/>
                  </a:moveTo>
                  <a:lnTo>
                    <a:pt x="3" y="15"/>
                  </a:lnTo>
                  <a:lnTo>
                    <a:pt x="10" y="15"/>
                  </a:lnTo>
                  <a:lnTo>
                    <a:pt x="12" y="9"/>
                  </a:lnTo>
                  <a:lnTo>
                    <a:pt x="17" y="5"/>
                  </a:lnTo>
                  <a:lnTo>
                    <a:pt x="18" y="0"/>
                  </a:lnTo>
                  <a:lnTo>
                    <a:pt x="13" y="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43" name="Google Shape;243;p11"/>
            <p:cNvSpPr/>
            <p:nvPr/>
          </p:nvSpPr>
          <p:spPr>
            <a:xfrm>
              <a:off x="8396286" y="4564064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6"/>
                  </a:moveTo>
                  <a:lnTo>
                    <a:pt x="0" y="13"/>
                  </a:lnTo>
                  <a:lnTo>
                    <a:pt x="3" y="18"/>
                  </a:lnTo>
                  <a:lnTo>
                    <a:pt x="17" y="10"/>
                  </a:lnTo>
                  <a:lnTo>
                    <a:pt x="19" y="3"/>
                  </a:lnTo>
                  <a:lnTo>
                    <a:pt x="12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8147049" y="4529139"/>
              <a:ext cx="17462" cy="23813"/>
            </a:xfrm>
            <a:custGeom>
              <a:rect b="b" l="l" r="r" t="t"/>
              <a:pathLst>
                <a:path extrusionOk="0" h="15" w="11">
                  <a:moveTo>
                    <a:pt x="1" y="0"/>
                  </a:moveTo>
                  <a:lnTo>
                    <a:pt x="0" y="3"/>
                  </a:lnTo>
                  <a:lnTo>
                    <a:pt x="5" y="15"/>
                  </a:lnTo>
                  <a:lnTo>
                    <a:pt x="11" y="11"/>
                  </a:lnTo>
                  <a:lnTo>
                    <a:pt x="6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8066086" y="4654551"/>
              <a:ext cx="66675" cy="65088"/>
            </a:xfrm>
            <a:custGeom>
              <a:rect b="b" l="l" r="r" t="t"/>
              <a:pathLst>
                <a:path extrusionOk="0" h="24" w="25">
                  <a:moveTo>
                    <a:pt x="1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1" y="5"/>
                    <a:pt x="3" y="7"/>
                    <a:pt x="6" y="9"/>
                  </a:cubicBezTo>
                  <a:cubicBezTo>
                    <a:pt x="11" y="15"/>
                    <a:pt x="17" y="20"/>
                    <a:pt x="23" y="24"/>
                  </a:cubicBezTo>
                  <a:cubicBezTo>
                    <a:pt x="24" y="24"/>
                    <a:pt x="24" y="24"/>
                    <a:pt x="25" y="24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19" y="15"/>
                    <a:pt x="14" y="10"/>
                    <a:pt x="8" y="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246" name="Google Shape;246;p11"/>
            <p:cNvGrpSpPr/>
            <p:nvPr/>
          </p:nvGrpSpPr>
          <p:grpSpPr>
            <a:xfrm>
              <a:off x="6870699" y="4394201"/>
              <a:ext cx="946150" cy="987426"/>
              <a:chOff x="6870700" y="4394200"/>
              <a:chExt cx="946150" cy="987426"/>
            </a:xfrm>
          </p:grpSpPr>
          <p:sp>
            <p:nvSpPr>
              <p:cNvPr id="247" name="Google Shape;247;p11"/>
              <p:cNvSpPr/>
              <p:nvPr/>
            </p:nvSpPr>
            <p:spPr>
              <a:xfrm>
                <a:off x="7251700" y="4413250"/>
                <a:ext cx="30162" cy="19050"/>
              </a:xfrm>
              <a:custGeom>
                <a:rect b="b" l="l" r="r" t="t"/>
                <a:pathLst>
                  <a:path extrusionOk="0" h="12" w="19">
                    <a:moveTo>
                      <a:pt x="17" y="7"/>
                    </a:moveTo>
                    <a:lnTo>
                      <a:pt x="19" y="2"/>
                    </a:lnTo>
                    <a:lnTo>
                      <a:pt x="14" y="0"/>
                    </a:lnTo>
                    <a:lnTo>
                      <a:pt x="9" y="2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5" y="12"/>
                    </a:lnTo>
                    <a:lnTo>
                      <a:pt x="17" y="7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>
                <a:off x="7300912" y="4421188"/>
                <a:ext cx="19050" cy="15875"/>
              </a:xfrm>
              <a:custGeom>
                <a:rect b="b" l="l" r="r" t="t"/>
                <a:pathLst>
                  <a:path extrusionOk="0" h="10" w="12">
                    <a:moveTo>
                      <a:pt x="10" y="7"/>
                    </a:moveTo>
                    <a:lnTo>
                      <a:pt x="12" y="0"/>
                    </a:lnTo>
                    <a:lnTo>
                      <a:pt x="5" y="0"/>
                    </a:lnTo>
                    <a:lnTo>
                      <a:pt x="0" y="5"/>
                    </a:lnTo>
                    <a:lnTo>
                      <a:pt x="3" y="10"/>
                    </a:lnTo>
                    <a:lnTo>
                      <a:pt x="10" y="7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49" name="Google Shape;249;p11"/>
              <p:cNvSpPr/>
              <p:nvPr/>
            </p:nvSpPr>
            <p:spPr>
              <a:xfrm>
                <a:off x="7418387" y="4479925"/>
                <a:ext cx="19050" cy="19050"/>
              </a:xfrm>
              <a:custGeom>
                <a:rect b="b" l="l" r="r" t="t"/>
                <a:pathLst>
                  <a:path extrusionOk="0" h="12" w="12">
                    <a:moveTo>
                      <a:pt x="5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12" y="10"/>
                    </a:lnTo>
                    <a:lnTo>
                      <a:pt x="12" y="7"/>
                    </a:lnTo>
                    <a:lnTo>
                      <a:pt x="9" y="5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50" name="Google Shape;250;p11"/>
              <p:cNvSpPr/>
              <p:nvPr/>
            </p:nvSpPr>
            <p:spPr>
              <a:xfrm>
                <a:off x="7480300" y="4538663"/>
                <a:ext cx="22225" cy="22225"/>
              </a:xfrm>
              <a:custGeom>
                <a:rect b="b" l="l" r="r" t="t"/>
                <a:pathLst>
                  <a:path extrusionOk="0" h="14" w="14">
                    <a:moveTo>
                      <a:pt x="9" y="9"/>
                    </a:moveTo>
                    <a:lnTo>
                      <a:pt x="14" y="4"/>
                    </a:lnTo>
                    <a:lnTo>
                      <a:pt x="10" y="0"/>
                    </a:lnTo>
                    <a:lnTo>
                      <a:pt x="2" y="9"/>
                    </a:lnTo>
                    <a:lnTo>
                      <a:pt x="0" y="14"/>
                    </a:lnTo>
                    <a:lnTo>
                      <a:pt x="7" y="14"/>
                    </a:lnTo>
                    <a:lnTo>
                      <a:pt x="9" y="9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>
                <a:off x="6870700" y="4394200"/>
                <a:ext cx="946150" cy="846138"/>
              </a:xfrm>
              <a:custGeom>
                <a:rect b="b" l="l" r="r" t="t"/>
                <a:pathLst>
                  <a:path extrusionOk="0" h="315" w="352">
                    <a:moveTo>
                      <a:pt x="348" y="176"/>
                    </a:moveTo>
                    <a:cubicBezTo>
                      <a:pt x="346" y="163"/>
                      <a:pt x="346" y="163"/>
                      <a:pt x="346" y="163"/>
                    </a:cubicBezTo>
                    <a:cubicBezTo>
                      <a:pt x="343" y="155"/>
                      <a:pt x="343" y="155"/>
                      <a:pt x="343" y="155"/>
                    </a:cubicBezTo>
                    <a:cubicBezTo>
                      <a:pt x="341" y="146"/>
                      <a:pt x="341" y="146"/>
                      <a:pt x="341" y="146"/>
                    </a:cubicBezTo>
                    <a:cubicBezTo>
                      <a:pt x="332" y="136"/>
                      <a:pt x="332" y="136"/>
                      <a:pt x="332" y="136"/>
                    </a:cubicBezTo>
                    <a:cubicBezTo>
                      <a:pt x="331" y="126"/>
                      <a:pt x="331" y="126"/>
                      <a:pt x="331" y="126"/>
                    </a:cubicBezTo>
                    <a:cubicBezTo>
                      <a:pt x="327" y="126"/>
                      <a:pt x="327" y="126"/>
                      <a:pt x="327" y="126"/>
                    </a:cubicBezTo>
                    <a:cubicBezTo>
                      <a:pt x="326" y="122"/>
                      <a:pt x="326" y="122"/>
                      <a:pt x="326" y="122"/>
                    </a:cubicBezTo>
                    <a:cubicBezTo>
                      <a:pt x="324" y="120"/>
                      <a:pt x="324" y="120"/>
                      <a:pt x="324" y="120"/>
                    </a:cubicBezTo>
                    <a:cubicBezTo>
                      <a:pt x="322" y="123"/>
                      <a:pt x="322" y="123"/>
                      <a:pt x="322" y="123"/>
                    </a:cubicBezTo>
                    <a:cubicBezTo>
                      <a:pt x="319" y="123"/>
                      <a:pt x="319" y="123"/>
                      <a:pt x="319" y="123"/>
                    </a:cubicBezTo>
                    <a:cubicBezTo>
                      <a:pt x="312" y="109"/>
                      <a:pt x="312" y="109"/>
                      <a:pt x="312" y="109"/>
                    </a:cubicBezTo>
                    <a:cubicBezTo>
                      <a:pt x="310" y="99"/>
                      <a:pt x="310" y="99"/>
                      <a:pt x="310" y="99"/>
                    </a:cubicBezTo>
                    <a:cubicBezTo>
                      <a:pt x="308" y="97"/>
                      <a:pt x="308" y="97"/>
                      <a:pt x="308" y="97"/>
                    </a:cubicBezTo>
                    <a:cubicBezTo>
                      <a:pt x="304" y="97"/>
                      <a:pt x="304" y="97"/>
                      <a:pt x="304" y="97"/>
                    </a:cubicBezTo>
                    <a:cubicBezTo>
                      <a:pt x="301" y="91"/>
                      <a:pt x="301" y="91"/>
                      <a:pt x="301" y="91"/>
                    </a:cubicBezTo>
                    <a:cubicBezTo>
                      <a:pt x="298" y="93"/>
                      <a:pt x="298" y="93"/>
                      <a:pt x="298" y="93"/>
                    </a:cubicBezTo>
                    <a:cubicBezTo>
                      <a:pt x="292" y="88"/>
                      <a:pt x="292" y="88"/>
                      <a:pt x="292" y="88"/>
                    </a:cubicBezTo>
                    <a:cubicBezTo>
                      <a:pt x="288" y="68"/>
                      <a:pt x="288" y="68"/>
                      <a:pt x="288" y="68"/>
                    </a:cubicBezTo>
                    <a:cubicBezTo>
                      <a:pt x="284" y="65"/>
                      <a:pt x="284" y="65"/>
                      <a:pt x="284" y="65"/>
                    </a:cubicBezTo>
                    <a:cubicBezTo>
                      <a:pt x="279" y="54"/>
                      <a:pt x="279" y="54"/>
                      <a:pt x="279" y="54"/>
                    </a:cubicBezTo>
                    <a:cubicBezTo>
                      <a:pt x="281" y="46"/>
                      <a:pt x="281" y="46"/>
                      <a:pt x="281" y="46"/>
                    </a:cubicBezTo>
                    <a:cubicBezTo>
                      <a:pt x="275" y="33"/>
                      <a:pt x="275" y="33"/>
                      <a:pt x="275" y="33"/>
                    </a:cubicBezTo>
                    <a:cubicBezTo>
                      <a:pt x="273" y="36"/>
                      <a:pt x="273" y="36"/>
                      <a:pt x="273" y="36"/>
                    </a:cubicBezTo>
                    <a:cubicBezTo>
                      <a:pt x="268" y="37"/>
                      <a:pt x="268" y="37"/>
                      <a:pt x="268" y="37"/>
                    </a:cubicBezTo>
                    <a:cubicBezTo>
                      <a:pt x="264" y="22"/>
                      <a:pt x="264" y="22"/>
                      <a:pt x="264" y="22"/>
                    </a:cubicBezTo>
                    <a:cubicBezTo>
                      <a:pt x="264" y="14"/>
                      <a:pt x="264" y="14"/>
                      <a:pt x="264" y="14"/>
                    </a:cubicBezTo>
                    <a:cubicBezTo>
                      <a:pt x="261" y="13"/>
                      <a:pt x="261" y="13"/>
                      <a:pt x="261" y="13"/>
                    </a:cubicBezTo>
                    <a:cubicBezTo>
                      <a:pt x="260" y="4"/>
                      <a:pt x="260" y="4"/>
                      <a:pt x="260" y="4"/>
                    </a:cubicBezTo>
                    <a:cubicBezTo>
                      <a:pt x="258" y="0"/>
                      <a:pt x="258" y="0"/>
                      <a:pt x="258" y="0"/>
                    </a:cubicBezTo>
                    <a:cubicBezTo>
                      <a:pt x="252" y="4"/>
                      <a:pt x="252" y="4"/>
                      <a:pt x="252" y="4"/>
                    </a:cubicBezTo>
                    <a:cubicBezTo>
                      <a:pt x="254" y="12"/>
                      <a:pt x="254" y="12"/>
                      <a:pt x="254" y="12"/>
                    </a:cubicBezTo>
                    <a:cubicBezTo>
                      <a:pt x="249" y="21"/>
                      <a:pt x="249" y="21"/>
                      <a:pt x="249" y="21"/>
                    </a:cubicBezTo>
                    <a:cubicBezTo>
                      <a:pt x="249" y="36"/>
                      <a:pt x="249" y="36"/>
                      <a:pt x="249" y="36"/>
                    </a:cubicBezTo>
                    <a:cubicBezTo>
                      <a:pt x="246" y="49"/>
                      <a:pt x="246" y="49"/>
                      <a:pt x="246" y="49"/>
                    </a:cubicBezTo>
                    <a:cubicBezTo>
                      <a:pt x="246" y="56"/>
                      <a:pt x="246" y="56"/>
                      <a:pt x="246" y="56"/>
                    </a:cubicBezTo>
                    <a:cubicBezTo>
                      <a:pt x="240" y="68"/>
                      <a:pt x="240" y="68"/>
                      <a:pt x="240" y="68"/>
                    </a:cubicBezTo>
                    <a:cubicBezTo>
                      <a:pt x="232" y="71"/>
                      <a:pt x="232" y="71"/>
                      <a:pt x="232" y="71"/>
                    </a:cubicBezTo>
                    <a:cubicBezTo>
                      <a:pt x="226" y="68"/>
                      <a:pt x="226" y="68"/>
                      <a:pt x="226" y="68"/>
                    </a:cubicBezTo>
                    <a:cubicBezTo>
                      <a:pt x="224" y="64"/>
                      <a:pt x="224" y="64"/>
                      <a:pt x="224" y="64"/>
                    </a:cubicBezTo>
                    <a:cubicBezTo>
                      <a:pt x="193" y="46"/>
                      <a:pt x="193" y="46"/>
                      <a:pt x="193" y="46"/>
                    </a:cubicBezTo>
                    <a:cubicBezTo>
                      <a:pt x="199" y="33"/>
                      <a:pt x="199" y="33"/>
                      <a:pt x="199" y="33"/>
                    </a:cubicBezTo>
                    <a:cubicBezTo>
                      <a:pt x="195" y="31"/>
                      <a:pt x="195" y="31"/>
                      <a:pt x="195" y="31"/>
                    </a:cubicBezTo>
                    <a:cubicBezTo>
                      <a:pt x="197" y="28"/>
                      <a:pt x="197" y="28"/>
                      <a:pt x="197" y="28"/>
                    </a:cubicBezTo>
                    <a:cubicBezTo>
                      <a:pt x="203" y="30"/>
                      <a:pt x="203" y="30"/>
                      <a:pt x="203" y="30"/>
                    </a:cubicBezTo>
                    <a:cubicBezTo>
                      <a:pt x="209" y="19"/>
                      <a:pt x="209" y="19"/>
                      <a:pt x="209" y="19"/>
                    </a:cubicBezTo>
                    <a:cubicBezTo>
                      <a:pt x="203" y="16"/>
                      <a:pt x="203" y="16"/>
                      <a:pt x="203" y="16"/>
                    </a:cubicBezTo>
                    <a:cubicBezTo>
                      <a:pt x="202" y="22"/>
                      <a:pt x="202" y="22"/>
                      <a:pt x="202" y="22"/>
                    </a:cubicBezTo>
                    <a:cubicBezTo>
                      <a:pt x="195" y="22"/>
                      <a:pt x="195" y="22"/>
                      <a:pt x="195" y="22"/>
                    </a:cubicBezTo>
                    <a:cubicBezTo>
                      <a:pt x="198" y="18"/>
                      <a:pt x="198" y="18"/>
                      <a:pt x="198" y="18"/>
                    </a:cubicBezTo>
                    <a:cubicBezTo>
                      <a:pt x="197" y="13"/>
                      <a:pt x="197" y="13"/>
                      <a:pt x="197" y="13"/>
                    </a:cubicBezTo>
                    <a:cubicBezTo>
                      <a:pt x="188" y="17"/>
                      <a:pt x="188" y="17"/>
                      <a:pt x="188" y="17"/>
                    </a:cubicBezTo>
                    <a:cubicBezTo>
                      <a:pt x="168" y="13"/>
                      <a:pt x="168" y="13"/>
                      <a:pt x="168" y="13"/>
                    </a:cubicBezTo>
                    <a:cubicBezTo>
                      <a:pt x="167" y="21"/>
                      <a:pt x="167" y="21"/>
                      <a:pt x="167" y="21"/>
                    </a:cubicBezTo>
                    <a:cubicBezTo>
                      <a:pt x="161" y="22"/>
                      <a:pt x="161" y="22"/>
                      <a:pt x="161" y="22"/>
                    </a:cubicBezTo>
                    <a:cubicBezTo>
                      <a:pt x="153" y="19"/>
                      <a:pt x="153" y="19"/>
                      <a:pt x="153" y="19"/>
                    </a:cubicBezTo>
                    <a:cubicBezTo>
                      <a:pt x="145" y="26"/>
                      <a:pt x="145" y="26"/>
                      <a:pt x="145" y="26"/>
                    </a:cubicBezTo>
                    <a:cubicBezTo>
                      <a:pt x="145" y="31"/>
                      <a:pt x="145" y="31"/>
                      <a:pt x="145" y="31"/>
                    </a:cubicBezTo>
                    <a:cubicBezTo>
                      <a:pt x="136" y="37"/>
                      <a:pt x="136" y="37"/>
                      <a:pt x="136" y="37"/>
                    </a:cubicBezTo>
                    <a:cubicBezTo>
                      <a:pt x="139" y="45"/>
                      <a:pt x="139" y="45"/>
                      <a:pt x="139" y="45"/>
                    </a:cubicBezTo>
                    <a:cubicBezTo>
                      <a:pt x="131" y="44"/>
                      <a:pt x="131" y="44"/>
                      <a:pt x="131" y="44"/>
                    </a:cubicBezTo>
                    <a:cubicBezTo>
                      <a:pt x="128" y="46"/>
                      <a:pt x="128" y="46"/>
                      <a:pt x="128" y="46"/>
                    </a:cubicBezTo>
                    <a:cubicBezTo>
                      <a:pt x="126" y="46"/>
                      <a:pt x="126" y="46"/>
                      <a:pt x="126" y="46"/>
                    </a:cubicBezTo>
                    <a:cubicBezTo>
                      <a:pt x="128" y="41"/>
                      <a:pt x="128" y="41"/>
                      <a:pt x="128" y="41"/>
                    </a:cubicBezTo>
                    <a:cubicBezTo>
                      <a:pt x="117" y="34"/>
                      <a:pt x="117" y="34"/>
                      <a:pt x="117" y="34"/>
                    </a:cubicBezTo>
                    <a:cubicBezTo>
                      <a:pt x="114" y="38"/>
                      <a:pt x="114" y="38"/>
                      <a:pt x="114" y="38"/>
                    </a:cubicBezTo>
                    <a:cubicBezTo>
                      <a:pt x="110" y="36"/>
                      <a:pt x="110" y="36"/>
                      <a:pt x="110" y="36"/>
                    </a:cubicBezTo>
                    <a:cubicBezTo>
                      <a:pt x="109" y="42"/>
                      <a:pt x="109" y="42"/>
                      <a:pt x="109" y="42"/>
                    </a:cubicBezTo>
                    <a:cubicBezTo>
                      <a:pt x="106" y="41"/>
                      <a:pt x="106" y="41"/>
                      <a:pt x="106" y="41"/>
                    </a:cubicBezTo>
                    <a:cubicBezTo>
                      <a:pt x="105" y="38"/>
                      <a:pt x="105" y="38"/>
                      <a:pt x="105" y="38"/>
                    </a:cubicBezTo>
                    <a:cubicBezTo>
                      <a:pt x="100" y="45"/>
                      <a:pt x="100" y="45"/>
                      <a:pt x="100" y="45"/>
                    </a:cubicBezTo>
                    <a:cubicBezTo>
                      <a:pt x="103" y="48"/>
                      <a:pt x="103" y="48"/>
                      <a:pt x="103" y="48"/>
                    </a:cubicBezTo>
                    <a:cubicBezTo>
                      <a:pt x="98" y="49"/>
                      <a:pt x="98" y="49"/>
                      <a:pt x="98" y="49"/>
                    </a:cubicBezTo>
                    <a:cubicBezTo>
                      <a:pt x="95" y="51"/>
                      <a:pt x="95" y="51"/>
                      <a:pt x="95" y="51"/>
                    </a:cubicBezTo>
                    <a:cubicBezTo>
                      <a:pt x="93" y="60"/>
                      <a:pt x="93" y="60"/>
                      <a:pt x="93" y="60"/>
                    </a:cubicBezTo>
                    <a:cubicBezTo>
                      <a:pt x="88" y="57"/>
                      <a:pt x="88" y="57"/>
                      <a:pt x="88" y="57"/>
                    </a:cubicBezTo>
                    <a:cubicBezTo>
                      <a:pt x="86" y="60"/>
                      <a:pt x="86" y="60"/>
                      <a:pt x="86" y="60"/>
                    </a:cubicBezTo>
                    <a:cubicBezTo>
                      <a:pt x="88" y="62"/>
                      <a:pt x="88" y="62"/>
                      <a:pt x="88" y="62"/>
                    </a:cubicBezTo>
                    <a:cubicBezTo>
                      <a:pt x="90" y="66"/>
                      <a:pt x="90" y="66"/>
                      <a:pt x="90" y="66"/>
                    </a:cubicBezTo>
                    <a:cubicBezTo>
                      <a:pt x="86" y="68"/>
                      <a:pt x="86" y="68"/>
                      <a:pt x="86" y="68"/>
                    </a:cubicBezTo>
                    <a:cubicBezTo>
                      <a:pt x="81" y="62"/>
                      <a:pt x="81" y="62"/>
                      <a:pt x="81" y="62"/>
                    </a:cubicBezTo>
                    <a:cubicBezTo>
                      <a:pt x="82" y="57"/>
                      <a:pt x="82" y="57"/>
                      <a:pt x="82" y="57"/>
                    </a:cubicBezTo>
                    <a:cubicBezTo>
                      <a:pt x="81" y="57"/>
                      <a:pt x="81" y="57"/>
                      <a:pt x="81" y="57"/>
                    </a:cubicBezTo>
                    <a:cubicBezTo>
                      <a:pt x="74" y="64"/>
                      <a:pt x="74" y="64"/>
                      <a:pt x="74" y="64"/>
                    </a:cubicBezTo>
                    <a:cubicBezTo>
                      <a:pt x="73" y="68"/>
                      <a:pt x="73" y="68"/>
                      <a:pt x="73" y="68"/>
                    </a:cubicBezTo>
                    <a:cubicBezTo>
                      <a:pt x="75" y="77"/>
                      <a:pt x="75" y="77"/>
                      <a:pt x="75" y="77"/>
                    </a:cubicBezTo>
                    <a:cubicBezTo>
                      <a:pt x="72" y="79"/>
                      <a:pt x="72" y="79"/>
                      <a:pt x="72" y="79"/>
                    </a:cubicBezTo>
                    <a:cubicBezTo>
                      <a:pt x="68" y="88"/>
                      <a:pt x="68" y="88"/>
                      <a:pt x="68" y="88"/>
                    </a:cubicBezTo>
                    <a:cubicBezTo>
                      <a:pt x="66" y="89"/>
                      <a:pt x="66" y="89"/>
                      <a:pt x="66" y="89"/>
                    </a:cubicBezTo>
                    <a:cubicBezTo>
                      <a:pt x="56" y="97"/>
                      <a:pt x="56" y="97"/>
                      <a:pt x="56" y="97"/>
                    </a:cubicBezTo>
                    <a:cubicBezTo>
                      <a:pt x="48" y="100"/>
                      <a:pt x="48" y="100"/>
                      <a:pt x="48" y="100"/>
                    </a:cubicBezTo>
                    <a:cubicBezTo>
                      <a:pt x="44" y="104"/>
                      <a:pt x="38" y="106"/>
                      <a:pt x="30" y="107"/>
                    </a:cubicBezTo>
                    <a:cubicBezTo>
                      <a:pt x="28" y="104"/>
                      <a:pt x="28" y="104"/>
                      <a:pt x="28" y="104"/>
                    </a:cubicBezTo>
                    <a:cubicBezTo>
                      <a:pt x="8" y="117"/>
                      <a:pt x="8" y="117"/>
                      <a:pt x="8" y="117"/>
                    </a:cubicBezTo>
                    <a:cubicBezTo>
                      <a:pt x="6" y="120"/>
                      <a:pt x="6" y="120"/>
                      <a:pt x="6" y="120"/>
                    </a:cubicBezTo>
                    <a:cubicBezTo>
                      <a:pt x="5" y="113"/>
                      <a:pt x="5" y="113"/>
                      <a:pt x="5" y="113"/>
                    </a:cubicBezTo>
                    <a:cubicBezTo>
                      <a:pt x="2" y="120"/>
                      <a:pt x="2" y="120"/>
                      <a:pt x="2" y="120"/>
                    </a:cubicBezTo>
                    <a:cubicBezTo>
                      <a:pt x="2" y="132"/>
                      <a:pt x="2" y="132"/>
                      <a:pt x="2" y="132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8" y="158"/>
                      <a:pt x="8" y="158"/>
                      <a:pt x="8" y="158"/>
                    </a:cubicBezTo>
                    <a:cubicBezTo>
                      <a:pt x="8" y="162"/>
                      <a:pt x="8" y="162"/>
                      <a:pt x="8" y="162"/>
                    </a:cubicBezTo>
                    <a:cubicBezTo>
                      <a:pt x="9" y="169"/>
                      <a:pt x="9" y="169"/>
                      <a:pt x="9" y="169"/>
                    </a:cubicBezTo>
                    <a:cubicBezTo>
                      <a:pt x="7" y="170"/>
                      <a:pt x="7" y="170"/>
                      <a:pt x="7" y="170"/>
                    </a:cubicBezTo>
                    <a:cubicBezTo>
                      <a:pt x="3" y="164"/>
                      <a:pt x="3" y="164"/>
                      <a:pt x="3" y="164"/>
                    </a:cubicBezTo>
                    <a:cubicBezTo>
                      <a:pt x="2" y="165"/>
                      <a:pt x="2" y="165"/>
                      <a:pt x="2" y="165"/>
                    </a:cubicBezTo>
                    <a:cubicBezTo>
                      <a:pt x="5" y="171"/>
                      <a:pt x="5" y="171"/>
                      <a:pt x="5" y="171"/>
                    </a:cubicBezTo>
                    <a:cubicBezTo>
                      <a:pt x="1" y="175"/>
                      <a:pt x="1" y="175"/>
                      <a:pt x="1" y="175"/>
                    </a:cubicBezTo>
                    <a:cubicBezTo>
                      <a:pt x="11" y="198"/>
                      <a:pt x="11" y="198"/>
                      <a:pt x="11" y="198"/>
                    </a:cubicBezTo>
                    <a:cubicBezTo>
                      <a:pt x="11" y="217"/>
                      <a:pt x="11" y="217"/>
                      <a:pt x="11" y="217"/>
                    </a:cubicBezTo>
                    <a:cubicBezTo>
                      <a:pt x="17" y="227"/>
                      <a:pt x="20" y="239"/>
                      <a:pt x="17" y="252"/>
                    </a:cubicBezTo>
                    <a:cubicBezTo>
                      <a:pt x="15" y="254"/>
                      <a:pt x="15" y="254"/>
                      <a:pt x="15" y="254"/>
                    </a:cubicBezTo>
                    <a:cubicBezTo>
                      <a:pt x="10" y="252"/>
                      <a:pt x="10" y="252"/>
                      <a:pt x="10" y="252"/>
                    </a:cubicBezTo>
                    <a:cubicBezTo>
                      <a:pt x="12" y="265"/>
                      <a:pt x="12" y="265"/>
                      <a:pt x="12" y="265"/>
                    </a:cubicBezTo>
                    <a:cubicBezTo>
                      <a:pt x="16" y="265"/>
                      <a:pt x="16" y="265"/>
                      <a:pt x="16" y="265"/>
                    </a:cubicBezTo>
                    <a:cubicBezTo>
                      <a:pt x="29" y="274"/>
                      <a:pt x="29" y="274"/>
                      <a:pt x="29" y="274"/>
                    </a:cubicBezTo>
                    <a:cubicBezTo>
                      <a:pt x="32" y="273"/>
                      <a:pt x="32" y="273"/>
                      <a:pt x="32" y="273"/>
                    </a:cubicBezTo>
                    <a:cubicBezTo>
                      <a:pt x="40" y="273"/>
                      <a:pt x="40" y="273"/>
                      <a:pt x="40" y="273"/>
                    </a:cubicBezTo>
                    <a:cubicBezTo>
                      <a:pt x="44" y="266"/>
                      <a:pt x="44" y="266"/>
                      <a:pt x="44" y="266"/>
                    </a:cubicBezTo>
                    <a:cubicBezTo>
                      <a:pt x="50" y="266"/>
                      <a:pt x="50" y="266"/>
                      <a:pt x="50" y="266"/>
                    </a:cubicBezTo>
                    <a:cubicBezTo>
                      <a:pt x="50" y="262"/>
                      <a:pt x="50" y="262"/>
                      <a:pt x="50" y="262"/>
                    </a:cubicBezTo>
                    <a:cubicBezTo>
                      <a:pt x="55" y="260"/>
                      <a:pt x="55" y="260"/>
                      <a:pt x="55" y="260"/>
                    </a:cubicBezTo>
                    <a:cubicBezTo>
                      <a:pt x="67" y="259"/>
                      <a:pt x="67" y="259"/>
                      <a:pt x="67" y="259"/>
                    </a:cubicBezTo>
                    <a:cubicBezTo>
                      <a:pt x="87" y="261"/>
                      <a:pt x="87" y="261"/>
                      <a:pt x="87" y="261"/>
                    </a:cubicBezTo>
                    <a:cubicBezTo>
                      <a:pt x="94" y="254"/>
                      <a:pt x="94" y="254"/>
                      <a:pt x="94" y="254"/>
                    </a:cubicBezTo>
                    <a:cubicBezTo>
                      <a:pt x="94" y="251"/>
                      <a:pt x="94" y="251"/>
                      <a:pt x="94" y="251"/>
                    </a:cubicBezTo>
                    <a:cubicBezTo>
                      <a:pt x="99" y="244"/>
                      <a:pt x="99" y="244"/>
                      <a:pt x="99" y="244"/>
                    </a:cubicBezTo>
                    <a:cubicBezTo>
                      <a:pt x="104" y="245"/>
                      <a:pt x="104" y="245"/>
                      <a:pt x="104" y="245"/>
                    </a:cubicBezTo>
                    <a:cubicBezTo>
                      <a:pt x="137" y="235"/>
                      <a:pt x="137" y="235"/>
                      <a:pt x="137" y="235"/>
                    </a:cubicBezTo>
                    <a:cubicBezTo>
                      <a:pt x="144" y="231"/>
                      <a:pt x="144" y="231"/>
                      <a:pt x="144" y="231"/>
                    </a:cubicBezTo>
                    <a:cubicBezTo>
                      <a:pt x="156" y="236"/>
                      <a:pt x="156" y="236"/>
                      <a:pt x="156" y="236"/>
                    </a:cubicBezTo>
                    <a:cubicBezTo>
                      <a:pt x="168" y="235"/>
                      <a:pt x="168" y="235"/>
                      <a:pt x="168" y="235"/>
                    </a:cubicBezTo>
                    <a:cubicBezTo>
                      <a:pt x="180" y="243"/>
                      <a:pt x="180" y="243"/>
                      <a:pt x="180" y="243"/>
                    </a:cubicBezTo>
                    <a:cubicBezTo>
                      <a:pt x="177" y="246"/>
                      <a:pt x="177" y="246"/>
                      <a:pt x="177" y="246"/>
                    </a:cubicBezTo>
                    <a:cubicBezTo>
                      <a:pt x="183" y="251"/>
                      <a:pt x="183" y="251"/>
                      <a:pt x="183" y="251"/>
                    </a:cubicBezTo>
                    <a:cubicBezTo>
                      <a:pt x="181" y="253"/>
                      <a:pt x="181" y="253"/>
                      <a:pt x="181" y="253"/>
                    </a:cubicBezTo>
                    <a:cubicBezTo>
                      <a:pt x="183" y="255"/>
                      <a:pt x="183" y="255"/>
                      <a:pt x="183" y="255"/>
                    </a:cubicBezTo>
                    <a:cubicBezTo>
                      <a:pt x="188" y="254"/>
                      <a:pt x="188" y="254"/>
                      <a:pt x="188" y="254"/>
                    </a:cubicBezTo>
                    <a:cubicBezTo>
                      <a:pt x="191" y="261"/>
                      <a:pt x="191" y="261"/>
                      <a:pt x="191" y="261"/>
                    </a:cubicBezTo>
                    <a:cubicBezTo>
                      <a:pt x="195" y="265"/>
                      <a:pt x="195" y="265"/>
                      <a:pt x="195" y="265"/>
                    </a:cubicBezTo>
                    <a:cubicBezTo>
                      <a:pt x="193" y="268"/>
                      <a:pt x="193" y="268"/>
                      <a:pt x="193" y="268"/>
                    </a:cubicBezTo>
                    <a:cubicBezTo>
                      <a:pt x="199" y="270"/>
                      <a:pt x="199" y="270"/>
                      <a:pt x="199" y="270"/>
                    </a:cubicBezTo>
                    <a:cubicBezTo>
                      <a:pt x="200" y="265"/>
                      <a:pt x="200" y="265"/>
                      <a:pt x="200" y="265"/>
                    </a:cubicBezTo>
                    <a:cubicBezTo>
                      <a:pt x="206" y="259"/>
                      <a:pt x="206" y="259"/>
                      <a:pt x="206" y="259"/>
                    </a:cubicBezTo>
                    <a:cubicBezTo>
                      <a:pt x="206" y="254"/>
                      <a:pt x="206" y="254"/>
                      <a:pt x="206" y="254"/>
                    </a:cubicBezTo>
                    <a:cubicBezTo>
                      <a:pt x="213" y="249"/>
                      <a:pt x="213" y="249"/>
                      <a:pt x="213" y="249"/>
                    </a:cubicBezTo>
                    <a:cubicBezTo>
                      <a:pt x="213" y="244"/>
                      <a:pt x="213" y="244"/>
                      <a:pt x="213" y="244"/>
                    </a:cubicBezTo>
                    <a:cubicBezTo>
                      <a:pt x="215" y="244"/>
                      <a:pt x="215" y="244"/>
                      <a:pt x="215" y="244"/>
                    </a:cubicBezTo>
                    <a:cubicBezTo>
                      <a:pt x="215" y="253"/>
                      <a:pt x="215" y="253"/>
                      <a:pt x="215" y="253"/>
                    </a:cubicBezTo>
                    <a:cubicBezTo>
                      <a:pt x="210" y="259"/>
                      <a:pt x="210" y="259"/>
                      <a:pt x="210" y="259"/>
                    </a:cubicBezTo>
                    <a:cubicBezTo>
                      <a:pt x="208" y="270"/>
                      <a:pt x="208" y="270"/>
                      <a:pt x="208" y="270"/>
                    </a:cubicBezTo>
                    <a:cubicBezTo>
                      <a:pt x="203" y="271"/>
                      <a:pt x="203" y="271"/>
                      <a:pt x="203" y="271"/>
                    </a:cubicBezTo>
                    <a:cubicBezTo>
                      <a:pt x="205" y="276"/>
                      <a:pt x="205" y="276"/>
                      <a:pt x="205" y="276"/>
                    </a:cubicBezTo>
                    <a:cubicBezTo>
                      <a:pt x="213" y="274"/>
                      <a:pt x="213" y="274"/>
                      <a:pt x="213" y="274"/>
                    </a:cubicBezTo>
                    <a:cubicBezTo>
                      <a:pt x="214" y="265"/>
                      <a:pt x="214" y="265"/>
                      <a:pt x="214" y="265"/>
                    </a:cubicBezTo>
                    <a:cubicBezTo>
                      <a:pt x="217" y="264"/>
                      <a:pt x="217" y="264"/>
                      <a:pt x="217" y="264"/>
                    </a:cubicBezTo>
                    <a:cubicBezTo>
                      <a:pt x="221" y="269"/>
                      <a:pt x="221" y="269"/>
                      <a:pt x="221" y="269"/>
                    </a:cubicBezTo>
                    <a:cubicBezTo>
                      <a:pt x="220" y="274"/>
                      <a:pt x="220" y="274"/>
                      <a:pt x="220" y="274"/>
                    </a:cubicBezTo>
                    <a:cubicBezTo>
                      <a:pt x="217" y="277"/>
                      <a:pt x="217" y="277"/>
                      <a:pt x="217" y="277"/>
                    </a:cubicBezTo>
                    <a:cubicBezTo>
                      <a:pt x="219" y="280"/>
                      <a:pt x="219" y="280"/>
                      <a:pt x="219" y="280"/>
                    </a:cubicBezTo>
                    <a:cubicBezTo>
                      <a:pt x="226" y="274"/>
                      <a:pt x="226" y="274"/>
                      <a:pt x="226" y="274"/>
                    </a:cubicBezTo>
                    <a:cubicBezTo>
                      <a:pt x="229" y="278"/>
                      <a:pt x="229" y="278"/>
                      <a:pt x="229" y="278"/>
                    </a:cubicBezTo>
                    <a:cubicBezTo>
                      <a:pt x="224" y="281"/>
                      <a:pt x="224" y="281"/>
                      <a:pt x="224" y="281"/>
                    </a:cubicBezTo>
                    <a:cubicBezTo>
                      <a:pt x="230" y="291"/>
                      <a:pt x="230" y="291"/>
                      <a:pt x="230" y="291"/>
                    </a:cubicBezTo>
                    <a:cubicBezTo>
                      <a:pt x="232" y="300"/>
                      <a:pt x="232" y="300"/>
                      <a:pt x="232" y="300"/>
                    </a:cubicBezTo>
                    <a:cubicBezTo>
                      <a:pt x="236" y="302"/>
                      <a:pt x="236" y="302"/>
                      <a:pt x="236" y="302"/>
                    </a:cubicBezTo>
                    <a:cubicBezTo>
                      <a:pt x="243" y="303"/>
                      <a:pt x="243" y="303"/>
                      <a:pt x="243" y="303"/>
                    </a:cubicBezTo>
                    <a:cubicBezTo>
                      <a:pt x="249" y="310"/>
                      <a:pt x="249" y="310"/>
                      <a:pt x="249" y="310"/>
                    </a:cubicBezTo>
                    <a:cubicBezTo>
                      <a:pt x="252" y="308"/>
                      <a:pt x="252" y="308"/>
                      <a:pt x="252" y="308"/>
                    </a:cubicBezTo>
                    <a:cubicBezTo>
                      <a:pt x="258" y="311"/>
                      <a:pt x="258" y="311"/>
                      <a:pt x="258" y="311"/>
                    </a:cubicBezTo>
                    <a:cubicBezTo>
                      <a:pt x="263" y="311"/>
                      <a:pt x="263" y="311"/>
                      <a:pt x="263" y="311"/>
                    </a:cubicBezTo>
                    <a:cubicBezTo>
                      <a:pt x="264" y="314"/>
                      <a:pt x="264" y="314"/>
                      <a:pt x="264" y="314"/>
                    </a:cubicBezTo>
                    <a:cubicBezTo>
                      <a:pt x="270" y="315"/>
                      <a:pt x="270" y="315"/>
                      <a:pt x="270" y="315"/>
                    </a:cubicBezTo>
                    <a:cubicBezTo>
                      <a:pt x="275" y="311"/>
                      <a:pt x="275" y="311"/>
                      <a:pt x="275" y="311"/>
                    </a:cubicBezTo>
                    <a:cubicBezTo>
                      <a:pt x="274" y="307"/>
                      <a:pt x="274" y="307"/>
                      <a:pt x="274" y="307"/>
                    </a:cubicBezTo>
                    <a:cubicBezTo>
                      <a:pt x="277" y="308"/>
                      <a:pt x="277" y="308"/>
                      <a:pt x="277" y="308"/>
                    </a:cubicBezTo>
                    <a:cubicBezTo>
                      <a:pt x="279" y="304"/>
                      <a:pt x="279" y="304"/>
                      <a:pt x="279" y="304"/>
                    </a:cubicBezTo>
                    <a:cubicBezTo>
                      <a:pt x="283" y="306"/>
                      <a:pt x="283" y="306"/>
                      <a:pt x="283" y="306"/>
                    </a:cubicBezTo>
                    <a:cubicBezTo>
                      <a:pt x="280" y="311"/>
                      <a:pt x="280" y="311"/>
                      <a:pt x="280" y="311"/>
                    </a:cubicBezTo>
                    <a:cubicBezTo>
                      <a:pt x="287" y="313"/>
                      <a:pt x="287" y="313"/>
                      <a:pt x="287" y="313"/>
                    </a:cubicBezTo>
                    <a:cubicBezTo>
                      <a:pt x="289" y="315"/>
                      <a:pt x="289" y="315"/>
                      <a:pt x="289" y="315"/>
                    </a:cubicBezTo>
                    <a:cubicBezTo>
                      <a:pt x="291" y="315"/>
                      <a:pt x="291" y="315"/>
                      <a:pt x="291" y="315"/>
                    </a:cubicBezTo>
                    <a:cubicBezTo>
                      <a:pt x="291" y="313"/>
                      <a:pt x="291" y="313"/>
                      <a:pt x="291" y="313"/>
                    </a:cubicBezTo>
                    <a:cubicBezTo>
                      <a:pt x="307" y="296"/>
                      <a:pt x="307" y="296"/>
                      <a:pt x="307" y="296"/>
                    </a:cubicBezTo>
                    <a:cubicBezTo>
                      <a:pt x="319" y="291"/>
                      <a:pt x="319" y="291"/>
                      <a:pt x="319" y="291"/>
                    </a:cubicBezTo>
                    <a:cubicBezTo>
                      <a:pt x="325" y="277"/>
                      <a:pt x="325" y="277"/>
                      <a:pt x="325" y="277"/>
                    </a:cubicBezTo>
                    <a:cubicBezTo>
                      <a:pt x="328" y="277"/>
                      <a:pt x="328" y="277"/>
                      <a:pt x="328" y="277"/>
                    </a:cubicBezTo>
                    <a:cubicBezTo>
                      <a:pt x="326" y="272"/>
                      <a:pt x="326" y="272"/>
                      <a:pt x="326" y="272"/>
                    </a:cubicBezTo>
                    <a:cubicBezTo>
                      <a:pt x="327" y="251"/>
                      <a:pt x="333" y="238"/>
                      <a:pt x="341" y="236"/>
                    </a:cubicBezTo>
                    <a:cubicBezTo>
                      <a:pt x="346" y="207"/>
                      <a:pt x="346" y="207"/>
                      <a:pt x="346" y="207"/>
                    </a:cubicBezTo>
                    <a:cubicBezTo>
                      <a:pt x="350" y="197"/>
                      <a:pt x="350" y="197"/>
                      <a:pt x="350" y="197"/>
                    </a:cubicBezTo>
                    <a:cubicBezTo>
                      <a:pt x="352" y="187"/>
                      <a:pt x="352" y="187"/>
                      <a:pt x="352" y="187"/>
                    </a:cubicBezTo>
                    <a:lnTo>
                      <a:pt x="348" y="176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>
                <a:off x="7604125" y="5291138"/>
                <a:ext cx="93662" cy="90488"/>
              </a:xfrm>
              <a:custGeom>
                <a:rect b="b" l="l" r="r" t="t"/>
                <a:pathLst>
                  <a:path extrusionOk="0" h="34" w="35">
                    <a:moveTo>
                      <a:pt x="29" y="3"/>
                    </a:moveTo>
                    <a:cubicBezTo>
                      <a:pt x="16" y="4"/>
                      <a:pt x="16" y="4"/>
                      <a:pt x="16" y="4"/>
                    </a:cubicBezTo>
                    <a:cubicBezTo>
                      <a:pt x="11" y="3"/>
                      <a:pt x="5" y="1"/>
                      <a:pt x="0" y="0"/>
                    </a:cubicBezTo>
                    <a:cubicBezTo>
                      <a:pt x="2" y="4"/>
                      <a:pt x="5" y="9"/>
                      <a:pt x="6" y="15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3"/>
                      <a:pt x="22" y="32"/>
                      <a:pt x="23" y="32"/>
                    </a:cubicBezTo>
                    <a:cubicBezTo>
                      <a:pt x="23" y="30"/>
                      <a:pt x="24" y="29"/>
                      <a:pt x="24" y="28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7"/>
                      <a:pt x="35" y="7"/>
                      <a:pt x="35" y="7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29" y="3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253" name="Google Shape;253;p11"/>
            <p:cNvSpPr/>
            <p:nvPr/>
          </p:nvSpPr>
          <p:spPr>
            <a:xfrm>
              <a:off x="4684712" y="2474914"/>
              <a:ext cx="419100" cy="269875"/>
            </a:xfrm>
            <a:custGeom>
              <a:rect b="b" l="l" r="r" t="t"/>
              <a:pathLst>
                <a:path extrusionOk="0" h="101" w="156">
                  <a:moveTo>
                    <a:pt x="12" y="3"/>
                  </a:moveTo>
                  <a:cubicBezTo>
                    <a:pt x="12" y="3"/>
                    <a:pt x="12" y="3"/>
                    <a:pt x="12" y="3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10" y="55"/>
                    <a:pt x="10" y="55"/>
                    <a:pt x="10" y="55"/>
                  </a:cubicBezTo>
                  <a:cubicBezTo>
                    <a:pt x="11" y="55"/>
                    <a:pt x="11" y="55"/>
                    <a:pt x="11" y="55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50" y="53"/>
                    <a:pt x="50" y="53"/>
                    <a:pt x="50" y="53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0" y="62"/>
                    <a:pt x="70" y="62"/>
                    <a:pt x="70" y="62"/>
                  </a:cubicBezTo>
                  <a:cubicBezTo>
                    <a:pt x="66" y="71"/>
                    <a:pt x="66" y="71"/>
                    <a:pt x="66" y="71"/>
                  </a:cubicBezTo>
                  <a:cubicBezTo>
                    <a:pt x="65" y="73"/>
                    <a:pt x="65" y="73"/>
                    <a:pt x="65" y="73"/>
                  </a:cubicBezTo>
                  <a:cubicBezTo>
                    <a:pt x="72" y="82"/>
                    <a:pt x="72" y="82"/>
                    <a:pt x="72" y="82"/>
                  </a:cubicBezTo>
                  <a:cubicBezTo>
                    <a:pt x="73" y="83"/>
                    <a:pt x="73" y="83"/>
                    <a:pt x="73" y="83"/>
                  </a:cubicBezTo>
                  <a:cubicBezTo>
                    <a:pt x="73" y="83"/>
                    <a:pt x="73" y="84"/>
                    <a:pt x="74" y="84"/>
                  </a:cubicBezTo>
                  <a:cubicBezTo>
                    <a:pt x="74" y="83"/>
                    <a:pt x="74" y="83"/>
                    <a:pt x="74" y="83"/>
                  </a:cubicBezTo>
                  <a:cubicBezTo>
                    <a:pt x="82" y="73"/>
                    <a:pt x="82" y="73"/>
                    <a:pt x="82" y="73"/>
                  </a:cubicBezTo>
                  <a:cubicBezTo>
                    <a:pt x="91" y="73"/>
                    <a:pt x="91" y="73"/>
                    <a:pt x="91" y="73"/>
                  </a:cubicBezTo>
                  <a:cubicBezTo>
                    <a:pt x="89" y="77"/>
                    <a:pt x="89" y="77"/>
                    <a:pt x="89" y="77"/>
                  </a:cubicBezTo>
                  <a:cubicBezTo>
                    <a:pt x="95" y="81"/>
                    <a:pt x="95" y="81"/>
                    <a:pt x="95" y="81"/>
                  </a:cubicBezTo>
                  <a:cubicBezTo>
                    <a:pt x="100" y="80"/>
                    <a:pt x="100" y="80"/>
                    <a:pt x="100" y="80"/>
                  </a:cubicBezTo>
                  <a:cubicBezTo>
                    <a:pt x="96" y="84"/>
                    <a:pt x="96" y="84"/>
                    <a:pt x="96" y="84"/>
                  </a:cubicBezTo>
                  <a:cubicBezTo>
                    <a:pt x="90" y="87"/>
                    <a:pt x="90" y="87"/>
                    <a:pt x="90" y="87"/>
                  </a:cubicBezTo>
                  <a:cubicBezTo>
                    <a:pt x="90" y="90"/>
                    <a:pt x="90" y="90"/>
                    <a:pt x="90" y="90"/>
                  </a:cubicBezTo>
                  <a:cubicBezTo>
                    <a:pt x="98" y="90"/>
                    <a:pt x="98" y="90"/>
                    <a:pt x="98" y="90"/>
                  </a:cubicBezTo>
                  <a:cubicBezTo>
                    <a:pt x="102" y="93"/>
                    <a:pt x="102" y="93"/>
                    <a:pt x="102" y="93"/>
                  </a:cubicBezTo>
                  <a:cubicBezTo>
                    <a:pt x="102" y="100"/>
                    <a:pt x="102" y="100"/>
                    <a:pt x="102" y="100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114" y="95"/>
                    <a:pt x="114" y="95"/>
                    <a:pt x="114" y="95"/>
                  </a:cubicBezTo>
                  <a:cubicBezTo>
                    <a:pt x="125" y="92"/>
                    <a:pt x="125" y="92"/>
                    <a:pt x="125" y="92"/>
                  </a:cubicBezTo>
                  <a:cubicBezTo>
                    <a:pt x="125" y="87"/>
                    <a:pt x="125" y="87"/>
                    <a:pt x="125" y="87"/>
                  </a:cubicBezTo>
                  <a:cubicBezTo>
                    <a:pt x="119" y="87"/>
                    <a:pt x="119" y="87"/>
                    <a:pt x="119" y="87"/>
                  </a:cubicBezTo>
                  <a:cubicBezTo>
                    <a:pt x="116" y="88"/>
                    <a:pt x="116" y="88"/>
                    <a:pt x="116" y="88"/>
                  </a:cubicBezTo>
                  <a:cubicBezTo>
                    <a:pt x="111" y="80"/>
                    <a:pt x="111" y="80"/>
                    <a:pt x="111" y="80"/>
                  </a:cubicBezTo>
                  <a:cubicBezTo>
                    <a:pt x="107" y="79"/>
                    <a:pt x="107" y="79"/>
                    <a:pt x="107" y="79"/>
                  </a:cubicBezTo>
                  <a:cubicBezTo>
                    <a:pt x="106" y="76"/>
                    <a:pt x="106" y="76"/>
                    <a:pt x="106" y="76"/>
                  </a:cubicBezTo>
                  <a:cubicBezTo>
                    <a:pt x="111" y="77"/>
                    <a:pt x="119" y="76"/>
                    <a:pt x="129" y="71"/>
                  </a:cubicBezTo>
                  <a:cubicBezTo>
                    <a:pt x="147" y="62"/>
                    <a:pt x="147" y="62"/>
                    <a:pt x="147" y="62"/>
                  </a:cubicBezTo>
                  <a:cubicBezTo>
                    <a:pt x="156" y="40"/>
                    <a:pt x="156" y="40"/>
                    <a:pt x="156" y="40"/>
                  </a:cubicBezTo>
                  <a:cubicBezTo>
                    <a:pt x="143" y="29"/>
                    <a:pt x="143" y="29"/>
                    <a:pt x="143" y="29"/>
                  </a:cubicBezTo>
                  <a:cubicBezTo>
                    <a:pt x="135" y="31"/>
                    <a:pt x="135" y="31"/>
                    <a:pt x="135" y="31"/>
                  </a:cubicBezTo>
                  <a:cubicBezTo>
                    <a:pt x="133" y="24"/>
                    <a:pt x="133" y="24"/>
                    <a:pt x="133" y="24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98" y="15"/>
                    <a:pt x="98" y="15"/>
                    <a:pt x="98" y="15"/>
                  </a:cubicBezTo>
                  <a:cubicBezTo>
                    <a:pt x="102" y="2"/>
                    <a:pt x="102" y="2"/>
                    <a:pt x="102" y="2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41" y="10"/>
                    <a:pt x="41" y="10"/>
                    <a:pt x="41" y="10"/>
                  </a:cubicBezTo>
                  <a:lnTo>
                    <a:pt x="12" y="3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54" name="Google Shape;254;p11"/>
            <p:cNvSpPr/>
            <p:nvPr/>
          </p:nvSpPr>
          <p:spPr>
            <a:xfrm>
              <a:off x="4317999" y="2624139"/>
              <a:ext cx="82550" cy="57150"/>
            </a:xfrm>
            <a:custGeom>
              <a:rect b="b" l="l" r="r" t="t"/>
              <a:pathLst>
                <a:path extrusionOk="0" h="36" w="52">
                  <a:moveTo>
                    <a:pt x="11" y="2"/>
                  </a:moveTo>
                  <a:lnTo>
                    <a:pt x="0" y="16"/>
                  </a:lnTo>
                  <a:lnTo>
                    <a:pt x="6" y="21"/>
                  </a:lnTo>
                  <a:lnTo>
                    <a:pt x="6" y="36"/>
                  </a:lnTo>
                  <a:lnTo>
                    <a:pt x="42" y="32"/>
                  </a:lnTo>
                  <a:lnTo>
                    <a:pt x="52" y="19"/>
                  </a:lnTo>
                  <a:lnTo>
                    <a:pt x="49" y="10"/>
                  </a:lnTo>
                  <a:lnTo>
                    <a:pt x="47" y="0"/>
                  </a:lnTo>
                  <a:lnTo>
                    <a:pt x="11" y="2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255" name="Google Shape;255;p11"/>
            <p:cNvGrpSpPr/>
            <p:nvPr/>
          </p:nvGrpSpPr>
          <p:grpSpPr>
            <a:xfrm>
              <a:off x="4427537" y="1792289"/>
              <a:ext cx="306387" cy="571500"/>
              <a:chOff x="4427537" y="1792288"/>
              <a:chExt cx="306387" cy="571500"/>
            </a:xfrm>
          </p:grpSpPr>
          <p:sp>
            <p:nvSpPr>
              <p:cNvPr id="256" name="Google Shape;256;p11"/>
              <p:cNvSpPr/>
              <p:nvPr/>
            </p:nvSpPr>
            <p:spPr>
              <a:xfrm>
                <a:off x="4594225" y="2247900"/>
                <a:ext cx="36512" cy="53975"/>
              </a:xfrm>
              <a:custGeom>
                <a:rect b="b" l="l" r="r" t="t"/>
                <a:pathLst>
                  <a:path extrusionOk="0" h="34" w="23">
                    <a:moveTo>
                      <a:pt x="23" y="9"/>
                    </a:moveTo>
                    <a:lnTo>
                      <a:pt x="18" y="14"/>
                    </a:lnTo>
                    <a:lnTo>
                      <a:pt x="13" y="26"/>
                    </a:lnTo>
                    <a:lnTo>
                      <a:pt x="0" y="34"/>
                    </a:lnTo>
                    <a:lnTo>
                      <a:pt x="0" y="14"/>
                    </a:lnTo>
                    <a:lnTo>
                      <a:pt x="22" y="0"/>
                    </a:lnTo>
                    <a:lnTo>
                      <a:pt x="23" y="9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>
                <a:off x="4427537" y="1792288"/>
                <a:ext cx="306387" cy="571500"/>
              </a:xfrm>
              <a:custGeom>
                <a:rect b="b" l="l" r="r" t="t"/>
                <a:pathLst>
                  <a:path extrusionOk="0" h="213" w="114">
                    <a:moveTo>
                      <a:pt x="96" y="2"/>
                    </a:moveTo>
                    <a:cubicBezTo>
                      <a:pt x="85" y="0"/>
                      <a:pt x="85" y="0"/>
                      <a:pt x="85" y="0"/>
                    </a:cubicBezTo>
                    <a:cubicBezTo>
                      <a:pt x="84" y="9"/>
                      <a:pt x="84" y="9"/>
                      <a:pt x="84" y="9"/>
                    </a:cubicBezTo>
                    <a:cubicBezTo>
                      <a:pt x="71" y="11"/>
                      <a:pt x="71" y="11"/>
                      <a:pt x="71" y="11"/>
                    </a:cubicBezTo>
                    <a:cubicBezTo>
                      <a:pt x="67" y="22"/>
                      <a:pt x="67" y="22"/>
                      <a:pt x="67" y="22"/>
                    </a:cubicBezTo>
                    <a:cubicBezTo>
                      <a:pt x="57" y="23"/>
                      <a:pt x="57" y="23"/>
                      <a:pt x="57" y="23"/>
                    </a:cubicBezTo>
                    <a:cubicBezTo>
                      <a:pt x="51" y="31"/>
                      <a:pt x="45" y="38"/>
                      <a:pt x="38" y="45"/>
                    </a:cubicBezTo>
                    <a:cubicBezTo>
                      <a:pt x="35" y="48"/>
                      <a:pt x="33" y="50"/>
                      <a:pt x="30" y="52"/>
                    </a:cubicBezTo>
                    <a:cubicBezTo>
                      <a:pt x="36" y="57"/>
                      <a:pt x="36" y="57"/>
                      <a:pt x="36" y="57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1" y="83"/>
                      <a:pt x="11" y="83"/>
                      <a:pt x="11" y="83"/>
                    </a:cubicBezTo>
                    <a:cubicBezTo>
                      <a:pt x="14" y="120"/>
                      <a:pt x="14" y="120"/>
                      <a:pt x="14" y="120"/>
                    </a:cubicBezTo>
                    <a:cubicBezTo>
                      <a:pt x="10" y="125"/>
                      <a:pt x="10" y="125"/>
                      <a:pt x="10" y="125"/>
                    </a:cubicBezTo>
                    <a:cubicBezTo>
                      <a:pt x="12" y="137"/>
                      <a:pt x="12" y="137"/>
                      <a:pt x="12" y="137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57"/>
                      <a:pt x="0" y="157"/>
                      <a:pt x="0" y="157"/>
                    </a:cubicBezTo>
                    <a:cubicBezTo>
                      <a:pt x="1" y="158"/>
                      <a:pt x="1" y="159"/>
                      <a:pt x="2" y="160"/>
                    </a:cubicBezTo>
                    <a:cubicBezTo>
                      <a:pt x="2" y="170"/>
                      <a:pt x="2" y="170"/>
                      <a:pt x="2" y="170"/>
                    </a:cubicBezTo>
                    <a:cubicBezTo>
                      <a:pt x="6" y="174"/>
                      <a:pt x="6" y="174"/>
                      <a:pt x="6" y="174"/>
                    </a:cubicBezTo>
                    <a:cubicBezTo>
                      <a:pt x="7" y="186"/>
                      <a:pt x="7" y="186"/>
                      <a:pt x="7" y="186"/>
                    </a:cubicBezTo>
                    <a:cubicBezTo>
                      <a:pt x="15" y="196"/>
                      <a:pt x="15" y="196"/>
                      <a:pt x="15" y="196"/>
                    </a:cubicBezTo>
                    <a:cubicBezTo>
                      <a:pt x="13" y="201"/>
                      <a:pt x="13" y="201"/>
                      <a:pt x="13" y="201"/>
                    </a:cubicBezTo>
                    <a:cubicBezTo>
                      <a:pt x="16" y="213"/>
                      <a:pt x="16" y="213"/>
                      <a:pt x="16" y="213"/>
                    </a:cubicBezTo>
                    <a:cubicBezTo>
                      <a:pt x="27" y="213"/>
                      <a:pt x="27" y="213"/>
                      <a:pt x="27" y="213"/>
                    </a:cubicBezTo>
                    <a:cubicBezTo>
                      <a:pt x="27" y="207"/>
                      <a:pt x="27" y="207"/>
                      <a:pt x="27" y="207"/>
                    </a:cubicBezTo>
                    <a:cubicBezTo>
                      <a:pt x="33" y="202"/>
                      <a:pt x="33" y="202"/>
                      <a:pt x="33" y="202"/>
                    </a:cubicBezTo>
                    <a:cubicBezTo>
                      <a:pt x="42" y="203"/>
                      <a:pt x="42" y="203"/>
                      <a:pt x="42" y="203"/>
                    </a:cubicBezTo>
                    <a:cubicBezTo>
                      <a:pt x="55" y="164"/>
                      <a:pt x="55" y="164"/>
                      <a:pt x="55" y="164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6" y="160"/>
                      <a:pt x="66" y="160"/>
                      <a:pt x="66" y="160"/>
                    </a:cubicBezTo>
                    <a:cubicBezTo>
                      <a:pt x="63" y="154"/>
                      <a:pt x="63" y="154"/>
                      <a:pt x="63" y="154"/>
                    </a:cubicBezTo>
                    <a:cubicBezTo>
                      <a:pt x="70" y="151"/>
                      <a:pt x="70" y="151"/>
                      <a:pt x="70" y="151"/>
                    </a:cubicBezTo>
                    <a:cubicBezTo>
                      <a:pt x="71" y="146"/>
                      <a:pt x="71" y="146"/>
                      <a:pt x="71" y="146"/>
                    </a:cubicBezTo>
                    <a:cubicBezTo>
                      <a:pt x="62" y="134"/>
                      <a:pt x="62" y="134"/>
                      <a:pt x="62" y="134"/>
                    </a:cubicBezTo>
                    <a:cubicBezTo>
                      <a:pt x="57" y="131"/>
                      <a:pt x="57" y="131"/>
                      <a:pt x="57" y="131"/>
                    </a:cubicBezTo>
                    <a:cubicBezTo>
                      <a:pt x="61" y="122"/>
                      <a:pt x="66" y="112"/>
                      <a:pt x="72" y="103"/>
                    </a:cubicBezTo>
                    <a:cubicBezTo>
                      <a:pt x="77" y="95"/>
                      <a:pt x="84" y="88"/>
                      <a:pt x="91" y="81"/>
                    </a:cubicBezTo>
                    <a:cubicBezTo>
                      <a:pt x="88" y="72"/>
                      <a:pt x="88" y="72"/>
                      <a:pt x="88" y="72"/>
                    </a:cubicBezTo>
                    <a:cubicBezTo>
                      <a:pt x="93" y="66"/>
                      <a:pt x="97" y="59"/>
                      <a:pt x="100" y="53"/>
                    </a:cubicBezTo>
                    <a:cubicBezTo>
                      <a:pt x="111" y="53"/>
                      <a:pt x="111" y="53"/>
                      <a:pt x="111" y="53"/>
                    </a:cubicBezTo>
                    <a:cubicBezTo>
                      <a:pt x="114" y="55"/>
                      <a:pt x="114" y="55"/>
                      <a:pt x="114" y="55"/>
                    </a:cubicBezTo>
                    <a:cubicBezTo>
                      <a:pt x="108" y="12"/>
                      <a:pt x="108" y="12"/>
                      <a:pt x="108" y="12"/>
                    </a:cubicBezTo>
                    <a:lnTo>
                      <a:pt x="96" y="2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258" name="Google Shape;258;p11"/>
            <p:cNvSpPr/>
            <p:nvPr/>
          </p:nvSpPr>
          <p:spPr>
            <a:xfrm>
              <a:off x="4481512" y="2649539"/>
              <a:ext cx="79375" cy="47625"/>
            </a:xfrm>
            <a:custGeom>
              <a:rect b="b" l="l" r="r" t="t"/>
              <a:pathLst>
                <a:path extrusionOk="0" h="30" w="50">
                  <a:moveTo>
                    <a:pt x="5" y="5"/>
                  </a:moveTo>
                  <a:lnTo>
                    <a:pt x="0" y="30"/>
                  </a:lnTo>
                  <a:lnTo>
                    <a:pt x="20" y="21"/>
                  </a:lnTo>
                  <a:lnTo>
                    <a:pt x="37" y="27"/>
                  </a:lnTo>
                  <a:lnTo>
                    <a:pt x="50" y="16"/>
                  </a:lnTo>
                  <a:lnTo>
                    <a:pt x="37" y="0"/>
                  </a:lnTo>
                  <a:lnTo>
                    <a:pt x="5" y="5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59" name="Google Shape;259;p11"/>
            <p:cNvSpPr/>
            <p:nvPr/>
          </p:nvSpPr>
          <p:spPr>
            <a:xfrm>
              <a:off x="4560886" y="2565401"/>
              <a:ext cx="134937" cy="58738"/>
            </a:xfrm>
            <a:custGeom>
              <a:rect b="b" l="l" r="r" t="t"/>
              <a:pathLst>
                <a:path extrusionOk="0" h="22" w="50">
                  <a:moveTo>
                    <a:pt x="32" y="14"/>
                  </a:moveTo>
                  <a:cubicBezTo>
                    <a:pt x="46" y="15"/>
                    <a:pt x="46" y="15"/>
                    <a:pt x="46" y="1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38" y="3"/>
                    <a:pt x="26" y="2"/>
                    <a:pt x="15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32" y="14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60" name="Google Shape;260;p11"/>
            <p:cNvSpPr/>
            <p:nvPr/>
          </p:nvSpPr>
          <p:spPr>
            <a:xfrm>
              <a:off x="7526336" y="2414589"/>
              <a:ext cx="69850" cy="293688"/>
            </a:xfrm>
            <a:custGeom>
              <a:rect b="b" l="l" r="r" t="t"/>
              <a:pathLst>
                <a:path extrusionOk="0" h="109" w="26">
                  <a:moveTo>
                    <a:pt x="9" y="0"/>
                  </a:moveTo>
                  <a:cubicBezTo>
                    <a:pt x="12" y="1"/>
                    <a:pt x="12" y="1"/>
                    <a:pt x="12" y="1"/>
                  </a:cubicBezTo>
                  <a:cubicBezTo>
                    <a:pt x="13" y="4"/>
                    <a:pt x="14" y="8"/>
                    <a:pt x="14" y="11"/>
                  </a:cubicBezTo>
                  <a:cubicBezTo>
                    <a:pt x="15" y="22"/>
                    <a:pt x="17" y="34"/>
                    <a:pt x="19" y="45"/>
                  </a:cubicBezTo>
                  <a:cubicBezTo>
                    <a:pt x="20" y="53"/>
                    <a:pt x="23" y="62"/>
                    <a:pt x="26" y="71"/>
                  </a:cubicBezTo>
                  <a:cubicBezTo>
                    <a:pt x="25" y="71"/>
                    <a:pt x="25" y="71"/>
                    <a:pt x="25" y="71"/>
                  </a:cubicBezTo>
                  <a:cubicBezTo>
                    <a:pt x="21" y="67"/>
                    <a:pt x="18" y="62"/>
                    <a:pt x="14" y="58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11" y="85"/>
                    <a:pt x="12" y="89"/>
                    <a:pt x="13" y="93"/>
                  </a:cubicBezTo>
                  <a:cubicBezTo>
                    <a:pt x="14" y="98"/>
                    <a:pt x="14" y="103"/>
                    <a:pt x="14" y="109"/>
                  </a:cubicBezTo>
                  <a:cubicBezTo>
                    <a:pt x="13" y="108"/>
                    <a:pt x="13" y="108"/>
                    <a:pt x="13" y="108"/>
                  </a:cubicBezTo>
                  <a:cubicBezTo>
                    <a:pt x="12" y="101"/>
                    <a:pt x="12" y="101"/>
                    <a:pt x="12" y="101"/>
                  </a:cubicBezTo>
                  <a:cubicBezTo>
                    <a:pt x="10" y="97"/>
                    <a:pt x="10" y="97"/>
                    <a:pt x="10" y="97"/>
                  </a:cubicBezTo>
                  <a:cubicBezTo>
                    <a:pt x="8" y="99"/>
                    <a:pt x="8" y="101"/>
                    <a:pt x="6" y="103"/>
                  </a:cubicBezTo>
                  <a:cubicBezTo>
                    <a:pt x="5" y="104"/>
                    <a:pt x="3" y="106"/>
                    <a:pt x="2" y="107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3" y="96"/>
                    <a:pt x="3" y="96"/>
                    <a:pt x="3" y="96"/>
                  </a:cubicBezTo>
                  <a:cubicBezTo>
                    <a:pt x="2" y="87"/>
                    <a:pt x="2" y="87"/>
                    <a:pt x="2" y="87"/>
                  </a:cubicBezTo>
                  <a:cubicBezTo>
                    <a:pt x="5" y="79"/>
                    <a:pt x="5" y="79"/>
                    <a:pt x="5" y="79"/>
                  </a:cubicBezTo>
                  <a:cubicBezTo>
                    <a:pt x="1" y="69"/>
                    <a:pt x="1" y="69"/>
                    <a:pt x="1" y="69"/>
                  </a:cubicBezTo>
                  <a:cubicBezTo>
                    <a:pt x="2" y="64"/>
                    <a:pt x="3" y="58"/>
                    <a:pt x="3" y="53"/>
                  </a:cubicBezTo>
                  <a:cubicBezTo>
                    <a:pt x="3" y="44"/>
                    <a:pt x="3" y="35"/>
                    <a:pt x="2" y="26"/>
                  </a:cubicBezTo>
                  <a:cubicBezTo>
                    <a:pt x="2" y="20"/>
                    <a:pt x="2" y="13"/>
                    <a:pt x="2" y="6"/>
                  </a:cubicBez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61" name="Google Shape;261;p11"/>
            <p:cNvSpPr/>
            <p:nvPr/>
          </p:nvSpPr>
          <p:spPr>
            <a:xfrm>
              <a:off x="4637087" y="2366964"/>
              <a:ext cx="53975" cy="31750"/>
            </a:xfrm>
            <a:custGeom>
              <a:rect b="b" l="l" r="r" t="t"/>
              <a:pathLst>
                <a:path extrusionOk="0" h="12" w="20">
                  <a:moveTo>
                    <a:pt x="19" y="12"/>
                  </a:moveTo>
                  <a:cubicBezTo>
                    <a:pt x="20" y="1"/>
                    <a:pt x="20" y="1"/>
                    <a:pt x="20" y="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1"/>
                    <a:pt x="7" y="3"/>
                    <a:pt x="7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4" y="11"/>
                    <a:pt x="4" y="11"/>
                    <a:pt x="4" y="11"/>
                  </a:cubicBezTo>
                  <a:lnTo>
                    <a:pt x="19" y="12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262" name="Google Shape;262;p11"/>
            <p:cNvGrpSpPr/>
            <p:nvPr/>
          </p:nvGrpSpPr>
          <p:grpSpPr>
            <a:xfrm>
              <a:off x="4819649" y="1346201"/>
              <a:ext cx="3910012" cy="1503364"/>
              <a:chOff x="4819650" y="1346200"/>
              <a:chExt cx="3910012" cy="1503364"/>
            </a:xfrm>
          </p:grpSpPr>
          <p:sp>
            <p:nvSpPr>
              <p:cNvPr id="263" name="Google Shape;263;p11"/>
              <p:cNvSpPr/>
              <p:nvPr/>
            </p:nvSpPr>
            <p:spPr>
              <a:xfrm>
                <a:off x="7526337" y="2414588"/>
                <a:ext cx="69850" cy="293688"/>
              </a:xfrm>
              <a:custGeom>
                <a:rect b="b" l="l" r="r" t="t"/>
                <a:pathLst>
                  <a:path extrusionOk="0" h="109" w="26">
                    <a:moveTo>
                      <a:pt x="9" y="0"/>
                    </a:moveTo>
                    <a:cubicBezTo>
                      <a:pt x="12" y="1"/>
                      <a:pt x="12" y="1"/>
                      <a:pt x="12" y="1"/>
                    </a:cubicBezTo>
                    <a:cubicBezTo>
                      <a:pt x="13" y="4"/>
                      <a:pt x="14" y="8"/>
                      <a:pt x="14" y="11"/>
                    </a:cubicBezTo>
                    <a:cubicBezTo>
                      <a:pt x="15" y="22"/>
                      <a:pt x="17" y="34"/>
                      <a:pt x="19" y="45"/>
                    </a:cubicBezTo>
                    <a:cubicBezTo>
                      <a:pt x="20" y="53"/>
                      <a:pt x="23" y="62"/>
                      <a:pt x="26" y="71"/>
                    </a:cubicBezTo>
                    <a:cubicBezTo>
                      <a:pt x="25" y="71"/>
                      <a:pt x="25" y="71"/>
                      <a:pt x="25" y="71"/>
                    </a:cubicBezTo>
                    <a:cubicBezTo>
                      <a:pt x="21" y="67"/>
                      <a:pt x="18" y="62"/>
                      <a:pt x="14" y="58"/>
                    </a:cubicBezTo>
                    <a:cubicBezTo>
                      <a:pt x="8" y="82"/>
                      <a:pt x="8" y="82"/>
                      <a:pt x="8" y="82"/>
                    </a:cubicBezTo>
                    <a:cubicBezTo>
                      <a:pt x="11" y="85"/>
                      <a:pt x="12" y="89"/>
                      <a:pt x="13" y="93"/>
                    </a:cubicBezTo>
                    <a:cubicBezTo>
                      <a:pt x="14" y="98"/>
                      <a:pt x="14" y="103"/>
                      <a:pt x="14" y="109"/>
                    </a:cubicBezTo>
                    <a:cubicBezTo>
                      <a:pt x="13" y="108"/>
                      <a:pt x="13" y="108"/>
                      <a:pt x="13" y="108"/>
                    </a:cubicBezTo>
                    <a:cubicBezTo>
                      <a:pt x="12" y="101"/>
                      <a:pt x="12" y="101"/>
                      <a:pt x="12" y="101"/>
                    </a:cubicBezTo>
                    <a:cubicBezTo>
                      <a:pt x="10" y="97"/>
                      <a:pt x="10" y="97"/>
                      <a:pt x="10" y="97"/>
                    </a:cubicBezTo>
                    <a:cubicBezTo>
                      <a:pt x="8" y="99"/>
                      <a:pt x="8" y="101"/>
                      <a:pt x="6" y="103"/>
                    </a:cubicBezTo>
                    <a:cubicBezTo>
                      <a:pt x="5" y="104"/>
                      <a:pt x="3" y="106"/>
                      <a:pt x="2" y="107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3" y="96"/>
                      <a:pt x="3" y="96"/>
                      <a:pt x="3" y="96"/>
                    </a:cubicBezTo>
                    <a:cubicBezTo>
                      <a:pt x="2" y="87"/>
                      <a:pt x="2" y="87"/>
                      <a:pt x="2" y="87"/>
                    </a:cubicBezTo>
                    <a:cubicBezTo>
                      <a:pt x="5" y="79"/>
                      <a:pt x="5" y="79"/>
                      <a:pt x="5" y="79"/>
                    </a:cubicBezTo>
                    <a:cubicBezTo>
                      <a:pt x="1" y="69"/>
                      <a:pt x="1" y="69"/>
                      <a:pt x="1" y="69"/>
                    </a:cubicBezTo>
                    <a:cubicBezTo>
                      <a:pt x="2" y="64"/>
                      <a:pt x="3" y="58"/>
                      <a:pt x="3" y="53"/>
                    </a:cubicBezTo>
                    <a:cubicBezTo>
                      <a:pt x="3" y="44"/>
                      <a:pt x="3" y="35"/>
                      <a:pt x="2" y="26"/>
                    </a:cubicBezTo>
                    <a:cubicBezTo>
                      <a:pt x="2" y="20"/>
                      <a:pt x="2" y="13"/>
                      <a:pt x="2" y="6"/>
                    </a:cubicBezTo>
                    <a:cubicBezTo>
                      <a:pt x="9" y="0"/>
                      <a:pt x="9" y="0"/>
                      <a:pt x="9" y="0"/>
                    </a:cubicBezTo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64" name="Google Shape;264;p11"/>
              <p:cNvSpPr/>
              <p:nvPr/>
            </p:nvSpPr>
            <p:spPr>
              <a:xfrm>
                <a:off x="5895975" y="1622425"/>
                <a:ext cx="38100" cy="25400"/>
              </a:xfrm>
              <a:custGeom>
                <a:rect b="b" l="l" r="r" t="t"/>
                <a:pathLst>
                  <a:path extrusionOk="0" h="16" w="24">
                    <a:moveTo>
                      <a:pt x="24" y="2"/>
                    </a:moveTo>
                    <a:lnTo>
                      <a:pt x="17" y="16"/>
                    </a:lnTo>
                    <a:lnTo>
                      <a:pt x="0" y="14"/>
                    </a:lnTo>
                    <a:lnTo>
                      <a:pt x="7" y="0"/>
                    </a:lnTo>
                    <a:lnTo>
                      <a:pt x="24" y="2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>
                <a:off x="5335587" y="1778000"/>
                <a:ext cx="44450" cy="30163"/>
              </a:xfrm>
              <a:custGeom>
                <a:rect b="b" l="l" r="r" t="t"/>
                <a:pathLst>
                  <a:path extrusionOk="0" h="19" w="28">
                    <a:moveTo>
                      <a:pt x="28" y="9"/>
                    </a:moveTo>
                    <a:lnTo>
                      <a:pt x="23" y="16"/>
                    </a:lnTo>
                    <a:lnTo>
                      <a:pt x="8" y="19"/>
                    </a:lnTo>
                    <a:lnTo>
                      <a:pt x="0" y="14"/>
                    </a:lnTo>
                    <a:lnTo>
                      <a:pt x="8" y="2"/>
                    </a:lnTo>
                    <a:lnTo>
                      <a:pt x="25" y="0"/>
                    </a:lnTo>
                    <a:lnTo>
                      <a:pt x="28" y="9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>
                <a:off x="4819650" y="1473200"/>
                <a:ext cx="3852864" cy="1376364"/>
              </a:xfrm>
              <a:custGeom>
                <a:rect b="b" l="l" r="r" t="t"/>
                <a:pathLst>
                  <a:path extrusionOk="0" h="513" w="1435">
                    <a:moveTo>
                      <a:pt x="1430" y="168"/>
                    </a:moveTo>
                    <a:cubicBezTo>
                      <a:pt x="1403" y="152"/>
                      <a:pt x="1403" y="152"/>
                      <a:pt x="1403" y="152"/>
                    </a:cubicBezTo>
                    <a:cubicBezTo>
                      <a:pt x="1400" y="154"/>
                      <a:pt x="1400" y="154"/>
                      <a:pt x="1400" y="154"/>
                    </a:cubicBezTo>
                    <a:cubicBezTo>
                      <a:pt x="1403" y="159"/>
                      <a:pt x="1403" y="159"/>
                      <a:pt x="1403" y="159"/>
                    </a:cubicBezTo>
                    <a:cubicBezTo>
                      <a:pt x="1400" y="165"/>
                      <a:pt x="1400" y="165"/>
                      <a:pt x="1400" y="165"/>
                    </a:cubicBezTo>
                    <a:cubicBezTo>
                      <a:pt x="1405" y="175"/>
                      <a:pt x="1405" y="175"/>
                      <a:pt x="1405" y="175"/>
                    </a:cubicBezTo>
                    <a:cubicBezTo>
                      <a:pt x="1401" y="176"/>
                      <a:pt x="1401" y="176"/>
                      <a:pt x="1401" y="176"/>
                    </a:cubicBezTo>
                    <a:cubicBezTo>
                      <a:pt x="1387" y="161"/>
                      <a:pt x="1387" y="161"/>
                      <a:pt x="1387" y="161"/>
                    </a:cubicBezTo>
                    <a:cubicBezTo>
                      <a:pt x="1376" y="130"/>
                      <a:pt x="1376" y="130"/>
                      <a:pt x="1376" y="130"/>
                    </a:cubicBezTo>
                    <a:cubicBezTo>
                      <a:pt x="1364" y="123"/>
                      <a:pt x="1364" y="123"/>
                      <a:pt x="1364" y="123"/>
                    </a:cubicBezTo>
                    <a:cubicBezTo>
                      <a:pt x="1355" y="113"/>
                      <a:pt x="1355" y="113"/>
                      <a:pt x="1355" y="113"/>
                    </a:cubicBezTo>
                    <a:cubicBezTo>
                      <a:pt x="1341" y="111"/>
                      <a:pt x="1341" y="111"/>
                      <a:pt x="1341" y="111"/>
                    </a:cubicBezTo>
                    <a:cubicBezTo>
                      <a:pt x="1319" y="104"/>
                      <a:pt x="1319" y="104"/>
                      <a:pt x="1319" y="104"/>
                    </a:cubicBezTo>
                    <a:cubicBezTo>
                      <a:pt x="1309" y="106"/>
                      <a:pt x="1309" y="106"/>
                      <a:pt x="1309" y="106"/>
                    </a:cubicBezTo>
                    <a:cubicBezTo>
                      <a:pt x="1297" y="104"/>
                      <a:pt x="1297" y="104"/>
                      <a:pt x="1297" y="104"/>
                    </a:cubicBezTo>
                    <a:cubicBezTo>
                      <a:pt x="1278" y="96"/>
                      <a:pt x="1278" y="96"/>
                      <a:pt x="1278" y="96"/>
                    </a:cubicBezTo>
                    <a:cubicBezTo>
                      <a:pt x="1272" y="98"/>
                      <a:pt x="1272" y="98"/>
                      <a:pt x="1272" y="98"/>
                    </a:cubicBezTo>
                    <a:cubicBezTo>
                      <a:pt x="1261" y="96"/>
                      <a:pt x="1261" y="96"/>
                      <a:pt x="1261" y="96"/>
                    </a:cubicBezTo>
                    <a:cubicBezTo>
                      <a:pt x="1252" y="96"/>
                      <a:pt x="1252" y="96"/>
                      <a:pt x="1252" y="96"/>
                    </a:cubicBezTo>
                    <a:cubicBezTo>
                      <a:pt x="1246" y="93"/>
                      <a:pt x="1246" y="93"/>
                      <a:pt x="1246" y="93"/>
                    </a:cubicBezTo>
                    <a:cubicBezTo>
                      <a:pt x="1237" y="93"/>
                      <a:pt x="1237" y="93"/>
                      <a:pt x="1237" y="93"/>
                    </a:cubicBezTo>
                    <a:cubicBezTo>
                      <a:pt x="1248" y="108"/>
                      <a:pt x="1248" y="108"/>
                      <a:pt x="1248" y="108"/>
                    </a:cubicBezTo>
                    <a:cubicBezTo>
                      <a:pt x="1248" y="120"/>
                      <a:pt x="1248" y="120"/>
                      <a:pt x="1248" y="120"/>
                    </a:cubicBezTo>
                    <a:cubicBezTo>
                      <a:pt x="1238" y="121"/>
                      <a:pt x="1238" y="121"/>
                      <a:pt x="1238" y="121"/>
                    </a:cubicBezTo>
                    <a:cubicBezTo>
                      <a:pt x="1234" y="118"/>
                      <a:pt x="1234" y="118"/>
                      <a:pt x="1234" y="118"/>
                    </a:cubicBezTo>
                    <a:cubicBezTo>
                      <a:pt x="1231" y="117"/>
                      <a:pt x="1231" y="117"/>
                      <a:pt x="1231" y="117"/>
                    </a:cubicBezTo>
                    <a:cubicBezTo>
                      <a:pt x="1230" y="114"/>
                      <a:pt x="1230" y="114"/>
                      <a:pt x="1230" y="114"/>
                    </a:cubicBezTo>
                    <a:cubicBezTo>
                      <a:pt x="1225" y="114"/>
                      <a:pt x="1225" y="114"/>
                      <a:pt x="1225" y="114"/>
                    </a:cubicBezTo>
                    <a:cubicBezTo>
                      <a:pt x="1216" y="105"/>
                      <a:pt x="1216" y="105"/>
                      <a:pt x="1216" y="105"/>
                    </a:cubicBezTo>
                    <a:cubicBezTo>
                      <a:pt x="1202" y="107"/>
                      <a:pt x="1202" y="107"/>
                      <a:pt x="1202" y="107"/>
                    </a:cubicBezTo>
                    <a:cubicBezTo>
                      <a:pt x="1184" y="105"/>
                      <a:pt x="1184" y="105"/>
                      <a:pt x="1184" y="105"/>
                    </a:cubicBezTo>
                    <a:cubicBezTo>
                      <a:pt x="1167" y="109"/>
                      <a:pt x="1167" y="109"/>
                      <a:pt x="1167" y="109"/>
                    </a:cubicBezTo>
                    <a:cubicBezTo>
                      <a:pt x="1166" y="120"/>
                      <a:pt x="1166" y="120"/>
                      <a:pt x="1166" y="120"/>
                    </a:cubicBezTo>
                    <a:cubicBezTo>
                      <a:pt x="1162" y="119"/>
                      <a:pt x="1162" y="119"/>
                      <a:pt x="1162" y="119"/>
                    </a:cubicBezTo>
                    <a:cubicBezTo>
                      <a:pt x="1156" y="111"/>
                      <a:pt x="1156" y="111"/>
                      <a:pt x="1156" y="111"/>
                    </a:cubicBezTo>
                    <a:cubicBezTo>
                      <a:pt x="1141" y="106"/>
                      <a:pt x="1141" y="106"/>
                      <a:pt x="1141" y="106"/>
                    </a:cubicBezTo>
                    <a:cubicBezTo>
                      <a:pt x="1141" y="99"/>
                      <a:pt x="1141" y="99"/>
                      <a:pt x="1141" y="99"/>
                    </a:cubicBezTo>
                    <a:cubicBezTo>
                      <a:pt x="1131" y="83"/>
                      <a:pt x="1131" y="83"/>
                      <a:pt x="1131" y="83"/>
                    </a:cubicBezTo>
                    <a:cubicBezTo>
                      <a:pt x="1114" y="82"/>
                      <a:pt x="1114" y="82"/>
                      <a:pt x="1114" y="82"/>
                    </a:cubicBezTo>
                    <a:cubicBezTo>
                      <a:pt x="1098" y="86"/>
                      <a:pt x="1098" y="86"/>
                      <a:pt x="1098" y="86"/>
                    </a:cubicBezTo>
                    <a:cubicBezTo>
                      <a:pt x="1083" y="85"/>
                      <a:pt x="1083" y="85"/>
                      <a:pt x="1083" y="85"/>
                    </a:cubicBezTo>
                    <a:cubicBezTo>
                      <a:pt x="1072" y="87"/>
                      <a:pt x="1072" y="87"/>
                      <a:pt x="1072" y="87"/>
                    </a:cubicBezTo>
                    <a:cubicBezTo>
                      <a:pt x="1063" y="85"/>
                      <a:pt x="1063" y="85"/>
                      <a:pt x="1063" y="85"/>
                    </a:cubicBezTo>
                    <a:cubicBezTo>
                      <a:pt x="1060" y="82"/>
                      <a:pt x="1060" y="82"/>
                      <a:pt x="1060" y="82"/>
                    </a:cubicBezTo>
                    <a:cubicBezTo>
                      <a:pt x="1048" y="78"/>
                      <a:pt x="1048" y="78"/>
                      <a:pt x="1048" y="78"/>
                    </a:cubicBezTo>
                    <a:cubicBezTo>
                      <a:pt x="1050" y="73"/>
                      <a:pt x="1050" y="73"/>
                      <a:pt x="1050" y="73"/>
                    </a:cubicBezTo>
                    <a:cubicBezTo>
                      <a:pt x="1048" y="71"/>
                      <a:pt x="1048" y="71"/>
                      <a:pt x="1048" y="71"/>
                    </a:cubicBezTo>
                    <a:cubicBezTo>
                      <a:pt x="1048" y="65"/>
                      <a:pt x="1048" y="65"/>
                      <a:pt x="1048" y="65"/>
                    </a:cubicBezTo>
                    <a:cubicBezTo>
                      <a:pt x="1025" y="65"/>
                      <a:pt x="1025" y="65"/>
                      <a:pt x="1025" y="65"/>
                    </a:cubicBezTo>
                    <a:cubicBezTo>
                      <a:pt x="1019" y="74"/>
                      <a:pt x="1019" y="74"/>
                      <a:pt x="1019" y="74"/>
                    </a:cubicBezTo>
                    <a:cubicBezTo>
                      <a:pt x="1014" y="74"/>
                      <a:pt x="1014" y="74"/>
                      <a:pt x="1014" y="74"/>
                    </a:cubicBezTo>
                    <a:cubicBezTo>
                      <a:pt x="1017" y="70"/>
                      <a:pt x="1017" y="70"/>
                      <a:pt x="1017" y="70"/>
                    </a:cubicBezTo>
                    <a:cubicBezTo>
                      <a:pt x="1014" y="67"/>
                      <a:pt x="1014" y="67"/>
                      <a:pt x="1014" y="67"/>
                    </a:cubicBezTo>
                    <a:cubicBezTo>
                      <a:pt x="1005" y="71"/>
                      <a:pt x="1005" y="71"/>
                      <a:pt x="1005" y="71"/>
                    </a:cubicBezTo>
                    <a:cubicBezTo>
                      <a:pt x="1000" y="67"/>
                      <a:pt x="1000" y="67"/>
                      <a:pt x="1000" y="67"/>
                    </a:cubicBezTo>
                    <a:cubicBezTo>
                      <a:pt x="1008" y="65"/>
                      <a:pt x="1008" y="65"/>
                      <a:pt x="1008" y="65"/>
                    </a:cubicBezTo>
                    <a:cubicBezTo>
                      <a:pt x="1008" y="64"/>
                      <a:pt x="1008" y="64"/>
                      <a:pt x="1008" y="64"/>
                    </a:cubicBezTo>
                    <a:cubicBezTo>
                      <a:pt x="980" y="65"/>
                      <a:pt x="980" y="65"/>
                      <a:pt x="980" y="65"/>
                    </a:cubicBezTo>
                    <a:cubicBezTo>
                      <a:pt x="968" y="70"/>
                      <a:pt x="968" y="70"/>
                      <a:pt x="968" y="70"/>
                    </a:cubicBezTo>
                    <a:cubicBezTo>
                      <a:pt x="968" y="73"/>
                      <a:pt x="968" y="73"/>
                      <a:pt x="968" y="73"/>
                    </a:cubicBezTo>
                    <a:cubicBezTo>
                      <a:pt x="978" y="84"/>
                      <a:pt x="978" y="84"/>
                      <a:pt x="978" y="84"/>
                    </a:cubicBezTo>
                    <a:cubicBezTo>
                      <a:pt x="976" y="87"/>
                      <a:pt x="976" y="87"/>
                      <a:pt x="976" y="87"/>
                    </a:cubicBezTo>
                    <a:cubicBezTo>
                      <a:pt x="952" y="80"/>
                      <a:pt x="952" y="80"/>
                      <a:pt x="952" y="80"/>
                    </a:cubicBezTo>
                    <a:cubicBezTo>
                      <a:pt x="941" y="83"/>
                      <a:pt x="941" y="83"/>
                      <a:pt x="941" y="83"/>
                    </a:cubicBezTo>
                    <a:cubicBezTo>
                      <a:pt x="938" y="86"/>
                      <a:pt x="938" y="86"/>
                      <a:pt x="938" y="86"/>
                    </a:cubicBezTo>
                    <a:cubicBezTo>
                      <a:pt x="924" y="85"/>
                      <a:pt x="924" y="85"/>
                      <a:pt x="924" y="85"/>
                    </a:cubicBezTo>
                    <a:cubicBezTo>
                      <a:pt x="922" y="81"/>
                      <a:pt x="922" y="81"/>
                      <a:pt x="922" y="81"/>
                    </a:cubicBezTo>
                    <a:cubicBezTo>
                      <a:pt x="915" y="80"/>
                      <a:pt x="915" y="80"/>
                      <a:pt x="915" y="80"/>
                    </a:cubicBezTo>
                    <a:cubicBezTo>
                      <a:pt x="915" y="89"/>
                      <a:pt x="915" y="89"/>
                      <a:pt x="915" y="89"/>
                    </a:cubicBezTo>
                    <a:cubicBezTo>
                      <a:pt x="910" y="96"/>
                      <a:pt x="910" y="96"/>
                      <a:pt x="910" y="96"/>
                    </a:cubicBezTo>
                    <a:cubicBezTo>
                      <a:pt x="908" y="100"/>
                      <a:pt x="908" y="100"/>
                      <a:pt x="908" y="100"/>
                    </a:cubicBezTo>
                    <a:cubicBezTo>
                      <a:pt x="905" y="96"/>
                      <a:pt x="905" y="96"/>
                      <a:pt x="905" y="96"/>
                    </a:cubicBezTo>
                    <a:cubicBezTo>
                      <a:pt x="891" y="87"/>
                      <a:pt x="891" y="87"/>
                      <a:pt x="891" y="87"/>
                    </a:cubicBezTo>
                    <a:cubicBezTo>
                      <a:pt x="876" y="81"/>
                      <a:pt x="876" y="81"/>
                      <a:pt x="876" y="81"/>
                    </a:cubicBezTo>
                    <a:cubicBezTo>
                      <a:pt x="877" y="76"/>
                      <a:pt x="877" y="76"/>
                      <a:pt x="877" y="76"/>
                    </a:cubicBezTo>
                    <a:cubicBezTo>
                      <a:pt x="872" y="70"/>
                      <a:pt x="872" y="70"/>
                      <a:pt x="872" y="70"/>
                    </a:cubicBezTo>
                    <a:cubicBezTo>
                      <a:pt x="873" y="63"/>
                      <a:pt x="873" y="63"/>
                      <a:pt x="873" y="63"/>
                    </a:cubicBezTo>
                    <a:cubicBezTo>
                      <a:pt x="858" y="56"/>
                      <a:pt x="858" y="56"/>
                      <a:pt x="858" y="56"/>
                    </a:cubicBezTo>
                    <a:cubicBezTo>
                      <a:pt x="848" y="55"/>
                      <a:pt x="848" y="55"/>
                      <a:pt x="848" y="55"/>
                    </a:cubicBezTo>
                    <a:cubicBezTo>
                      <a:pt x="840" y="53"/>
                      <a:pt x="840" y="53"/>
                      <a:pt x="840" y="53"/>
                    </a:cubicBezTo>
                    <a:cubicBezTo>
                      <a:pt x="831" y="54"/>
                      <a:pt x="831" y="54"/>
                      <a:pt x="831" y="54"/>
                    </a:cubicBezTo>
                    <a:cubicBezTo>
                      <a:pt x="829" y="55"/>
                      <a:pt x="829" y="55"/>
                      <a:pt x="829" y="55"/>
                    </a:cubicBezTo>
                    <a:cubicBezTo>
                      <a:pt x="828" y="58"/>
                      <a:pt x="828" y="58"/>
                      <a:pt x="828" y="58"/>
                    </a:cubicBezTo>
                    <a:cubicBezTo>
                      <a:pt x="834" y="65"/>
                      <a:pt x="834" y="65"/>
                      <a:pt x="834" y="65"/>
                    </a:cubicBezTo>
                    <a:cubicBezTo>
                      <a:pt x="835" y="70"/>
                      <a:pt x="835" y="70"/>
                      <a:pt x="835" y="70"/>
                    </a:cubicBezTo>
                    <a:cubicBezTo>
                      <a:pt x="832" y="70"/>
                      <a:pt x="832" y="70"/>
                      <a:pt x="832" y="70"/>
                    </a:cubicBezTo>
                    <a:cubicBezTo>
                      <a:pt x="825" y="67"/>
                      <a:pt x="825" y="67"/>
                      <a:pt x="825" y="67"/>
                    </a:cubicBezTo>
                    <a:cubicBezTo>
                      <a:pt x="817" y="68"/>
                      <a:pt x="817" y="68"/>
                      <a:pt x="817" y="68"/>
                    </a:cubicBezTo>
                    <a:cubicBezTo>
                      <a:pt x="805" y="62"/>
                      <a:pt x="805" y="62"/>
                      <a:pt x="805" y="62"/>
                    </a:cubicBezTo>
                    <a:cubicBezTo>
                      <a:pt x="800" y="62"/>
                      <a:pt x="800" y="62"/>
                      <a:pt x="800" y="62"/>
                    </a:cubicBezTo>
                    <a:cubicBezTo>
                      <a:pt x="800" y="67"/>
                      <a:pt x="800" y="67"/>
                      <a:pt x="800" y="67"/>
                    </a:cubicBezTo>
                    <a:cubicBezTo>
                      <a:pt x="784" y="61"/>
                      <a:pt x="784" y="61"/>
                      <a:pt x="784" y="61"/>
                    </a:cubicBezTo>
                    <a:cubicBezTo>
                      <a:pt x="782" y="59"/>
                      <a:pt x="782" y="59"/>
                      <a:pt x="782" y="59"/>
                    </a:cubicBezTo>
                    <a:cubicBezTo>
                      <a:pt x="783" y="55"/>
                      <a:pt x="783" y="55"/>
                      <a:pt x="783" y="55"/>
                    </a:cubicBezTo>
                    <a:cubicBezTo>
                      <a:pt x="778" y="53"/>
                      <a:pt x="778" y="53"/>
                      <a:pt x="778" y="53"/>
                    </a:cubicBezTo>
                    <a:cubicBezTo>
                      <a:pt x="762" y="53"/>
                      <a:pt x="762" y="53"/>
                      <a:pt x="762" y="53"/>
                    </a:cubicBezTo>
                    <a:cubicBezTo>
                      <a:pt x="756" y="56"/>
                      <a:pt x="756" y="56"/>
                      <a:pt x="756" y="56"/>
                    </a:cubicBezTo>
                    <a:cubicBezTo>
                      <a:pt x="754" y="61"/>
                      <a:pt x="754" y="61"/>
                      <a:pt x="754" y="61"/>
                    </a:cubicBezTo>
                    <a:cubicBezTo>
                      <a:pt x="752" y="56"/>
                      <a:pt x="752" y="56"/>
                      <a:pt x="752" y="56"/>
                    </a:cubicBezTo>
                    <a:cubicBezTo>
                      <a:pt x="745" y="52"/>
                      <a:pt x="745" y="52"/>
                      <a:pt x="745" y="52"/>
                    </a:cubicBezTo>
                    <a:cubicBezTo>
                      <a:pt x="736" y="55"/>
                      <a:pt x="736" y="55"/>
                      <a:pt x="736" y="55"/>
                    </a:cubicBezTo>
                    <a:cubicBezTo>
                      <a:pt x="727" y="51"/>
                      <a:pt x="727" y="51"/>
                      <a:pt x="727" y="51"/>
                    </a:cubicBezTo>
                    <a:cubicBezTo>
                      <a:pt x="720" y="51"/>
                      <a:pt x="720" y="51"/>
                      <a:pt x="720" y="51"/>
                    </a:cubicBezTo>
                    <a:cubicBezTo>
                      <a:pt x="719" y="56"/>
                      <a:pt x="719" y="56"/>
                      <a:pt x="719" y="56"/>
                    </a:cubicBezTo>
                    <a:cubicBezTo>
                      <a:pt x="721" y="59"/>
                      <a:pt x="721" y="59"/>
                      <a:pt x="721" y="59"/>
                    </a:cubicBezTo>
                    <a:cubicBezTo>
                      <a:pt x="695" y="65"/>
                      <a:pt x="695" y="65"/>
                      <a:pt x="695" y="65"/>
                    </a:cubicBezTo>
                    <a:cubicBezTo>
                      <a:pt x="675" y="75"/>
                      <a:pt x="675" y="75"/>
                      <a:pt x="675" y="75"/>
                    </a:cubicBezTo>
                    <a:cubicBezTo>
                      <a:pt x="675" y="73"/>
                      <a:pt x="675" y="73"/>
                      <a:pt x="675" y="73"/>
                    </a:cubicBezTo>
                    <a:cubicBezTo>
                      <a:pt x="722" y="47"/>
                      <a:pt x="722" y="47"/>
                      <a:pt x="722" y="47"/>
                    </a:cubicBezTo>
                    <a:cubicBezTo>
                      <a:pt x="728" y="41"/>
                      <a:pt x="728" y="41"/>
                      <a:pt x="728" y="41"/>
                    </a:cubicBezTo>
                    <a:cubicBezTo>
                      <a:pt x="728" y="35"/>
                      <a:pt x="728" y="35"/>
                      <a:pt x="728" y="35"/>
                    </a:cubicBezTo>
                    <a:cubicBezTo>
                      <a:pt x="723" y="33"/>
                      <a:pt x="723" y="33"/>
                      <a:pt x="723" y="33"/>
                    </a:cubicBezTo>
                    <a:cubicBezTo>
                      <a:pt x="721" y="27"/>
                      <a:pt x="721" y="27"/>
                      <a:pt x="721" y="27"/>
                    </a:cubicBezTo>
                    <a:cubicBezTo>
                      <a:pt x="727" y="31"/>
                      <a:pt x="727" y="31"/>
                      <a:pt x="727" y="31"/>
                    </a:cubicBezTo>
                    <a:cubicBezTo>
                      <a:pt x="729" y="30"/>
                      <a:pt x="729" y="30"/>
                      <a:pt x="729" y="30"/>
                    </a:cubicBezTo>
                    <a:cubicBezTo>
                      <a:pt x="728" y="14"/>
                      <a:pt x="728" y="14"/>
                      <a:pt x="728" y="14"/>
                    </a:cubicBezTo>
                    <a:cubicBezTo>
                      <a:pt x="715" y="6"/>
                      <a:pt x="715" y="6"/>
                      <a:pt x="715" y="6"/>
                    </a:cubicBezTo>
                    <a:cubicBezTo>
                      <a:pt x="700" y="14"/>
                      <a:pt x="700" y="14"/>
                      <a:pt x="700" y="14"/>
                    </a:cubicBezTo>
                    <a:cubicBezTo>
                      <a:pt x="688" y="16"/>
                      <a:pt x="688" y="16"/>
                      <a:pt x="688" y="16"/>
                    </a:cubicBezTo>
                    <a:cubicBezTo>
                      <a:pt x="685" y="21"/>
                      <a:pt x="685" y="21"/>
                      <a:pt x="685" y="21"/>
                    </a:cubicBezTo>
                    <a:cubicBezTo>
                      <a:pt x="679" y="21"/>
                      <a:pt x="679" y="21"/>
                      <a:pt x="679" y="21"/>
                    </a:cubicBezTo>
                    <a:cubicBezTo>
                      <a:pt x="681" y="10"/>
                      <a:pt x="681" y="10"/>
                      <a:pt x="681" y="10"/>
                    </a:cubicBezTo>
                    <a:cubicBezTo>
                      <a:pt x="677" y="7"/>
                      <a:pt x="677" y="7"/>
                      <a:pt x="677" y="7"/>
                    </a:cubicBezTo>
                    <a:cubicBezTo>
                      <a:pt x="671" y="8"/>
                      <a:pt x="671" y="8"/>
                      <a:pt x="671" y="8"/>
                    </a:cubicBezTo>
                    <a:cubicBezTo>
                      <a:pt x="675" y="2"/>
                      <a:pt x="675" y="2"/>
                      <a:pt x="675" y="2"/>
                    </a:cubicBezTo>
                    <a:cubicBezTo>
                      <a:pt x="672" y="0"/>
                      <a:pt x="672" y="0"/>
                      <a:pt x="672" y="0"/>
                    </a:cubicBezTo>
                    <a:cubicBezTo>
                      <a:pt x="662" y="0"/>
                      <a:pt x="662" y="0"/>
                      <a:pt x="662" y="0"/>
                    </a:cubicBezTo>
                    <a:cubicBezTo>
                      <a:pt x="649" y="9"/>
                      <a:pt x="649" y="9"/>
                      <a:pt x="649" y="9"/>
                    </a:cubicBezTo>
                    <a:cubicBezTo>
                      <a:pt x="655" y="18"/>
                      <a:pt x="655" y="18"/>
                      <a:pt x="655" y="18"/>
                    </a:cubicBezTo>
                    <a:cubicBezTo>
                      <a:pt x="652" y="19"/>
                      <a:pt x="652" y="19"/>
                      <a:pt x="652" y="19"/>
                    </a:cubicBezTo>
                    <a:cubicBezTo>
                      <a:pt x="644" y="14"/>
                      <a:pt x="644" y="14"/>
                      <a:pt x="644" y="14"/>
                    </a:cubicBezTo>
                    <a:cubicBezTo>
                      <a:pt x="634" y="19"/>
                      <a:pt x="634" y="19"/>
                      <a:pt x="634" y="19"/>
                    </a:cubicBezTo>
                    <a:cubicBezTo>
                      <a:pt x="636" y="23"/>
                      <a:pt x="636" y="23"/>
                      <a:pt x="636" y="23"/>
                    </a:cubicBezTo>
                    <a:cubicBezTo>
                      <a:pt x="633" y="26"/>
                      <a:pt x="633" y="26"/>
                      <a:pt x="633" y="26"/>
                    </a:cubicBezTo>
                    <a:cubicBezTo>
                      <a:pt x="624" y="27"/>
                      <a:pt x="624" y="27"/>
                      <a:pt x="624" y="27"/>
                    </a:cubicBezTo>
                    <a:cubicBezTo>
                      <a:pt x="613" y="37"/>
                      <a:pt x="613" y="37"/>
                      <a:pt x="613" y="37"/>
                    </a:cubicBezTo>
                    <a:cubicBezTo>
                      <a:pt x="605" y="33"/>
                      <a:pt x="605" y="33"/>
                      <a:pt x="605" y="33"/>
                    </a:cubicBezTo>
                    <a:cubicBezTo>
                      <a:pt x="608" y="30"/>
                      <a:pt x="608" y="30"/>
                      <a:pt x="608" y="30"/>
                    </a:cubicBezTo>
                    <a:cubicBezTo>
                      <a:pt x="603" y="27"/>
                      <a:pt x="603" y="27"/>
                      <a:pt x="603" y="27"/>
                    </a:cubicBezTo>
                    <a:cubicBezTo>
                      <a:pt x="591" y="30"/>
                      <a:pt x="591" y="30"/>
                      <a:pt x="591" y="30"/>
                    </a:cubicBezTo>
                    <a:cubicBezTo>
                      <a:pt x="593" y="36"/>
                      <a:pt x="593" y="36"/>
                      <a:pt x="593" y="36"/>
                    </a:cubicBezTo>
                    <a:cubicBezTo>
                      <a:pt x="570" y="39"/>
                      <a:pt x="570" y="39"/>
                      <a:pt x="570" y="39"/>
                    </a:cubicBezTo>
                    <a:cubicBezTo>
                      <a:pt x="566" y="36"/>
                      <a:pt x="566" y="36"/>
                      <a:pt x="566" y="36"/>
                    </a:cubicBezTo>
                    <a:cubicBezTo>
                      <a:pt x="552" y="39"/>
                      <a:pt x="552" y="39"/>
                      <a:pt x="552" y="39"/>
                    </a:cubicBezTo>
                    <a:cubicBezTo>
                      <a:pt x="540" y="49"/>
                      <a:pt x="540" y="49"/>
                      <a:pt x="540" y="49"/>
                    </a:cubicBezTo>
                    <a:cubicBezTo>
                      <a:pt x="537" y="57"/>
                      <a:pt x="537" y="57"/>
                      <a:pt x="537" y="57"/>
                    </a:cubicBezTo>
                    <a:cubicBezTo>
                      <a:pt x="541" y="64"/>
                      <a:pt x="541" y="64"/>
                      <a:pt x="541" y="64"/>
                    </a:cubicBezTo>
                    <a:cubicBezTo>
                      <a:pt x="539" y="67"/>
                      <a:pt x="539" y="67"/>
                      <a:pt x="539" y="67"/>
                    </a:cubicBezTo>
                    <a:cubicBezTo>
                      <a:pt x="533" y="61"/>
                      <a:pt x="533" y="61"/>
                      <a:pt x="533" y="61"/>
                    </a:cubicBezTo>
                    <a:cubicBezTo>
                      <a:pt x="520" y="62"/>
                      <a:pt x="520" y="62"/>
                      <a:pt x="520" y="62"/>
                    </a:cubicBezTo>
                    <a:cubicBezTo>
                      <a:pt x="507" y="65"/>
                      <a:pt x="507" y="65"/>
                      <a:pt x="507" y="65"/>
                    </a:cubicBezTo>
                    <a:cubicBezTo>
                      <a:pt x="495" y="65"/>
                      <a:pt x="495" y="65"/>
                      <a:pt x="495" y="65"/>
                    </a:cubicBezTo>
                    <a:cubicBezTo>
                      <a:pt x="490" y="79"/>
                      <a:pt x="490" y="79"/>
                      <a:pt x="490" y="79"/>
                    </a:cubicBezTo>
                    <a:cubicBezTo>
                      <a:pt x="506" y="93"/>
                      <a:pt x="506" y="93"/>
                      <a:pt x="506" y="93"/>
                    </a:cubicBezTo>
                    <a:cubicBezTo>
                      <a:pt x="495" y="107"/>
                      <a:pt x="495" y="107"/>
                      <a:pt x="495" y="107"/>
                    </a:cubicBezTo>
                    <a:cubicBezTo>
                      <a:pt x="494" y="113"/>
                      <a:pt x="494" y="113"/>
                      <a:pt x="494" y="113"/>
                    </a:cubicBezTo>
                    <a:cubicBezTo>
                      <a:pt x="489" y="107"/>
                      <a:pt x="489" y="107"/>
                      <a:pt x="489" y="107"/>
                    </a:cubicBezTo>
                    <a:cubicBezTo>
                      <a:pt x="491" y="102"/>
                      <a:pt x="491" y="102"/>
                      <a:pt x="491" y="102"/>
                    </a:cubicBezTo>
                    <a:cubicBezTo>
                      <a:pt x="500" y="94"/>
                      <a:pt x="500" y="94"/>
                      <a:pt x="500" y="94"/>
                    </a:cubicBezTo>
                    <a:cubicBezTo>
                      <a:pt x="499" y="92"/>
                      <a:pt x="499" y="92"/>
                      <a:pt x="499" y="92"/>
                    </a:cubicBezTo>
                    <a:cubicBezTo>
                      <a:pt x="491" y="93"/>
                      <a:pt x="491" y="93"/>
                      <a:pt x="491" y="93"/>
                    </a:cubicBezTo>
                    <a:cubicBezTo>
                      <a:pt x="473" y="73"/>
                      <a:pt x="473" y="73"/>
                      <a:pt x="473" y="73"/>
                    </a:cubicBezTo>
                    <a:cubicBezTo>
                      <a:pt x="463" y="73"/>
                      <a:pt x="463" y="73"/>
                      <a:pt x="463" y="73"/>
                    </a:cubicBezTo>
                    <a:cubicBezTo>
                      <a:pt x="461" y="71"/>
                      <a:pt x="461" y="71"/>
                      <a:pt x="461" y="71"/>
                    </a:cubicBezTo>
                    <a:cubicBezTo>
                      <a:pt x="458" y="73"/>
                      <a:pt x="458" y="73"/>
                      <a:pt x="458" y="73"/>
                    </a:cubicBezTo>
                    <a:cubicBezTo>
                      <a:pt x="460" y="79"/>
                      <a:pt x="460" y="79"/>
                      <a:pt x="460" y="79"/>
                    </a:cubicBezTo>
                    <a:cubicBezTo>
                      <a:pt x="455" y="84"/>
                      <a:pt x="455" y="84"/>
                      <a:pt x="455" y="84"/>
                    </a:cubicBezTo>
                    <a:cubicBezTo>
                      <a:pt x="451" y="81"/>
                      <a:pt x="451" y="81"/>
                      <a:pt x="451" y="81"/>
                    </a:cubicBezTo>
                    <a:cubicBezTo>
                      <a:pt x="454" y="77"/>
                      <a:pt x="454" y="77"/>
                      <a:pt x="454" y="77"/>
                    </a:cubicBezTo>
                    <a:cubicBezTo>
                      <a:pt x="452" y="75"/>
                      <a:pt x="452" y="75"/>
                      <a:pt x="452" y="75"/>
                    </a:cubicBezTo>
                    <a:cubicBezTo>
                      <a:pt x="447" y="78"/>
                      <a:pt x="447" y="78"/>
                      <a:pt x="447" y="78"/>
                    </a:cubicBezTo>
                    <a:cubicBezTo>
                      <a:pt x="444" y="86"/>
                      <a:pt x="444" y="86"/>
                      <a:pt x="444" y="86"/>
                    </a:cubicBezTo>
                    <a:cubicBezTo>
                      <a:pt x="448" y="95"/>
                      <a:pt x="448" y="95"/>
                      <a:pt x="448" y="95"/>
                    </a:cubicBezTo>
                    <a:cubicBezTo>
                      <a:pt x="436" y="93"/>
                      <a:pt x="436" y="93"/>
                      <a:pt x="436" y="93"/>
                    </a:cubicBezTo>
                    <a:cubicBezTo>
                      <a:pt x="441" y="78"/>
                      <a:pt x="441" y="78"/>
                      <a:pt x="441" y="78"/>
                    </a:cubicBezTo>
                    <a:cubicBezTo>
                      <a:pt x="441" y="67"/>
                      <a:pt x="441" y="67"/>
                      <a:pt x="441" y="67"/>
                    </a:cubicBezTo>
                    <a:cubicBezTo>
                      <a:pt x="437" y="68"/>
                      <a:pt x="437" y="68"/>
                      <a:pt x="437" y="68"/>
                    </a:cubicBezTo>
                    <a:cubicBezTo>
                      <a:pt x="438" y="75"/>
                      <a:pt x="438" y="75"/>
                      <a:pt x="438" y="75"/>
                    </a:cubicBezTo>
                    <a:cubicBezTo>
                      <a:pt x="431" y="81"/>
                      <a:pt x="431" y="81"/>
                      <a:pt x="431" y="81"/>
                    </a:cubicBezTo>
                    <a:cubicBezTo>
                      <a:pt x="426" y="81"/>
                      <a:pt x="426" y="81"/>
                      <a:pt x="426" y="81"/>
                    </a:cubicBezTo>
                    <a:cubicBezTo>
                      <a:pt x="419" y="89"/>
                      <a:pt x="419" y="89"/>
                      <a:pt x="419" y="89"/>
                    </a:cubicBezTo>
                    <a:cubicBezTo>
                      <a:pt x="420" y="97"/>
                      <a:pt x="420" y="97"/>
                      <a:pt x="420" y="97"/>
                    </a:cubicBezTo>
                    <a:cubicBezTo>
                      <a:pt x="415" y="109"/>
                      <a:pt x="415" y="109"/>
                      <a:pt x="415" y="109"/>
                    </a:cubicBezTo>
                    <a:cubicBezTo>
                      <a:pt x="415" y="114"/>
                      <a:pt x="415" y="114"/>
                      <a:pt x="415" y="114"/>
                    </a:cubicBezTo>
                    <a:cubicBezTo>
                      <a:pt x="412" y="123"/>
                      <a:pt x="412" y="123"/>
                      <a:pt x="412" y="123"/>
                    </a:cubicBezTo>
                    <a:cubicBezTo>
                      <a:pt x="412" y="129"/>
                      <a:pt x="412" y="129"/>
                      <a:pt x="412" y="129"/>
                    </a:cubicBezTo>
                    <a:cubicBezTo>
                      <a:pt x="418" y="127"/>
                      <a:pt x="418" y="127"/>
                      <a:pt x="418" y="127"/>
                    </a:cubicBezTo>
                    <a:cubicBezTo>
                      <a:pt x="428" y="128"/>
                      <a:pt x="428" y="128"/>
                      <a:pt x="428" y="128"/>
                    </a:cubicBezTo>
                    <a:cubicBezTo>
                      <a:pt x="436" y="125"/>
                      <a:pt x="436" y="125"/>
                      <a:pt x="436" y="125"/>
                    </a:cubicBezTo>
                    <a:cubicBezTo>
                      <a:pt x="435" y="134"/>
                      <a:pt x="435" y="134"/>
                      <a:pt x="435" y="134"/>
                    </a:cubicBezTo>
                    <a:cubicBezTo>
                      <a:pt x="443" y="146"/>
                      <a:pt x="443" y="146"/>
                      <a:pt x="443" y="146"/>
                    </a:cubicBezTo>
                    <a:cubicBezTo>
                      <a:pt x="443" y="150"/>
                      <a:pt x="443" y="150"/>
                      <a:pt x="443" y="150"/>
                    </a:cubicBezTo>
                    <a:cubicBezTo>
                      <a:pt x="436" y="168"/>
                      <a:pt x="436" y="168"/>
                      <a:pt x="436" y="168"/>
                    </a:cubicBezTo>
                    <a:cubicBezTo>
                      <a:pt x="435" y="175"/>
                      <a:pt x="435" y="175"/>
                      <a:pt x="435" y="175"/>
                    </a:cubicBezTo>
                    <a:cubicBezTo>
                      <a:pt x="432" y="173"/>
                      <a:pt x="432" y="173"/>
                      <a:pt x="432" y="173"/>
                    </a:cubicBezTo>
                    <a:cubicBezTo>
                      <a:pt x="431" y="163"/>
                      <a:pt x="431" y="163"/>
                      <a:pt x="431" y="163"/>
                    </a:cubicBezTo>
                    <a:cubicBezTo>
                      <a:pt x="434" y="155"/>
                      <a:pt x="434" y="155"/>
                      <a:pt x="434" y="155"/>
                    </a:cubicBezTo>
                    <a:cubicBezTo>
                      <a:pt x="430" y="148"/>
                      <a:pt x="430" y="148"/>
                      <a:pt x="430" y="148"/>
                    </a:cubicBezTo>
                    <a:cubicBezTo>
                      <a:pt x="429" y="136"/>
                      <a:pt x="429" y="136"/>
                      <a:pt x="429" y="136"/>
                    </a:cubicBezTo>
                    <a:cubicBezTo>
                      <a:pt x="425" y="134"/>
                      <a:pt x="425" y="134"/>
                      <a:pt x="425" y="134"/>
                    </a:cubicBezTo>
                    <a:cubicBezTo>
                      <a:pt x="419" y="138"/>
                      <a:pt x="419" y="138"/>
                      <a:pt x="419" y="138"/>
                    </a:cubicBezTo>
                    <a:cubicBezTo>
                      <a:pt x="412" y="137"/>
                      <a:pt x="412" y="137"/>
                      <a:pt x="412" y="137"/>
                    </a:cubicBezTo>
                    <a:cubicBezTo>
                      <a:pt x="406" y="145"/>
                      <a:pt x="406" y="145"/>
                      <a:pt x="406" y="145"/>
                    </a:cubicBezTo>
                    <a:cubicBezTo>
                      <a:pt x="400" y="166"/>
                      <a:pt x="400" y="166"/>
                      <a:pt x="400" y="166"/>
                    </a:cubicBezTo>
                    <a:cubicBezTo>
                      <a:pt x="393" y="172"/>
                      <a:pt x="393" y="172"/>
                      <a:pt x="393" y="172"/>
                    </a:cubicBezTo>
                    <a:cubicBezTo>
                      <a:pt x="393" y="182"/>
                      <a:pt x="393" y="182"/>
                      <a:pt x="393" y="182"/>
                    </a:cubicBezTo>
                    <a:cubicBezTo>
                      <a:pt x="386" y="172"/>
                      <a:pt x="386" y="172"/>
                      <a:pt x="386" y="172"/>
                    </a:cubicBezTo>
                    <a:cubicBezTo>
                      <a:pt x="376" y="168"/>
                      <a:pt x="376" y="168"/>
                      <a:pt x="376" y="168"/>
                    </a:cubicBezTo>
                    <a:cubicBezTo>
                      <a:pt x="373" y="166"/>
                      <a:pt x="373" y="166"/>
                      <a:pt x="373" y="166"/>
                    </a:cubicBezTo>
                    <a:cubicBezTo>
                      <a:pt x="389" y="166"/>
                      <a:pt x="389" y="166"/>
                      <a:pt x="389" y="166"/>
                    </a:cubicBezTo>
                    <a:cubicBezTo>
                      <a:pt x="393" y="159"/>
                      <a:pt x="393" y="159"/>
                      <a:pt x="393" y="159"/>
                    </a:cubicBezTo>
                    <a:cubicBezTo>
                      <a:pt x="393" y="151"/>
                      <a:pt x="393" y="151"/>
                      <a:pt x="393" y="151"/>
                    </a:cubicBezTo>
                    <a:cubicBezTo>
                      <a:pt x="398" y="138"/>
                      <a:pt x="398" y="138"/>
                      <a:pt x="398" y="138"/>
                    </a:cubicBezTo>
                    <a:cubicBezTo>
                      <a:pt x="403" y="133"/>
                      <a:pt x="403" y="133"/>
                      <a:pt x="403" y="133"/>
                    </a:cubicBezTo>
                    <a:cubicBezTo>
                      <a:pt x="398" y="128"/>
                      <a:pt x="398" y="128"/>
                      <a:pt x="398" y="128"/>
                    </a:cubicBezTo>
                    <a:cubicBezTo>
                      <a:pt x="400" y="118"/>
                      <a:pt x="400" y="118"/>
                      <a:pt x="400" y="118"/>
                    </a:cubicBezTo>
                    <a:cubicBezTo>
                      <a:pt x="405" y="106"/>
                      <a:pt x="405" y="106"/>
                      <a:pt x="405" y="106"/>
                    </a:cubicBezTo>
                    <a:cubicBezTo>
                      <a:pt x="402" y="101"/>
                      <a:pt x="402" y="101"/>
                      <a:pt x="402" y="101"/>
                    </a:cubicBezTo>
                    <a:cubicBezTo>
                      <a:pt x="402" y="93"/>
                      <a:pt x="402" y="93"/>
                      <a:pt x="402" y="93"/>
                    </a:cubicBezTo>
                    <a:cubicBezTo>
                      <a:pt x="407" y="87"/>
                      <a:pt x="407" y="87"/>
                      <a:pt x="407" y="87"/>
                    </a:cubicBezTo>
                    <a:cubicBezTo>
                      <a:pt x="415" y="72"/>
                      <a:pt x="415" y="72"/>
                      <a:pt x="415" y="72"/>
                    </a:cubicBezTo>
                    <a:cubicBezTo>
                      <a:pt x="396" y="69"/>
                      <a:pt x="396" y="69"/>
                      <a:pt x="396" y="69"/>
                    </a:cubicBezTo>
                    <a:cubicBezTo>
                      <a:pt x="377" y="88"/>
                      <a:pt x="377" y="88"/>
                      <a:pt x="377" y="88"/>
                    </a:cubicBezTo>
                    <a:cubicBezTo>
                      <a:pt x="367" y="94"/>
                      <a:pt x="367" y="94"/>
                      <a:pt x="367" y="94"/>
                    </a:cubicBezTo>
                    <a:cubicBezTo>
                      <a:pt x="363" y="103"/>
                      <a:pt x="363" y="103"/>
                      <a:pt x="363" y="103"/>
                    </a:cubicBezTo>
                    <a:cubicBezTo>
                      <a:pt x="357" y="114"/>
                      <a:pt x="357" y="114"/>
                      <a:pt x="357" y="114"/>
                    </a:cubicBezTo>
                    <a:cubicBezTo>
                      <a:pt x="362" y="119"/>
                      <a:pt x="362" y="119"/>
                      <a:pt x="362" y="119"/>
                    </a:cubicBezTo>
                    <a:cubicBezTo>
                      <a:pt x="366" y="128"/>
                      <a:pt x="366" y="128"/>
                      <a:pt x="366" y="128"/>
                    </a:cubicBezTo>
                    <a:cubicBezTo>
                      <a:pt x="368" y="128"/>
                      <a:pt x="368" y="128"/>
                      <a:pt x="368" y="128"/>
                    </a:cubicBezTo>
                    <a:cubicBezTo>
                      <a:pt x="365" y="138"/>
                      <a:pt x="365" y="138"/>
                      <a:pt x="365" y="138"/>
                    </a:cubicBezTo>
                    <a:cubicBezTo>
                      <a:pt x="356" y="132"/>
                      <a:pt x="356" y="132"/>
                      <a:pt x="356" y="132"/>
                    </a:cubicBezTo>
                    <a:cubicBezTo>
                      <a:pt x="336" y="122"/>
                      <a:pt x="336" y="122"/>
                      <a:pt x="336" y="122"/>
                    </a:cubicBezTo>
                    <a:cubicBezTo>
                      <a:pt x="327" y="122"/>
                      <a:pt x="327" y="122"/>
                      <a:pt x="327" y="122"/>
                    </a:cubicBezTo>
                    <a:cubicBezTo>
                      <a:pt x="314" y="117"/>
                      <a:pt x="314" y="117"/>
                      <a:pt x="314" y="117"/>
                    </a:cubicBezTo>
                    <a:cubicBezTo>
                      <a:pt x="304" y="109"/>
                      <a:pt x="304" y="109"/>
                      <a:pt x="304" y="109"/>
                    </a:cubicBezTo>
                    <a:cubicBezTo>
                      <a:pt x="299" y="114"/>
                      <a:pt x="299" y="114"/>
                      <a:pt x="299" y="114"/>
                    </a:cubicBezTo>
                    <a:cubicBezTo>
                      <a:pt x="304" y="128"/>
                      <a:pt x="304" y="128"/>
                      <a:pt x="304" y="128"/>
                    </a:cubicBezTo>
                    <a:cubicBezTo>
                      <a:pt x="290" y="132"/>
                      <a:pt x="290" y="132"/>
                      <a:pt x="290" y="132"/>
                    </a:cubicBezTo>
                    <a:cubicBezTo>
                      <a:pt x="293" y="140"/>
                      <a:pt x="293" y="140"/>
                      <a:pt x="293" y="140"/>
                    </a:cubicBezTo>
                    <a:cubicBezTo>
                      <a:pt x="287" y="142"/>
                      <a:pt x="287" y="142"/>
                      <a:pt x="287" y="142"/>
                    </a:cubicBezTo>
                    <a:cubicBezTo>
                      <a:pt x="282" y="140"/>
                      <a:pt x="282" y="140"/>
                      <a:pt x="282" y="140"/>
                    </a:cubicBezTo>
                    <a:cubicBezTo>
                      <a:pt x="287" y="125"/>
                      <a:pt x="287" y="125"/>
                      <a:pt x="287" y="125"/>
                    </a:cubicBezTo>
                    <a:cubicBezTo>
                      <a:pt x="270" y="130"/>
                      <a:pt x="270" y="130"/>
                      <a:pt x="270" y="130"/>
                    </a:cubicBezTo>
                    <a:cubicBezTo>
                      <a:pt x="264" y="129"/>
                      <a:pt x="264" y="129"/>
                      <a:pt x="264" y="129"/>
                    </a:cubicBezTo>
                    <a:cubicBezTo>
                      <a:pt x="256" y="138"/>
                      <a:pt x="256" y="138"/>
                      <a:pt x="256" y="138"/>
                    </a:cubicBezTo>
                    <a:cubicBezTo>
                      <a:pt x="242" y="139"/>
                      <a:pt x="242" y="139"/>
                      <a:pt x="242" y="139"/>
                    </a:cubicBezTo>
                    <a:cubicBezTo>
                      <a:pt x="248" y="133"/>
                      <a:pt x="248" y="133"/>
                      <a:pt x="248" y="133"/>
                    </a:cubicBezTo>
                    <a:cubicBezTo>
                      <a:pt x="247" y="128"/>
                      <a:pt x="247" y="128"/>
                      <a:pt x="247" y="128"/>
                    </a:cubicBezTo>
                    <a:cubicBezTo>
                      <a:pt x="252" y="123"/>
                      <a:pt x="252" y="123"/>
                      <a:pt x="252" y="123"/>
                    </a:cubicBezTo>
                    <a:cubicBezTo>
                      <a:pt x="244" y="124"/>
                      <a:pt x="244" y="124"/>
                      <a:pt x="244" y="124"/>
                    </a:cubicBezTo>
                    <a:cubicBezTo>
                      <a:pt x="186" y="149"/>
                      <a:pt x="186" y="149"/>
                      <a:pt x="186" y="149"/>
                    </a:cubicBezTo>
                    <a:cubicBezTo>
                      <a:pt x="181" y="162"/>
                      <a:pt x="181" y="162"/>
                      <a:pt x="181" y="162"/>
                    </a:cubicBezTo>
                    <a:cubicBezTo>
                      <a:pt x="168" y="161"/>
                      <a:pt x="168" y="161"/>
                      <a:pt x="168" y="161"/>
                    </a:cubicBezTo>
                    <a:cubicBezTo>
                      <a:pt x="162" y="152"/>
                      <a:pt x="162" y="152"/>
                      <a:pt x="162" y="152"/>
                    </a:cubicBezTo>
                    <a:cubicBezTo>
                      <a:pt x="173" y="143"/>
                      <a:pt x="173" y="143"/>
                      <a:pt x="173" y="143"/>
                    </a:cubicBezTo>
                    <a:cubicBezTo>
                      <a:pt x="161" y="128"/>
                      <a:pt x="161" y="128"/>
                      <a:pt x="161" y="128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47" y="128"/>
                      <a:pt x="147" y="128"/>
                      <a:pt x="147" y="128"/>
                    </a:cubicBezTo>
                    <a:cubicBezTo>
                      <a:pt x="151" y="136"/>
                      <a:pt x="151" y="136"/>
                      <a:pt x="151" y="136"/>
                    </a:cubicBezTo>
                    <a:cubicBezTo>
                      <a:pt x="151" y="143"/>
                      <a:pt x="151" y="143"/>
                      <a:pt x="151" y="143"/>
                    </a:cubicBezTo>
                    <a:cubicBezTo>
                      <a:pt x="146" y="153"/>
                      <a:pt x="146" y="153"/>
                      <a:pt x="146" y="153"/>
                    </a:cubicBezTo>
                    <a:cubicBezTo>
                      <a:pt x="153" y="154"/>
                      <a:pt x="153" y="154"/>
                      <a:pt x="153" y="154"/>
                    </a:cubicBezTo>
                    <a:cubicBezTo>
                      <a:pt x="154" y="168"/>
                      <a:pt x="154" y="168"/>
                      <a:pt x="154" y="168"/>
                    </a:cubicBezTo>
                    <a:cubicBezTo>
                      <a:pt x="144" y="177"/>
                      <a:pt x="144" y="177"/>
                      <a:pt x="144" y="177"/>
                    </a:cubicBezTo>
                    <a:cubicBezTo>
                      <a:pt x="129" y="169"/>
                      <a:pt x="129" y="169"/>
                      <a:pt x="129" y="169"/>
                    </a:cubicBezTo>
                    <a:cubicBezTo>
                      <a:pt x="124" y="176"/>
                      <a:pt x="124" y="176"/>
                      <a:pt x="124" y="176"/>
                    </a:cubicBezTo>
                    <a:cubicBezTo>
                      <a:pt x="108" y="185"/>
                      <a:pt x="108" y="185"/>
                      <a:pt x="108" y="185"/>
                    </a:cubicBezTo>
                    <a:cubicBezTo>
                      <a:pt x="111" y="193"/>
                      <a:pt x="111" y="193"/>
                      <a:pt x="111" y="193"/>
                    </a:cubicBezTo>
                    <a:cubicBezTo>
                      <a:pt x="116" y="200"/>
                      <a:pt x="116" y="200"/>
                      <a:pt x="116" y="200"/>
                    </a:cubicBezTo>
                    <a:cubicBezTo>
                      <a:pt x="104" y="201"/>
                      <a:pt x="104" y="201"/>
                      <a:pt x="104" y="201"/>
                    </a:cubicBezTo>
                    <a:cubicBezTo>
                      <a:pt x="98" y="196"/>
                      <a:pt x="98" y="196"/>
                      <a:pt x="98" y="196"/>
                    </a:cubicBezTo>
                    <a:cubicBezTo>
                      <a:pt x="90" y="193"/>
                      <a:pt x="90" y="193"/>
                      <a:pt x="90" y="193"/>
                    </a:cubicBezTo>
                    <a:cubicBezTo>
                      <a:pt x="82" y="187"/>
                      <a:pt x="82" y="187"/>
                      <a:pt x="82" y="187"/>
                    </a:cubicBezTo>
                    <a:cubicBezTo>
                      <a:pt x="76" y="195"/>
                      <a:pt x="76" y="195"/>
                      <a:pt x="76" y="195"/>
                    </a:cubicBezTo>
                    <a:cubicBezTo>
                      <a:pt x="80" y="202"/>
                      <a:pt x="80" y="202"/>
                      <a:pt x="80" y="202"/>
                    </a:cubicBezTo>
                    <a:cubicBezTo>
                      <a:pt x="84" y="202"/>
                      <a:pt x="84" y="202"/>
                      <a:pt x="84" y="202"/>
                    </a:cubicBezTo>
                    <a:cubicBezTo>
                      <a:pt x="88" y="207"/>
                      <a:pt x="88" y="207"/>
                      <a:pt x="88" y="207"/>
                    </a:cubicBezTo>
                    <a:cubicBezTo>
                      <a:pt x="88" y="212"/>
                      <a:pt x="88" y="212"/>
                      <a:pt x="88" y="212"/>
                    </a:cubicBezTo>
                    <a:cubicBezTo>
                      <a:pt x="77" y="212"/>
                      <a:pt x="77" y="212"/>
                      <a:pt x="77" y="212"/>
                    </a:cubicBezTo>
                    <a:cubicBezTo>
                      <a:pt x="65" y="201"/>
                      <a:pt x="65" y="201"/>
                      <a:pt x="65" y="201"/>
                    </a:cubicBezTo>
                    <a:cubicBezTo>
                      <a:pt x="61" y="191"/>
                      <a:pt x="61" y="191"/>
                      <a:pt x="61" y="191"/>
                    </a:cubicBezTo>
                    <a:cubicBezTo>
                      <a:pt x="63" y="181"/>
                      <a:pt x="63" y="181"/>
                      <a:pt x="63" y="181"/>
                    </a:cubicBezTo>
                    <a:cubicBezTo>
                      <a:pt x="47" y="166"/>
                      <a:pt x="47" y="166"/>
                      <a:pt x="47" y="166"/>
                    </a:cubicBezTo>
                    <a:cubicBezTo>
                      <a:pt x="40" y="151"/>
                      <a:pt x="40" y="151"/>
                      <a:pt x="40" y="151"/>
                    </a:cubicBezTo>
                    <a:cubicBezTo>
                      <a:pt x="49" y="157"/>
                      <a:pt x="49" y="157"/>
                      <a:pt x="49" y="157"/>
                    </a:cubicBezTo>
                    <a:cubicBezTo>
                      <a:pt x="56" y="166"/>
                      <a:pt x="56" y="166"/>
                      <a:pt x="56" y="166"/>
                    </a:cubicBezTo>
                    <a:cubicBezTo>
                      <a:pt x="65" y="171"/>
                      <a:pt x="65" y="171"/>
                      <a:pt x="65" y="171"/>
                    </a:cubicBezTo>
                    <a:cubicBezTo>
                      <a:pt x="77" y="175"/>
                      <a:pt x="77" y="175"/>
                      <a:pt x="77" y="175"/>
                    </a:cubicBezTo>
                    <a:cubicBezTo>
                      <a:pt x="98" y="176"/>
                      <a:pt x="98" y="176"/>
                      <a:pt x="98" y="176"/>
                    </a:cubicBezTo>
                    <a:cubicBezTo>
                      <a:pt x="106" y="172"/>
                      <a:pt x="106" y="172"/>
                      <a:pt x="106" y="172"/>
                    </a:cubicBezTo>
                    <a:cubicBezTo>
                      <a:pt x="117" y="163"/>
                      <a:pt x="117" y="163"/>
                      <a:pt x="117" y="163"/>
                    </a:cubicBezTo>
                    <a:cubicBezTo>
                      <a:pt x="120" y="151"/>
                      <a:pt x="120" y="151"/>
                      <a:pt x="120" y="151"/>
                    </a:cubicBezTo>
                    <a:cubicBezTo>
                      <a:pt x="115" y="137"/>
                      <a:pt x="115" y="137"/>
                      <a:pt x="115" y="137"/>
                    </a:cubicBezTo>
                    <a:cubicBezTo>
                      <a:pt x="105" y="132"/>
                      <a:pt x="105" y="132"/>
                      <a:pt x="105" y="132"/>
                    </a:cubicBezTo>
                    <a:cubicBezTo>
                      <a:pt x="85" y="115"/>
                      <a:pt x="85" y="115"/>
                      <a:pt x="85" y="115"/>
                    </a:cubicBezTo>
                    <a:cubicBezTo>
                      <a:pt x="67" y="105"/>
                      <a:pt x="67" y="105"/>
                      <a:pt x="67" y="105"/>
                    </a:cubicBezTo>
                    <a:cubicBezTo>
                      <a:pt x="72" y="101"/>
                      <a:pt x="72" y="101"/>
                      <a:pt x="72" y="101"/>
                    </a:cubicBezTo>
                    <a:cubicBezTo>
                      <a:pt x="63" y="96"/>
                      <a:pt x="63" y="96"/>
                      <a:pt x="63" y="96"/>
                    </a:cubicBezTo>
                    <a:cubicBezTo>
                      <a:pt x="57" y="103"/>
                      <a:pt x="57" y="103"/>
                      <a:pt x="57" y="103"/>
                    </a:cubicBezTo>
                    <a:cubicBezTo>
                      <a:pt x="43" y="91"/>
                      <a:pt x="43" y="91"/>
                      <a:pt x="43" y="91"/>
                    </a:cubicBezTo>
                    <a:cubicBezTo>
                      <a:pt x="60" y="90"/>
                      <a:pt x="60" y="90"/>
                      <a:pt x="60" y="90"/>
                    </a:cubicBezTo>
                    <a:cubicBezTo>
                      <a:pt x="48" y="78"/>
                      <a:pt x="48" y="78"/>
                      <a:pt x="48" y="78"/>
                    </a:cubicBezTo>
                    <a:cubicBezTo>
                      <a:pt x="29" y="89"/>
                      <a:pt x="29" y="89"/>
                      <a:pt x="29" y="89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24" y="104"/>
                      <a:pt x="24" y="104"/>
                      <a:pt x="24" y="104"/>
                    </a:cubicBezTo>
                    <a:cubicBezTo>
                      <a:pt x="17" y="114"/>
                      <a:pt x="17" y="114"/>
                      <a:pt x="17" y="114"/>
                    </a:cubicBezTo>
                    <a:cubicBezTo>
                      <a:pt x="13" y="122"/>
                      <a:pt x="13" y="122"/>
                      <a:pt x="13" y="122"/>
                    </a:cubicBezTo>
                    <a:cubicBezTo>
                      <a:pt x="17" y="131"/>
                      <a:pt x="17" y="131"/>
                      <a:pt x="17" y="131"/>
                    </a:cubicBezTo>
                    <a:cubicBezTo>
                      <a:pt x="8" y="146"/>
                      <a:pt x="8" y="146"/>
                      <a:pt x="8" y="146"/>
                    </a:cubicBezTo>
                    <a:cubicBezTo>
                      <a:pt x="18" y="169"/>
                      <a:pt x="18" y="169"/>
                      <a:pt x="18" y="169"/>
                    </a:cubicBezTo>
                    <a:cubicBezTo>
                      <a:pt x="10" y="181"/>
                      <a:pt x="10" y="181"/>
                      <a:pt x="10" y="181"/>
                    </a:cubicBezTo>
                    <a:cubicBezTo>
                      <a:pt x="21" y="207"/>
                      <a:pt x="21" y="207"/>
                      <a:pt x="21" y="207"/>
                    </a:cubicBezTo>
                    <a:cubicBezTo>
                      <a:pt x="29" y="212"/>
                      <a:pt x="29" y="212"/>
                      <a:pt x="29" y="212"/>
                    </a:cubicBezTo>
                    <a:cubicBezTo>
                      <a:pt x="31" y="221"/>
                      <a:pt x="31" y="221"/>
                      <a:pt x="31" y="221"/>
                    </a:cubicBezTo>
                    <a:cubicBezTo>
                      <a:pt x="5" y="245"/>
                      <a:pt x="5" y="245"/>
                      <a:pt x="5" y="245"/>
                    </a:cubicBezTo>
                    <a:cubicBezTo>
                      <a:pt x="4" y="250"/>
                      <a:pt x="4" y="250"/>
                      <a:pt x="4" y="250"/>
                    </a:cubicBezTo>
                    <a:cubicBezTo>
                      <a:pt x="5" y="249"/>
                      <a:pt x="5" y="249"/>
                      <a:pt x="5" y="249"/>
                    </a:cubicBezTo>
                    <a:cubicBezTo>
                      <a:pt x="9" y="250"/>
                      <a:pt x="9" y="250"/>
                      <a:pt x="9" y="250"/>
                    </a:cubicBezTo>
                    <a:cubicBezTo>
                      <a:pt x="5" y="258"/>
                      <a:pt x="5" y="258"/>
                      <a:pt x="5" y="258"/>
                    </a:cubicBezTo>
                    <a:cubicBezTo>
                      <a:pt x="9" y="261"/>
                      <a:pt x="9" y="261"/>
                      <a:pt x="9" y="261"/>
                    </a:cubicBezTo>
                    <a:cubicBezTo>
                      <a:pt x="18" y="261"/>
                      <a:pt x="18" y="261"/>
                      <a:pt x="18" y="261"/>
                    </a:cubicBezTo>
                    <a:cubicBezTo>
                      <a:pt x="22" y="264"/>
                      <a:pt x="22" y="264"/>
                      <a:pt x="22" y="264"/>
                    </a:cubicBezTo>
                    <a:cubicBezTo>
                      <a:pt x="21" y="266"/>
                      <a:pt x="21" y="266"/>
                      <a:pt x="21" y="266"/>
                    </a:cubicBezTo>
                    <a:cubicBezTo>
                      <a:pt x="8" y="265"/>
                      <a:pt x="8" y="265"/>
                      <a:pt x="8" y="265"/>
                    </a:cubicBezTo>
                    <a:cubicBezTo>
                      <a:pt x="3" y="267"/>
                      <a:pt x="3" y="267"/>
                      <a:pt x="3" y="267"/>
                    </a:cubicBezTo>
                    <a:cubicBezTo>
                      <a:pt x="1" y="271"/>
                      <a:pt x="1" y="271"/>
                      <a:pt x="1" y="271"/>
                    </a:cubicBezTo>
                    <a:cubicBezTo>
                      <a:pt x="4" y="273"/>
                      <a:pt x="4" y="273"/>
                      <a:pt x="4" y="273"/>
                    </a:cubicBezTo>
                    <a:cubicBezTo>
                      <a:pt x="0" y="293"/>
                      <a:pt x="0" y="293"/>
                      <a:pt x="0" y="293"/>
                    </a:cubicBezTo>
                    <a:cubicBezTo>
                      <a:pt x="5" y="300"/>
                      <a:pt x="5" y="300"/>
                      <a:pt x="5" y="300"/>
                    </a:cubicBezTo>
                    <a:cubicBezTo>
                      <a:pt x="2" y="308"/>
                      <a:pt x="2" y="308"/>
                      <a:pt x="2" y="308"/>
                    </a:cubicBezTo>
                    <a:cubicBezTo>
                      <a:pt x="4" y="316"/>
                      <a:pt x="4" y="316"/>
                      <a:pt x="4" y="316"/>
                    </a:cubicBezTo>
                    <a:cubicBezTo>
                      <a:pt x="26" y="328"/>
                      <a:pt x="26" y="328"/>
                      <a:pt x="26" y="328"/>
                    </a:cubicBezTo>
                    <a:cubicBezTo>
                      <a:pt x="30" y="348"/>
                      <a:pt x="30" y="348"/>
                      <a:pt x="30" y="348"/>
                    </a:cubicBezTo>
                    <a:cubicBezTo>
                      <a:pt x="36" y="351"/>
                      <a:pt x="36" y="351"/>
                      <a:pt x="36" y="351"/>
                    </a:cubicBezTo>
                    <a:cubicBezTo>
                      <a:pt x="32" y="373"/>
                      <a:pt x="32" y="373"/>
                      <a:pt x="32" y="373"/>
                    </a:cubicBezTo>
                    <a:cubicBezTo>
                      <a:pt x="52" y="375"/>
                      <a:pt x="52" y="375"/>
                      <a:pt x="52" y="375"/>
                    </a:cubicBezTo>
                    <a:cubicBezTo>
                      <a:pt x="48" y="388"/>
                      <a:pt x="48" y="388"/>
                      <a:pt x="48" y="388"/>
                    </a:cubicBezTo>
                    <a:cubicBezTo>
                      <a:pt x="65" y="388"/>
                      <a:pt x="65" y="388"/>
                      <a:pt x="65" y="388"/>
                    </a:cubicBezTo>
                    <a:cubicBezTo>
                      <a:pt x="74" y="395"/>
                      <a:pt x="74" y="395"/>
                      <a:pt x="74" y="395"/>
                    </a:cubicBezTo>
                    <a:cubicBezTo>
                      <a:pt x="83" y="397"/>
                      <a:pt x="83" y="397"/>
                      <a:pt x="83" y="397"/>
                    </a:cubicBezTo>
                    <a:cubicBezTo>
                      <a:pt x="85" y="403"/>
                      <a:pt x="85" y="403"/>
                      <a:pt x="85" y="403"/>
                    </a:cubicBezTo>
                    <a:cubicBezTo>
                      <a:pt x="93" y="402"/>
                      <a:pt x="93" y="402"/>
                      <a:pt x="93" y="402"/>
                    </a:cubicBezTo>
                    <a:cubicBezTo>
                      <a:pt x="106" y="413"/>
                      <a:pt x="106" y="413"/>
                      <a:pt x="106" y="413"/>
                    </a:cubicBezTo>
                    <a:cubicBezTo>
                      <a:pt x="97" y="435"/>
                      <a:pt x="97" y="435"/>
                      <a:pt x="97" y="435"/>
                    </a:cubicBezTo>
                    <a:cubicBezTo>
                      <a:pt x="102" y="434"/>
                      <a:pt x="102" y="434"/>
                      <a:pt x="102" y="434"/>
                    </a:cubicBezTo>
                    <a:cubicBezTo>
                      <a:pt x="104" y="438"/>
                      <a:pt x="104" y="438"/>
                      <a:pt x="104" y="438"/>
                    </a:cubicBezTo>
                    <a:cubicBezTo>
                      <a:pt x="91" y="448"/>
                      <a:pt x="91" y="448"/>
                      <a:pt x="91" y="448"/>
                    </a:cubicBezTo>
                    <a:cubicBezTo>
                      <a:pt x="94" y="453"/>
                      <a:pt x="94" y="453"/>
                      <a:pt x="94" y="453"/>
                    </a:cubicBezTo>
                    <a:cubicBezTo>
                      <a:pt x="89" y="453"/>
                      <a:pt x="89" y="453"/>
                      <a:pt x="89" y="453"/>
                    </a:cubicBezTo>
                    <a:cubicBezTo>
                      <a:pt x="89" y="459"/>
                      <a:pt x="89" y="459"/>
                      <a:pt x="89" y="459"/>
                    </a:cubicBezTo>
                    <a:cubicBezTo>
                      <a:pt x="81" y="459"/>
                      <a:pt x="81" y="459"/>
                      <a:pt x="81" y="459"/>
                    </a:cubicBezTo>
                    <a:cubicBezTo>
                      <a:pt x="81" y="464"/>
                      <a:pt x="81" y="464"/>
                      <a:pt x="81" y="464"/>
                    </a:cubicBezTo>
                    <a:cubicBezTo>
                      <a:pt x="86" y="464"/>
                      <a:pt x="86" y="464"/>
                      <a:pt x="86" y="464"/>
                    </a:cubicBezTo>
                    <a:cubicBezTo>
                      <a:pt x="93" y="467"/>
                      <a:pt x="93" y="467"/>
                      <a:pt x="93" y="467"/>
                    </a:cubicBezTo>
                    <a:cubicBezTo>
                      <a:pt x="101" y="480"/>
                      <a:pt x="101" y="480"/>
                      <a:pt x="101" y="480"/>
                    </a:cubicBezTo>
                    <a:cubicBezTo>
                      <a:pt x="107" y="487"/>
                      <a:pt x="107" y="487"/>
                      <a:pt x="107" y="487"/>
                    </a:cubicBezTo>
                    <a:cubicBezTo>
                      <a:pt x="118" y="493"/>
                      <a:pt x="118" y="493"/>
                      <a:pt x="118" y="493"/>
                    </a:cubicBezTo>
                    <a:cubicBezTo>
                      <a:pt x="126" y="488"/>
                      <a:pt x="126" y="488"/>
                      <a:pt x="126" y="488"/>
                    </a:cubicBezTo>
                    <a:cubicBezTo>
                      <a:pt x="140" y="490"/>
                      <a:pt x="140" y="490"/>
                      <a:pt x="140" y="490"/>
                    </a:cubicBezTo>
                    <a:cubicBezTo>
                      <a:pt x="163" y="510"/>
                      <a:pt x="163" y="510"/>
                      <a:pt x="163" y="510"/>
                    </a:cubicBezTo>
                    <a:cubicBezTo>
                      <a:pt x="171" y="513"/>
                      <a:pt x="171" y="513"/>
                      <a:pt x="171" y="513"/>
                    </a:cubicBezTo>
                    <a:cubicBezTo>
                      <a:pt x="186" y="503"/>
                      <a:pt x="186" y="503"/>
                      <a:pt x="186" y="503"/>
                    </a:cubicBezTo>
                    <a:cubicBezTo>
                      <a:pt x="181" y="494"/>
                      <a:pt x="181" y="494"/>
                      <a:pt x="181" y="494"/>
                    </a:cubicBezTo>
                    <a:cubicBezTo>
                      <a:pt x="177" y="482"/>
                      <a:pt x="177" y="482"/>
                      <a:pt x="177" y="482"/>
                    </a:cubicBezTo>
                    <a:cubicBezTo>
                      <a:pt x="174" y="478"/>
                      <a:pt x="174" y="478"/>
                      <a:pt x="174" y="478"/>
                    </a:cubicBezTo>
                    <a:cubicBezTo>
                      <a:pt x="174" y="464"/>
                      <a:pt x="174" y="464"/>
                      <a:pt x="174" y="464"/>
                    </a:cubicBezTo>
                    <a:cubicBezTo>
                      <a:pt x="178" y="456"/>
                      <a:pt x="178" y="456"/>
                      <a:pt x="178" y="456"/>
                    </a:cubicBezTo>
                    <a:cubicBezTo>
                      <a:pt x="186" y="455"/>
                      <a:pt x="186" y="455"/>
                      <a:pt x="186" y="455"/>
                    </a:cubicBezTo>
                    <a:cubicBezTo>
                      <a:pt x="190" y="446"/>
                      <a:pt x="190" y="446"/>
                      <a:pt x="190" y="446"/>
                    </a:cubicBezTo>
                    <a:cubicBezTo>
                      <a:pt x="189" y="444"/>
                      <a:pt x="189" y="444"/>
                      <a:pt x="189" y="444"/>
                    </a:cubicBezTo>
                    <a:cubicBezTo>
                      <a:pt x="166" y="414"/>
                      <a:pt x="166" y="414"/>
                      <a:pt x="166" y="414"/>
                    </a:cubicBezTo>
                    <a:cubicBezTo>
                      <a:pt x="176" y="404"/>
                      <a:pt x="176" y="404"/>
                      <a:pt x="176" y="404"/>
                    </a:cubicBezTo>
                    <a:cubicBezTo>
                      <a:pt x="186" y="414"/>
                      <a:pt x="186" y="414"/>
                      <a:pt x="186" y="414"/>
                    </a:cubicBezTo>
                    <a:cubicBezTo>
                      <a:pt x="191" y="407"/>
                      <a:pt x="191" y="407"/>
                      <a:pt x="191" y="407"/>
                    </a:cubicBezTo>
                    <a:cubicBezTo>
                      <a:pt x="188" y="398"/>
                      <a:pt x="188" y="398"/>
                      <a:pt x="188" y="398"/>
                    </a:cubicBezTo>
                    <a:cubicBezTo>
                      <a:pt x="207" y="381"/>
                      <a:pt x="207" y="381"/>
                      <a:pt x="207" y="381"/>
                    </a:cubicBezTo>
                    <a:cubicBezTo>
                      <a:pt x="226" y="380"/>
                      <a:pt x="226" y="380"/>
                      <a:pt x="226" y="380"/>
                    </a:cubicBezTo>
                    <a:cubicBezTo>
                      <a:pt x="239" y="393"/>
                      <a:pt x="239" y="393"/>
                      <a:pt x="239" y="393"/>
                    </a:cubicBezTo>
                    <a:cubicBezTo>
                      <a:pt x="247" y="391"/>
                      <a:pt x="247" y="391"/>
                      <a:pt x="247" y="391"/>
                    </a:cubicBezTo>
                    <a:cubicBezTo>
                      <a:pt x="256" y="399"/>
                      <a:pt x="256" y="399"/>
                      <a:pt x="256" y="399"/>
                    </a:cubicBezTo>
                    <a:cubicBezTo>
                      <a:pt x="263" y="390"/>
                      <a:pt x="263" y="390"/>
                      <a:pt x="263" y="390"/>
                    </a:cubicBezTo>
                    <a:cubicBezTo>
                      <a:pt x="279" y="397"/>
                      <a:pt x="279" y="397"/>
                      <a:pt x="279" y="397"/>
                    </a:cubicBezTo>
                    <a:cubicBezTo>
                      <a:pt x="281" y="386"/>
                      <a:pt x="281" y="386"/>
                      <a:pt x="281" y="386"/>
                    </a:cubicBezTo>
                    <a:cubicBezTo>
                      <a:pt x="290" y="380"/>
                      <a:pt x="290" y="380"/>
                      <a:pt x="290" y="380"/>
                    </a:cubicBezTo>
                    <a:cubicBezTo>
                      <a:pt x="287" y="376"/>
                      <a:pt x="287" y="376"/>
                      <a:pt x="287" y="376"/>
                    </a:cubicBezTo>
                    <a:cubicBezTo>
                      <a:pt x="300" y="366"/>
                      <a:pt x="300" y="366"/>
                      <a:pt x="300" y="366"/>
                    </a:cubicBezTo>
                    <a:cubicBezTo>
                      <a:pt x="295" y="355"/>
                      <a:pt x="295" y="355"/>
                      <a:pt x="295" y="355"/>
                    </a:cubicBezTo>
                    <a:cubicBezTo>
                      <a:pt x="299" y="351"/>
                      <a:pt x="299" y="351"/>
                      <a:pt x="299" y="351"/>
                    </a:cubicBezTo>
                    <a:cubicBezTo>
                      <a:pt x="311" y="356"/>
                      <a:pt x="311" y="356"/>
                      <a:pt x="311" y="356"/>
                    </a:cubicBezTo>
                    <a:cubicBezTo>
                      <a:pt x="354" y="341"/>
                      <a:pt x="354" y="341"/>
                      <a:pt x="354" y="341"/>
                    </a:cubicBezTo>
                    <a:cubicBezTo>
                      <a:pt x="367" y="343"/>
                      <a:pt x="367" y="343"/>
                      <a:pt x="367" y="343"/>
                    </a:cubicBezTo>
                    <a:cubicBezTo>
                      <a:pt x="379" y="355"/>
                      <a:pt x="379" y="355"/>
                      <a:pt x="379" y="355"/>
                    </a:cubicBezTo>
                    <a:cubicBezTo>
                      <a:pt x="434" y="360"/>
                      <a:pt x="434" y="360"/>
                      <a:pt x="434" y="360"/>
                    </a:cubicBezTo>
                    <a:cubicBezTo>
                      <a:pt x="443" y="380"/>
                      <a:pt x="443" y="380"/>
                      <a:pt x="443" y="380"/>
                    </a:cubicBezTo>
                    <a:cubicBezTo>
                      <a:pt x="457" y="383"/>
                      <a:pt x="457" y="383"/>
                      <a:pt x="457" y="383"/>
                    </a:cubicBezTo>
                    <a:cubicBezTo>
                      <a:pt x="470" y="398"/>
                      <a:pt x="470" y="398"/>
                      <a:pt x="470" y="398"/>
                    </a:cubicBezTo>
                    <a:cubicBezTo>
                      <a:pt x="487" y="397"/>
                      <a:pt x="487" y="397"/>
                      <a:pt x="487" y="397"/>
                    </a:cubicBezTo>
                    <a:cubicBezTo>
                      <a:pt x="492" y="409"/>
                      <a:pt x="492" y="409"/>
                      <a:pt x="492" y="409"/>
                    </a:cubicBezTo>
                    <a:cubicBezTo>
                      <a:pt x="508" y="409"/>
                      <a:pt x="508" y="409"/>
                      <a:pt x="508" y="409"/>
                    </a:cubicBezTo>
                    <a:cubicBezTo>
                      <a:pt x="517" y="415"/>
                      <a:pt x="517" y="415"/>
                      <a:pt x="517" y="415"/>
                    </a:cubicBezTo>
                    <a:cubicBezTo>
                      <a:pt x="536" y="413"/>
                      <a:pt x="536" y="413"/>
                      <a:pt x="536" y="413"/>
                    </a:cubicBezTo>
                    <a:cubicBezTo>
                      <a:pt x="551" y="399"/>
                      <a:pt x="551" y="399"/>
                      <a:pt x="551" y="399"/>
                    </a:cubicBezTo>
                    <a:cubicBezTo>
                      <a:pt x="551" y="399"/>
                      <a:pt x="552" y="399"/>
                      <a:pt x="553" y="399"/>
                    </a:cubicBezTo>
                    <a:cubicBezTo>
                      <a:pt x="555" y="398"/>
                      <a:pt x="555" y="398"/>
                      <a:pt x="555" y="398"/>
                    </a:cubicBezTo>
                    <a:cubicBezTo>
                      <a:pt x="560" y="397"/>
                      <a:pt x="565" y="397"/>
                      <a:pt x="570" y="397"/>
                    </a:cubicBezTo>
                    <a:cubicBezTo>
                      <a:pt x="576" y="396"/>
                      <a:pt x="581" y="396"/>
                      <a:pt x="588" y="395"/>
                    </a:cubicBezTo>
                    <a:cubicBezTo>
                      <a:pt x="594" y="395"/>
                      <a:pt x="594" y="395"/>
                      <a:pt x="594" y="395"/>
                    </a:cubicBezTo>
                    <a:cubicBezTo>
                      <a:pt x="606" y="404"/>
                      <a:pt x="606" y="404"/>
                      <a:pt x="606" y="404"/>
                    </a:cubicBezTo>
                    <a:cubicBezTo>
                      <a:pt x="632" y="395"/>
                      <a:pt x="632" y="395"/>
                      <a:pt x="632" y="395"/>
                    </a:cubicBezTo>
                    <a:cubicBezTo>
                      <a:pt x="632" y="388"/>
                      <a:pt x="632" y="388"/>
                      <a:pt x="632" y="388"/>
                    </a:cubicBezTo>
                    <a:cubicBezTo>
                      <a:pt x="640" y="384"/>
                      <a:pt x="640" y="384"/>
                      <a:pt x="640" y="384"/>
                    </a:cubicBezTo>
                    <a:cubicBezTo>
                      <a:pt x="655" y="388"/>
                      <a:pt x="655" y="388"/>
                      <a:pt x="655" y="388"/>
                    </a:cubicBezTo>
                    <a:cubicBezTo>
                      <a:pt x="664" y="403"/>
                      <a:pt x="664" y="403"/>
                      <a:pt x="664" y="403"/>
                    </a:cubicBezTo>
                    <a:cubicBezTo>
                      <a:pt x="692" y="401"/>
                      <a:pt x="692" y="401"/>
                      <a:pt x="692" y="401"/>
                    </a:cubicBezTo>
                    <a:cubicBezTo>
                      <a:pt x="726" y="413"/>
                      <a:pt x="726" y="413"/>
                      <a:pt x="726" y="413"/>
                    </a:cubicBezTo>
                    <a:cubicBezTo>
                      <a:pt x="737" y="408"/>
                      <a:pt x="737" y="408"/>
                      <a:pt x="737" y="408"/>
                    </a:cubicBezTo>
                    <a:cubicBezTo>
                      <a:pt x="752" y="412"/>
                      <a:pt x="752" y="412"/>
                      <a:pt x="752" y="412"/>
                    </a:cubicBezTo>
                    <a:cubicBezTo>
                      <a:pt x="758" y="403"/>
                      <a:pt x="758" y="403"/>
                      <a:pt x="758" y="403"/>
                    </a:cubicBezTo>
                    <a:cubicBezTo>
                      <a:pt x="768" y="408"/>
                      <a:pt x="768" y="408"/>
                      <a:pt x="768" y="408"/>
                    </a:cubicBezTo>
                    <a:cubicBezTo>
                      <a:pt x="771" y="408"/>
                      <a:pt x="775" y="408"/>
                      <a:pt x="779" y="408"/>
                    </a:cubicBezTo>
                    <a:cubicBezTo>
                      <a:pt x="783" y="407"/>
                      <a:pt x="788" y="407"/>
                      <a:pt x="792" y="406"/>
                    </a:cubicBezTo>
                    <a:cubicBezTo>
                      <a:pt x="806" y="405"/>
                      <a:pt x="806" y="405"/>
                      <a:pt x="806" y="405"/>
                    </a:cubicBezTo>
                    <a:cubicBezTo>
                      <a:pt x="824" y="376"/>
                      <a:pt x="824" y="376"/>
                      <a:pt x="824" y="376"/>
                    </a:cubicBezTo>
                    <a:cubicBezTo>
                      <a:pt x="820" y="368"/>
                      <a:pt x="820" y="368"/>
                      <a:pt x="820" y="368"/>
                    </a:cubicBezTo>
                    <a:cubicBezTo>
                      <a:pt x="820" y="368"/>
                      <a:pt x="820" y="368"/>
                      <a:pt x="820" y="368"/>
                    </a:cubicBezTo>
                    <a:cubicBezTo>
                      <a:pt x="821" y="368"/>
                      <a:pt x="821" y="368"/>
                      <a:pt x="821" y="368"/>
                    </a:cubicBezTo>
                    <a:cubicBezTo>
                      <a:pt x="823" y="366"/>
                      <a:pt x="826" y="365"/>
                      <a:pt x="830" y="364"/>
                    </a:cubicBezTo>
                    <a:cubicBezTo>
                      <a:pt x="836" y="363"/>
                      <a:pt x="842" y="362"/>
                      <a:pt x="848" y="361"/>
                    </a:cubicBezTo>
                    <a:cubicBezTo>
                      <a:pt x="851" y="361"/>
                      <a:pt x="851" y="361"/>
                      <a:pt x="851" y="361"/>
                    </a:cubicBezTo>
                    <a:cubicBezTo>
                      <a:pt x="865" y="368"/>
                      <a:pt x="865" y="368"/>
                      <a:pt x="865" y="368"/>
                    </a:cubicBezTo>
                    <a:cubicBezTo>
                      <a:pt x="884" y="404"/>
                      <a:pt x="884" y="404"/>
                      <a:pt x="884" y="404"/>
                    </a:cubicBezTo>
                    <a:cubicBezTo>
                      <a:pt x="913" y="421"/>
                      <a:pt x="913" y="421"/>
                      <a:pt x="913" y="421"/>
                    </a:cubicBezTo>
                    <a:cubicBezTo>
                      <a:pt x="917" y="431"/>
                      <a:pt x="917" y="431"/>
                      <a:pt x="917" y="431"/>
                    </a:cubicBezTo>
                    <a:cubicBezTo>
                      <a:pt x="920" y="429"/>
                      <a:pt x="920" y="429"/>
                      <a:pt x="920" y="429"/>
                    </a:cubicBezTo>
                    <a:cubicBezTo>
                      <a:pt x="926" y="424"/>
                      <a:pt x="933" y="421"/>
                      <a:pt x="939" y="417"/>
                    </a:cubicBezTo>
                    <a:cubicBezTo>
                      <a:pt x="942" y="416"/>
                      <a:pt x="945" y="415"/>
                      <a:pt x="948" y="415"/>
                    </a:cubicBezTo>
                    <a:cubicBezTo>
                      <a:pt x="926" y="461"/>
                      <a:pt x="926" y="461"/>
                      <a:pt x="926" y="461"/>
                    </a:cubicBezTo>
                    <a:cubicBezTo>
                      <a:pt x="915" y="468"/>
                      <a:pt x="915" y="468"/>
                      <a:pt x="915" y="468"/>
                    </a:cubicBezTo>
                    <a:cubicBezTo>
                      <a:pt x="918" y="490"/>
                      <a:pt x="918" y="490"/>
                      <a:pt x="918" y="490"/>
                    </a:cubicBezTo>
                    <a:cubicBezTo>
                      <a:pt x="922" y="484"/>
                      <a:pt x="922" y="484"/>
                      <a:pt x="922" y="484"/>
                    </a:cubicBezTo>
                    <a:cubicBezTo>
                      <a:pt x="926" y="484"/>
                      <a:pt x="926" y="484"/>
                      <a:pt x="926" y="484"/>
                    </a:cubicBezTo>
                    <a:cubicBezTo>
                      <a:pt x="925" y="489"/>
                      <a:pt x="925" y="489"/>
                      <a:pt x="925" y="489"/>
                    </a:cubicBezTo>
                    <a:cubicBezTo>
                      <a:pt x="928" y="492"/>
                      <a:pt x="928" y="492"/>
                      <a:pt x="928" y="492"/>
                    </a:cubicBezTo>
                    <a:cubicBezTo>
                      <a:pt x="932" y="493"/>
                      <a:pt x="932" y="493"/>
                      <a:pt x="932" y="493"/>
                    </a:cubicBezTo>
                    <a:cubicBezTo>
                      <a:pt x="964" y="466"/>
                      <a:pt x="964" y="466"/>
                      <a:pt x="964" y="466"/>
                    </a:cubicBezTo>
                    <a:cubicBezTo>
                      <a:pt x="982" y="435"/>
                      <a:pt x="982" y="435"/>
                      <a:pt x="982" y="435"/>
                    </a:cubicBezTo>
                    <a:cubicBezTo>
                      <a:pt x="993" y="424"/>
                      <a:pt x="993" y="424"/>
                      <a:pt x="993" y="424"/>
                    </a:cubicBezTo>
                    <a:cubicBezTo>
                      <a:pt x="999" y="406"/>
                      <a:pt x="999" y="406"/>
                      <a:pt x="999" y="406"/>
                    </a:cubicBezTo>
                    <a:cubicBezTo>
                      <a:pt x="996" y="391"/>
                      <a:pt x="998" y="380"/>
                      <a:pt x="1005" y="375"/>
                    </a:cubicBezTo>
                    <a:cubicBezTo>
                      <a:pt x="1005" y="371"/>
                      <a:pt x="1005" y="371"/>
                      <a:pt x="1005" y="371"/>
                    </a:cubicBezTo>
                    <a:cubicBezTo>
                      <a:pt x="1002" y="368"/>
                      <a:pt x="1001" y="365"/>
                      <a:pt x="1002" y="361"/>
                    </a:cubicBezTo>
                    <a:cubicBezTo>
                      <a:pt x="1003" y="360"/>
                      <a:pt x="1004" y="358"/>
                      <a:pt x="1005" y="357"/>
                    </a:cubicBezTo>
                    <a:cubicBezTo>
                      <a:pt x="992" y="343"/>
                      <a:pt x="992" y="343"/>
                      <a:pt x="992" y="343"/>
                    </a:cubicBezTo>
                    <a:cubicBezTo>
                      <a:pt x="983" y="353"/>
                      <a:pt x="983" y="353"/>
                      <a:pt x="983" y="353"/>
                    </a:cubicBezTo>
                    <a:cubicBezTo>
                      <a:pt x="978" y="354"/>
                      <a:pt x="978" y="354"/>
                      <a:pt x="978" y="354"/>
                    </a:cubicBezTo>
                    <a:cubicBezTo>
                      <a:pt x="982" y="348"/>
                      <a:pt x="982" y="348"/>
                      <a:pt x="982" y="348"/>
                    </a:cubicBezTo>
                    <a:cubicBezTo>
                      <a:pt x="982" y="342"/>
                      <a:pt x="982" y="342"/>
                      <a:pt x="982" y="342"/>
                    </a:cubicBezTo>
                    <a:cubicBezTo>
                      <a:pt x="978" y="342"/>
                      <a:pt x="978" y="342"/>
                      <a:pt x="978" y="342"/>
                    </a:cubicBezTo>
                    <a:cubicBezTo>
                      <a:pt x="978" y="347"/>
                      <a:pt x="978" y="347"/>
                      <a:pt x="978" y="347"/>
                    </a:cubicBezTo>
                    <a:cubicBezTo>
                      <a:pt x="971" y="353"/>
                      <a:pt x="971" y="353"/>
                      <a:pt x="971" y="353"/>
                    </a:cubicBezTo>
                    <a:cubicBezTo>
                      <a:pt x="972" y="341"/>
                      <a:pt x="972" y="341"/>
                      <a:pt x="972" y="341"/>
                    </a:cubicBezTo>
                    <a:cubicBezTo>
                      <a:pt x="970" y="340"/>
                      <a:pt x="970" y="340"/>
                      <a:pt x="970" y="340"/>
                    </a:cubicBezTo>
                    <a:cubicBezTo>
                      <a:pt x="959" y="341"/>
                      <a:pt x="959" y="341"/>
                      <a:pt x="959" y="341"/>
                    </a:cubicBezTo>
                    <a:cubicBezTo>
                      <a:pt x="954" y="337"/>
                      <a:pt x="954" y="337"/>
                      <a:pt x="954" y="337"/>
                    </a:cubicBezTo>
                    <a:cubicBezTo>
                      <a:pt x="966" y="331"/>
                      <a:pt x="966" y="331"/>
                      <a:pt x="966" y="331"/>
                    </a:cubicBezTo>
                    <a:cubicBezTo>
                      <a:pt x="974" y="326"/>
                      <a:pt x="974" y="326"/>
                      <a:pt x="974" y="326"/>
                    </a:cubicBezTo>
                    <a:cubicBezTo>
                      <a:pt x="991" y="312"/>
                      <a:pt x="991" y="312"/>
                      <a:pt x="991" y="312"/>
                    </a:cubicBezTo>
                    <a:cubicBezTo>
                      <a:pt x="997" y="301"/>
                      <a:pt x="997" y="301"/>
                      <a:pt x="997" y="301"/>
                    </a:cubicBezTo>
                    <a:cubicBezTo>
                      <a:pt x="1007" y="293"/>
                      <a:pt x="1007" y="293"/>
                      <a:pt x="1007" y="293"/>
                    </a:cubicBezTo>
                    <a:cubicBezTo>
                      <a:pt x="1017" y="280"/>
                      <a:pt x="1017" y="280"/>
                      <a:pt x="1017" y="280"/>
                    </a:cubicBezTo>
                    <a:cubicBezTo>
                      <a:pt x="1039" y="280"/>
                      <a:pt x="1039" y="280"/>
                      <a:pt x="1039" y="280"/>
                    </a:cubicBezTo>
                    <a:cubicBezTo>
                      <a:pt x="1038" y="286"/>
                      <a:pt x="1038" y="286"/>
                      <a:pt x="1038" y="286"/>
                    </a:cubicBezTo>
                    <a:cubicBezTo>
                      <a:pt x="1043" y="285"/>
                      <a:pt x="1043" y="285"/>
                      <a:pt x="1043" y="285"/>
                    </a:cubicBezTo>
                    <a:cubicBezTo>
                      <a:pt x="1046" y="282"/>
                      <a:pt x="1046" y="282"/>
                      <a:pt x="1046" y="282"/>
                    </a:cubicBezTo>
                    <a:cubicBezTo>
                      <a:pt x="1052" y="283"/>
                      <a:pt x="1052" y="283"/>
                      <a:pt x="1052" y="283"/>
                    </a:cubicBezTo>
                    <a:cubicBezTo>
                      <a:pt x="1058" y="282"/>
                      <a:pt x="1058" y="282"/>
                      <a:pt x="1058" y="282"/>
                    </a:cubicBezTo>
                    <a:cubicBezTo>
                      <a:pt x="1061" y="284"/>
                      <a:pt x="1061" y="284"/>
                      <a:pt x="1061" y="284"/>
                    </a:cubicBezTo>
                    <a:cubicBezTo>
                      <a:pt x="1066" y="281"/>
                      <a:pt x="1066" y="281"/>
                      <a:pt x="1066" y="281"/>
                    </a:cubicBezTo>
                    <a:cubicBezTo>
                      <a:pt x="1068" y="275"/>
                      <a:pt x="1068" y="275"/>
                      <a:pt x="1068" y="275"/>
                    </a:cubicBezTo>
                    <a:cubicBezTo>
                      <a:pt x="1074" y="273"/>
                      <a:pt x="1074" y="273"/>
                      <a:pt x="1074" y="273"/>
                    </a:cubicBezTo>
                    <a:cubicBezTo>
                      <a:pt x="1081" y="277"/>
                      <a:pt x="1081" y="277"/>
                      <a:pt x="1081" y="277"/>
                    </a:cubicBezTo>
                    <a:cubicBezTo>
                      <a:pt x="1088" y="276"/>
                      <a:pt x="1088" y="276"/>
                      <a:pt x="1088" y="276"/>
                    </a:cubicBezTo>
                    <a:cubicBezTo>
                      <a:pt x="1089" y="278"/>
                      <a:pt x="1089" y="278"/>
                      <a:pt x="1089" y="278"/>
                    </a:cubicBezTo>
                    <a:cubicBezTo>
                      <a:pt x="1098" y="281"/>
                      <a:pt x="1098" y="281"/>
                      <a:pt x="1098" y="281"/>
                    </a:cubicBezTo>
                    <a:cubicBezTo>
                      <a:pt x="1098" y="283"/>
                      <a:pt x="1098" y="283"/>
                      <a:pt x="1098" y="283"/>
                    </a:cubicBezTo>
                    <a:cubicBezTo>
                      <a:pt x="1088" y="285"/>
                      <a:pt x="1088" y="285"/>
                      <a:pt x="1088" y="285"/>
                    </a:cubicBezTo>
                    <a:cubicBezTo>
                      <a:pt x="1089" y="290"/>
                      <a:pt x="1089" y="290"/>
                      <a:pt x="1089" y="290"/>
                    </a:cubicBezTo>
                    <a:cubicBezTo>
                      <a:pt x="1101" y="289"/>
                      <a:pt x="1101" y="289"/>
                      <a:pt x="1101" y="289"/>
                    </a:cubicBezTo>
                    <a:cubicBezTo>
                      <a:pt x="1102" y="286"/>
                      <a:pt x="1102" y="286"/>
                      <a:pt x="1102" y="286"/>
                    </a:cubicBezTo>
                    <a:cubicBezTo>
                      <a:pt x="1107" y="288"/>
                      <a:pt x="1107" y="288"/>
                      <a:pt x="1107" y="288"/>
                    </a:cubicBezTo>
                    <a:cubicBezTo>
                      <a:pt x="1113" y="284"/>
                      <a:pt x="1113" y="284"/>
                      <a:pt x="1113" y="284"/>
                    </a:cubicBezTo>
                    <a:cubicBezTo>
                      <a:pt x="1116" y="286"/>
                      <a:pt x="1116" y="286"/>
                      <a:pt x="1116" y="286"/>
                    </a:cubicBezTo>
                    <a:cubicBezTo>
                      <a:pt x="1123" y="282"/>
                      <a:pt x="1123" y="282"/>
                      <a:pt x="1123" y="282"/>
                    </a:cubicBezTo>
                    <a:cubicBezTo>
                      <a:pt x="1122" y="278"/>
                      <a:pt x="1122" y="278"/>
                      <a:pt x="1122" y="278"/>
                    </a:cubicBezTo>
                    <a:cubicBezTo>
                      <a:pt x="1115" y="274"/>
                      <a:pt x="1115" y="274"/>
                      <a:pt x="1115" y="274"/>
                    </a:cubicBezTo>
                    <a:cubicBezTo>
                      <a:pt x="1115" y="272"/>
                      <a:pt x="1115" y="272"/>
                      <a:pt x="1115" y="272"/>
                    </a:cubicBezTo>
                    <a:cubicBezTo>
                      <a:pt x="1135" y="248"/>
                      <a:pt x="1135" y="248"/>
                      <a:pt x="1135" y="248"/>
                    </a:cubicBezTo>
                    <a:cubicBezTo>
                      <a:pt x="1147" y="245"/>
                      <a:pt x="1147" y="245"/>
                      <a:pt x="1147" y="245"/>
                    </a:cubicBezTo>
                    <a:cubicBezTo>
                      <a:pt x="1153" y="241"/>
                      <a:pt x="1153" y="241"/>
                      <a:pt x="1153" y="241"/>
                    </a:cubicBezTo>
                    <a:cubicBezTo>
                      <a:pt x="1160" y="244"/>
                      <a:pt x="1160" y="244"/>
                      <a:pt x="1160" y="244"/>
                    </a:cubicBezTo>
                    <a:cubicBezTo>
                      <a:pt x="1168" y="241"/>
                      <a:pt x="1168" y="241"/>
                      <a:pt x="1168" y="241"/>
                    </a:cubicBezTo>
                    <a:cubicBezTo>
                      <a:pt x="1168" y="243"/>
                      <a:pt x="1168" y="243"/>
                      <a:pt x="1168" y="243"/>
                    </a:cubicBezTo>
                    <a:cubicBezTo>
                      <a:pt x="1159" y="252"/>
                      <a:pt x="1159" y="252"/>
                      <a:pt x="1159" y="252"/>
                    </a:cubicBezTo>
                    <a:cubicBezTo>
                      <a:pt x="1159" y="256"/>
                      <a:pt x="1159" y="256"/>
                      <a:pt x="1159" y="256"/>
                    </a:cubicBezTo>
                    <a:cubicBezTo>
                      <a:pt x="1164" y="256"/>
                      <a:pt x="1164" y="256"/>
                      <a:pt x="1164" y="256"/>
                    </a:cubicBezTo>
                    <a:cubicBezTo>
                      <a:pt x="1160" y="260"/>
                      <a:pt x="1160" y="260"/>
                      <a:pt x="1160" y="260"/>
                    </a:cubicBezTo>
                    <a:cubicBezTo>
                      <a:pt x="1162" y="263"/>
                      <a:pt x="1162" y="263"/>
                      <a:pt x="1162" y="263"/>
                    </a:cubicBezTo>
                    <a:cubicBezTo>
                      <a:pt x="1181" y="251"/>
                      <a:pt x="1181" y="251"/>
                      <a:pt x="1181" y="251"/>
                    </a:cubicBezTo>
                    <a:cubicBezTo>
                      <a:pt x="1183" y="252"/>
                      <a:pt x="1183" y="252"/>
                      <a:pt x="1183" y="252"/>
                    </a:cubicBezTo>
                    <a:cubicBezTo>
                      <a:pt x="1185" y="249"/>
                      <a:pt x="1185" y="249"/>
                      <a:pt x="1185" y="249"/>
                    </a:cubicBezTo>
                    <a:cubicBezTo>
                      <a:pt x="1184" y="247"/>
                      <a:pt x="1184" y="247"/>
                      <a:pt x="1184" y="247"/>
                    </a:cubicBezTo>
                    <a:cubicBezTo>
                      <a:pt x="1188" y="235"/>
                      <a:pt x="1188" y="235"/>
                      <a:pt x="1188" y="235"/>
                    </a:cubicBezTo>
                    <a:cubicBezTo>
                      <a:pt x="1199" y="231"/>
                      <a:pt x="1199" y="231"/>
                      <a:pt x="1199" y="231"/>
                    </a:cubicBezTo>
                    <a:cubicBezTo>
                      <a:pt x="1201" y="234"/>
                      <a:pt x="1201" y="234"/>
                      <a:pt x="1201" y="234"/>
                    </a:cubicBezTo>
                    <a:cubicBezTo>
                      <a:pt x="1196" y="238"/>
                      <a:pt x="1196" y="238"/>
                      <a:pt x="1196" y="238"/>
                    </a:cubicBezTo>
                    <a:cubicBezTo>
                      <a:pt x="1193" y="247"/>
                      <a:pt x="1193" y="247"/>
                      <a:pt x="1193" y="247"/>
                    </a:cubicBezTo>
                    <a:cubicBezTo>
                      <a:pt x="1183" y="268"/>
                      <a:pt x="1183" y="268"/>
                      <a:pt x="1183" y="268"/>
                    </a:cubicBezTo>
                    <a:cubicBezTo>
                      <a:pt x="1155" y="286"/>
                      <a:pt x="1155" y="286"/>
                      <a:pt x="1155" y="286"/>
                    </a:cubicBezTo>
                    <a:cubicBezTo>
                      <a:pt x="1142" y="300"/>
                      <a:pt x="1142" y="300"/>
                      <a:pt x="1142" y="300"/>
                    </a:cubicBezTo>
                    <a:cubicBezTo>
                      <a:pt x="1136" y="298"/>
                      <a:pt x="1136" y="298"/>
                      <a:pt x="1136" y="298"/>
                    </a:cubicBezTo>
                    <a:cubicBezTo>
                      <a:pt x="1135" y="301"/>
                      <a:pt x="1135" y="301"/>
                      <a:pt x="1135" y="301"/>
                    </a:cubicBezTo>
                    <a:cubicBezTo>
                      <a:pt x="1136" y="304"/>
                      <a:pt x="1136" y="304"/>
                      <a:pt x="1136" y="304"/>
                    </a:cubicBezTo>
                    <a:cubicBezTo>
                      <a:pt x="1135" y="309"/>
                      <a:pt x="1135" y="309"/>
                      <a:pt x="1135" y="309"/>
                    </a:cubicBezTo>
                    <a:cubicBezTo>
                      <a:pt x="1129" y="316"/>
                      <a:pt x="1129" y="316"/>
                      <a:pt x="1129" y="316"/>
                    </a:cubicBezTo>
                    <a:cubicBezTo>
                      <a:pt x="1126" y="334"/>
                      <a:pt x="1126" y="334"/>
                      <a:pt x="1126" y="334"/>
                    </a:cubicBezTo>
                    <a:cubicBezTo>
                      <a:pt x="1128" y="351"/>
                      <a:pt x="1128" y="351"/>
                      <a:pt x="1128" y="351"/>
                    </a:cubicBezTo>
                    <a:cubicBezTo>
                      <a:pt x="1125" y="372"/>
                      <a:pt x="1125" y="372"/>
                      <a:pt x="1125" y="372"/>
                    </a:cubicBezTo>
                    <a:cubicBezTo>
                      <a:pt x="1133" y="378"/>
                      <a:pt x="1133" y="378"/>
                      <a:pt x="1133" y="378"/>
                    </a:cubicBezTo>
                    <a:cubicBezTo>
                      <a:pt x="1133" y="388"/>
                      <a:pt x="1133" y="388"/>
                      <a:pt x="1133" y="388"/>
                    </a:cubicBezTo>
                    <a:cubicBezTo>
                      <a:pt x="1138" y="393"/>
                      <a:pt x="1138" y="393"/>
                      <a:pt x="1138" y="393"/>
                    </a:cubicBezTo>
                    <a:cubicBezTo>
                      <a:pt x="1145" y="388"/>
                      <a:pt x="1150" y="382"/>
                      <a:pt x="1153" y="374"/>
                    </a:cubicBezTo>
                    <a:cubicBezTo>
                      <a:pt x="1158" y="366"/>
                      <a:pt x="1158" y="366"/>
                      <a:pt x="1158" y="366"/>
                    </a:cubicBezTo>
                    <a:cubicBezTo>
                      <a:pt x="1163" y="364"/>
                      <a:pt x="1163" y="364"/>
                      <a:pt x="1163" y="364"/>
                    </a:cubicBezTo>
                    <a:cubicBezTo>
                      <a:pt x="1163" y="354"/>
                      <a:pt x="1163" y="354"/>
                      <a:pt x="1163" y="354"/>
                    </a:cubicBezTo>
                    <a:cubicBezTo>
                      <a:pt x="1167" y="349"/>
                      <a:pt x="1167" y="349"/>
                      <a:pt x="1167" y="349"/>
                    </a:cubicBezTo>
                    <a:cubicBezTo>
                      <a:pt x="1171" y="351"/>
                      <a:pt x="1171" y="351"/>
                      <a:pt x="1171" y="351"/>
                    </a:cubicBezTo>
                    <a:cubicBezTo>
                      <a:pt x="1176" y="350"/>
                      <a:pt x="1176" y="350"/>
                      <a:pt x="1176" y="350"/>
                    </a:cubicBezTo>
                    <a:cubicBezTo>
                      <a:pt x="1179" y="343"/>
                      <a:pt x="1179" y="343"/>
                      <a:pt x="1179" y="343"/>
                    </a:cubicBezTo>
                    <a:cubicBezTo>
                      <a:pt x="1175" y="335"/>
                      <a:pt x="1175" y="335"/>
                      <a:pt x="1175" y="335"/>
                    </a:cubicBezTo>
                    <a:cubicBezTo>
                      <a:pt x="1179" y="328"/>
                      <a:pt x="1179" y="328"/>
                      <a:pt x="1179" y="328"/>
                    </a:cubicBezTo>
                    <a:cubicBezTo>
                      <a:pt x="1186" y="328"/>
                      <a:pt x="1186" y="328"/>
                      <a:pt x="1186" y="328"/>
                    </a:cubicBezTo>
                    <a:cubicBezTo>
                      <a:pt x="1187" y="323"/>
                      <a:pt x="1187" y="323"/>
                      <a:pt x="1187" y="323"/>
                    </a:cubicBezTo>
                    <a:cubicBezTo>
                      <a:pt x="1181" y="318"/>
                      <a:pt x="1181" y="318"/>
                      <a:pt x="1181" y="318"/>
                    </a:cubicBezTo>
                    <a:cubicBezTo>
                      <a:pt x="1182" y="310"/>
                      <a:pt x="1182" y="310"/>
                      <a:pt x="1182" y="310"/>
                    </a:cubicBezTo>
                    <a:cubicBezTo>
                      <a:pt x="1190" y="310"/>
                      <a:pt x="1190" y="310"/>
                      <a:pt x="1190" y="310"/>
                    </a:cubicBezTo>
                    <a:cubicBezTo>
                      <a:pt x="1190" y="303"/>
                      <a:pt x="1190" y="303"/>
                      <a:pt x="1190" y="303"/>
                    </a:cubicBezTo>
                    <a:cubicBezTo>
                      <a:pt x="1186" y="299"/>
                      <a:pt x="1186" y="299"/>
                      <a:pt x="1186" y="299"/>
                    </a:cubicBezTo>
                    <a:cubicBezTo>
                      <a:pt x="1190" y="283"/>
                      <a:pt x="1190" y="283"/>
                      <a:pt x="1190" y="283"/>
                    </a:cubicBezTo>
                    <a:cubicBezTo>
                      <a:pt x="1195" y="281"/>
                      <a:pt x="1195" y="281"/>
                      <a:pt x="1195" y="281"/>
                    </a:cubicBezTo>
                    <a:cubicBezTo>
                      <a:pt x="1198" y="268"/>
                      <a:pt x="1198" y="268"/>
                      <a:pt x="1198" y="268"/>
                    </a:cubicBezTo>
                    <a:cubicBezTo>
                      <a:pt x="1204" y="267"/>
                      <a:pt x="1204" y="267"/>
                      <a:pt x="1204" y="267"/>
                    </a:cubicBezTo>
                    <a:cubicBezTo>
                      <a:pt x="1209" y="272"/>
                      <a:pt x="1209" y="272"/>
                      <a:pt x="1209" y="272"/>
                    </a:cubicBezTo>
                    <a:cubicBezTo>
                      <a:pt x="1220" y="261"/>
                      <a:pt x="1220" y="261"/>
                      <a:pt x="1220" y="261"/>
                    </a:cubicBezTo>
                    <a:cubicBezTo>
                      <a:pt x="1223" y="261"/>
                      <a:pt x="1223" y="261"/>
                      <a:pt x="1223" y="261"/>
                    </a:cubicBezTo>
                    <a:cubicBezTo>
                      <a:pt x="1222" y="271"/>
                      <a:pt x="1222" y="271"/>
                      <a:pt x="1222" y="271"/>
                    </a:cubicBezTo>
                    <a:cubicBezTo>
                      <a:pt x="1225" y="272"/>
                      <a:pt x="1225" y="272"/>
                      <a:pt x="1225" y="272"/>
                    </a:cubicBezTo>
                    <a:cubicBezTo>
                      <a:pt x="1235" y="260"/>
                      <a:pt x="1235" y="260"/>
                      <a:pt x="1235" y="260"/>
                    </a:cubicBezTo>
                    <a:cubicBezTo>
                      <a:pt x="1245" y="261"/>
                      <a:pt x="1245" y="261"/>
                      <a:pt x="1245" y="261"/>
                    </a:cubicBezTo>
                    <a:cubicBezTo>
                      <a:pt x="1256" y="272"/>
                      <a:pt x="1256" y="272"/>
                      <a:pt x="1256" y="272"/>
                    </a:cubicBezTo>
                    <a:cubicBezTo>
                      <a:pt x="1268" y="261"/>
                      <a:pt x="1268" y="261"/>
                      <a:pt x="1268" y="261"/>
                    </a:cubicBezTo>
                    <a:cubicBezTo>
                      <a:pt x="1275" y="260"/>
                      <a:pt x="1275" y="260"/>
                      <a:pt x="1275" y="260"/>
                    </a:cubicBezTo>
                    <a:cubicBezTo>
                      <a:pt x="1274" y="254"/>
                      <a:pt x="1274" y="254"/>
                      <a:pt x="1274" y="254"/>
                    </a:cubicBezTo>
                    <a:cubicBezTo>
                      <a:pt x="1289" y="249"/>
                      <a:pt x="1289" y="249"/>
                      <a:pt x="1289" y="249"/>
                    </a:cubicBezTo>
                    <a:cubicBezTo>
                      <a:pt x="1310" y="234"/>
                      <a:pt x="1310" y="234"/>
                      <a:pt x="1310" y="234"/>
                    </a:cubicBezTo>
                    <a:cubicBezTo>
                      <a:pt x="1319" y="229"/>
                      <a:pt x="1319" y="229"/>
                      <a:pt x="1319" y="229"/>
                    </a:cubicBezTo>
                    <a:cubicBezTo>
                      <a:pt x="1327" y="221"/>
                      <a:pt x="1327" y="221"/>
                      <a:pt x="1327" y="221"/>
                    </a:cubicBezTo>
                    <a:cubicBezTo>
                      <a:pt x="1335" y="222"/>
                      <a:pt x="1335" y="222"/>
                      <a:pt x="1335" y="222"/>
                    </a:cubicBezTo>
                    <a:cubicBezTo>
                      <a:pt x="1338" y="216"/>
                      <a:pt x="1338" y="216"/>
                      <a:pt x="1338" y="216"/>
                    </a:cubicBezTo>
                    <a:cubicBezTo>
                      <a:pt x="1327" y="196"/>
                      <a:pt x="1327" y="196"/>
                      <a:pt x="1327" y="196"/>
                    </a:cubicBezTo>
                    <a:cubicBezTo>
                      <a:pt x="1319" y="189"/>
                      <a:pt x="1319" y="189"/>
                      <a:pt x="1319" y="189"/>
                    </a:cubicBezTo>
                    <a:cubicBezTo>
                      <a:pt x="1325" y="189"/>
                      <a:pt x="1325" y="189"/>
                      <a:pt x="1325" y="189"/>
                    </a:cubicBezTo>
                    <a:cubicBezTo>
                      <a:pt x="1337" y="193"/>
                      <a:pt x="1337" y="193"/>
                      <a:pt x="1337" y="193"/>
                    </a:cubicBezTo>
                    <a:cubicBezTo>
                      <a:pt x="1348" y="188"/>
                      <a:pt x="1348" y="188"/>
                      <a:pt x="1348" y="188"/>
                    </a:cubicBezTo>
                    <a:cubicBezTo>
                      <a:pt x="1355" y="180"/>
                      <a:pt x="1355" y="180"/>
                      <a:pt x="1355" y="180"/>
                    </a:cubicBezTo>
                    <a:cubicBezTo>
                      <a:pt x="1355" y="173"/>
                      <a:pt x="1355" y="173"/>
                      <a:pt x="1355" y="173"/>
                    </a:cubicBezTo>
                    <a:cubicBezTo>
                      <a:pt x="1354" y="167"/>
                      <a:pt x="1354" y="167"/>
                      <a:pt x="1354" y="167"/>
                    </a:cubicBezTo>
                    <a:cubicBezTo>
                      <a:pt x="1355" y="161"/>
                      <a:pt x="1355" y="161"/>
                      <a:pt x="1355" y="161"/>
                    </a:cubicBezTo>
                    <a:cubicBezTo>
                      <a:pt x="1361" y="160"/>
                      <a:pt x="1361" y="160"/>
                      <a:pt x="1361" y="160"/>
                    </a:cubicBezTo>
                    <a:cubicBezTo>
                      <a:pt x="1360" y="166"/>
                      <a:pt x="1360" y="166"/>
                      <a:pt x="1360" y="166"/>
                    </a:cubicBezTo>
                    <a:cubicBezTo>
                      <a:pt x="1362" y="175"/>
                      <a:pt x="1362" y="175"/>
                      <a:pt x="1362" y="175"/>
                    </a:cubicBezTo>
                    <a:cubicBezTo>
                      <a:pt x="1361" y="180"/>
                      <a:pt x="1361" y="180"/>
                      <a:pt x="1361" y="180"/>
                    </a:cubicBezTo>
                    <a:cubicBezTo>
                      <a:pt x="1365" y="183"/>
                      <a:pt x="1365" y="183"/>
                      <a:pt x="1365" y="183"/>
                    </a:cubicBezTo>
                    <a:cubicBezTo>
                      <a:pt x="1372" y="182"/>
                      <a:pt x="1372" y="182"/>
                      <a:pt x="1372" y="182"/>
                    </a:cubicBezTo>
                    <a:cubicBezTo>
                      <a:pt x="1383" y="181"/>
                      <a:pt x="1383" y="181"/>
                      <a:pt x="1383" y="181"/>
                    </a:cubicBezTo>
                    <a:cubicBezTo>
                      <a:pt x="1387" y="185"/>
                      <a:pt x="1387" y="185"/>
                      <a:pt x="1387" y="185"/>
                    </a:cubicBezTo>
                    <a:cubicBezTo>
                      <a:pt x="1390" y="193"/>
                      <a:pt x="1390" y="193"/>
                      <a:pt x="1390" y="193"/>
                    </a:cubicBezTo>
                    <a:cubicBezTo>
                      <a:pt x="1395" y="198"/>
                      <a:pt x="1395" y="198"/>
                      <a:pt x="1395" y="198"/>
                    </a:cubicBezTo>
                    <a:cubicBezTo>
                      <a:pt x="1409" y="197"/>
                      <a:pt x="1409" y="197"/>
                      <a:pt x="1409" y="197"/>
                    </a:cubicBezTo>
                    <a:cubicBezTo>
                      <a:pt x="1413" y="202"/>
                      <a:pt x="1413" y="202"/>
                      <a:pt x="1413" y="202"/>
                    </a:cubicBezTo>
                    <a:cubicBezTo>
                      <a:pt x="1420" y="199"/>
                      <a:pt x="1420" y="199"/>
                      <a:pt x="1420" y="199"/>
                    </a:cubicBezTo>
                    <a:cubicBezTo>
                      <a:pt x="1419" y="184"/>
                      <a:pt x="1419" y="184"/>
                      <a:pt x="1419" y="184"/>
                    </a:cubicBezTo>
                    <a:cubicBezTo>
                      <a:pt x="1423" y="175"/>
                      <a:pt x="1423" y="175"/>
                      <a:pt x="1423" y="175"/>
                    </a:cubicBezTo>
                    <a:cubicBezTo>
                      <a:pt x="1430" y="175"/>
                      <a:pt x="1430" y="175"/>
                      <a:pt x="1430" y="175"/>
                    </a:cubicBezTo>
                    <a:cubicBezTo>
                      <a:pt x="1434" y="173"/>
                      <a:pt x="1434" y="173"/>
                      <a:pt x="1434" y="173"/>
                    </a:cubicBezTo>
                    <a:cubicBezTo>
                      <a:pt x="1435" y="170"/>
                      <a:pt x="1435" y="170"/>
                      <a:pt x="1435" y="170"/>
                    </a:cubicBezTo>
                    <a:lnTo>
                      <a:pt x="1430" y="168"/>
                    </a:lnTo>
                    <a:close/>
                    <a:moveTo>
                      <a:pt x="46" y="259"/>
                    </a:moveTo>
                    <a:cubicBezTo>
                      <a:pt x="41" y="261"/>
                      <a:pt x="41" y="261"/>
                      <a:pt x="41" y="261"/>
                    </a:cubicBezTo>
                    <a:cubicBezTo>
                      <a:pt x="41" y="265"/>
                      <a:pt x="41" y="265"/>
                      <a:pt x="41" y="265"/>
                    </a:cubicBezTo>
                    <a:cubicBezTo>
                      <a:pt x="32" y="267"/>
                      <a:pt x="32" y="267"/>
                      <a:pt x="32" y="267"/>
                    </a:cubicBezTo>
                    <a:cubicBezTo>
                      <a:pt x="28" y="260"/>
                      <a:pt x="24" y="253"/>
                      <a:pt x="20" y="245"/>
                    </a:cubicBezTo>
                    <a:cubicBezTo>
                      <a:pt x="26" y="239"/>
                      <a:pt x="26" y="239"/>
                      <a:pt x="26" y="239"/>
                    </a:cubicBezTo>
                    <a:cubicBezTo>
                      <a:pt x="29" y="239"/>
                      <a:pt x="29" y="239"/>
                      <a:pt x="29" y="239"/>
                    </a:cubicBezTo>
                    <a:cubicBezTo>
                      <a:pt x="32" y="236"/>
                      <a:pt x="32" y="236"/>
                      <a:pt x="32" y="236"/>
                    </a:cubicBezTo>
                    <a:cubicBezTo>
                      <a:pt x="47" y="256"/>
                      <a:pt x="47" y="256"/>
                      <a:pt x="47" y="256"/>
                    </a:cubicBezTo>
                    <a:lnTo>
                      <a:pt x="46" y="259"/>
                    </a:lnTo>
                    <a:close/>
                    <a:moveTo>
                      <a:pt x="718" y="348"/>
                    </a:moveTo>
                    <a:cubicBezTo>
                      <a:pt x="718" y="351"/>
                      <a:pt x="717" y="353"/>
                      <a:pt x="715" y="354"/>
                    </a:cubicBezTo>
                    <a:cubicBezTo>
                      <a:pt x="715" y="355"/>
                      <a:pt x="713" y="357"/>
                      <a:pt x="712" y="361"/>
                    </a:cubicBezTo>
                    <a:cubicBezTo>
                      <a:pt x="711" y="364"/>
                      <a:pt x="709" y="366"/>
                      <a:pt x="705" y="368"/>
                    </a:cubicBezTo>
                    <a:cubicBezTo>
                      <a:pt x="700" y="371"/>
                      <a:pt x="698" y="372"/>
                      <a:pt x="696" y="374"/>
                    </a:cubicBezTo>
                    <a:cubicBezTo>
                      <a:pt x="690" y="381"/>
                      <a:pt x="690" y="381"/>
                      <a:pt x="690" y="381"/>
                    </a:cubicBezTo>
                    <a:cubicBezTo>
                      <a:pt x="687" y="383"/>
                      <a:pt x="685" y="384"/>
                      <a:pt x="681" y="384"/>
                    </a:cubicBezTo>
                    <a:cubicBezTo>
                      <a:pt x="677" y="384"/>
                      <a:pt x="677" y="384"/>
                      <a:pt x="677" y="384"/>
                    </a:cubicBezTo>
                    <a:cubicBezTo>
                      <a:pt x="675" y="383"/>
                      <a:pt x="675" y="382"/>
                      <a:pt x="677" y="381"/>
                    </a:cubicBezTo>
                    <a:cubicBezTo>
                      <a:pt x="683" y="378"/>
                      <a:pt x="683" y="378"/>
                      <a:pt x="683" y="378"/>
                    </a:cubicBezTo>
                    <a:cubicBezTo>
                      <a:pt x="683" y="378"/>
                      <a:pt x="685" y="377"/>
                      <a:pt x="688" y="374"/>
                    </a:cubicBezTo>
                    <a:cubicBezTo>
                      <a:pt x="694" y="367"/>
                      <a:pt x="694" y="367"/>
                      <a:pt x="694" y="367"/>
                    </a:cubicBezTo>
                    <a:cubicBezTo>
                      <a:pt x="696" y="365"/>
                      <a:pt x="698" y="363"/>
                      <a:pt x="699" y="360"/>
                    </a:cubicBezTo>
                    <a:cubicBezTo>
                      <a:pt x="700" y="358"/>
                      <a:pt x="701" y="357"/>
                      <a:pt x="703" y="355"/>
                    </a:cubicBezTo>
                    <a:cubicBezTo>
                      <a:pt x="708" y="351"/>
                      <a:pt x="711" y="345"/>
                      <a:pt x="714" y="335"/>
                    </a:cubicBezTo>
                    <a:cubicBezTo>
                      <a:pt x="716" y="325"/>
                      <a:pt x="718" y="322"/>
                      <a:pt x="722" y="323"/>
                    </a:cubicBezTo>
                    <a:lnTo>
                      <a:pt x="718" y="348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>
                <a:off x="7242175" y="1500188"/>
                <a:ext cx="98425" cy="74613"/>
              </a:xfrm>
              <a:custGeom>
                <a:rect b="b" l="l" r="r" t="t"/>
                <a:pathLst>
                  <a:path extrusionOk="0" h="28" w="37">
                    <a:moveTo>
                      <a:pt x="25" y="6"/>
                    </a:moveTo>
                    <a:cubicBezTo>
                      <a:pt x="24" y="5"/>
                      <a:pt x="24" y="4"/>
                      <a:pt x="23" y="4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" y="9"/>
                      <a:pt x="2" y="10"/>
                      <a:pt x="3" y="11"/>
                    </a:cubicBezTo>
                    <a:cubicBezTo>
                      <a:pt x="5" y="14"/>
                      <a:pt x="7" y="16"/>
                      <a:pt x="9" y="19"/>
                    </a:cubicBezTo>
                    <a:cubicBezTo>
                      <a:pt x="10" y="19"/>
                      <a:pt x="11" y="19"/>
                      <a:pt x="12" y="20"/>
                    </a:cubicBezTo>
                    <a:cubicBezTo>
                      <a:pt x="16" y="21"/>
                      <a:pt x="20" y="23"/>
                      <a:pt x="24" y="26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3" y="14"/>
                      <a:pt x="30" y="10"/>
                      <a:pt x="25" y="6"/>
                    </a:cubicBez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68" name="Google Shape;268;p11"/>
              <p:cNvSpPr/>
              <p:nvPr/>
            </p:nvSpPr>
            <p:spPr>
              <a:xfrm>
                <a:off x="7416800" y="1504950"/>
                <a:ext cx="101600" cy="31750"/>
              </a:xfrm>
              <a:custGeom>
                <a:rect b="b" l="l" r="r" t="t"/>
                <a:pathLst>
                  <a:path extrusionOk="0" h="12" w="38">
                    <a:moveTo>
                      <a:pt x="29" y="1"/>
                    </a:moveTo>
                    <a:cubicBezTo>
                      <a:pt x="24" y="1"/>
                      <a:pt x="20" y="2"/>
                      <a:pt x="14" y="3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4" y="10"/>
                      <a:pt x="18" y="11"/>
                      <a:pt x="21" y="11"/>
                    </a:cubicBezTo>
                    <a:cubicBezTo>
                      <a:pt x="27" y="12"/>
                      <a:pt x="32" y="12"/>
                      <a:pt x="37" y="11"/>
                    </a:cubicBezTo>
                    <a:cubicBezTo>
                      <a:pt x="38" y="8"/>
                      <a:pt x="38" y="8"/>
                      <a:pt x="38" y="8"/>
                    </a:cubicBezTo>
                    <a:lnTo>
                      <a:pt x="29" y="1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69" name="Google Shape;269;p11"/>
              <p:cNvSpPr/>
              <p:nvPr/>
            </p:nvSpPr>
            <p:spPr>
              <a:xfrm>
                <a:off x="7319962" y="1501775"/>
                <a:ext cx="55562" cy="50800"/>
              </a:xfrm>
              <a:custGeom>
                <a:rect b="b" l="l" r="r" t="t"/>
                <a:pathLst>
                  <a:path extrusionOk="0" h="32" w="35">
                    <a:moveTo>
                      <a:pt x="5" y="0"/>
                    </a:moveTo>
                    <a:lnTo>
                      <a:pt x="0" y="5"/>
                    </a:lnTo>
                    <a:lnTo>
                      <a:pt x="23" y="32"/>
                    </a:lnTo>
                    <a:lnTo>
                      <a:pt x="35" y="22"/>
                    </a:lnTo>
                    <a:lnTo>
                      <a:pt x="17" y="5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70" name="Google Shape;270;p11"/>
              <p:cNvSpPr/>
              <p:nvPr/>
            </p:nvSpPr>
            <p:spPr>
              <a:xfrm>
                <a:off x="7327900" y="1489075"/>
                <a:ext cx="77787" cy="42863"/>
              </a:xfrm>
              <a:custGeom>
                <a:rect b="b" l="l" r="r" t="t"/>
                <a:pathLst>
                  <a:path extrusionOk="0" h="16" w="29">
                    <a:moveTo>
                      <a:pt x="29" y="15"/>
                    </a:moveTo>
                    <a:cubicBezTo>
                      <a:pt x="26" y="6"/>
                      <a:pt x="26" y="6"/>
                      <a:pt x="26" y="6"/>
                    </a:cubicBezTo>
                    <a:cubicBezTo>
                      <a:pt x="18" y="4"/>
                      <a:pt x="10" y="2"/>
                      <a:pt x="2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7" y="6"/>
                      <a:pt x="14" y="11"/>
                      <a:pt x="22" y="16"/>
                    </a:cubicBezTo>
                    <a:lnTo>
                      <a:pt x="29" y="15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71" name="Google Shape;271;p11"/>
              <p:cNvSpPr/>
              <p:nvPr/>
            </p:nvSpPr>
            <p:spPr>
              <a:xfrm>
                <a:off x="7383462" y="1585913"/>
                <a:ext cx="61912" cy="36513"/>
              </a:xfrm>
              <a:custGeom>
                <a:rect b="b" l="l" r="r" t="t"/>
                <a:pathLst>
                  <a:path extrusionOk="0" h="14" w="23">
                    <a:moveTo>
                      <a:pt x="3" y="3"/>
                    </a:moveTo>
                    <a:cubicBezTo>
                      <a:pt x="6" y="6"/>
                      <a:pt x="6" y="6"/>
                      <a:pt x="6" y="6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20" y="10"/>
                      <a:pt x="20" y="10"/>
                      <a:pt x="20" y="10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18" y="5"/>
                      <a:pt x="12" y="2"/>
                      <a:pt x="7" y="0"/>
                    </a:cubicBez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72" name="Google Shape;272;p11"/>
              <p:cNvSpPr/>
              <p:nvPr/>
            </p:nvSpPr>
            <p:spPr>
              <a:xfrm>
                <a:off x="6529387" y="1427163"/>
                <a:ext cx="77787" cy="47625"/>
              </a:xfrm>
              <a:custGeom>
                <a:rect b="b" l="l" r="r" t="t"/>
                <a:pathLst>
                  <a:path extrusionOk="0" h="18" w="29">
                    <a:moveTo>
                      <a:pt x="7" y="0"/>
                    </a:moveTo>
                    <a:cubicBezTo>
                      <a:pt x="4" y="2"/>
                      <a:pt x="4" y="2"/>
                      <a:pt x="4" y="2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1" y="18"/>
                      <a:pt x="1" y="18"/>
                      <a:pt x="1" y="18"/>
                    </a:cubicBezTo>
                    <a:cubicBezTo>
                      <a:pt x="6" y="16"/>
                      <a:pt x="11" y="14"/>
                      <a:pt x="16" y="12"/>
                    </a:cubicBezTo>
                    <a:cubicBezTo>
                      <a:pt x="18" y="11"/>
                      <a:pt x="19" y="9"/>
                      <a:pt x="21" y="9"/>
                    </a:cubicBezTo>
                    <a:cubicBezTo>
                      <a:pt x="24" y="7"/>
                      <a:pt x="26" y="6"/>
                      <a:pt x="29" y="6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2" y="1"/>
                      <a:pt x="14" y="0"/>
                      <a:pt x="7" y="0"/>
                    </a:cubicBez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73" name="Google Shape;273;p11"/>
              <p:cNvSpPr/>
              <p:nvPr/>
            </p:nvSpPr>
            <p:spPr>
              <a:xfrm>
                <a:off x="6424612" y="1346200"/>
                <a:ext cx="77787" cy="58737"/>
              </a:xfrm>
              <a:custGeom>
                <a:rect b="b" l="l" r="r" t="t"/>
                <a:pathLst>
                  <a:path extrusionOk="0" h="22" w="29">
                    <a:moveTo>
                      <a:pt x="19" y="18"/>
                    </a:moveTo>
                    <a:cubicBezTo>
                      <a:pt x="23" y="16"/>
                      <a:pt x="26" y="13"/>
                      <a:pt x="29" y="10"/>
                    </a:cubicBezTo>
                    <a:cubicBezTo>
                      <a:pt x="22" y="5"/>
                      <a:pt x="22" y="5"/>
                      <a:pt x="22" y="5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7" y="2"/>
                      <a:pt x="16" y="4"/>
                      <a:pt x="14" y="6"/>
                    </a:cubicBezTo>
                    <a:cubicBezTo>
                      <a:pt x="13" y="7"/>
                      <a:pt x="12" y="8"/>
                      <a:pt x="10" y="9"/>
                    </a:cubicBezTo>
                    <a:cubicBezTo>
                      <a:pt x="7" y="14"/>
                      <a:pt x="7" y="14"/>
                      <a:pt x="7" y="14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12" y="22"/>
                      <a:pt x="12" y="22"/>
                      <a:pt x="12" y="22"/>
                    </a:cubicBezTo>
                    <a:cubicBezTo>
                      <a:pt x="14" y="21"/>
                      <a:pt x="17" y="20"/>
                      <a:pt x="19" y="18"/>
                    </a:cubicBez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74" name="Google Shape;274;p11"/>
              <p:cNvSpPr/>
              <p:nvPr/>
            </p:nvSpPr>
            <p:spPr>
              <a:xfrm>
                <a:off x="6454775" y="1403350"/>
                <a:ext cx="82550" cy="44450"/>
              </a:xfrm>
              <a:custGeom>
                <a:rect b="b" l="l" r="r" t="t"/>
                <a:pathLst>
                  <a:path extrusionOk="0" h="28" w="52">
                    <a:moveTo>
                      <a:pt x="47" y="13"/>
                    </a:moveTo>
                    <a:lnTo>
                      <a:pt x="52" y="11"/>
                    </a:lnTo>
                    <a:lnTo>
                      <a:pt x="51" y="5"/>
                    </a:lnTo>
                    <a:lnTo>
                      <a:pt x="41" y="5"/>
                    </a:lnTo>
                    <a:lnTo>
                      <a:pt x="32" y="0"/>
                    </a:lnTo>
                    <a:lnTo>
                      <a:pt x="7" y="5"/>
                    </a:lnTo>
                    <a:lnTo>
                      <a:pt x="5" y="11"/>
                    </a:lnTo>
                    <a:lnTo>
                      <a:pt x="0" y="17"/>
                    </a:lnTo>
                    <a:lnTo>
                      <a:pt x="14" y="27"/>
                    </a:lnTo>
                    <a:lnTo>
                      <a:pt x="47" y="28"/>
                    </a:lnTo>
                    <a:lnTo>
                      <a:pt x="47" y="13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75" name="Google Shape;275;p11"/>
              <p:cNvSpPr/>
              <p:nvPr/>
            </p:nvSpPr>
            <p:spPr>
              <a:xfrm>
                <a:off x="8653462" y="2020888"/>
                <a:ext cx="76200" cy="50800"/>
              </a:xfrm>
              <a:custGeom>
                <a:rect b="b" l="l" r="r" t="t"/>
                <a:pathLst>
                  <a:path extrusionOk="0" h="32" w="48">
                    <a:moveTo>
                      <a:pt x="26" y="3"/>
                    </a:moveTo>
                    <a:lnTo>
                      <a:pt x="14" y="6"/>
                    </a:lnTo>
                    <a:lnTo>
                      <a:pt x="9" y="0"/>
                    </a:lnTo>
                    <a:lnTo>
                      <a:pt x="0" y="13"/>
                    </a:lnTo>
                    <a:lnTo>
                      <a:pt x="5" y="20"/>
                    </a:lnTo>
                    <a:lnTo>
                      <a:pt x="12" y="15"/>
                    </a:lnTo>
                    <a:lnTo>
                      <a:pt x="32" y="20"/>
                    </a:lnTo>
                    <a:lnTo>
                      <a:pt x="39" y="32"/>
                    </a:lnTo>
                    <a:lnTo>
                      <a:pt x="48" y="18"/>
                    </a:lnTo>
                    <a:lnTo>
                      <a:pt x="26" y="3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76" name="Google Shape;276;p11"/>
              <p:cNvSpPr/>
              <p:nvPr/>
            </p:nvSpPr>
            <p:spPr>
              <a:xfrm>
                <a:off x="8248650" y="1587500"/>
                <a:ext cx="61912" cy="76200"/>
              </a:xfrm>
              <a:custGeom>
                <a:rect b="b" l="l" r="r" t="t"/>
                <a:pathLst>
                  <a:path extrusionOk="0" h="28" w="23">
                    <a:moveTo>
                      <a:pt x="21" y="2"/>
                    </a:moveTo>
                    <a:cubicBezTo>
                      <a:pt x="15" y="0"/>
                      <a:pt x="15" y="0"/>
                      <a:pt x="15" y="0"/>
                    </a:cubicBezTo>
                    <a:cubicBezTo>
                      <a:pt x="11" y="4"/>
                      <a:pt x="5" y="8"/>
                      <a:pt x="0" y="13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8" y="24"/>
                      <a:pt x="11" y="22"/>
                      <a:pt x="13" y="19"/>
                    </a:cubicBezTo>
                    <a:cubicBezTo>
                      <a:pt x="17" y="16"/>
                      <a:pt x="20" y="13"/>
                      <a:pt x="23" y="10"/>
                    </a:cubicBezTo>
                    <a:cubicBezTo>
                      <a:pt x="23" y="5"/>
                      <a:pt x="23" y="5"/>
                      <a:pt x="23" y="5"/>
                    </a:cubicBezTo>
                    <a:lnTo>
                      <a:pt x="21" y="2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77" name="Google Shape;277;p11"/>
              <p:cNvSpPr/>
              <p:nvPr/>
            </p:nvSpPr>
            <p:spPr>
              <a:xfrm>
                <a:off x="5595937" y="1490663"/>
                <a:ext cx="369887" cy="122237"/>
              </a:xfrm>
              <a:custGeom>
                <a:rect b="b" l="l" r="r" t="t"/>
                <a:pathLst>
                  <a:path extrusionOk="0" h="45" w="138">
                    <a:moveTo>
                      <a:pt x="133" y="0"/>
                    </a:moveTo>
                    <a:cubicBezTo>
                      <a:pt x="120" y="0"/>
                      <a:pt x="120" y="0"/>
                      <a:pt x="120" y="0"/>
                    </a:cubicBezTo>
                    <a:cubicBezTo>
                      <a:pt x="116" y="5"/>
                      <a:pt x="116" y="5"/>
                      <a:pt x="116" y="5"/>
                    </a:cubicBezTo>
                    <a:cubicBezTo>
                      <a:pt x="102" y="7"/>
                      <a:pt x="89" y="9"/>
                      <a:pt x="75" y="10"/>
                    </a:cubicBezTo>
                    <a:cubicBezTo>
                      <a:pt x="70" y="11"/>
                      <a:pt x="64" y="11"/>
                      <a:pt x="58" y="11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3" y="25"/>
                      <a:pt x="3" y="25"/>
                      <a:pt x="3" y="25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14" y="45"/>
                      <a:pt x="14" y="45"/>
                      <a:pt x="14" y="45"/>
                    </a:cubicBezTo>
                    <a:cubicBezTo>
                      <a:pt x="24" y="40"/>
                      <a:pt x="35" y="37"/>
                      <a:pt x="46" y="34"/>
                    </a:cubicBezTo>
                    <a:cubicBezTo>
                      <a:pt x="58" y="30"/>
                      <a:pt x="70" y="27"/>
                      <a:pt x="82" y="24"/>
                    </a:cubicBezTo>
                    <a:cubicBezTo>
                      <a:pt x="85" y="23"/>
                      <a:pt x="88" y="21"/>
                      <a:pt x="91" y="20"/>
                    </a:cubicBezTo>
                    <a:cubicBezTo>
                      <a:pt x="102" y="20"/>
                      <a:pt x="102" y="20"/>
                      <a:pt x="102" y="20"/>
                    </a:cubicBezTo>
                    <a:cubicBezTo>
                      <a:pt x="106" y="17"/>
                      <a:pt x="106" y="17"/>
                      <a:pt x="106" y="17"/>
                    </a:cubicBezTo>
                    <a:cubicBezTo>
                      <a:pt x="106" y="20"/>
                      <a:pt x="106" y="20"/>
                      <a:pt x="106" y="20"/>
                    </a:cubicBezTo>
                    <a:cubicBezTo>
                      <a:pt x="121" y="18"/>
                      <a:pt x="121" y="18"/>
                      <a:pt x="121" y="18"/>
                    </a:cubicBezTo>
                    <a:cubicBezTo>
                      <a:pt x="125" y="13"/>
                      <a:pt x="125" y="13"/>
                      <a:pt x="125" y="13"/>
                    </a:cubicBezTo>
                    <a:cubicBezTo>
                      <a:pt x="128" y="13"/>
                      <a:pt x="130" y="12"/>
                      <a:pt x="132" y="11"/>
                    </a:cubicBezTo>
                    <a:cubicBezTo>
                      <a:pt x="134" y="10"/>
                      <a:pt x="136" y="9"/>
                      <a:pt x="138" y="7"/>
                    </a:cubicBezTo>
                    <a:lnTo>
                      <a:pt x="133" y="0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78" name="Google Shape;278;p11"/>
              <p:cNvSpPr/>
              <p:nvPr/>
            </p:nvSpPr>
            <p:spPr>
              <a:xfrm>
                <a:off x="5495925" y="1585913"/>
                <a:ext cx="120650" cy="139700"/>
              </a:xfrm>
              <a:custGeom>
                <a:rect b="b" l="l" r="r" t="t"/>
                <a:pathLst>
                  <a:path extrusionOk="0" h="52" w="45">
                    <a:moveTo>
                      <a:pt x="33" y="0"/>
                    </a:moveTo>
                    <a:cubicBezTo>
                      <a:pt x="24" y="5"/>
                      <a:pt x="15" y="9"/>
                      <a:pt x="6" y="14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5" y="25"/>
                      <a:pt x="5" y="25"/>
                      <a:pt x="5" y="25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5" y="43"/>
                      <a:pt x="17" y="44"/>
                      <a:pt x="18" y="45"/>
                    </a:cubicBezTo>
                    <a:cubicBezTo>
                      <a:pt x="20" y="47"/>
                      <a:pt x="23" y="49"/>
                      <a:pt x="25" y="52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34" y="26"/>
                      <a:pt x="40" y="18"/>
                      <a:pt x="45" y="10"/>
                    </a:cubicBez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279" name="Google Shape;279;p11"/>
            <p:cNvSpPr/>
            <p:nvPr/>
          </p:nvSpPr>
          <p:spPr>
            <a:xfrm>
              <a:off x="4019550" y="2227264"/>
              <a:ext cx="185737" cy="319087"/>
            </a:xfrm>
            <a:custGeom>
              <a:rect b="b" l="l" r="r" t="t"/>
              <a:pathLst>
                <a:path extrusionOk="0" h="119" w="69">
                  <a:moveTo>
                    <a:pt x="66" y="95"/>
                  </a:moveTo>
                  <a:cubicBezTo>
                    <a:pt x="69" y="85"/>
                    <a:pt x="69" y="85"/>
                    <a:pt x="69" y="85"/>
                  </a:cubicBezTo>
                  <a:cubicBezTo>
                    <a:pt x="63" y="82"/>
                    <a:pt x="63" y="82"/>
                    <a:pt x="63" y="82"/>
                  </a:cubicBezTo>
                  <a:cubicBezTo>
                    <a:pt x="58" y="86"/>
                    <a:pt x="58" y="86"/>
                    <a:pt x="58" y="86"/>
                  </a:cubicBezTo>
                  <a:cubicBezTo>
                    <a:pt x="56" y="85"/>
                    <a:pt x="56" y="85"/>
                    <a:pt x="56" y="85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3" y="71"/>
                    <a:pt x="48" y="64"/>
                    <a:pt x="43" y="57"/>
                  </a:cubicBezTo>
                  <a:cubicBezTo>
                    <a:pt x="43" y="51"/>
                    <a:pt x="43" y="51"/>
                    <a:pt x="43" y="5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32" y="35"/>
                    <a:pt x="36" y="27"/>
                    <a:pt x="40" y="21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4" y="13"/>
                    <a:pt x="28" y="7"/>
                    <a:pt x="31" y="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6" y="10"/>
                    <a:pt x="3" y="21"/>
                    <a:pt x="0" y="33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5" y="59"/>
                    <a:pt x="5" y="59"/>
                    <a:pt x="5" y="59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11" y="56"/>
                    <a:pt x="11" y="56"/>
                    <a:pt x="11" y="56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24" y="58"/>
                    <a:pt x="24" y="58"/>
                    <a:pt x="24" y="58"/>
                  </a:cubicBezTo>
                  <a:cubicBezTo>
                    <a:pt x="20" y="65"/>
                    <a:pt x="20" y="65"/>
                    <a:pt x="20" y="65"/>
                  </a:cubicBezTo>
                  <a:cubicBezTo>
                    <a:pt x="24" y="69"/>
                    <a:pt x="24" y="69"/>
                    <a:pt x="24" y="69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13" y="82"/>
                    <a:pt x="13" y="82"/>
                    <a:pt x="13" y="82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5" y="85"/>
                    <a:pt x="15" y="85"/>
                    <a:pt x="15" y="85"/>
                  </a:cubicBezTo>
                  <a:cubicBezTo>
                    <a:pt x="18" y="91"/>
                    <a:pt x="18" y="91"/>
                    <a:pt x="18" y="91"/>
                  </a:cubicBezTo>
                  <a:cubicBezTo>
                    <a:pt x="8" y="99"/>
                    <a:pt x="8" y="99"/>
                    <a:pt x="8" y="99"/>
                  </a:cubicBezTo>
                  <a:cubicBezTo>
                    <a:pt x="10" y="102"/>
                    <a:pt x="10" y="102"/>
                    <a:pt x="10" y="102"/>
                  </a:cubicBezTo>
                  <a:cubicBezTo>
                    <a:pt x="12" y="101"/>
                    <a:pt x="12" y="101"/>
                    <a:pt x="12" y="101"/>
                  </a:cubicBezTo>
                  <a:cubicBezTo>
                    <a:pt x="18" y="103"/>
                    <a:pt x="18" y="103"/>
                    <a:pt x="18" y="103"/>
                  </a:cubicBezTo>
                  <a:cubicBezTo>
                    <a:pt x="24" y="99"/>
                    <a:pt x="24" y="99"/>
                    <a:pt x="24" y="99"/>
                  </a:cubicBezTo>
                  <a:cubicBezTo>
                    <a:pt x="19" y="106"/>
                    <a:pt x="19" y="106"/>
                    <a:pt x="19" y="106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12" y="114"/>
                    <a:pt x="12" y="114"/>
                    <a:pt x="12" y="114"/>
                  </a:cubicBezTo>
                  <a:cubicBezTo>
                    <a:pt x="18" y="114"/>
                    <a:pt x="18" y="114"/>
                    <a:pt x="18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3" y="111"/>
                    <a:pt x="23" y="111"/>
                    <a:pt x="23" y="111"/>
                  </a:cubicBezTo>
                  <a:cubicBezTo>
                    <a:pt x="28" y="110"/>
                    <a:pt x="28" y="110"/>
                    <a:pt x="28" y="110"/>
                  </a:cubicBezTo>
                  <a:cubicBezTo>
                    <a:pt x="34" y="113"/>
                    <a:pt x="34" y="113"/>
                    <a:pt x="34" y="113"/>
                  </a:cubicBezTo>
                  <a:cubicBezTo>
                    <a:pt x="43" y="108"/>
                    <a:pt x="43" y="108"/>
                    <a:pt x="43" y="108"/>
                  </a:cubicBezTo>
                  <a:cubicBezTo>
                    <a:pt x="45" y="108"/>
                    <a:pt x="48" y="109"/>
                    <a:pt x="50" y="109"/>
                  </a:cubicBezTo>
                  <a:cubicBezTo>
                    <a:pt x="53" y="109"/>
                    <a:pt x="56" y="109"/>
                    <a:pt x="59" y="108"/>
                  </a:cubicBezTo>
                  <a:cubicBezTo>
                    <a:pt x="64" y="103"/>
                    <a:pt x="64" y="103"/>
                    <a:pt x="64" y="103"/>
                  </a:cubicBezTo>
                  <a:cubicBezTo>
                    <a:pt x="65" y="101"/>
                    <a:pt x="65" y="101"/>
                    <a:pt x="65" y="101"/>
                  </a:cubicBezTo>
                  <a:cubicBezTo>
                    <a:pt x="57" y="100"/>
                    <a:pt x="57" y="100"/>
                    <a:pt x="57" y="100"/>
                  </a:cubicBezTo>
                  <a:cubicBezTo>
                    <a:pt x="59" y="96"/>
                    <a:pt x="59" y="96"/>
                    <a:pt x="59" y="96"/>
                  </a:cubicBezTo>
                  <a:lnTo>
                    <a:pt x="66" y="95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80" name="Google Shape;280;p11"/>
            <p:cNvSpPr/>
            <p:nvPr/>
          </p:nvSpPr>
          <p:spPr>
            <a:xfrm>
              <a:off x="3976687" y="2370139"/>
              <a:ext cx="50800" cy="44450"/>
            </a:xfrm>
            <a:custGeom>
              <a:rect b="b" l="l" r="r" t="t"/>
              <a:pathLst>
                <a:path extrusionOk="0" h="28" w="32">
                  <a:moveTo>
                    <a:pt x="8" y="0"/>
                  </a:moveTo>
                  <a:lnTo>
                    <a:pt x="0" y="13"/>
                  </a:lnTo>
                  <a:lnTo>
                    <a:pt x="0" y="18"/>
                  </a:lnTo>
                  <a:lnTo>
                    <a:pt x="8" y="28"/>
                  </a:lnTo>
                  <a:lnTo>
                    <a:pt x="13" y="23"/>
                  </a:lnTo>
                  <a:lnTo>
                    <a:pt x="17" y="28"/>
                  </a:lnTo>
                  <a:lnTo>
                    <a:pt x="30" y="27"/>
                  </a:lnTo>
                  <a:lnTo>
                    <a:pt x="32" y="23"/>
                  </a:lnTo>
                  <a:lnTo>
                    <a:pt x="20" y="1"/>
                  </a:lnTo>
                  <a:lnTo>
                    <a:pt x="10" y="3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81" name="Google Shape;281;p11"/>
            <p:cNvSpPr/>
            <p:nvPr/>
          </p:nvSpPr>
          <p:spPr>
            <a:xfrm>
              <a:off x="4640261" y="2616201"/>
              <a:ext cx="242887" cy="153987"/>
            </a:xfrm>
            <a:custGeom>
              <a:rect b="b" l="l" r="r" t="t"/>
              <a:pathLst>
                <a:path extrusionOk="0" h="57" w="91">
                  <a:moveTo>
                    <a:pt x="28" y="2"/>
                  </a:moveTo>
                  <a:cubicBezTo>
                    <a:pt x="27" y="2"/>
                    <a:pt x="27" y="2"/>
                    <a:pt x="27" y="2"/>
                  </a:cubicBezTo>
                  <a:cubicBezTo>
                    <a:pt x="18" y="9"/>
                    <a:pt x="9" y="16"/>
                    <a:pt x="0" y="24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6" y="47"/>
                    <a:pt x="26" y="47"/>
                    <a:pt x="26" y="47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46" y="57"/>
                    <a:pt x="46" y="57"/>
                    <a:pt x="46" y="57"/>
                  </a:cubicBezTo>
                  <a:cubicBezTo>
                    <a:pt x="58" y="56"/>
                    <a:pt x="70" y="54"/>
                    <a:pt x="82" y="52"/>
                  </a:cubicBezTo>
                  <a:cubicBezTo>
                    <a:pt x="81" y="47"/>
                    <a:pt x="81" y="47"/>
                    <a:pt x="81" y="47"/>
                  </a:cubicBezTo>
                  <a:cubicBezTo>
                    <a:pt x="89" y="44"/>
                    <a:pt x="89" y="44"/>
                    <a:pt x="89" y="44"/>
                  </a:cubicBezTo>
                  <a:cubicBezTo>
                    <a:pt x="89" y="42"/>
                    <a:pt x="90" y="40"/>
                    <a:pt x="90" y="38"/>
                  </a:cubicBezTo>
                  <a:cubicBezTo>
                    <a:pt x="90" y="35"/>
                    <a:pt x="90" y="33"/>
                    <a:pt x="91" y="31"/>
                  </a:cubicBezTo>
                  <a:cubicBezTo>
                    <a:pt x="90" y="31"/>
                    <a:pt x="90" y="30"/>
                    <a:pt x="90" y="30"/>
                  </a:cubicBezTo>
                  <a:cubicBezTo>
                    <a:pt x="89" y="29"/>
                    <a:pt x="89" y="29"/>
                    <a:pt x="89" y="29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1" y="15"/>
                    <a:pt x="80" y="12"/>
                    <a:pt x="79" y="9"/>
                  </a:cubicBezTo>
                  <a:cubicBezTo>
                    <a:pt x="79" y="8"/>
                    <a:pt x="79" y="8"/>
                    <a:pt x="79" y="8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37" y="5"/>
                    <a:pt x="37" y="5"/>
                    <a:pt x="37" y="5"/>
                  </a:cubicBezTo>
                  <a:lnTo>
                    <a:pt x="28" y="2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82" name="Google Shape;282;p11"/>
            <p:cNvSpPr/>
            <p:nvPr/>
          </p:nvSpPr>
          <p:spPr>
            <a:xfrm>
              <a:off x="4462461" y="2514601"/>
              <a:ext cx="139700" cy="77787"/>
            </a:xfrm>
            <a:custGeom>
              <a:rect b="b" l="l" r="r" t="t"/>
              <a:pathLst>
                <a:path extrusionOk="0" h="29" w="52">
                  <a:moveTo>
                    <a:pt x="13" y="0"/>
                  </a:moveTo>
                  <a:cubicBezTo>
                    <a:pt x="8" y="2"/>
                    <a:pt x="5" y="3"/>
                    <a:pt x="1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8"/>
                    <a:pt x="1" y="11"/>
                    <a:pt x="2" y="14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4" y="19"/>
                    <a:pt x="6" y="21"/>
                    <a:pt x="8" y="25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3" y="0"/>
                    <a:pt x="22" y="0"/>
                    <a:pt x="22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18" y="0"/>
                    <a:pt x="16" y="0"/>
                    <a:pt x="13" y="0"/>
                  </a:cubicBez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83" name="Google Shape;283;p11"/>
            <p:cNvSpPr/>
            <p:nvPr/>
          </p:nvSpPr>
          <p:spPr>
            <a:xfrm>
              <a:off x="3943350" y="2817814"/>
              <a:ext cx="65087" cy="161925"/>
            </a:xfrm>
            <a:custGeom>
              <a:rect b="b" l="l" r="r" t="t"/>
              <a:pathLst>
                <a:path extrusionOk="0" h="60" w="24">
                  <a:moveTo>
                    <a:pt x="21" y="11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7" y="18"/>
                    <a:pt x="5" y="29"/>
                    <a:pt x="0" y="35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4" y="58"/>
                    <a:pt x="24" y="58"/>
                    <a:pt x="24" y="58"/>
                  </a:cubicBezTo>
                  <a:cubicBezTo>
                    <a:pt x="22" y="39"/>
                    <a:pt x="22" y="39"/>
                    <a:pt x="22" y="39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22" y="26"/>
                    <a:pt x="22" y="26"/>
                    <a:pt x="22" y="26"/>
                  </a:cubicBezTo>
                  <a:lnTo>
                    <a:pt x="21" y="11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84" name="Google Shape;284;p11"/>
            <p:cNvSpPr/>
            <p:nvPr/>
          </p:nvSpPr>
          <p:spPr>
            <a:xfrm>
              <a:off x="4497387" y="2382839"/>
              <a:ext cx="233362" cy="196850"/>
            </a:xfrm>
            <a:custGeom>
              <a:rect b="b" l="l" r="r" t="t"/>
              <a:pathLst>
                <a:path extrusionOk="0" h="73" w="87">
                  <a:moveTo>
                    <a:pt x="42" y="0"/>
                  </a:moveTo>
                  <a:cubicBezTo>
                    <a:pt x="40" y="0"/>
                    <a:pt x="39" y="0"/>
                    <a:pt x="38" y="0"/>
                  </a:cubicBezTo>
                  <a:cubicBezTo>
                    <a:pt x="25" y="5"/>
                    <a:pt x="13" y="10"/>
                    <a:pt x="1" y="16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9"/>
                    <a:pt x="10" y="49"/>
                    <a:pt x="10" y="50"/>
                  </a:cubicBezTo>
                  <a:cubicBezTo>
                    <a:pt x="39" y="68"/>
                    <a:pt x="39" y="68"/>
                    <a:pt x="39" y="68"/>
                  </a:cubicBezTo>
                  <a:cubicBezTo>
                    <a:pt x="50" y="70"/>
                    <a:pt x="62" y="71"/>
                    <a:pt x="74" y="73"/>
                  </a:cubicBezTo>
                  <a:cubicBezTo>
                    <a:pt x="74" y="65"/>
                    <a:pt x="74" y="65"/>
                    <a:pt x="74" y="65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6" y="47"/>
                    <a:pt x="86" y="47"/>
                    <a:pt x="86" y="47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2" y="37"/>
                    <a:pt x="82" y="37"/>
                    <a:pt x="82" y="37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85" y="22"/>
                    <a:pt x="85" y="21"/>
                    <a:pt x="84" y="19"/>
                  </a:cubicBezTo>
                  <a:cubicBezTo>
                    <a:pt x="83" y="17"/>
                    <a:pt x="82" y="14"/>
                    <a:pt x="80" y="12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79" y="10"/>
                    <a:pt x="79" y="10"/>
                    <a:pt x="78" y="9"/>
                  </a:cubicBezTo>
                  <a:cubicBezTo>
                    <a:pt x="78" y="9"/>
                    <a:pt x="78" y="9"/>
                    <a:pt x="78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5" y="7"/>
                    <a:pt x="73" y="6"/>
                    <a:pt x="71" y="6"/>
                  </a:cubicBezTo>
                  <a:cubicBezTo>
                    <a:pt x="66" y="5"/>
                    <a:pt x="61" y="5"/>
                    <a:pt x="56" y="5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40" y="4"/>
                    <a:pt x="40" y="4"/>
                    <a:pt x="40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85" name="Google Shape;285;p11"/>
            <p:cNvSpPr/>
            <p:nvPr/>
          </p:nvSpPr>
          <p:spPr>
            <a:xfrm>
              <a:off x="4252912" y="2430464"/>
              <a:ext cx="80962" cy="95250"/>
            </a:xfrm>
            <a:custGeom>
              <a:rect b="b" l="l" r="r" t="t"/>
              <a:pathLst>
                <a:path extrusionOk="0" h="35" w="30">
                  <a:moveTo>
                    <a:pt x="11" y="9"/>
                  </a:moveTo>
                  <a:cubicBezTo>
                    <a:pt x="8" y="6"/>
                    <a:pt x="8" y="6"/>
                    <a:pt x="8" y="6"/>
                  </a:cubicBezTo>
                  <a:cubicBezTo>
                    <a:pt x="5" y="12"/>
                    <a:pt x="2" y="18"/>
                    <a:pt x="0" y="22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0" y="15"/>
                    <a:pt x="10" y="15"/>
                    <a:pt x="10" y="15"/>
                  </a:cubicBezTo>
                  <a:lnTo>
                    <a:pt x="11" y="9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86" name="Google Shape;286;p11"/>
            <p:cNvSpPr/>
            <p:nvPr/>
          </p:nvSpPr>
          <p:spPr>
            <a:xfrm>
              <a:off x="4298949" y="1641476"/>
              <a:ext cx="649287" cy="631825"/>
            </a:xfrm>
            <a:custGeom>
              <a:rect b="b" l="l" r="r" t="t"/>
              <a:pathLst>
                <a:path extrusionOk="0" h="235" w="242">
                  <a:moveTo>
                    <a:pt x="242" y="15"/>
                  </a:moveTo>
                  <a:cubicBezTo>
                    <a:pt x="239" y="12"/>
                    <a:pt x="239" y="12"/>
                    <a:pt x="239" y="12"/>
                  </a:cubicBezTo>
                  <a:cubicBezTo>
                    <a:pt x="226" y="20"/>
                    <a:pt x="226" y="20"/>
                    <a:pt x="226" y="20"/>
                  </a:cubicBezTo>
                  <a:cubicBezTo>
                    <a:pt x="231" y="8"/>
                    <a:pt x="231" y="8"/>
                    <a:pt x="231" y="8"/>
                  </a:cubicBezTo>
                  <a:cubicBezTo>
                    <a:pt x="227" y="11"/>
                    <a:pt x="223" y="13"/>
                    <a:pt x="218" y="15"/>
                  </a:cubicBezTo>
                  <a:cubicBezTo>
                    <a:pt x="215" y="16"/>
                    <a:pt x="211" y="17"/>
                    <a:pt x="208" y="18"/>
                  </a:cubicBezTo>
                  <a:cubicBezTo>
                    <a:pt x="222" y="6"/>
                    <a:pt x="222" y="6"/>
                    <a:pt x="222" y="6"/>
                  </a:cubicBezTo>
                  <a:cubicBezTo>
                    <a:pt x="212" y="0"/>
                    <a:pt x="212" y="0"/>
                    <a:pt x="212" y="0"/>
                  </a:cubicBezTo>
                  <a:cubicBezTo>
                    <a:pt x="207" y="5"/>
                    <a:pt x="202" y="8"/>
                    <a:pt x="196" y="11"/>
                  </a:cubicBezTo>
                  <a:cubicBezTo>
                    <a:pt x="193" y="13"/>
                    <a:pt x="189" y="15"/>
                    <a:pt x="186" y="16"/>
                  </a:cubicBezTo>
                  <a:cubicBezTo>
                    <a:pt x="190" y="26"/>
                    <a:pt x="190" y="26"/>
                    <a:pt x="190" y="26"/>
                  </a:cubicBezTo>
                  <a:cubicBezTo>
                    <a:pt x="187" y="29"/>
                    <a:pt x="187" y="29"/>
                    <a:pt x="187" y="29"/>
                  </a:cubicBezTo>
                  <a:cubicBezTo>
                    <a:pt x="179" y="14"/>
                    <a:pt x="179" y="14"/>
                    <a:pt x="179" y="14"/>
                  </a:cubicBezTo>
                  <a:cubicBezTo>
                    <a:pt x="174" y="16"/>
                    <a:pt x="174" y="16"/>
                    <a:pt x="174" y="16"/>
                  </a:cubicBezTo>
                  <a:cubicBezTo>
                    <a:pt x="175" y="19"/>
                    <a:pt x="175" y="19"/>
                    <a:pt x="175" y="19"/>
                  </a:cubicBezTo>
                  <a:cubicBezTo>
                    <a:pt x="163" y="23"/>
                    <a:pt x="163" y="23"/>
                    <a:pt x="163" y="23"/>
                  </a:cubicBezTo>
                  <a:cubicBezTo>
                    <a:pt x="161" y="30"/>
                    <a:pt x="161" y="30"/>
                    <a:pt x="161" y="30"/>
                  </a:cubicBezTo>
                  <a:cubicBezTo>
                    <a:pt x="158" y="24"/>
                    <a:pt x="158" y="24"/>
                    <a:pt x="158" y="24"/>
                  </a:cubicBezTo>
                  <a:cubicBezTo>
                    <a:pt x="145" y="31"/>
                    <a:pt x="145" y="31"/>
                    <a:pt x="145" y="31"/>
                  </a:cubicBezTo>
                  <a:cubicBezTo>
                    <a:pt x="144" y="36"/>
                    <a:pt x="144" y="36"/>
                    <a:pt x="144" y="36"/>
                  </a:cubicBezTo>
                  <a:cubicBezTo>
                    <a:pt x="139" y="34"/>
                    <a:pt x="139" y="34"/>
                    <a:pt x="139" y="34"/>
                  </a:cubicBezTo>
                  <a:cubicBezTo>
                    <a:pt x="129" y="42"/>
                    <a:pt x="129" y="42"/>
                    <a:pt x="129" y="42"/>
                  </a:cubicBezTo>
                  <a:cubicBezTo>
                    <a:pt x="129" y="47"/>
                    <a:pt x="129" y="47"/>
                    <a:pt x="129" y="47"/>
                  </a:cubicBezTo>
                  <a:cubicBezTo>
                    <a:pt x="123" y="47"/>
                    <a:pt x="123" y="47"/>
                    <a:pt x="123" y="47"/>
                  </a:cubicBezTo>
                  <a:cubicBezTo>
                    <a:pt x="112" y="57"/>
                    <a:pt x="112" y="57"/>
                    <a:pt x="112" y="57"/>
                  </a:cubicBezTo>
                  <a:cubicBezTo>
                    <a:pt x="112" y="60"/>
                    <a:pt x="112" y="60"/>
                    <a:pt x="112" y="60"/>
                  </a:cubicBezTo>
                  <a:cubicBezTo>
                    <a:pt x="109" y="63"/>
                    <a:pt x="106" y="64"/>
                    <a:pt x="103" y="66"/>
                  </a:cubicBezTo>
                  <a:cubicBezTo>
                    <a:pt x="102" y="66"/>
                    <a:pt x="101" y="67"/>
                    <a:pt x="99" y="67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4" y="112"/>
                    <a:pt x="64" y="112"/>
                    <a:pt x="64" y="112"/>
                  </a:cubicBezTo>
                  <a:cubicBezTo>
                    <a:pt x="61" y="115"/>
                    <a:pt x="61" y="115"/>
                    <a:pt x="61" y="115"/>
                  </a:cubicBezTo>
                  <a:cubicBezTo>
                    <a:pt x="56" y="124"/>
                    <a:pt x="56" y="124"/>
                    <a:pt x="56" y="124"/>
                  </a:cubicBezTo>
                  <a:cubicBezTo>
                    <a:pt x="58" y="128"/>
                    <a:pt x="58" y="128"/>
                    <a:pt x="58" y="128"/>
                  </a:cubicBezTo>
                  <a:cubicBezTo>
                    <a:pt x="50" y="131"/>
                    <a:pt x="50" y="131"/>
                    <a:pt x="50" y="131"/>
                  </a:cubicBezTo>
                  <a:cubicBezTo>
                    <a:pt x="50" y="137"/>
                    <a:pt x="50" y="137"/>
                    <a:pt x="50" y="137"/>
                  </a:cubicBezTo>
                  <a:cubicBezTo>
                    <a:pt x="41" y="142"/>
                    <a:pt x="41" y="142"/>
                    <a:pt x="41" y="142"/>
                  </a:cubicBezTo>
                  <a:cubicBezTo>
                    <a:pt x="40" y="149"/>
                    <a:pt x="40" y="149"/>
                    <a:pt x="40" y="149"/>
                  </a:cubicBezTo>
                  <a:cubicBezTo>
                    <a:pt x="51" y="143"/>
                    <a:pt x="51" y="143"/>
                    <a:pt x="51" y="143"/>
                  </a:cubicBezTo>
                  <a:cubicBezTo>
                    <a:pt x="47" y="152"/>
                    <a:pt x="47" y="152"/>
                    <a:pt x="47" y="152"/>
                  </a:cubicBezTo>
                  <a:cubicBezTo>
                    <a:pt x="39" y="156"/>
                    <a:pt x="39" y="156"/>
                    <a:pt x="39" y="156"/>
                  </a:cubicBezTo>
                  <a:cubicBezTo>
                    <a:pt x="34" y="150"/>
                    <a:pt x="34" y="150"/>
                    <a:pt x="34" y="150"/>
                  </a:cubicBezTo>
                  <a:cubicBezTo>
                    <a:pt x="30" y="152"/>
                    <a:pt x="27" y="154"/>
                    <a:pt x="23" y="156"/>
                  </a:cubicBezTo>
                  <a:cubicBezTo>
                    <a:pt x="21" y="158"/>
                    <a:pt x="17" y="159"/>
                    <a:pt x="14" y="160"/>
                  </a:cubicBezTo>
                  <a:cubicBezTo>
                    <a:pt x="14" y="164"/>
                    <a:pt x="14" y="164"/>
                    <a:pt x="14" y="164"/>
                  </a:cubicBezTo>
                  <a:cubicBezTo>
                    <a:pt x="2" y="171"/>
                    <a:pt x="2" y="171"/>
                    <a:pt x="2" y="171"/>
                  </a:cubicBezTo>
                  <a:cubicBezTo>
                    <a:pt x="1" y="182"/>
                    <a:pt x="1" y="182"/>
                    <a:pt x="1" y="182"/>
                  </a:cubicBezTo>
                  <a:cubicBezTo>
                    <a:pt x="11" y="185"/>
                    <a:pt x="11" y="185"/>
                    <a:pt x="11" y="185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1" y="201"/>
                    <a:pt x="1" y="201"/>
                    <a:pt x="1" y="201"/>
                  </a:cubicBezTo>
                  <a:cubicBezTo>
                    <a:pt x="11" y="194"/>
                    <a:pt x="11" y="194"/>
                    <a:pt x="11" y="194"/>
                  </a:cubicBezTo>
                  <a:cubicBezTo>
                    <a:pt x="13" y="197"/>
                    <a:pt x="13" y="197"/>
                    <a:pt x="13" y="197"/>
                  </a:cubicBezTo>
                  <a:cubicBezTo>
                    <a:pt x="2" y="208"/>
                    <a:pt x="2" y="208"/>
                    <a:pt x="2" y="208"/>
                  </a:cubicBezTo>
                  <a:cubicBezTo>
                    <a:pt x="8" y="213"/>
                    <a:pt x="8" y="213"/>
                    <a:pt x="8" y="213"/>
                  </a:cubicBezTo>
                  <a:cubicBezTo>
                    <a:pt x="1" y="217"/>
                    <a:pt x="1" y="217"/>
                    <a:pt x="1" y="217"/>
                  </a:cubicBezTo>
                  <a:cubicBezTo>
                    <a:pt x="8" y="233"/>
                    <a:pt x="8" y="233"/>
                    <a:pt x="8" y="233"/>
                  </a:cubicBezTo>
                  <a:cubicBezTo>
                    <a:pt x="17" y="235"/>
                    <a:pt x="17" y="235"/>
                    <a:pt x="17" y="235"/>
                  </a:cubicBezTo>
                  <a:cubicBezTo>
                    <a:pt x="23" y="229"/>
                    <a:pt x="29" y="223"/>
                    <a:pt x="35" y="217"/>
                  </a:cubicBezTo>
                  <a:cubicBezTo>
                    <a:pt x="38" y="216"/>
                    <a:pt x="40" y="214"/>
                    <a:pt x="43" y="212"/>
                  </a:cubicBezTo>
                  <a:cubicBezTo>
                    <a:pt x="46" y="203"/>
                    <a:pt x="46" y="203"/>
                    <a:pt x="46" y="203"/>
                  </a:cubicBezTo>
                  <a:cubicBezTo>
                    <a:pt x="48" y="212"/>
                    <a:pt x="48" y="212"/>
                    <a:pt x="48" y="212"/>
                  </a:cubicBezTo>
                  <a:cubicBezTo>
                    <a:pt x="60" y="193"/>
                    <a:pt x="60" y="193"/>
                    <a:pt x="60" y="193"/>
                  </a:cubicBezTo>
                  <a:cubicBezTo>
                    <a:pt x="58" y="181"/>
                    <a:pt x="58" y="181"/>
                    <a:pt x="58" y="181"/>
                  </a:cubicBezTo>
                  <a:cubicBezTo>
                    <a:pt x="62" y="176"/>
                    <a:pt x="62" y="176"/>
                    <a:pt x="62" y="176"/>
                  </a:cubicBezTo>
                  <a:cubicBezTo>
                    <a:pt x="59" y="139"/>
                    <a:pt x="59" y="139"/>
                    <a:pt x="59" y="139"/>
                  </a:cubicBezTo>
                  <a:cubicBezTo>
                    <a:pt x="64" y="132"/>
                    <a:pt x="64" y="132"/>
                    <a:pt x="64" y="132"/>
                  </a:cubicBezTo>
                  <a:cubicBezTo>
                    <a:pt x="72" y="129"/>
                    <a:pt x="72" y="129"/>
                    <a:pt x="72" y="129"/>
                  </a:cubicBezTo>
                  <a:cubicBezTo>
                    <a:pt x="84" y="113"/>
                    <a:pt x="84" y="113"/>
                    <a:pt x="84" y="113"/>
                  </a:cubicBezTo>
                  <a:cubicBezTo>
                    <a:pt x="78" y="108"/>
                    <a:pt x="78" y="108"/>
                    <a:pt x="78" y="108"/>
                  </a:cubicBezTo>
                  <a:cubicBezTo>
                    <a:pt x="81" y="106"/>
                    <a:pt x="83" y="104"/>
                    <a:pt x="86" y="101"/>
                  </a:cubicBezTo>
                  <a:cubicBezTo>
                    <a:pt x="93" y="94"/>
                    <a:pt x="99" y="87"/>
                    <a:pt x="105" y="79"/>
                  </a:cubicBezTo>
                  <a:cubicBezTo>
                    <a:pt x="115" y="78"/>
                    <a:pt x="115" y="78"/>
                    <a:pt x="115" y="78"/>
                  </a:cubicBezTo>
                  <a:cubicBezTo>
                    <a:pt x="119" y="67"/>
                    <a:pt x="119" y="67"/>
                    <a:pt x="119" y="67"/>
                  </a:cubicBezTo>
                  <a:cubicBezTo>
                    <a:pt x="132" y="65"/>
                    <a:pt x="132" y="65"/>
                    <a:pt x="132" y="65"/>
                  </a:cubicBezTo>
                  <a:cubicBezTo>
                    <a:pt x="133" y="56"/>
                    <a:pt x="133" y="56"/>
                    <a:pt x="133" y="56"/>
                  </a:cubicBezTo>
                  <a:cubicBezTo>
                    <a:pt x="144" y="58"/>
                    <a:pt x="144" y="58"/>
                    <a:pt x="144" y="58"/>
                  </a:cubicBezTo>
                  <a:cubicBezTo>
                    <a:pt x="148" y="51"/>
                    <a:pt x="148" y="51"/>
                    <a:pt x="148" y="51"/>
                  </a:cubicBezTo>
                  <a:cubicBezTo>
                    <a:pt x="154" y="56"/>
                    <a:pt x="154" y="56"/>
                    <a:pt x="154" y="56"/>
                  </a:cubicBezTo>
                  <a:cubicBezTo>
                    <a:pt x="157" y="55"/>
                    <a:pt x="159" y="55"/>
                    <a:pt x="162" y="55"/>
                  </a:cubicBezTo>
                  <a:cubicBezTo>
                    <a:pt x="165" y="55"/>
                    <a:pt x="168" y="55"/>
                    <a:pt x="170" y="56"/>
                  </a:cubicBezTo>
                  <a:cubicBezTo>
                    <a:pt x="177" y="42"/>
                    <a:pt x="177" y="42"/>
                    <a:pt x="177" y="42"/>
                  </a:cubicBezTo>
                  <a:cubicBezTo>
                    <a:pt x="182" y="39"/>
                    <a:pt x="187" y="37"/>
                    <a:pt x="191" y="35"/>
                  </a:cubicBezTo>
                  <a:cubicBezTo>
                    <a:pt x="196" y="34"/>
                    <a:pt x="200" y="32"/>
                    <a:pt x="205" y="31"/>
                  </a:cubicBezTo>
                  <a:cubicBezTo>
                    <a:pt x="218" y="41"/>
                    <a:pt x="218" y="41"/>
                    <a:pt x="218" y="41"/>
                  </a:cubicBezTo>
                  <a:cubicBezTo>
                    <a:pt x="228" y="34"/>
                    <a:pt x="228" y="34"/>
                    <a:pt x="228" y="34"/>
                  </a:cubicBezTo>
                  <a:cubicBezTo>
                    <a:pt x="223" y="26"/>
                    <a:pt x="223" y="26"/>
                    <a:pt x="223" y="26"/>
                  </a:cubicBezTo>
                  <a:lnTo>
                    <a:pt x="242" y="15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87" name="Google Shape;287;p11"/>
            <p:cNvSpPr/>
            <p:nvPr/>
          </p:nvSpPr>
          <p:spPr>
            <a:xfrm>
              <a:off x="4819649" y="2589214"/>
              <a:ext cx="74612" cy="76200"/>
            </a:xfrm>
            <a:custGeom>
              <a:rect b="b" l="l" r="r" t="t"/>
              <a:pathLst>
                <a:path extrusionOk="0" h="28" w="28">
                  <a:moveTo>
                    <a:pt x="0" y="10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3" y="22"/>
                    <a:pt x="14" y="25"/>
                    <a:pt x="16" y="28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3" y="4"/>
                    <a:pt x="3" y="4"/>
                    <a:pt x="3" y="4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88" name="Google Shape;288;p11"/>
            <p:cNvSpPr/>
            <p:nvPr/>
          </p:nvSpPr>
          <p:spPr>
            <a:xfrm>
              <a:off x="4521200" y="3038476"/>
              <a:ext cx="3175" cy="1587"/>
            </a:xfrm>
            <a:custGeom>
              <a:rect b="b" l="l" r="r" t="t"/>
              <a:pathLst>
                <a:path extrusionOk="0" h="1" w="2">
                  <a:moveTo>
                    <a:pt x="0" y="0"/>
                  </a:moveTo>
                  <a:lnTo>
                    <a:pt x="2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89" name="Google Shape;289;p11"/>
            <p:cNvSpPr/>
            <p:nvPr/>
          </p:nvSpPr>
          <p:spPr>
            <a:xfrm>
              <a:off x="4652962" y="2805114"/>
              <a:ext cx="50800" cy="47625"/>
            </a:xfrm>
            <a:custGeom>
              <a:rect b="b" l="l" r="r" t="t"/>
              <a:pathLst>
                <a:path extrusionOk="0" h="30" w="32">
                  <a:moveTo>
                    <a:pt x="32" y="23"/>
                  </a:moveTo>
                  <a:lnTo>
                    <a:pt x="30" y="20"/>
                  </a:lnTo>
                  <a:lnTo>
                    <a:pt x="22" y="0"/>
                  </a:lnTo>
                  <a:lnTo>
                    <a:pt x="8" y="3"/>
                  </a:lnTo>
                  <a:lnTo>
                    <a:pt x="3" y="5"/>
                  </a:lnTo>
                  <a:lnTo>
                    <a:pt x="0" y="6"/>
                  </a:lnTo>
                  <a:lnTo>
                    <a:pt x="3" y="30"/>
                  </a:lnTo>
                  <a:lnTo>
                    <a:pt x="32" y="23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90" name="Google Shape;290;p11"/>
            <p:cNvSpPr/>
            <p:nvPr/>
          </p:nvSpPr>
          <p:spPr>
            <a:xfrm>
              <a:off x="4283074" y="2538414"/>
              <a:ext cx="25400" cy="26987"/>
            </a:xfrm>
            <a:custGeom>
              <a:rect b="b" l="l" r="r" t="t"/>
              <a:pathLst>
                <a:path extrusionOk="0" h="17" w="16">
                  <a:moveTo>
                    <a:pt x="16" y="17"/>
                  </a:moveTo>
                  <a:lnTo>
                    <a:pt x="11" y="0"/>
                  </a:lnTo>
                  <a:lnTo>
                    <a:pt x="0" y="7"/>
                  </a:lnTo>
                  <a:lnTo>
                    <a:pt x="10" y="15"/>
                  </a:lnTo>
                  <a:lnTo>
                    <a:pt x="16" y="17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91" name="Google Shape;291;p11"/>
            <p:cNvSpPr/>
            <p:nvPr/>
          </p:nvSpPr>
          <p:spPr>
            <a:xfrm>
              <a:off x="4660900" y="2316164"/>
              <a:ext cx="119062" cy="117475"/>
            </a:xfrm>
            <a:custGeom>
              <a:rect b="b" l="l" r="r" t="t"/>
              <a:pathLst>
                <a:path extrusionOk="0" h="44" w="44">
                  <a:moveTo>
                    <a:pt x="3" y="0"/>
                  </a:moveTo>
                  <a:cubicBezTo>
                    <a:pt x="3" y="10"/>
                    <a:pt x="3" y="10"/>
                    <a:pt x="3" y="10"/>
                  </a:cubicBezTo>
                  <a:cubicBezTo>
                    <a:pt x="3" y="12"/>
                    <a:pt x="1" y="15"/>
                    <a:pt x="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8" y="35"/>
                    <a:pt x="18" y="35"/>
                    <a:pt x="19" y="36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44" y="23"/>
                    <a:pt x="44" y="23"/>
                    <a:pt x="44" y="23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14" y="1"/>
                    <a:pt x="14" y="1"/>
                    <a:pt x="14" y="1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92" name="Google Shape;292;p11"/>
            <p:cNvSpPr/>
            <p:nvPr/>
          </p:nvSpPr>
          <p:spPr>
            <a:xfrm>
              <a:off x="4395787" y="2640014"/>
              <a:ext cx="12700" cy="14287"/>
            </a:xfrm>
            <a:custGeom>
              <a:rect b="b" l="l" r="r" t="t"/>
              <a:pathLst>
                <a:path extrusionOk="0" h="9" w="8">
                  <a:moveTo>
                    <a:pt x="8" y="7"/>
                  </a:moveTo>
                  <a:lnTo>
                    <a:pt x="3" y="9"/>
                  </a:lnTo>
                  <a:lnTo>
                    <a:pt x="0" y="0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93" name="Google Shape;293;p11"/>
            <p:cNvSpPr/>
            <p:nvPr/>
          </p:nvSpPr>
          <p:spPr>
            <a:xfrm>
              <a:off x="4668837" y="2257426"/>
              <a:ext cx="158750" cy="101600"/>
            </a:xfrm>
            <a:custGeom>
              <a:rect b="b" l="l" r="r" t="t"/>
              <a:pathLst>
                <a:path extrusionOk="0" h="38" w="59">
                  <a:moveTo>
                    <a:pt x="10" y="10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59" y="24"/>
                    <a:pt x="59" y="24"/>
                    <a:pt x="59" y="24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49" y="10"/>
                    <a:pt x="39" y="5"/>
                    <a:pt x="30" y="0"/>
                  </a:cubicBezTo>
                  <a:cubicBezTo>
                    <a:pt x="30" y="2"/>
                    <a:pt x="30" y="3"/>
                    <a:pt x="30" y="4"/>
                  </a:cubicBezTo>
                  <a:cubicBezTo>
                    <a:pt x="29" y="8"/>
                    <a:pt x="28" y="12"/>
                    <a:pt x="28" y="16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7" y="14"/>
                    <a:pt x="17" y="12"/>
                    <a:pt x="16" y="10"/>
                  </a:cubicBezTo>
                  <a:cubicBezTo>
                    <a:pt x="15" y="8"/>
                    <a:pt x="15" y="7"/>
                    <a:pt x="14" y="5"/>
                  </a:cubicBezTo>
                  <a:lnTo>
                    <a:pt x="10" y="1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94" name="Google Shape;294;p11"/>
            <p:cNvSpPr/>
            <p:nvPr/>
          </p:nvSpPr>
          <p:spPr>
            <a:xfrm>
              <a:off x="4467225" y="2944814"/>
              <a:ext cx="69850" cy="47625"/>
            </a:xfrm>
            <a:custGeom>
              <a:rect b="b" l="l" r="r" t="t"/>
              <a:pathLst>
                <a:path extrusionOk="0" h="18" w="26">
                  <a:moveTo>
                    <a:pt x="26" y="0"/>
                  </a:moveTo>
                  <a:cubicBezTo>
                    <a:pt x="25" y="6"/>
                    <a:pt x="24" y="12"/>
                    <a:pt x="24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3"/>
                    <a:pt x="10" y="12"/>
                    <a:pt x="8" y="12"/>
                  </a:cubicBezTo>
                  <a:cubicBezTo>
                    <a:pt x="5" y="10"/>
                    <a:pt x="3" y="9"/>
                    <a:pt x="0" y="8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6" y="0"/>
                    <a:pt x="26" y="0"/>
                    <a:pt x="26" y="0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95" name="Google Shape;295;p11"/>
            <p:cNvSpPr/>
            <p:nvPr/>
          </p:nvSpPr>
          <p:spPr>
            <a:xfrm>
              <a:off x="4365624" y="2852739"/>
              <a:ext cx="38100" cy="66675"/>
            </a:xfrm>
            <a:custGeom>
              <a:rect b="b" l="l" r="r" t="t"/>
              <a:pathLst>
                <a:path extrusionOk="0" h="25" w="14">
                  <a:moveTo>
                    <a:pt x="12" y="21"/>
                  </a:moveTo>
                  <a:cubicBezTo>
                    <a:pt x="3" y="25"/>
                    <a:pt x="3" y="25"/>
                    <a:pt x="3" y="25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3" y="11"/>
                    <a:pt x="13" y="16"/>
                    <a:pt x="12" y="21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296" name="Google Shape;296;p11"/>
            <p:cNvGrpSpPr/>
            <p:nvPr/>
          </p:nvGrpSpPr>
          <p:grpSpPr>
            <a:xfrm>
              <a:off x="4319587" y="2640014"/>
              <a:ext cx="290512" cy="352425"/>
              <a:chOff x="4319587" y="2640013"/>
              <a:chExt cx="290512" cy="352425"/>
            </a:xfrm>
          </p:grpSpPr>
          <p:sp>
            <p:nvSpPr>
              <p:cNvPr id="297" name="Google Shape;297;p11"/>
              <p:cNvSpPr/>
              <p:nvPr/>
            </p:nvSpPr>
            <p:spPr>
              <a:xfrm>
                <a:off x="4467225" y="2944813"/>
                <a:ext cx="69850" cy="47625"/>
              </a:xfrm>
              <a:custGeom>
                <a:rect b="b" l="l" r="r" t="t"/>
                <a:pathLst>
                  <a:path extrusionOk="0" h="18" w="26">
                    <a:moveTo>
                      <a:pt x="26" y="0"/>
                    </a:moveTo>
                    <a:cubicBezTo>
                      <a:pt x="25" y="6"/>
                      <a:pt x="24" y="12"/>
                      <a:pt x="24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12" y="13"/>
                      <a:pt x="10" y="12"/>
                      <a:pt x="8" y="12"/>
                    </a:cubicBezTo>
                    <a:cubicBezTo>
                      <a:pt x="5" y="10"/>
                      <a:pt x="3" y="9"/>
                      <a:pt x="0" y="8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6" y="0"/>
                      <a:pt x="26" y="0"/>
                      <a:pt x="26" y="0"/>
                    </a:cubicBezTo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98" name="Google Shape;298;p11"/>
              <p:cNvSpPr/>
              <p:nvPr/>
            </p:nvSpPr>
            <p:spPr>
              <a:xfrm>
                <a:off x="4365625" y="2852738"/>
                <a:ext cx="38100" cy="66675"/>
              </a:xfrm>
              <a:custGeom>
                <a:rect b="b" l="l" r="r" t="t"/>
                <a:pathLst>
                  <a:path extrusionOk="0" h="25" w="14">
                    <a:moveTo>
                      <a:pt x="12" y="21"/>
                    </a:moveTo>
                    <a:cubicBezTo>
                      <a:pt x="3" y="25"/>
                      <a:pt x="3" y="25"/>
                      <a:pt x="3" y="25"/>
                    </a:cubicBezTo>
                    <a:cubicBezTo>
                      <a:pt x="3" y="12"/>
                      <a:pt x="3" y="12"/>
                      <a:pt x="3" y="12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3" y="11"/>
                      <a:pt x="13" y="16"/>
                      <a:pt x="12" y="21"/>
                    </a:cubicBezTo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299" name="Google Shape;299;p11"/>
              <p:cNvSpPr/>
              <p:nvPr/>
            </p:nvSpPr>
            <p:spPr>
              <a:xfrm>
                <a:off x="4319587" y="2640013"/>
                <a:ext cx="290512" cy="312737"/>
              </a:xfrm>
              <a:custGeom>
                <a:rect b="b" l="l" r="r" t="t"/>
                <a:pathLst>
                  <a:path extrusionOk="0" h="116" w="108">
                    <a:moveTo>
                      <a:pt x="14" y="48"/>
                    </a:moveTo>
                    <a:cubicBezTo>
                      <a:pt x="21" y="39"/>
                      <a:pt x="21" y="39"/>
                      <a:pt x="21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34" y="44"/>
                      <a:pt x="34" y="44"/>
                      <a:pt x="34" y="44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8" y="65"/>
                      <a:pt x="48" y="65"/>
                      <a:pt x="48" y="65"/>
                    </a:cubicBezTo>
                    <a:cubicBezTo>
                      <a:pt x="49" y="68"/>
                      <a:pt x="49" y="68"/>
                      <a:pt x="49" y="68"/>
                    </a:cubicBezTo>
                    <a:cubicBezTo>
                      <a:pt x="54" y="70"/>
                      <a:pt x="54" y="70"/>
                      <a:pt x="54" y="70"/>
                    </a:cubicBezTo>
                    <a:cubicBezTo>
                      <a:pt x="61" y="78"/>
                      <a:pt x="61" y="78"/>
                      <a:pt x="61" y="78"/>
                    </a:cubicBezTo>
                    <a:cubicBezTo>
                      <a:pt x="63" y="78"/>
                      <a:pt x="63" y="78"/>
                      <a:pt x="63" y="78"/>
                    </a:cubicBezTo>
                    <a:cubicBezTo>
                      <a:pt x="64" y="81"/>
                      <a:pt x="64" y="81"/>
                      <a:pt x="64" y="81"/>
                    </a:cubicBezTo>
                    <a:cubicBezTo>
                      <a:pt x="72" y="83"/>
                      <a:pt x="72" y="83"/>
                      <a:pt x="72" y="83"/>
                    </a:cubicBezTo>
                    <a:cubicBezTo>
                      <a:pt x="76" y="86"/>
                      <a:pt x="76" y="86"/>
                      <a:pt x="76" y="86"/>
                    </a:cubicBezTo>
                    <a:cubicBezTo>
                      <a:pt x="77" y="89"/>
                      <a:pt x="77" y="89"/>
                      <a:pt x="77" y="89"/>
                    </a:cubicBezTo>
                    <a:cubicBezTo>
                      <a:pt x="84" y="92"/>
                      <a:pt x="84" y="92"/>
                      <a:pt x="84" y="92"/>
                    </a:cubicBezTo>
                    <a:cubicBezTo>
                      <a:pt x="86" y="99"/>
                      <a:pt x="86" y="99"/>
                      <a:pt x="86" y="99"/>
                    </a:cubicBezTo>
                    <a:cubicBezTo>
                      <a:pt x="87" y="105"/>
                      <a:pt x="87" y="105"/>
                      <a:pt x="87" y="105"/>
                    </a:cubicBezTo>
                    <a:cubicBezTo>
                      <a:pt x="84" y="111"/>
                      <a:pt x="84" y="111"/>
                      <a:pt x="84" y="111"/>
                    </a:cubicBezTo>
                    <a:cubicBezTo>
                      <a:pt x="87" y="116"/>
                      <a:pt x="87" y="116"/>
                      <a:pt x="87" y="116"/>
                    </a:cubicBezTo>
                    <a:cubicBezTo>
                      <a:pt x="91" y="112"/>
                      <a:pt x="91" y="112"/>
                      <a:pt x="91" y="112"/>
                    </a:cubicBezTo>
                    <a:cubicBezTo>
                      <a:pt x="92" y="109"/>
                      <a:pt x="92" y="109"/>
                      <a:pt x="92" y="109"/>
                    </a:cubicBezTo>
                    <a:cubicBezTo>
                      <a:pt x="98" y="105"/>
                      <a:pt x="98" y="105"/>
                      <a:pt x="98" y="105"/>
                    </a:cubicBezTo>
                    <a:cubicBezTo>
                      <a:pt x="97" y="99"/>
                      <a:pt x="97" y="99"/>
                      <a:pt x="97" y="99"/>
                    </a:cubicBezTo>
                    <a:cubicBezTo>
                      <a:pt x="91" y="96"/>
                      <a:pt x="91" y="96"/>
                      <a:pt x="91" y="96"/>
                    </a:cubicBezTo>
                    <a:cubicBezTo>
                      <a:pt x="96" y="89"/>
                      <a:pt x="96" y="89"/>
                      <a:pt x="96" y="89"/>
                    </a:cubicBezTo>
                    <a:cubicBezTo>
                      <a:pt x="102" y="90"/>
                      <a:pt x="102" y="90"/>
                      <a:pt x="102" y="90"/>
                    </a:cubicBezTo>
                    <a:cubicBezTo>
                      <a:pt x="105" y="95"/>
                      <a:pt x="105" y="95"/>
                      <a:pt x="105" y="95"/>
                    </a:cubicBezTo>
                    <a:cubicBezTo>
                      <a:pt x="108" y="92"/>
                      <a:pt x="108" y="92"/>
                      <a:pt x="108" y="92"/>
                    </a:cubicBezTo>
                    <a:cubicBezTo>
                      <a:pt x="105" y="84"/>
                      <a:pt x="105" y="84"/>
                      <a:pt x="105" y="84"/>
                    </a:cubicBezTo>
                    <a:cubicBezTo>
                      <a:pt x="96" y="81"/>
                      <a:pt x="96" y="81"/>
                      <a:pt x="96" y="81"/>
                    </a:cubicBezTo>
                    <a:cubicBezTo>
                      <a:pt x="91" y="76"/>
                      <a:pt x="91" y="76"/>
                      <a:pt x="91" y="76"/>
                    </a:cubicBezTo>
                    <a:cubicBezTo>
                      <a:pt x="91" y="73"/>
                      <a:pt x="91" y="73"/>
                      <a:pt x="91" y="73"/>
                    </a:cubicBezTo>
                    <a:cubicBezTo>
                      <a:pt x="88" y="70"/>
                      <a:pt x="88" y="70"/>
                      <a:pt x="88" y="70"/>
                    </a:cubicBezTo>
                    <a:cubicBezTo>
                      <a:pt x="85" y="71"/>
                      <a:pt x="85" y="71"/>
                      <a:pt x="85" y="71"/>
                    </a:cubicBezTo>
                    <a:cubicBezTo>
                      <a:pt x="77" y="67"/>
                      <a:pt x="77" y="67"/>
                      <a:pt x="77" y="67"/>
                    </a:cubicBezTo>
                    <a:cubicBezTo>
                      <a:pt x="69" y="52"/>
                      <a:pt x="69" y="52"/>
                      <a:pt x="69" y="52"/>
                    </a:cubicBezTo>
                    <a:cubicBezTo>
                      <a:pt x="64" y="51"/>
                      <a:pt x="64" y="51"/>
                      <a:pt x="64" y="51"/>
                    </a:cubicBezTo>
                    <a:cubicBezTo>
                      <a:pt x="56" y="43"/>
                      <a:pt x="56" y="43"/>
                      <a:pt x="56" y="43"/>
                    </a:cubicBezTo>
                    <a:cubicBezTo>
                      <a:pt x="56" y="32"/>
                      <a:pt x="56" y="32"/>
                      <a:pt x="56" y="32"/>
                    </a:cubicBezTo>
                    <a:cubicBezTo>
                      <a:pt x="58" y="29"/>
                      <a:pt x="60" y="26"/>
                      <a:pt x="63" y="26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3" y="6"/>
                      <a:pt x="63" y="6"/>
                      <a:pt x="63" y="6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30" y="5"/>
                      <a:pt x="30" y="5"/>
                      <a:pt x="30" y="5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8" y="52"/>
                      <a:pt x="8" y="52"/>
                      <a:pt x="8" y="52"/>
                    </a:cubicBezTo>
                    <a:lnTo>
                      <a:pt x="14" y="48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300" name="Google Shape;300;p11"/>
            <p:cNvSpPr/>
            <p:nvPr/>
          </p:nvSpPr>
          <p:spPr>
            <a:xfrm>
              <a:off x="3592511" y="1917701"/>
              <a:ext cx="230187" cy="147637"/>
            </a:xfrm>
            <a:custGeom>
              <a:rect b="b" l="l" r="r" t="t"/>
              <a:pathLst>
                <a:path extrusionOk="0" h="55" w="86">
                  <a:moveTo>
                    <a:pt x="82" y="36"/>
                  </a:moveTo>
                  <a:cubicBezTo>
                    <a:pt x="53" y="54"/>
                    <a:pt x="53" y="54"/>
                    <a:pt x="53" y="54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31" y="51"/>
                    <a:pt x="22" y="46"/>
                    <a:pt x="12" y="43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5" y="2"/>
                    <a:pt x="65" y="2"/>
                    <a:pt x="65" y="2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74" y="6"/>
                    <a:pt x="74" y="6"/>
                    <a:pt x="74" y="6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85" y="22"/>
                    <a:pt x="84" y="24"/>
                    <a:pt x="83" y="26"/>
                  </a:cubicBezTo>
                  <a:cubicBezTo>
                    <a:pt x="83" y="30"/>
                    <a:pt x="83" y="33"/>
                    <a:pt x="82" y="36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01" name="Google Shape;301;p11"/>
            <p:cNvSpPr/>
            <p:nvPr/>
          </p:nvSpPr>
          <p:spPr>
            <a:xfrm>
              <a:off x="3592511" y="1917701"/>
              <a:ext cx="230187" cy="147637"/>
            </a:xfrm>
            <a:custGeom>
              <a:rect b="b" l="l" r="r" t="t"/>
              <a:pathLst>
                <a:path extrusionOk="0" h="55" w="86">
                  <a:moveTo>
                    <a:pt x="82" y="36"/>
                  </a:moveTo>
                  <a:cubicBezTo>
                    <a:pt x="53" y="54"/>
                    <a:pt x="53" y="54"/>
                    <a:pt x="53" y="54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31" y="51"/>
                    <a:pt x="22" y="46"/>
                    <a:pt x="12" y="43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5" y="2"/>
                    <a:pt x="65" y="2"/>
                    <a:pt x="65" y="2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74" y="6"/>
                    <a:pt x="74" y="6"/>
                    <a:pt x="74" y="6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85" y="22"/>
                    <a:pt x="84" y="24"/>
                    <a:pt x="83" y="26"/>
                  </a:cubicBezTo>
                  <a:cubicBezTo>
                    <a:pt x="83" y="30"/>
                    <a:pt x="83" y="33"/>
                    <a:pt x="82" y="36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02" name="Google Shape;302;p11"/>
            <p:cNvSpPr/>
            <p:nvPr/>
          </p:nvSpPr>
          <p:spPr>
            <a:xfrm>
              <a:off x="3919537" y="2366964"/>
              <a:ext cx="107950" cy="144462"/>
            </a:xfrm>
            <a:custGeom>
              <a:rect b="b" l="l" r="r" t="t"/>
              <a:pathLst>
                <a:path extrusionOk="0" h="91" w="68">
                  <a:moveTo>
                    <a:pt x="68" y="25"/>
                  </a:moveTo>
                  <a:lnTo>
                    <a:pt x="66" y="29"/>
                  </a:lnTo>
                  <a:lnTo>
                    <a:pt x="53" y="30"/>
                  </a:lnTo>
                  <a:lnTo>
                    <a:pt x="49" y="25"/>
                  </a:lnTo>
                  <a:lnTo>
                    <a:pt x="44" y="30"/>
                  </a:lnTo>
                  <a:lnTo>
                    <a:pt x="36" y="20"/>
                  </a:lnTo>
                  <a:lnTo>
                    <a:pt x="36" y="15"/>
                  </a:lnTo>
                  <a:lnTo>
                    <a:pt x="44" y="2"/>
                  </a:lnTo>
                  <a:lnTo>
                    <a:pt x="34" y="0"/>
                  </a:lnTo>
                  <a:lnTo>
                    <a:pt x="24" y="12"/>
                  </a:lnTo>
                  <a:lnTo>
                    <a:pt x="31" y="18"/>
                  </a:lnTo>
                  <a:lnTo>
                    <a:pt x="27" y="22"/>
                  </a:lnTo>
                  <a:lnTo>
                    <a:pt x="27" y="24"/>
                  </a:lnTo>
                  <a:lnTo>
                    <a:pt x="7" y="24"/>
                  </a:lnTo>
                  <a:lnTo>
                    <a:pt x="4" y="32"/>
                  </a:lnTo>
                  <a:lnTo>
                    <a:pt x="10" y="35"/>
                  </a:lnTo>
                  <a:lnTo>
                    <a:pt x="0" y="46"/>
                  </a:lnTo>
                  <a:lnTo>
                    <a:pt x="5" y="51"/>
                  </a:lnTo>
                  <a:lnTo>
                    <a:pt x="22" y="46"/>
                  </a:lnTo>
                  <a:lnTo>
                    <a:pt x="21" y="56"/>
                  </a:lnTo>
                  <a:lnTo>
                    <a:pt x="5" y="61"/>
                  </a:lnTo>
                  <a:lnTo>
                    <a:pt x="4" y="69"/>
                  </a:lnTo>
                  <a:lnTo>
                    <a:pt x="17" y="69"/>
                  </a:lnTo>
                  <a:lnTo>
                    <a:pt x="0" y="79"/>
                  </a:lnTo>
                  <a:lnTo>
                    <a:pt x="4" y="91"/>
                  </a:lnTo>
                  <a:lnTo>
                    <a:pt x="27" y="88"/>
                  </a:lnTo>
                  <a:lnTo>
                    <a:pt x="41" y="76"/>
                  </a:lnTo>
                  <a:lnTo>
                    <a:pt x="53" y="74"/>
                  </a:lnTo>
                  <a:lnTo>
                    <a:pt x="59" y="68"/>
                  </a:lnTo>
                  <a:lnTo>
                    <a:pt x="58" y="39"/>
                  </a:lnTo>
                  <a:lnTo>
                    <a:pt x="63" y="30"/>
                  </a:lnTo>
                  <a:lnTo>
                    <a:pt x="68" y="25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03" name="Google Shape;303;p11"/>
            <p:cNvSpPr/>
            <p:nvPr/>
          </p:nvSpPr>
          <p:spPr>
            <a:xfrm>
              <a:off x="4540250" y="2603501"/>
              <a:ext cx="171450" cy="85725"/>
            </a:xfrm>
            <a:custGeom>
              <a:rect b="b" l="l" r="r" t="t"/>
              <a:pathLst>
                <a:path extrusionOk="0" h="32" w="64">
                  <a:moveTo>
                    <a:pt x="64" y="7"/>
                  </a:moveTo>
                  <a:cubicBezTo>
                    <a:pt x="59" y="5"/>
                    <a:pt x="57" y="2"/>
                    <a:pt x="54" y="1"/>
                  </a:cubicBezTo>
                  <a:cubicBezTo>
                    <a:pt x="49" y="0"/>
                    <a:pt x="46" y="0"/>
                    <a:pt x="40" y="0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6" y="24"/>
                    <a:pt x="8" y="26"/>
                    <a:pt x="15" y="32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46" y="21"/>
                    <a:pt x="55" y="14"/>
                    <a:pt x="64" y="7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4540250" y="2603501"/>
              <a:ext cx="171450" cy="85725"/>
            </a:xfrm>
            <a:custGeom>
              <a:rect b="b" l="l" r="r" t="t"/>
              <a:pathLst>
                <a:path extrusionOk="0" h="32" w="64">
                  <a:moveTo>
                    <a:pt x="64" y="7"/>
                  </a:moveTo>
                  <a:cubicBezTo>
                    <a:pt x="59" y="5"/>
                    <a:pt x="57" y="2"/>
                    <a:pt x="54" y="1"/>
                  </a:cubicBezTo>
                  <a:cubicBezTo>
                    <a:pt x="49" y="0"/>
                    <a:pt x="46" y="0"/>
                    <a:pt x="40" y="0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6" y="24"/>
                    <a:pt x="8" y="26"/>
                    <a:pt x="15" y="32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46" y="21"/>
                    <a:pt x="55" y="14"/>
                    <a:pt x="64" y="7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05" name="Google Shape;305;p11"/>
            <p:cNvSpPr/>
            <p:nvPr/>
          </p:nvSpPr>
          <p:spPr>
            <a:xfrm>
              <a:off x="4727575" y="3016251"/>
              <a:ext cx="65087" cy="23812"/>
            </a:xfrm>
            <a:custGeom>
              <a:rect b="b" l="l" r="r" t="t"/>
              <a:pathLst>
                <a:path extrusionOk="0" h="15" w="41">
                  <a:moveTo>
                    <a:pt x="0" y="0"/>
                  </a:moveTo>
                  <a:lnTo>
                    <a:pt x="27" y="2"/>
                  </a:lnTo>
                  <a:lnTo>
                    <a:pt x="29" y="7"/>
                  </a:lnTo>
                  <a:lnTo>
                    <a:pt x="41" y="4"/>
                  </a:lnTo>
                  <a:lnTo>
                    <a:pt x="38" y="12"/>
                  </a:lnTo>
                  <a:lnTo>
                    <a:pt x="17" y="15"/>
                  </a:lnTo>
                  <a:lnTo>
                    <a:pt x="14" y="9"/>
                  </a:lnTo>
                  <a:lnTo>
                    <a:pt x="0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06" name="Google Shape;306;p11"/>
            <p:cNvSpPr/>
            <p:nvPr/>
          </p:nvSpPr>
          <p:spPr>
            <a:xfrm>
              <a:off x="4640261" y="2836864"/>
              <a:ext cx="165100" cy="160337"/>
            </a:xfrm>
            <a:custGeom>
              <a:rect b="b" l="l" r="r" t="t"/>
              <a:pathLst>
                <a:path extrusionOk="0" h="60" w="62">
                  <a:moveTo>
                    <a:pt x="0" y="23"/>
                  </a:moveTo>
                  <a:cubicBezTo>
                    <a:pt x="3" y="26"/>
                    <a:pt x="5" y="29"/>
                    <a:pt x="8" y="33"/>
                  </a:cubicBezTo>
                  <a:cubicBezTo>
                    <a:pt x="9" y="34"/>
                    <a:pt x="9" y="35"/>
                    <a:pt x="10" y="37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4" y="47"/>
                    <a:pt x="15" y="52"/>
                    <a:pt x="17" y="57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0" y="40"/>
                    <a:pt x="28" y="34"/>
                    <a:pt x="26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2" y="23"/>
                    <a:pt x="31" y="18"/>
                    <a:pt x="30" y="13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42" y="19"/>
                    <a:pt x="42" y="19"/>
                    <a:pt x="42" y="19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6" y="10"/>
                    <a:pt x="52" y="8"/>
                    <a:pt x="58" y="7"/>
                  </a:cubicBezTo>
                  <a:cubicBezTo>
                    <a:pt x="59" y="5"/>
                    <a:pt x="60" y="2"/>
                    <a:pt x="62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7" y="2"/>
                    <a:pt x="57" y="2"/>
                    <a:pt x="57" y="2"/>
                  </a:cubicBezTo>
                  <a:cubicBezTo>
                    <a:pt x="50" y="3"/>
                    <a:pt x="25" y="1"/>
                    <a:pt x="24" y="2"/>
                  </a:cubicBezTo>
                  <a:cubicBezTo>
                    <a:pt x="21" y="3"/>
                    <a:pt x="15" y="4"/>
                    <a:pt x="7" y="6"/>
                  </a:cubicBezTo>
                  <a:cubicBezTo>
                    <a:pt x="6" y="7"/>
                    <a:pt x="7" y="9"/>
                    <a:pt x="6" y="11"/>
                  </a:cubicBezTo>
                  <a:cubicBezTo>
                    <a:pt x="4" y="15"/>
                    <a:pt x="2" y="19"/>
                    <a:pt x="0" y="23"/>
                  </a:cubicBez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07" name="Google Shape;307;p11"/>
            <p:cNvSpPr/>
            <p:nvPr/>
          </p:nvSpPr>
          <p:spPr>
            <a:xfrm>
              <a:off x="4378325" y="2787651"/>
              <a:ext cx="22225" cy="53975"/>
            </a:xfrm>
            <a:custGeom>
              <a:rect b="b" l="l" r="r" t="t"/>
              <a:pathLst>
                <a:path extrusionOk="0" h="20" w="8">
                  <a:moveTo>
                    <a:pt x="8" y="0"/>
                  </a:moveTo>
                  <a:cubicBezTo>
                    <a:pt x="8" y="3"/>
                    <a:pt x="8" y="5"/>
                    <a:pt x="8" y="7"/>
                  </a:cubicBezTo>
                  <a:cubicBezTo>
                    <a:pt x="8" y="11"/>
                    <a:pt x="8" y="15"/>
                    <a:pt x="7" y="18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2" y="7"/>
                    <a:pt x="3" y="5"/>
                    <a:pt x="5" y="3"/>
                  </a:cubicBezTo>
                  <a:cubicBezTo>
                    <a:pt x="5" y="2"/>
                    <a:pt x="5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308" name="Google Shape;308;p11"/>
            <p:cNvGrpSpPr/>
            <p:nvPr/>
          </p:nvGrpSpPr>
          <p:grpSpPr>
            <a:xfrm>
              <a:off x="4054475" y="2509839"/>
              <a:ext cx="346075" cy="331787"/>
              <a:chOff x="4054475" y="2509838"/>
              <a:chExt cx="346075" cy="331787"/>
            </a:xfrm>
          </p:grpSpPr>
          <p:sp>
            <p:nvSpPr>
              <p:cNvPr id="309" name="Google Shape;309;p11"/>
              <p:cNvSpPr/>
              <p:nvPr/>
            </p:nvSpPr>
            <p:spPr>
              <a:xfrm>
                <a:off x="4378325" y="2787650"/>
                <a:ext cx="22225" cy="53975"/>
              </a:xfrm>
              <a:custGeom>
                <a:rect b="b" l="l" r="r" t="t"/>
                <a:pathLst>
                  <a:path extrusionOk="0" h="20" w="8">
                    <a:moveTo>
                      <a:pt x="8" y="0"/>
                    </a:moveTo>
                    <a:cubicBezTo>
                      <a:pt x="8" y="3"/>
                      <a:pt x="8" y="5"/>
                      <a:pt x="8" y="7"/>
                    </a:cubicBezTo>
                    <a:cubicBezTo>
                      <a:pt x="8" y="11"/>
                      <a:pt x="8" y="15"/>
                      <a:pt x="7" y="18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2" y="7"/>
                      <a:pt x="3" y="5"/>
                      <a:pt x="5" y="3"/>
                    </a:cubicBezTo>
                    <a:cubicBezTo>
                      <a:pt x="5" y="2"/>
                      <a:pt x="5" y="1"/>
                      <a:pt x="5" y="0"/>
                    </a:cubicBez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10" name="Google Shape;310;p11"/>
              <p:cNvSpPr/>
              <p:nvPr/>
            </p:nvSpPr>
            <p:spPr>
              <a:xfrm>
                <a:off x="4054475" y="2509838"/>
                <a:ext cx="295275" cy="300037"/>
              </a:xfrm>
              <a:custGeom>
                <a:rect b="b" l="l" r="r" t="t"/>
                <a:pathLst>
                  <a:path extrusionOk="0" h="112" w="110">
                    <a:moveTo>
                      <a:pt x="91" y="20"/>
                    </a:moveTo>
                    <a:cubicBezTo>
                      <a:pt x="85" y="15"/>
                      <a:pt x="85" y="15"/>
                      <a:pt x="85" y="15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1" y="1"/>
                      <a:pt x="58" y="2"/>
                      <a:pt x="55" y="3"/>
                    </a:cubicBezTo>
                    <a:cubicBezTo>
                      <a:pt x="54" y="13"/>
                      <a:pt x="54" y="13"/>
                      <a:pt x="54" y="13"/>
                    </a:cubicBezTo>
                    <a:cubicBezTo>
                      <a:pt x="42" y="17"/>
                      <a:pt x="42" y="17"/>
                      <a:pt x="42" y="17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31" y="22"/>
                      <a:pt x="31" y="22"/>
                      <a:pt x="31" y="22"/>
                    </a:cubicBezTo>
                    <a:cubicBezTo>
                      <a:pt x="27" y="15"/>
                      <a:pt x="27" y="15"/>
                      <a:pt x="27" y="15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3" y="30"/>
                      <a:pt x="23" y="30"/>
                      <a:pt x="23" y="30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2" y="53"/>
                      <a:pt x="22" y="53"/>
                      <a:pt x="22" y="53"/>
                    </a:cubicBezTo>
                    <a:cubicBezTo>
                      <a:pt x="26" y="62"/>
                      <a:pt x="26" y="62"/>
                      <a:pt x="26" y="62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3" y="80"/>
                      <a:pt x="32" y="90"/>
                      <a:pt x="28" y="93"/>
                    </a:cubicBezTo>
                    <a:cubicBezTo>
                      <a:pt x="25" y="97"/>
                      <a:pt x="25" y="97"/>
                      <a:pt x="25" y="97"/>
                    </a:cubicBezTo>
                    <a:cubicBezTo>
                      <a:pt x="30" y="102"/>
                      <a:pt x="30" y="102"/>
                      <a:pt x="30" y="102"/>
                    </a:cubicBezTo>
                    <a:cubicBezTo>
                      <a:pt x="45" y="108"/>
                      <a:pt x="45" y="108"/>
                      <a:pt x="45" y="108"/>
                    </a:cubicBezTo>
                    <a:cubicBezTo>
                      <a:pt x="50" y="107"/>
                      <a:pt x="50" y="107"/>
                      <a:pt x="50" y="107"/>
                    </a:cubicBezTo>
                    <a:cubicBezTo>
                      <a:pt x="52" y="107"/>
                      <a:pt x="52" y="107"/>
                      <a:pt x="52" y="107"/>
                    </a:cubicBezTo>
                    <a:cubicBezTo>
                      <a:pt x="63" y="112"/>
                      <a:pt x="63" y="112"/>
                      <a:pt x="63" y="112"/>
                    </a:cubicBezTo>
                    <a:cubicBezTo>
                      <a:pt x="73" y="111"/>
                      <a:pt x="73" y="111"/>
                      <a:pt x="73" y="111"/>
                    </a:cubicBezTo>
                    <a:cubicBezTo>
                      <a:pt x="71" y="110"/>
                      <a:pt x="71" y="109"/>
                      <a:pt x="72" y="107"/>
                    </a:cubicBezTo>
                    <a:cubicBezTo>
                      <a:pt x="73" y="105"/>
                      <a:pt x="74" y="104"/>
                      <a:pt x="76" y="102"/>
                    </a:cubicBezTo>
                    <a:cubicBezTo>
                      <a:pt x="82" y="99"/>
                      <a:pt x="87" y="99"/>
                      <a:pt x="91" y="104"/>
                    </a:cubicBezTo>
                    <a:cubicBezTo>
                      <a:pt x="101" y="105"/>
                      <a:pt x="101" y="105"/>
                      <a:pt x="101" y="105"/>
                    </a:cubicBezTo>
                    <a:cubicBezTo>
                      <a:pt x="107" y="101"/>
                      <a:pt x="107" y="101"/>
                      <a:pt x="107" y="101"/>
                    </a:cubicBezTo>
                    <a:cubicBezTo>
                      <a:pt x="99" y="84"/>
                      <a:pt x="99" y="84"/>
                      <a:pt x="99" y="84"/>
                    </a:cubicBezTo>
                    <a:cubicBezTo>
                      <a:pt x="102" y="64"/>
                      <a:pt x="102" y="64"/>
                      <a:pt x="102" y="64"/>
                    </a:cubicBezTo>
                    <a:cubicBezTo>
                      <a:pt x="102" y="55"/>
                      <a:pt x="102" y="55"/>
                      <a:pt x="102" y="55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10" y="30"/>
                      <a:pt x="110" y="30"/>
                      <a:pt x="110" y="30"/>
                    </a:cubicBezTo>
                    <a:cubicBezTo>
                      <a:pt x="95" y="21"/>
                      <a:pt x="95" y="21"/>
                      <a:pt x="95" y="21"/>
                    </a:cubicBezTo>
                    <a:lnTo>
                      <a:pt x="91" y="20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311" name="Google Shape;311;p11"/>
            <p:cNvSpPr/>
            <p:nvPr/>
          </p:nvSpPr>
          <p:spPr>
            <a:xfrm>
              <a:off x="4683125" y="1725614"/>
              <a:ext cx="219075" cy="458787"/>
            </a:xfrm>
            <a:custGeom>
              <a:rect b="b" l="l" r="r" t="t"/>
              <a:pathLst>
                <a:path extrusionOk="0" h="171" w="82">
                  <a:moveTo>
                    <a:pt x="68" y="20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50" y="3"/>
                    <a:pt x="44" y="6"/>
                    <a:pt x="34" y="11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5" y="24"/>
                    <a:pt x="22" y="24"/>
                    <a:pt x="19" y="24"/>
                  </a:cubicBezTo>
                  <a:cubicBezTo>
                    <a:pt x="16" y="24"/>
                    <a:pt x="14" y="24"/>
                    <a:pt x="11" y="25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25" y="83"/>
                    <a:pt x="25" y="83"/>
                    <a:pt x="25" y="83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28" y="103"/>
                    <a:pt x="28" y="103"/>
                    <a:pt x="28" y="103"/>
                  </a:cubicBezTo>
                  <a:cubicBezTo>
                    <a:pt x="19" y="113"/>
                    <a:pt x="9" y="123"/>
                    <a:pt x="0" y="133"/>
                  </a:cubicBezTo>
                  <a:cubicBezTo>
                    <a:pt x="1" y="142"/>
                    <a:pt x="2" y="151"/>
                    <a:pt x="2" y="160"/>
                  </a:cubicBezTo>
                  <a:cubicBezTo>
                    <a:pt x="6" y="164"/>
                    <a:pt x="6" y="164"/>
                    <a:pt x="6" y="164"/>
                  </a:cubicBezTo>
                  <a:cubicBezTo>
                    <a:pt x="9" y="164"/>
                    <a:pt x="9" y="164"/>
                    <a:pt x="9" y="164"/>
                  </a:cubicBezTo>
                  <a:cubicBezTo>
                    <a:pt x="15" y="171"/>
                    <a:pt x="15" y="171"/>
                    <a:pt x="15" y="171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7" y="169"/>
                    <a:pt x="31" y="167"/>
                    <a:pt x="36" y="166"/>
                  </a:cubicBezTo>
                  <a:cubicBezTo>
                    <a:pt x="38" y="165"/>
                    <a:pt x="39" y="165"/>
                    <a:pt x="42" y="165"/>
                  </a:cubicBezTo>
                  <a:cubicBezTo>
                    <a:pt x="45" y="163"/>
                    <a:pt x="48" y="161"/>
                    <a:pt x="51" y="159"/>
                  </a:cubicBezTo>
                  <a:cubicBezTo>
                    <a:pt x="53" y="158"/>
                    <a:pt x="54" y="157"/>
                    <a:pt x="55" y="156"/>
                  </a:cubicBezTo>
                  <a:cubicBezTo>
                    <a:pt x="56" y="151"/>
                    <a:pt x="56" y="151"/>
                    <a:pt x="56" y="151"/>
                  </a:cubicBezTo>
                  <a:cubicBezTo>
                    <a:pt x="82" y="127"/>
                    <a:pt x="82" y="127"/>
                    <a:pt x="82" y="127"/>
                  </a:cubicBezTo>
                  <a:cubicBezTo>
                    <a:pt x="80" y="118"/>
                    <a:pt x="80" y="118"/>
                    <a:pt x="80" y="118"/>
                  </a:cubicBezTo>
                  <a:cubicBezTo>
                    <a:pt x="72" y="113"/>
                    <a:pt x="72" y="113"/>
                    <a:pt x="72" y="113"/>
                  </a:cubicBezTo>
                  <a:cubicBezTo>
                    <a:pt x="61" y="87"/>
                    <a:pt x="61" y="87"/>
                    <a:pt x="61" y="87"/>
                  </a:cubicBezTo>
                  <a:cubicBezTo>
                    <a:pt x="69" y="75"/>
                    <a:pt x="69" y="75"/>
                    <a:pt x="69" y="75"/>
                  </a:cubicBezTo>
                  <a:cubicBezTo>
                    <a:pt x="59" y="52"/>
                    <a:pt x="59" y="52"/>
                    <a:pt x="59" y="52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64" y="29"/>
                    <a:pt x="64" y="29"/>
                    <a:pt x="64" y="29"/>
                  </a:cubicBezTo>
                  <a:lnTo>
                    <a:pt x="68" y="2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12" name="Google Shape;312;p11"/>
            <p:cNvSpPr/>
            <p:nvPr/>
          </p:nvSpPr>
          <p:spPr>
            <a:xfrm>
              <a:off x="4695825" y="2203451"/>
              <a:ext cx="22225" cy="19050"/>
            </a:xfrm>
            <a:custGeom>
              <a:rect b="b" l="l" r="r" t="t"/>
              <a:pathLst>
                <a:path extrusionOk="0" h="12" w="14">
                  <a:moveTo>
                    <a:pt x="5" y="12"/>
                  </a:moveTo>
                  <a:lnTo>
                    <a:pt x="0" y="3"/>
                  </a:lnTo>
                  <a:lnTo>
                    <a:pt x="14" y="0"/>
                  </a:lnTo>
                  <a:lnTo>
                    <a:pt x="14" y="3"/>
                  </a:lnTo>
                  <a:lnTo>
                    <a:pt x="5" y="12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313" name="Google Shape;313;p11"/>
            <p:cNvGrpSpPr/>
            <p:nvPr/>
          </p:nvGrpSpPr>
          <p:grpSpPr>
            <a:xfrm>
              <a:off x="4683125" y="2200276"/>
              <a:ext cx="149224" cy="100012"/>
              <a:chOff x="4683125" y="2200275"/>
              <a:chExt cx="149224" cy="100012"/>
            </a:xfrm>
          </p:grpSpPr>
          <p:sp>
            <p:nvSpPr>
              <p:cNvPr id="314" name="Google Shape;314;p11"/>
              <p:cNvSpPr/>
              <p:nvPr/>
            </p:nvSpPr>
            <p:spPr>
              <a:xfrm>
                <a:off x="4683125" y="2230438"/>
                <a:ext cx="28575" cy="28575"/>
              </a:xfrm>
              <a:custGeom>
                <a:rect b="b" l="l" r="r" t="t"/>
                <a:pathLst>
                  <a:path extrusionOk="0" h="18" w="18">
                    <a:moveTo>
                      <a:pt x="3" y="18"/>
                    </a:moveTo>
                    <a:lnTo>
                      <a:pt x="0" y="5"/>
                    </a:lnTo>
                    <a:lnTo>
                      <a:pt x="13" y="0"/>
                    </a:lnTo>
                    <a:lnTo>
                      <a:pt x="18" y="5"/>
                    </a:lnTo>
                    <a:lnTo>
                      <a:pt x="3" y="18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15" name="Google Shape;315;p11"/>
              <p:cNvSpPr/>
              <p:nvPr/>
            </p:nvSpPr>
            <p:spPr>
              <a:xfrm>
                <a:off x="4725987" y="2200275"/>
                <a:ext cx="106362" cy="100012"/>
              </a:xfrm>
              <a:custGeom>
                <a:rect b="b" l="l" r="r" t="t"/>
                <a:pathLst>
                  <a:path extrusionOk="0" h="37" w="40">
                    <a:moveTo>
                      <a:pt x="36" y="0"/>
                    </a:moveTo>
                    <a:cubicBezTo>
                      <a:pt x="36" y="3"/>
                      <a:pt x="36" y="3"/>
                      <a:pt x="36" y="3"/>
                    </a:cubicBezTo>
                    <a:cubicBezTo>
                      <a:pt x="28" y="2"/>
                      <a:pt x="21" y="1"/>
                      <a:pt x="13" y="1"/>
                    </a:cubicBezTo>
                    <a:cubicBezTo>
                      <a:pt x="9" y="1"/>
                      <a:pt x="6" y="1"/>
                      <a:pt x="2" y="2"/>
                    </a:cubicBezTo>
                    <a:cubicBezTo>
                      <a:pt x="1" y="5"/>
                      <a:pt x="0" y="8"/>
                      <a:pt x="0" y="11"/>
                    </a:cubicBezTo>
                    <a:cubicBezTo>
                      <a:pt x="0" y="13"/>
                      <a:pt x="0" y="15"/>
                      <a:pt x="1" y="17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18" y="26"/>
                      <a:pt x="28" y="31"/>
                      <a:pt x="37" y="37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8" y="2"/>
                      <a:pt x="38" y="2"/>
                      <a:pt x="38" y="2"/>
                    </a:cubicBez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316" name="Google Shape;316;p11"/>
            <p:cNvSpPr/>
            <p:nvPr/>
          </p:nvSpPr>
          <p:spPr>
            <a:xfrm>
              <a:off x="4217986" y="2895601"/>
              <a:ext cx="31750" cy="31750"/>
            </a:xfrm>
            <a:custGeom>
              <a:rect b="b" l="l" r="r" t="t"/>
              <a:pathLst>
                <a:path extrusionOk="0" h="20" w="20">
                  <a:moveTo>
                    <a:pt x="10" y="20"/>
                  </a:moveTo>
                  <a:lnTo>
                    <a:pt x="10" y="14"/>
                  </a:lnTo>
                  <a:lnTo>
                    <a:pt x="0" y="15"/>
                  </a:lnTo>
                  <a:lnTo>
                    <a:pt x="2" y="9"/>
                  </a:lnTo>
                  <a:lnTo>
                    <a:pt x="15" y="0"/>
                  </a:lnTo>
                  <a:lnTo>
                    <a:pt x="20" y="10"/>
                  </a:lnTo>
                  <a:lnTo>
                    <a:pt x="15" y="19"/>
                  </a:lnTo>
                  <a:lnTo>
                    <a:pt x="10" y="2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17" name="Google Shape;317;p11"/>
            <p:cNvSpPr/>
            <p:nvPr/>
          </p:nvSpPr>
          <p:spPr>
            <a:xfrm>
              <a:off x="3952875" y="2752726"/>
              <a:ext cx="300037" cy="252412"/>
            </a:xfrm>
            <a:custGeom>
              <a:rect b="b" l="l" r="r" t="t"/>
              <a:pathLst>
                <a:path extrusionOk="0" h="94" w="112">
                  <a:moveTo>
                    <a:pt x="112" y="2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90" y="16"/>
                    <a:pt x="90" y="16"/>
                    <a:pt x="90" y="16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3" y="5"/>
                    <a:pt x="19" y="3"/>
                    <a:pt x="16" y="0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9" y="50"/>
                    <a:pt x="19" y="50"/>
                    <a:pt x="19" y="50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21" y="82"/>
                    <a:pt x="21" y="82"/>
                    <a:pt x="21" y="82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30" y="93"/>
                    <a:pt x="30" y="93"/>
                    <a:pt x="30" y="93"/>
                  </a:cubicBezTo>
                  <a:cubicBezTo>
                    <a:pt x="34" y="94"/>
                    <a:pt x="34" y="94"/>
                    <a:pt x="34" y="94"/>
                  </a:cubicBezTo>
                  <a:cubicBezTo>
                    <a:pt x="34" y="90"/>
                    <a:pt x="36" y="88"/>
                    <a:pt x="39" y="87"/>
                  </a:cubicBezTo>
                  <a:cubicBezTo>
                    <a:pt x="42" y="87"/>
                    <a:pt x="48" y="87"/>
                    <a:pt x="56" y="88"/>
                  </a:cubicBezTo>
                  <a:cubicBezTo>
                    <a:pt x="62" y="80"/>
                    <a:pt x="62" y="80"/>
                    <a:pt x="62" y="80"/>
                  </a:cubicBezTo>
                  <a:cubicBezTo>
                    <a:pt x="64" y="76"/>
                    <a:pt x="68" y="74"/>
                    <a:pt x="75" y="75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8" y="66"/>
                    <a:pt x="78" y="66"/>
                    <a:pt x="78" y="66"/>
                  </a:cubicBezTo>
                  <a:cubicBezTo>
                    <a:pt x="83" y="61"/>
                    <a:pt x="83" y="61"/>
                    <a:pt x="83" y="61"/>
                  </a:cubicBezTo>
                  <a:cubicBezTo>
                    <a:pt x="83" y="58"/>
                    <a:pt x="83" y="58"/>
                    <a:pt x="83" y="58"/>
                  </a:cubicBezTo>
                  <a:cubicBezTo>
                    <a:pt x="81" y="57"/>
                    <a:pt x="81" y="57"/>
                    <a:pt x="81" y="57"/>
                  </a:cubicBezTo>
                  <a:cubicBezTo>
                    <a:pt x="83" y="49"/>
                    <a:pt x="83" y="49"/>
                    <a:pt x="83" y="49"/>
                  </a:cubicBezTo>
                  <a:cubicBezTo>
                    <a:pt x="94" y="37"/>
                    <a:pt x="94" y="37"/>
                    <a:pt x="94" y="37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11" y="31"/>
                    <a:pt x="111" y="31"/>
                    <a:pt x="111" y="31"/>
                  </a:cubicBezTo>
                  <a:cubicBezTo>
                    <a:pt x="112" y="26"/>
                    <a:pt x="112" y="26"/>
                    <a:pt x="112" y="26"/>
                  </a:cubicBezTo>
                  <a:lnTo>
                    <a:pt x="112" y="2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18" name="Google Shape;318;p11"/>
            <p:cNvSpPr/>
            <p:nvPr/>
          </p:nvSpPr>
          <p:spPr>
            <a:xfrm>
              <a:off x="2416175" y="1265239"/>
              <a:ext cx="1154112" cy="957262"/>
            </a:xfrm>
            <a:custGeom>
              <a:rect b="b" l="l" r="r" t="t"/>
              <a:pathLst>
                <a:path extrusionOk="0" h="356" w="430">
                  <a:moveTo>
                    <a:pt x="411" y="178"/>
                  </a:moveTo>
                  <a:cubicBezTo>
                    <a:pt x="392" y="160"/>
                    <a:pt x="392" y="160"/>
                    <a:pt x="392" y="160"/>
                  </a:cubicBezTo>
                  <a:cubicBezTo>
                    <a:pt x="404" y="163"/>
                    <a:pt x="415" y="167"/>
                    <a:pt x="426" y="171"/>
                  </a:cubicBezTo>
                  <a:cubicBezTo>
                    <a:pt x="421" y="160"/>
                    <a:pt x="421" y="160"/>
                    <a:pt x="421" y="160"/>
                  </a:cubicBezTo>
                  <a:cubicBezTo>
                    <a:pt x="397" y="150"/>
                    <a:pt x="397" y="150"/>
                    <a:pt x="397" y="150"/>
                  </a:cubicBezTo>
                  <a:cubicBezTo>
                    <a:pt x="411" y="148"/>
                    <a:pt x="411" y="148"/>
                    <a:pt x="411" y="148"/>
                  </a:cubicBezTo>
                  <a:cubicBezTo>
                    <a:pt x="402" y="136"/>
                    <a:pt x="402" y="136"/>
                    <a:pt x="402" y="136"/>
                  </a:cubicBezTo>
                  <a:cubicBezTo>
                    <a:pt x="387" y="132"/>
                    <a:pt x="387" y="132"/>
                    <a:pt x="387" y="132"/>
                  </a:cubicBezTo>
                  <a:cubicBezTo>
                    <a:pt x="398" y="130"/>
                    <a:pt x="398" y="130"/>
                    <a:pt x="398" y="130"/>
                  </a:cubicBezTo>
                  <a:cubicBezTo>
                    <a:pt x="393" y="117"/>
                    <a:pt x="393" y="117"/>
                    <a:pt x="393" y="117"/>
                  </a:cubicBezTo>
                  <a:cubicBezTo>
                    <a:pt x="379" y="118"/>
                    <a:pt x="379" y="118"/>
                    <a:pt x="379" y="118"/>
                  </a:cubicBezTo>
                  <a:cubicBezTo>
                    <a:pt x="388" y="100"/>
                    <a:pt x="388" y="100"/>
                    <a:pt x="388" y="100"/>
                  </a:cubicBezTo>
                  <a:cubicBezTo>
                    <a:pt x="382" y="95"/>
                    <a:pt x="382" y="95"/>
                    <a:pt x="382" y="95"/>
                  </a:cubicBezTo>
                  <a:cubicBezTo>
                    <a:pt x="366" y="97"/>
                    <a:pt x="366" y="97"/>
                    <a:pt x="366" y="97"/>
                  </a:cubicBezTo>
                  <a:cubicBezTo>
                    <a:pt x="368" y="90"/>
                    <a:pt x="368" y="90"/>
                    <a:pt x="368" y="90"/>
                  </a:cubicBezTo>
                  <a:cubicBezTo>
                    <a:pt x="359" y="83"/>
                    <a:pt x="359" y="83"/>
                    <a:pt x="359" y="83"/>
                  </a:cubicBezTo>
                  <a:cubicBezTo>
                    <a:pt x="351" y="87"/>
                    <a:pt x="351" y="87"/>
                    <a:pt x="351" y="87"/>
                  </a:cubicBezTo>
                  <a:cubicBezTo>
                    <a:pt x="347" y="78"/>
                    <a:pt x="347" y="78"/>
                    <a:pt x="347" y="78"/>
                  </a:cubicBezTo>
                  <a:cubicBezTo>
                    <a:pt x="357" y="71"/>
                    <a:pt x="357" y="71"/>
                    <a:pt x="357" y="71"/>
                  </a:cubicBezTo>
                  <a:cubicBezTo>
                    <a:pt x="349" y="67"/>
                    <a:pt x="349" y="67"/>
                    <a:pt x="349" y="67"/>
                  </a:cubicBezTo>
                  <a:cubicBezTo>
                    <a:pt x="336" y="63"/>
                    <a:pt x="324" y="59"/>
                    <a:pt x="311" y="54"/>
                  </a:cubicBezTo>
                  <a:cubicBezTo>
                    <a:pt x="301" y="49"/>
                    <a:pt x="292" y="45"/>
                    <a:pt x="283" y="39"/>
                  </a:cubicBezTo>
                  <a:cubicBezTo>
                    <a:pt x="272" y="41"/>
                    <a:pt x="272" y="41"/>
                    <a:pt x="272" y="41"/>
                  </a:cubicBezTo>
                  <a:cubicBezTo>
                    <a:pt x="272" y="35"/>
                    <a:pt x="272" y="35"/>
                    <a:pt x="272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1" y="35"/>
                    <a:pt x="261" y="35"/>
                    <a:pt x="261" y="35"/>
                  </a:cubicBezTo>
                  <a:cubicBezTo>
                    <a:pt x="258" y="25"/>
                    <a:pt x="258" y="25"/>
                    <a:pt x="258" y="25"/>
                  </a:cubicBezTo>
                  <a:cubicBezTo>
                    <a:pt x="244" y="13"/>
                    <a:pt x="244" y="13"/>
                    <a:pt x="244" y="13"/>
                  </a:cubicBezTo>
                  <a:cubicBezTo>
                    <a:pt x="232" y="15"/>
                    <a:pt x="232" y="15"/>
                    <a:pt x="232" y="15"/>
                  </a:cubicBezTo>
                  <a:cubicBezTo>
                    <a:pt x="231" y="19"/>
                    <a:pt x="230" y="23"/>
                    <a:pt x="230" y="26"/>
                  </a:cubicBezTo>
                  <a:cubicBezTo>
                    <a:pt x="229" y="30"/>
                    <a:pt x="229" y="34"/>
                    <a:pt x="230" y="38"/>
                  </a:cubicBezTo>
                  <a:cubicBezTo>
                    <a:pt x="226" y="35"/>
                    <a:pt x="223" y="32"/>
                    <a:pt x="220" y="27"/>
                  </a:cubicBezTo>
                  <a:cubicBezTo>
                    <a:pt x="218" y="25"/>
                    <a:pt x="217" y="22"/>
                    <a:pt x="215" y="19"/>
                  </a:cubicBezTo>
                  <a:cubicBezTo>
                    <a:pt x="208" y="17"/>
                    <a:pt x="208" y="17"/>
                    <a:pt x="208" y="17"/>
                  </a:cubicBezTo>
                  <a:cubicBezTo>
                    <a:pt x="187" y="27"/>
                    <a:pt x="187" y="27"/>
                    <a:pt x="187" y="27"/>
                  </a:cubicBezTo>
                  <a:cubicBezTo>
                    <a:pt x="186" y="23"/>
                    <a:pt x="186" y="23"/>
                    <a:pt x="186" y="23"/>
                  </a:cubicBezTo>
                  <a:cubicBezTo>
                    <a:pt x="197" y="13"/>
                    <a:pt x="197" y="13"/>
                    <a:pt x="197" y="13"/>
                  </a:cubicBezTo>
                  <a:cubicBezTo>
                    <a:pt x="189" y="2"/>
                    <a:pt x="189" y="2"/>
                    <a:pt x="189" y="2"/>
                  </a:cubicBezTo>
                  <a:cubicBezTo>
                    <a:pt x="173" y="3"/>
                    <a:pt x="158" y="3"/>
                    <a:pt x="142" y="4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27" y="4"/>
                    <a:pt x="110" y="8"/>
                    <a:pt x="94" y="12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102" y="22"/>
                    <a:pt x="102" y="22"/>
                    <a:pt x="102" y="22"/>
                  </a:cubicBezTo>
                  <a:cubicBezTo>
                    <a:pt x="97" y="27"/>
                    <a:pt x="97" y="27"/>
                    <a:pt x="97" y="27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08" y="37"/>
                    <a:pt x="105" y="37"/>
                    <a:pt x="102" y="36"/>
                  </a:cubicBezTo>
                  <a:cubicBezTo>
                    <a:pt x="96" y="35"/>
                    <a:pt x="90" y="33"/>
                    <a:pt x="85" y="3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15" y="56"/>
                    <a:pt x="15" y="56"/>
                    <a:pt x="15" y="56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6" y="64"/>
                    <a:pt x="36" y="64"/>
                    <a:pt x="36" y="64"/>
                  </a:cubicBezTo>
                  <a:cubicBezTo>
                    <a:pt x="15" y="71"/>
                    <a:pt x="15" y="71"/>
                    <a:pt x="15" y="71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5" y="89"/>
                    <a:pt x="15" y="89"/>
                    <a:pt x="15" y="89"/>
                  </a:cubicBezTo>
                  <a:cubicBezTo>
                    <a:pt x="24" y="84"/>
                    <a:pt x="24" y="84"/>
                    <a:pt x="24" y="84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28" y="93"/>
                    <a:pt x="28" y="93"/>
                    <a:pt x="28" y="93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28" y="100"/>
                    <a:pt x="28" y="100"/>
                    <a:pt x="28" y="100"/>
                  </a:cubicBezTo>
                  <a:cubicBezTo>
                    <a:pt x="36" y="98"/>
                    <a:pt x="36" y="98"/>
                    <a:pt x="36" y="98"/>
                  </a:cubicBezTo>
                  <a:cubicBezTo>
                    <a:pt x="38" y="103"/>
                    <a:pt x="38" y="103"/>
                    <a:pt x="38" y="103"/>
                  </a:cubicBezTo>
                  <a:cubicBezTo>
                    <a:pt x="54" y="107"/>
                    <a:pt x="54" y="107"/>
                    <a:pt x="54" y="107"/>
                  </a:cubicBezTo>
                  <a:cubicBezTo>
                    <a:pt x="53" y="101"/>
                    <a:pt x="53" y="101"/>
                    <a:pt x="53" y="101"/>
                  </a:cubicBezTo>
                  <a:cubicBezTo>
                    <a:pt x="90" y="99"/>
                    <a:pt x="90" y="99"/>
                    <a:pt x="90" y="99"/>
                  </a:cubicBezTo>
                  <a:cubicBezTo>
                    <a:pt x="108" y="111"/>
                    <a:pt x="108" y="111"/>
                    <a:pt x="108" y="111"/>
                  </a:cubicBezTo>
                  <a:cubicBezTo>
                    <a:pt x="113" y="111"/>
                    <a:pt x="113" y="111"/>
                    <a:pt x="113" y="111"/>
                  </a:cubicBezTo>
                  <a:cubicBezTo>
                    <a:pt x="122" y="127"/>
                    <a:pt x="122" y="127"/>
                    <a:pt x="122" y="127"/>
                  </a:cubicBezTo>
                  <a:cubicBezTo>
                    <a:pt x="131" y="129"/>
                    <a:pt x="131" y="129"/>
                    <a:pt x="131" y="129"/>
                  </a:cubicBezTo>
                  <a:cubicBezTo>
                    <a:pt x="133" y="136"/>
                    <a:pt x="133" y="136"/>
                    <a:pt x="133" y="136"/>
                  </a:cubicBezTo>
                  <a:cubicBezTo>
                    <a:pt x="144" y="143"/>
                    <a:pt x="144" y="143"/>
                    <a:pt x="144" y="143"/>
                  </a:cubicBezTo>
                  <a:cubicBezTo>
                    <a:pt x="144" y="152"/>
                    <a:pt x="144" y="152"/>
                    <a:pt x="144" y="152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61" y="159"/>
                    <a:pt x="161" y="159"/>
                    <a:pt x="161" y="159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9" y="157"/>
                    <a:pt x="169" y="157"/>
                    <a:pt x="169" y="157"/>
                  </a:cubicBezTo>
                  <a:cubicBezTo>
                    <a:pt x="182" y="159"/>
                    <a:pt x="182" y="159"/>
                    <a:pt x="182" y="159"/>
                  </a:cubicBezTo>
                  <a:cubicBezTo>
                    <a:pt x="197" y="174"/>
                    <a:pt x="197" y="174"/>
                    <a:pt x="197" y="174"/>
                  </a:cubicBezTo>
                  <a:cubicBezTo>
                    <a:pt x="188" y="172"/>
                    <a:pt x="179" y="170"/>
                    <a:pt x="169" y="168"/>
                  </a:cubicBezTo>
                  <a:cubicBezTo>
                    <a:pt x="170" y="175"/>
                    <a:pt x="170" y="175"/>
                    <a:pt x="170" y="175"/>
                  </a:cubicBezTo>
                  <a:cubicBezTo>
                    <a:pt x="200" y="192"/>
                    <a:pt x="200" y="192"/>
                    <a:pt x="200" y="192"/>
                  </a:cubicBezTo>
                  <a:cubicBezTo>
                    <a:pt x="202" y="211"/>
                    <a:pt x="202" y="211"/>
                    <a:pt x="202" y="211"/>
                  </a:cubicBezTo>
                  <a:cubicBezTo>
                    <a:pt x="188" y="217"/>
                    <a:pt x="188" y="217"/>
                    <a:pt x="188" y="217"/>
                  </a:cubicBezTo>
                  <a:cubicBezTo>
                    <a:pt x="191" y="234"/>
                    <a:pt x="194" y="252"/>
                    <a:pt x="197" y="269"/>
                  </a:cubicBezTo>
                  <a:cubicBezTo>
                    <a:pt x="209" y="276"/>
                    <a:pt x="209" y="276"/>
                    <a:pt x="209" y="276"/>
                  </a:cubicBezTo>
                  <a:cubicBezTo>
                    <a:pt x="206" y="284"/>
                    <a:pt x="206" y="284"/>
                    <a:pt x="206" y="284"/>
                  </a:cubicBezTo>
                  <a:cubicBezTo>
                    <a:pt x="224" y="318"/>
                    <a:pt x="224" y="318"/>
                    <a:pt x="224" y="318"/>
                  </a:cubicBezTo>
                  <a:cubicBezTo>
                    <a:pt x="232" y="320"/>
                    <a:pt x="232" y="320"/>
                    <a:pt x="232" y="320"/>
                  </a:cubicBezTo>
                  <a:cubicBezTo>
                    <a:pt x="233" y="329"/>
                    <a:pt x="233" y="329"/>
                    <a:pt x="233" y="329"/>
                  </a:cubicBezTo>
                  <a:cubicBezTo>
                    <a:pt x="265" y="350"/>
                    <a:pt x="265" y="350"/>
                    <a:pt x="265" y="350"/>
                  </a:cubicBezTo>
                  <a:cubicBezTo>
                    <a:pt x="281" y="356"/>
                    <a:pt x="281" y="356"/>
                    <a:pt x="281" y="356"/>
                  </a:cubicBezTo>
                  <a:cubicBezTo>
                    <a:pt x="285" y="342"/>
                    <a:pt x="285" y="342"/>
                    <a:pt x="285" y="342"/>
                  </a:cubicBezTo>
                  <a:cubicBezTo>
                    <a:pt x="281" y="336"/>
                    <a:pt x="281" y="336"/>
                    <a:pt x="281" y="336"/>
                  </a:cubicBezTo>
                  <a:cubicBezTo>
                    <a:pt x="288" y="323"/>
                    <a:pt x="288" y="323"/>
                    <a:pt x="288" y="323"/>
                  </a:cubicBezTo>
                  <a:cubicBezTo>
                    <a:pt x="287" y="303"/>
                    <a:pt x="287" y="303"/>
                    <a:pt x="287" y="303"/>
                  </a:cubicBezTo>
                  <a:cubicBezTo>
                    <a:pt x="293" y="293"/>
                    <a:pt x="298" y="284"/>
                    <a:pt x="304" y="274"/>
                  </a:cubicBezTo>
                  <a:cubicBezTo>
                    <a:pt x="309" y="271"/>
                    <a:pt x="314" y="267"/>
                    <a:pt x="319" y="263"/>
                  </a:cubicBezTo>
                  <a:cubicBezTo>
                    <a:pt x="321" y="262"/>
                    <a:pt x="323" y="260"/>
                    <a:pt x="325" y="257"/>
                  </a:cubicBezTo>
                  <a:cubicBezTo>
                    <a:pt x="327" y="263"/>
                    <a:pt x="327" y="263"/>
                    <a:pt x="327" y="263"/>
                  </a:cubicBezTo>
                  <a:cubicBezTo>
                    <a:pt x="353" y="244"/>
                    <a:pt x="353" y="244"/>
                    <a:pt x="353" y="244"/>
                  </a:cubicBezTo>
                  <a:cubicBezTo>
                    <a:pt x="357" y="231"/>
                    <a:pt x="357" y="231"/>
                    <a:pt x="357" y="231"/>
                  </a:cubicBezTo>
                  <a:cubicBezTo>
                    <a:pt x="363" y="225"/>
                    <a:pt x="363" y="225"/>
                    <a:pt x="363" y="225"/>
                  </a:cubicBezTo>
                  <a:cubicBezTo>
                    <a:pt x="362" y="215"/>
                    <a:pt x="362" y="215"/>
                    <a:pt x="362" y="215"/>
                  </a:cubicBezTo>
                  <a:cubicBezTo>
                    <a:pt x="384" y="214"/>
                    <a:pt x="384" y="214"/>
                    <a:pt x="384" y="214"/>
                  </a:cubicBezTo>
                  <a:cubicBezTo>
                    <a:pt x="422" y="192"/>
                    <a:pt x="422" y="192"/>
                    <a:pt x="422" y="192"/>
                  </a:cubicBezTo>
                  <a:cubicBezTo>
                    <a:pt x="430" y="181"/>
                    <a:pt x="430" y="181"/>
                    <a:pt x="430" y="181"/>
                  </a:cubicBezTo>
                  <a:lnTo>
                    <a:pt x="411" y="178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19" name="Google Shape;319;p11"/>
            <p:cNvSpPr/>
            <p:nvPr/>
          </p:nvSpPr>
          <p:spPr>
            <a:xfrm>
              <a:off x="4357687" y="2265364"/>
              <a:ext cx="61912" cy="120650"/>
            </a:xfrm>
            <a:custGeom>
              <a:rect b="b" l="l" r="r" t="t"/>
              <a:pathLst>
                <a:path extrusionOk="0" h="45" w="23">
                  <a:moveTo>
                    <a:pt x="12" y="45"/>
                  </a:moveTo>
                  <a:cubicBezTo>
                    <a:pt x="4" y="45"/>
                    <a:pt x="4" y="45"/>
                    <a:pt x="4" y="45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34"/>
                    <a:pt x="0" y="23"/>
                    <a:pt x="0" y="12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9"/>
                    <a:pt x="15" y="32"/>
                    <a:pt x="14" y="34"/>
                  </a:cubicBezTo>
                  <a:cubicBezTo>
                    <a:pt x="14" y="37"/>
                    <a:pt x="12" y="39"/>
                    <a:pt x="11" y="42"/>
                  </a:cubicBezTo>
                  <a:cubicBezTo>
                    <a:pt x="12" y="45"/>
                    <a:pt x="12" y="45"/>
                    <a:pt x="12" y="45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20" name="Google Shape;320;p11"/>
            <p:cNvSpPr/>
            <p:nvPr/>
          </p:nvSpPr>
          <p:spPr>
            <a:xfrm>
              <a:off x="4430712" y="2343150"/>
              <a:ext cx="28575" cy="39687"/>
            </a:xfrm>
            <a:custGeom>
              <a:rect b="b" l="l" r="r" t="t"/>
              <a:pathLst>
                <a:path extrusionOk="0" h="15" w="11">
                  <a:moveTo>
                    <a:pt x="3" y="2"/>
                  </a:moveTo>
                  <a:cubicBezTo>
                    <a:pt x="6" y="4"/>
                    <a:pt x="6" y="4"/>
                    <a:pt x="6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" y="9"/>
                    <a:pt x="1" y="7"/>
                    <a:pt x="2" y="4"/>
                  </a:cubicBezTo>
                  <a:cubicBezTo>
                    <a:pt x="2" y="3"/>
                    <a:pt x="2" y="3"/>
                    <a:pt x="3" y="2"/>
                  </a:cubicBezTo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321" name="Google Shape;321;p11"/>
            <p:cNvGrpSpPr/>
            <p:nvPr/>
          </p:nvGrpSpPr>
          <p:grpSpPr>
            <a:xfrm>
              <a:off x="4357687" y="2265364"/>
              <a:ext cx="101600" cy="120650"/>
              <a:chOff x="4357687" y="2265363"/>
              <a:chExt cx="101600" cy="120650"/>
            </a:xfrm>
          </p:grpSpPr>
          <p:sp>
            <p:nvSpPr>
              <p:cNvPr id="322" name="Google Shape;322;p11"/>
              <p:cNvSpPr/>
              <p:nvPr/>
            </p:nvSpPr>
            <p:spPr>
              <a:xfrm>
                <a:off x="4357687" y="2265363"/>
                <a:ext cx="61912" cy="120650"/>
              </a:xfrm>
              <a:custGeom>
                <a:rect b="b" l="l" r="r" t="t"/>
                <a:pathLst>
                  <a:path extrusionOk="0" h="45" w="23">
                    <a:moveTo>
                      <a:pt x="12" y="45"/>
                    </a:moveTo>
                    <a:cubicBezTo>
                      <a:pt x="4" y="45"/>
                      <a:pt x="4" y="45"/>
                      <a:pt x="4" y="45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34"/>
                      <a:pt x="0" y="23"/>
                      <a:pt x="0" y="12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1" y="26"/>
                      <a:pt x="21" y="26"/>
                      <a:pt x="21" y="26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29"/>
                      <a:pt x="15" y="32"/>
                      <a:pt x="14" y="34"/>
                    </a:cubicBezTo>
                    <a:cubicBezTo>
                      <a:pt x="14" y="37"/>
                      <a:pt x="12" y="39"/>
                      <a:pt x="11" y="42"/>
                    </a:cubicBezTo>
                    <a:cubicBezTo>
                      <a:pt x="12" y="45"/>
                      <a:pt x="12" y="45"/>
                      <a:pt x="12" y="45"/>
                    </a:cubicBezTo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23" name="Google Shape;323;p11"/>
              <p:cNvSpPr/>
              <p:nvPr/>
            </p:nvSpPr>
            <p:spPr>
              <a:xfrm>
                <a:off x="4403725" y="2351088"/>
                <a:ext cx="20637" cy="31750"/>
              </a:xfrm>
              <a:custGeom>
                <a:rect b="b" l="l" r="r" t="t"/>
                <a:pathLst>
                  <a:path extrusionOk="0" h="20" w="13">
                    <a:moveTo>
                      <a:pt x="8" y="0"/>
                    </a:moveTo>
                    <a:lnTo>
                      <a:pt x="13" y="7"/>
                    </a:lnTo>
                    <a:lnTo>
                      <a:pt x="13" y="13"/>
                    </a:lnTo>
                    <a:lnTo>
                      <a:pt x="3" y="20"/>
                    </a:lnTo>
                    <a:lnTo>
                      <a:pt x="0" y="7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24" name="Google Shape;324;p11"/>
              <p:cNvSpPr/>
              <p:nvPr/>
            </p:nvSpPr>
            <p:spPr>
              <a:xfrm>
                <a:off x="4430712" y="2343150"/>
                <a:ext cx="28575" cy="39687"/>
              </a:xfrm>
              <a:custGeom>
                <a:rect b="b" l="l" r="r" t="t"/>
                <a:pathLst>
                  <a:path extrusionOk="0" h="15" w="11">
                    <a:moveTo>
                      <a:pt x="3" y="2"/>
                    </a:moveTo>
                    <a:cubicBezTo>
                      <a:pt x="6" y="4"/>
                      <a:pt x="6" y="4"/>
                      <a:pt x="6" y="4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1" y="9"/>
                      <a:pt x="1" y="7"/>
                      <a:pt x="2" y="4"/>
                    </a:cubicBezTo>
                    <a:cubicBezTo>
                      <a:pt x="2" y="3"/>
                      <a:pt x="2" y="3"/>
                      <a:pt x="3" y="2"/>
                    </a:cubicBezTo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325" name="Google Shape;325;p11"/>
            <p:cNvSpPr/>
            <p:nvPr/>
          </p:nvSpPr>
          <p:spPr>
            <a:xfrm>
              <a:off x="4481512" y="2674939"/>
              <a:ext cx="125412" cy="112712"/>
            </a:xfrm>
            <a:custGeom>
              <a:rect b="b" l="l" r="r" t="t"/>
              <a:pathLst>
                <a:path extrusionOk="0" h="42" w="47">
                  <a:moveTo>
                    <a:pt x="0" y="8"/>
                  </a:moveTo>
                  <a:cubicBezTo>
                    <a:pt x="3" y="13"/>
                    <a:pt x="3" y="13"/>
                    <a:pt x="3" y="13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6" y="13"/>
                    <a:pt x="8" y="13"/>
                    <a:pt x="10" y="11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1" y="30"/>
                    <a:pt x="31" y="30"/>
                    <a:pt x="31" y="30"/>
                  </a:cubicBezTo>
                  <a:cubicBezTo>
                    <a:pt x="26" y="22"/>
                    <a:pt x="26" y="22"/>
                    <a:pt x="26" y="22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13"/>
                    <a:pt x="47" y="7"/>
                    <a:pt x="46" y="1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12" y="3"/>
                    <a:pt x="12" y="3"/>
                    <a:pt x="12" y="3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26" name="Google Shape;326;p11"/>
            <p:cNvSpPr/>
            <p:nvPr/>
          </p:nvSpPr>
          <p:spPr>
            <a:xfrm>
              <a:off x="4940300" y="3016251"/>
              <a:ext cx="47625" cy="33337"/>
            </a:xfrm>
            <a:custGeom>
              <a:rect b="b" l="l" r="r" t="t"/>
              <a:pathLst>
                <a:path extrusionOk="0" h="21" w="30">
                  <a:moveTo>
                    <a:pt x="22" y="19"/>
                  </a:moveTo>
                  <a:lnTo>
                    <a:pt x="3" y="21"/>
                  </a:lnTo>
                  <a:lnTo>
                    <a:pt x="0" y="14"/>
                  </a:lnTo>
                  <a:lnTo>
                    <a:pt x="8" y="10"/>
                  </a:lnTo>
                  <a:lnTo>
                    <a:pt x="12" y="5"/>
                  </a:lnTo>
                  <a:lnTo>
                    <a:pt x="27" y="0"/>
                  </a:lnTo>
                  <a:lnTo>
                    <a:pt x="30" y="2"/>
                  </a:lnTo>
                  <a:lnTo>
                    <a:pt x="19" y="10"/>
                  </a:lnTo>
                  <a:lnTo>
                    <a:pt x="22" y="19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27" name="Google Shape;327;p11"/>
            <p:cNvSpPr/>
            <p:nvPr/>
          </p:nvSpPr>
          <p:spPr>
            <a:xfrm>
              <a:off x="4683124" y="2735264"/>
              <a:ext cx="176212" cy="106362"/>
            </a:xfrm>
            <a:custGeom>
              <a:rect b="b" l="l" r="r" t="t"/>
              <a:pathLst>
                <a:path extrusionOk="0" h="40" w="66">
                  <a:moveTo>
                    <a:pt x="2" y="5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2"/>
                    <a:pt x="1" y="16"/>
                    <a:pt x="1" y="18"/>
                  </a:cubicBezTo>
                  <a:cubicBezTo>
                    <a:pt x="1" y="21"/>
                    <a:pt x="1" y="24"/>
                    <a:pt x="2" y="26"/>
                  </a:cubicBezTo>
                  <a:cubicBezTo>
                    <a:pt x="3" y="31"/>
                    <a:pt x="5" y="35"/>
                    <a:pt x="7" y="38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16" y="40"/>
                    <a:pt x="24" y="40"/>
                    <a:pt x="32" y="40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8" y="37"/>
                    <a:pt x="51" y="36"/>
                    <a:pt x="53" y="36"/>
                  </a:cubicBezTo>
                  <a:cubicBezTo>
                    <a:pt x="54" y="36"/>
                    <a:pt x="54" y="36"/>
                    <a:pt x="54" y="36"/>
                  </a:cubicBezTo>
                  <a:cubicBezTo>
                    <a:pt x="55" y="35"/>
                    <a:pt x="57" y="35"/>
                    <a:pt x="58" y="35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54" y="10"/>
                    <a:pt x="42" y="12"/>
                    <a:pt x="30" y="13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7" y="0"/>
                    <a:pt x="7" y="0"/>
                    <a:pt x="7" y="0"/>
                  </a:cubicBezTo>
                  <a:lnTo>
                    <a:pt x="2" y="5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28" name="Google Shape;328;p11"/>
            <p:cNvSpPr/>
            <p:nvPr/>
          </p:nvSpPr>
          <p:spPr>
            <a:xfrm>
              <a:off x="4551361" y="2724150"/>
              <a:ext cx="55562" cy="82550"/>
            </a:xfrm>
            <a:custGeom>
              <a:rect b="b" l="l" r="r" t="t"/>
              <a:pathLst>
                <a:path extrusionOk="0" h="31" w="21">
                  <a:moveTo>
                    <a:pt x="0" y="4"/>
                  </a:moveTo>
                  <a:cubicBezTo>
                    <a:pt x="1" y="7"/>
                    <a:pt x="3" y="9"/>
                    <a:pt x="5" y="12"/>
                  </a:cubicBezTo>
                  <a:cubicBezTo>
                    <a:pt x="7" y="14"/>
                    <a:pt x="9" y="17"/>
                    <a:pt x="11" y="20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8" y="26"/>
                    <a:pt x="19" y="21"/>
                    <a:pt x="20" y="16"/>
                  </a:cubicBezTo>
                  <a:cubicBezTo>
                    <a:pt x="21" y="12"/>
                    <a:pt x="21" y="7"/>
                    <a:pt x="21" y="1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29" name="Google Shape;329;p11"/>
            <p:cNvSpPr/>
            <p:nvPr/>
          </p:nvSpPr>
          <p:spPr>
            <a:xfrm>
              <a:off x="4225924" y="2490789"/>
              <a:ext cx="77787" cy="58737"/>
            </a:xfrm>
            <a:custGeom>
              <a:rect b="b" l="l" r="r" t="t"/>
              <a:pathLst>
                <a:path extrusionOk="0" h="22" w="29">
                  <a:moveTo>
                    <a:pt x="28" y="18"/>
                  </a:moveTo>
                  <a:cubicBezTo>
                    <a:pt x="29" y="13"/>
                    <a:pt x="29" y="13"/>
                    <a:pt x="29" y="13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3"/>
                    <a:pt x="4" y="5"/>
                    <a:pt x="0" y="7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21" y="22"/>
                    <a:pt x="21" y="22"/>
                    <a:pt x="21" y="22"/>
                  </a:cubicBezTo>
                  <a:lnTo>
                    <a:pt x="28" y="18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30" name="Google Shape;330;p11"/>
            <p:cNvSpPr/>
            <p:nvPr/>
          </p:nvSpPr>
          <p:spPr>
            <a:xfrm>
              <a:off x="4718049" y="2320926"/>
              <a:ext cx="198437" cy="182562"/>
            </a:xfrm>
            <a:custGeom>
              <a:rect b="b" l="l" r="r" t="t"/>
              <a:pathLst>
                <a:path extrusionOk="0" h="68" w="74">
                  <a:moveTo>
                    <a:pt x="0" y="6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3" y="60"/>
                    <a:pt x="19" y="66"/>
                    <a:pt x="29" y="67"/>
                  </a:cubicBezTo>
                  <a:cubicBezTo>
                    <a:pt x="39" y="68"/>
                    <a:pt x="49" y="65"/>
                    <a:pt x="59" y="65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4" y="35"/>
                    <a:pt x="74" y="35"/>
                    <a:pt x="74" y="35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7"/>
                    <a:pt x="4" y="47"/>
                    <a:pt x="4" y="47"/>
                  </a:cubicBezTo>
                  <a:lnTo>
                    <a:pt x="0" y="6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31" name="Google Shape;331;p11"/>
            <p:cNvSpPr/>
            <p:nvPr/>
          </p:nvSpPr>
          <p:spPr>
            <a:xfrm>
              <a:off x="4392611" y="2587625"/>
              <a:ext cx="171450" cy="69850"/>
            </a:xfrm>
            <a:custGeom>
              <a:rect b="b" l="l" r="r" t="t"/>
              <a:pathLst>
                <a:path extrusionOk="0" h="44" w="108">
                  <a:moveTo>
                    <a:pt x="66" y="3"/>
                  </a:moveTo>
                  <a:lnTo>
                    <a:pt x="59" y="0"/>
                  </a:lnTo>
                  <a:lnTo>
                    <a:pt x="35" y="10"/>
                  </a:lnTo>
                  <a:lnTo>
                    <a:pt x="41" y="23"/>
                  </a:lnTo>
                  <a:lnTo>
                    <a:pt x="0" y="23"/>
                  </a:lnTo>
                  <a:lnTo>
                    <a:pt x="5" y="42"/>
                  </a:lnTo>
                  <a:lnTo>
                    <a:pt x="32" y="33"/>
                  </a:lnTo>
                  <a:lnTo>
                    <a:pt x="61" y="44"/>
                  </a:lnTo>
                  <a:lnTo>
                    <a:pt x="93" y="39"/>
                  </a:lnTo>
                  <a:lnTo>
                    <a:pt x="101" y="20"/>
                  </a:lnTo>
                  <a:lnTo>
                    <a:pt x="108" y="18"/>
                  </a:lnTo>
                  <a:lnTo>
                    <a:pt x="106" y="3"/>
                  </a:lnTo>
                  <a:lnTo>
                    <a:pt x="76" y="0"/>
                  </a:lnTo>
                  <a:lnTo>
                    <a:pt x="66" y="3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32" name="Google Shape;332;p11"/>
            <p:cNvSpPr/>
            <p:nvPr/>
          </p:nvSpPr>
          <p:spPr>
            <a:xfrm>
              <a:off x="4186236" y="2797176"/>
              <a:ext cx="15875" cy="7937"/>
            </a:xfrm>
            <a:custGeom>
              <a:rect b="b" l="l" r="r" t="t"/>
              <a:pathLst>
                <a:path extrusionOk="0" h="5" w="10">
                  <a:moveTo>
                    <a:pt x="5" y="5"/>
                  </a:moveTo>
                  <a:lnTo>
                    <a:pt x="10" y="1"/>
                  </a:lnTo>
                  <a:lnTo>
                    <a:pt x="5" y="0"/>
                  </a:lnTo>
                  <a:lnTo>
                    <a:pt x="0" y="0"/>
                  </a:lnTo>
                  <a:lnTo>
                    <a:pt x="5" y="5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33" name="Google Shape;333;p11"/>
            <p:cNvSpPr/>
            <p:nvPr/>
          </p:nvSpPr>
          <p:spPr>
            <a:xfrm>
              <a:off x="4300536" y="2386014"/>
              <a:ext cx="200025" cy="241300"/>
            </a:xfrm>
            <a:custGeom>
              <a:rect b="b" l="l" r="r" t="t"/>
              <a:pathLst>
                <a:path extrusionOk="0" h="90" w="74">
                  <a:moveTo>
                    <a:pt x="25" y="0"/>
                  </a:moveTo>
                  <a:cubicBezTo>
                    <a:pt x="27" y="4"/>
                    <a:pt x="27" y="10"/>
                    <a:pt x="25" y="16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18" y="76"/>
                    <a:pt x="18" y="76"/>
                    <a:pt x="18" y="76"/>
                  </a:cubicBezTo>
                  <a:cubicBezTo>
                    <a:pt x="13" y="90"/>
                    <a:pt x="13" y="90"/>
                    <a:pt x="13" y="90"/>
                  </a:cubicBezTo>
                  <a:cubicBezTo>
                    <a:pt x="34" y="89"/>
                    <a:pt x="34" y="89"/>
                    <a:pt x="34" y="89"/>
                  </a:cubicBezTo>
                  <a:cubicBezTo>
                    <a:pt x="58" y="89"/>
                    <a:pt x="58" y="89"/>
                    <a:pt x="58" y="89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9" y="75"/>
                    <a:pt x="69" y="75"/>
                    <a:pt x="69" y="75"/>
                  </a:cubicBezTo>
                  <a:cubicBezTo>
                    <a:pt x="68" y="73"/>
                    <a:pt x="68" y="73"/>
                    <a:pt x="68" y="73"/>
                  </a:cubicBezTo>
                  <a:cubicBezTo>
                    <a:pt x="62" y="62"/>
                    <a:pt x="62" y="62"/>
                    <a:pt x="62" y="62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1" y="52"/>
                    <a:pt x="61" y="52"/>
                    <a:pt x="61" y="52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74" y="15"/>
                    <a:pt x="74" y="15"/>
                    <a:pt x="74" y="15"/>
                  </a:cubicBezTo>
                  <a:cubicBezTo>
                    <a:pt x="70" y="15"/>
                    <a:pt x="70" y="15"/>
                    <a:pt x="70" y="15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52" y="10"/>
                    <a:pt x="52" y="10"/>
                    <a:pt x="52" y="10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25" y="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34" name="Google Shape;334;p11"/>
            <p:cNvSpPr/>
            <p:nvPr/>
          </p:nvSpPr>
          <p:spPr>
            <a:xfrm>
              <a:off x="4602161" y="2678114"/>
              <a:ext cx="98425" cy="136525"/>
            </a:xfrm>
            <a:custGeom>
              <a:rect b="b" l="l" r="r" t="t"/>
              <a:pathLst>
                <a:path extrusionOk="0" h="51" w="37">
                  <a:moveTo>
                    <a:pt x="33" y="24"/>
                  </a:moveTo>
                  <a:cubicBezTo>
                    <a:pt x="37" y="21"/>
                    <a:pt x="37" y="21"/>
                    <a:pt x="37" y="21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6"/>
                    <a:pt x="2" y="12"/>
                    <a:pt x="2" y="18"/>
                  </a:cubicBezTo>
                  <a:cubicBezTo>
                    <a:pt x="2" y="24"/>
                    <a:pt x="2" y="29"/>
                    <a:pt x="1" y="33"/>
                  </a:cubicBezTo>
                  <a:cubicBezTo>
                    <a:pt x="1" y="35"/>
                    <a:pt x="1" y="36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21" y="50"/>
                    <a:pt x="21" y="50"/>
                    <a:pt x="21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1" y="41"/>
                    <a:pt x="30" y="36"/>
                    <a:pt x="30" y="30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30" y="27"/>
                    <a:pt x="30" y="27"/>
                    <a:pt x="30" y="27"/>
                  </a:cubicBezTo>
                  <a:lnTo>
                    <a:pt x="33" y="24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35" name="Google Shape;335;p11"/>
            <p:cNvSpPr/>
            <p:nvPr/>
          </p:nvSpPr>
          <p:spPr>
            <a:xfrm>
              <a:off x="4614862" y="2794001"/>
              <a:ext cx="42862" cy="104775"/>
            </a:xfrm>
            <a:custGeom>
              <a:rect b="b" l="l" r="r" t="t"/>
              <a:pathLst>
                <a:path extrusionOk="0" h="39" w="16"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2" y="13"/>
                    <a:pt x="5" y="14"/>
                    <a:pt x="8" y="15"/>
                  </a:cubicBezTo>
                  <a:cubicBezTo>
                    <a:pt x="9" y="16"/>
                    <a:pt x="9" y="18"/>
                    <a:pt x="9" y="19"/>
                  </a:cubicBezTo>
                  <a:cubicBezTo>
                    <a:pt x="8" y="24"/>
                    <a:pt x="7" y="30"/>
                    <a:pt x="6" y="36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11" y="35"/>
                    <a:pt x="13" y="31"/>
                    <a:pt x="15" y="27"/>
                  </a:cubicBezTo>
                  <a:cubicBezTo>
                    <a:pt x="16" y="25"/>
                    <a:pt x="16" y="24"/>
                    <a:pt x="16" y="22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6" y="0"/>
                    <a:pt x="6" y="0"/>
                    <a:pt x="6" y="0"/>
                  </a:cubicBezTo>
                  <a:lnTo>
                    <a:pt x="0" y="11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36" name="Google Shape;336;p11"/>
            <p:cNvSpPr/>
            <p:nvPr/>
          </p:nvSpPr>
          <p:spPr>
            <a:xfrm>
              <a:off x="4591050" y="2778126"/>
              <a:ext cx="39687" cy="44450"/>
            </a:xfrm>
            <a:custGeom>
              <a:rect b="b" l="l" r="r" t="t"/>
              <a:pathLst>
                <a:path extrusionOk="0" h="17" w="15">
                  <a:moveTo>
                    <a:pt x="11" y="2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1"/>
                    <a:pt x="4" y="3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7"/>
                    <a:pt x="1" y="9"/>
                    <a:pt x="0" y="11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5" y="6"/>
                    <a:pt x="15" y="6"/>
                    <a:pt x="15" y="6"/>
                  </a:cubicBezTo>
                  <a:lnTo>
                    <a:pt x="11" y="2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37" name="Google Shape;337;p11"/>
            <p:cNvSpPr/>
            <p:nvPr/>
          </p:nvSpPr>
          <p:spPr>
            <a:xfrm>
              <a:off x="2427287" y="3738564"/>
              <a:ext cx="315912" cy="317500"/>
            </a:xfrm>
            <a:custGeom>
              <a:rect b="b" l="l" r="r" t="t"/>
              <a:pathLst>
                <a:path extrusionOk="0" h="118" w="118">
                  <a:moveTo>
                    <a:pt x="117" y="51"/>
                  </a:moveTo>
                  <a:cubicBezTo>
                    <a:pt x="115" y="46"/>
                    <a:pt x="115" y="46"/>
                    <a:pt x="115" y="46"/>
                  </a:cubicBezTo>
                  <a:cubicBezTo>
                    <a:pt x="113" y="45"/>
                    <a:pt x="113" y="45"/>
                    <a:pt x="113" y="45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8" y="38"/>
                    <a:pt x="118" y="38"/>
                    <a:pt x="118" y="38"/>
                  </a:cubicBezTo>
                  <a:cubicBezTo>
                    <a:pt x="109" y="38"/>
                    <a:pt x="109" y="38"/>
                    <a:pt x="109" y="38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8" y="16"/>
                    <a:pt x="98" y="16"/>
                    <a:pt x="98" y="16"/>
                  </a:cubicBezTo>
                  <a:cubicBezTo>
                    <a:pt x="100" y="14"/>
                    <a:pt x="100" y="14"/>
                    <a:pt x="100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98" y="13"/>
                    <a:pt x="93" y="13"/>
                    <a:pt x="87" y="13"/>
                  </a:cubicBezTo>
                  <a:cubicBezTo>
                    <a:pt x="86" y="13"/>
                    <a:pt x="85" y="13"/>
                    <a:pt x="84" y="13"/>
                  </a:cubicBezTo>
                  <a:cubicBezTo>
                    <a:pt x="86" y="15"/>
                    <a:pt x="86" y="15"/>
                    <a:pt x="86" y="15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68" y="14"/>
                    <a:pt x="63" y="15"/>
                    <a:pt x="58" y="16"/>
                  </a:cubicBezTo>
                  <a:cubicBezTo>
                    <a:pt x="56" y="16"/>
                    <a:pt x="54" y="16"/>
                    <a:pt x="51" y="16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5"/>
                    <a:pt x="36" y="4"/>
                    <a:pt x="35" y="3"/>
                  </a:cubicBezTo>
                  <a:cubicBezTo>
                    <a:pt x="34" y="2"/>
                    <a:pt x="34" y="1"/>
                    <a:pt x="33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4"/>
                    <a:pt x="19" y="15"/>
                    <a:pt x="19" y="17"/>
                  </a:cubicBezTo>
                  <a:cubicBezTo>
                    <a:pt x="19" y="20"/>
                    <a:pt x="19" y="22"/>
                    <a:pt x="20" y="25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1" y="31"/>
                    <a:pt x="2" y="33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6"/>
                    <a:pt x="5" y="37"/>
                    <a:pt x="5" y="39"/>
                  </a:cubicBezTo>
                  <a:cubicBezTo>
                    <a:pt x="6" y="40"/>
                    <a:pt x="6" y="43"/>
                    <a:pt x="7" y="46"/>
                  </a:cubicBezTo>
                  <a:cubicBezTo>
                    <a:pt x="7" y="48"/>
                    <a:pt x="8" y="50"/>
                    <a:pt x="8" y="53"/>
                  </a:cubicBezTo>
                  <a:cubicBezTo>
                    <a:pt x="10" y="54"/>
                    <a:pt x="12" y="55"/>
                    <a:pt x="15" y="55"/>
                  </a:cubicBezTo>
                  <a:cubicBezTo>
                    <a:pt x="19" y="57"/>
                    <a:pt x="25" y="57"/>
                    <a:pt x="30" y="58"/>
                  </a:cubicBezTo>
                  <a:cubicBezTo>
                    <a:pt x="36" y="64"/>
                    <a:pt x="36" y="64"/>
                    <a:pt x="36" y="64"/>
                  </a:cubicBezTo>
                  <a:cubicBezTo>
                    <a:pt x="51" y="65"/>
                    <a:pt x="51" y="65"/>
                    <a:pt x="51" y="65"/>
                  </a:cubicBezTo>
                  <a:cubicBezTo>
                    <a:pt x="50" y="89"/>
                    <a:pt x="50" y="89"/>
                    <a:pt x="50" y="89"/>
                  </a:cubicBezTo>
                  <a:cubicBezTo>
                    <a:pt x="50" y="89"/>
                    <a:pt x="51" y="91"/>
                    <a:pt x="51" y="92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7" y="102"/>
                    <a:pt x="59" y="107"/>
                    <a:pt x="62" y="112"/>
                  </a:cubicBezTo>
                  <a:cubicBezTo>
                    <a:pt x="66" y="117"/>
                    <a:pt x="66" y="117"/>
                    <a:pt x="66" y="117"/>
                  </a:cubicBezTo>
                  <a:cubicBezTo>
                    <a:pt x="66" y="117"/>
                    <a:pt x="66" y="117"/>
                    <a:pt x="67" y="118"/>
                  </a:cubicBezTo>
                  <a:cubicBezTo>
                    <a:pt x="72" y="115"/>
                    <a:pt x="72" y="115"/>
                    <a:pt x="72" y="115"/>
                  </a:cubicBezTo>
                  <a:cubicBezTo>
                    <a:pt x="74" y="110"/>
                    <a:pt x="74" y="110"/>
                    <a:pt x="74" y="110"/>
                  </a:cubicBezTo>
                  <a:cubicBezTo>
                    <a:pt x="78" y="110"/>
                    <a:pt x="78" y="110"/>
                    <a:pt x="78" y="110"/>
                  </a:cubicBezTo>
                  <a:cubicBezTo>
                    <a:pt x="80" y="106"/>
                    <a:pt x="80" y="106"/>
                    <a:pt x="80" y="106"/>
                  </a:cubicBezTo>
                  <a:cubicBezTo>
                    <a:pt x="87" y="104"/>
                    <a:pt x="87" y="104"/>
                    <a:pt x="87" y="104"/>
                  </a:cubicBezTo>
                  <a:cubicBezTo>
                    <a:pt x="89" y="102"/>
                    <a:pt x="89" y="102"/>
                    <a:pt x="89" y="102"/>
                  </a:cubicBezTo>
                  <a:cubicBezTo>
                    <a:pt x="88" y="101"/>
                    <a:pt x="88" y="101"/>
                    <a:pt x="88" y="101"/>
                  </a:cubicBezTo>
                  <a:cubicBezTo>
                    <a:pt x="85" y="100"/>
                    <a:pt x="85" y="100"/>
                    <a:pt x="85" y="100"/>
                  </a:cubicBezTo>
                  <a:cubicBezTo>
                    <a:pt x="82" y="97"/>
                    <a:pt x="82" y="97"/>
                    <a:pt x="82" y="97"/>
                  </a:cubicBezTo>
                  <a:cubicBezTo>
                    <a:pt x="81" y="97"/>
                    <a:pt x="81" y="96"/>
                    <a:pt x="81" y="96"/>
                  </a:cubicBezTo>
                  <a:cubicBezTo>
                    <a:pt x="81" y="95"/>
                    <a:pt x="81" y="95"/>
                    <a:pt x="81" y="95"/>
                  </a:cubicBezTo>
                  <a:cubicBezTo>
                    <a:pt x="81" y="93"/>
                    <a:pt x="81" y="92"/>
                    <a:pt x="81" y="90"/>
                  </a:cubicBezTo>
                  <a:cubicBezTo>
                    <a:pt x="81" y="89"/>
                    <a:pt x="81" y="87"/>
                    <a:pt x="80" y="86"/>
                  </a:cubicBezTo>
                  <a:cubicBezTo>
                    <a:pt x="80" y="85"/>
                    <a:pt x="80" y="85"/>
                    <a:pt x="80" y="85"/>
                  </a:cubicBezTo>
                  <a:cubicBezTo>
                    <a:pt x="91" y="90"/>
                    <a:pt x="91" y="90"/>
                    <a:pt x="91" y="90"/>
                  </a:cubicBezTo>
                  <a:cubicBezTo>
                    <a:pt x="95" y="84"/>
                    <a:pt x="95" y="84"/>
                    <a:pt x="95" y="84"/>
                  </a:cubicBezTo>
                  <a:cubicBezTo>
                    <a:pt x="108" y="82"/>
                    <a:pt x="108" y="82"/>
                    <a:pt x="108" y="82"/>
                  </a:cubicBezTo>
                  <a:cubicBezTo>
                    <a:pt x="113" y="75"/>
                    <a:pt x="113" y="75"/>
                    <a:pt x="113" y="75"/>
                  </a:cubicBezTo>
                  <a:cubicBezTo>
                    <a:pt x="106" y="62"/>
                    <a:pt x="106" y="62"/>
                    <a:pt x="106" y="62"/>
                  </a:cubicBezTo>
                  <a:cubicBezTo>
                    <a:pt x="106" y="55"/>
                    <a:pt x="106" y="55"/>
                    <a:pt x="106" y="55"/>
                  </a:cubicBezTo>
                  <a:cubicBezTo>
                    <a:pt x="110" y="53"/>
                    <a:pt x="113" y="52"/>
                    <a:pt x="117" y="51"/>
                  </a:cubicBez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38" name="Google Shape;338;p11"/>
            <p:cNvSpPr/>
            <p:nvPr/>
          </p:nvSpPr>
          <p:spPr>
            <a:xfrm>
              <a:off x="2776537" y="4968876"/>
              <a:ext cx="128587" cy="158750"/>
            </a:xfrm>
            <a:custGeom>
              <a:rect b="b" l="l" r="r" t="t"/>
              <a:pathLst>
                <a:path extrusionOk="0" h="59" w="48">
                  <a:moveTo>
                    <a:pt x="45" y="35"/>
                  </a:moveTo>
                  <a:cubicBezTo>
                    <a:pt x="47" y="27"/>
                    <a:pt x="47" y="27"/>
                    <a:pt x="47" y="27"/>
                  </a:cubicBezTo>
                  <a:cubicBezTo>
                    <a:pt x="42" y="20"/>
                    <a:pt x="42" y="20"/>
                    <a:pt x="42" y="20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3" y="41"/>
                    <a:pt x="4" y="43"/>
                    <a:pt x="5" y="45"/>
                  </a:cubicBezTo>
                  <a:cubicBezTo>
                    <a:pt x="5" y="45"/>
                    <a:pt x="5" y="47"/>
                    <a:pt x="6" y="48"/>
                  </a:cubicBezTo>
                  <a:cubicBezTo>
                    <a:pt x="6" y="49"/>
                    <a:pt x="7" y="50"/>
                    <a:pt x="7" y="51"/>
                  </a:cubicBezTo>
                  <a:cubicBezTo>
                    <a:pt x="8" y="51"/>
                    <a:pt x="9" y="52"/>
                    <a:pt x="10" y="53"/>
                  </a:cubicBezTo>
                  <a:cubicBezTo>
                    <a:pt x="11" y="53"/>
                    <a:pt x="13" y="54"/>
                    <a:pt x="14" y="55"/>
                  </a:cubicBezTo>
                  <a:cubicBezTo>
                    <a:pt x="17" y="56"/>
                    <a:pt x="19" y="57"/>
                    <a:pt x="21" y="58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58"/>
                    <a:pt x="29" y="58"/>
                    <a:pt x="31" y="57"/>
                  </a:cubicBezTo>
                  <a:cubicBezTo>
                    <a:pt x="34" y="57"/>
                    <a:pt x="36" y="56"/>
                    <a:pt x="38" y="56"/>
                  </a:cubicBezTo>
                  <a:cubicBezTo>
                    <a:pt x="40" y="54"/>
                    <a:pt x="43" y="51"/>
                    <a:pt x="44" y="48"/>
                  </a:cubicBezTo>
                  <a:cubicBezTo>
                    <a:pt x="46" y="46"/>
                    <a:pt x="47" y="43"/>
                    <a:pt x="48" y="41"/>
                  </a:cubicBezTo>
                  <a:cubicBezTo>
                    <a:pt x="48" y="40"/>
                    <a:pt x="48" y="40"/>
                    <a:pt x="48" y="40"/>
                  </a:cubicBezTo>
                  <a:lnTo>
                    <a:pt x="45" y="35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39" name="Google Shape;339;p11"/>
            <p:cNvSpPr/>
            <p:nvPr/>
          </p:nvSpPr>
          <p:spPr>
            <a:xfrm>
              <a:off x="2805112" y="3908426"/>
              <a:ext cx="85725" cy="115887"/>
            </a:xfrm>
            <a:custGeom>
              <a:rect b="b" l="l" r="r" t="t"/>
              <a:pathLst>
                <a:path extrusionOk="0" h="43" w="32">
                  <a:moveTo>
                    <a:pt x="1" y="26"/>
                  </a:moveTo>
                  <a:cubicBezTo>
                    <a:pt x="4" y="29"/>
                    <a:pt x="4" y="29"/>
                    <a:pt x="4" y="29"/>
                  </a:cubicBezTo>
                  <a:cubicBezTo>
                    <a:pt x="4" y="34"/>
                    <a:pt x="4" y="39"/>
                    <a:pt x="3" y="43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8" y="39"/>
                    <a:pt x="28" y="39"/>
                    <a:pt x="28" y="39"/>
                  </a:cubicBezTo>
                  <a:cubicBezTo>
                    <a:pt x="29" y="34"/>
                    <a:pt x="30" y="29"/>
                    <a:pt x="31" y="24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1" y="8"/>
                    <a:pt x="29" y="7"/>
                    <a:pt x="28" y="7"/>
                  </a:cubicBezTo>
                  <a:cubicBezTo>
                    <a:pt x="21" y="6"/>
                    <a:pt x="15" y="5"/>
                    <a:pt x="8" y="4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4" y="6"/>
                    <a:pt x="2" y="13"/>
                    <a:pt x="0" y="20"/>
                  </a:cubicBezTo>
                  <a:lnTo>
                    <a:pt x="1" y="26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40" name="Google Shape;340;p11"/>
            <p:cNvSpPr/>
            <p:nvPr/>
          </p:nvSpPr>
          <p:spPr>
            <a:xfrm>
              <a:off x="2230437" y="4083051"/>
              <a:ext cx="301625" cy="517525"/>
            </a:xfrm>
            <a:custGeom>
              <a:rect b="b" l="l" r="r" t="t"/>
              <a:pathLst>
                <a:path extrusionOk="0" h="193" w="112">
                  <a:moveTo>
                    <a:pt x="104" y="116"/>
                  </a:moveTo>
                  <a:cubicBezTo>
                    <a:pt x="98" y="117"/>
                    <a:pt x="98" y="117"/>
                    <a:pt x="98" y="117"/>
                  </a:cubicBezTo>
                  <a:cubicBezTo>
                    <a:pt x="97" y="103"/>
                    <a:pt x="97" y="103"/>
                    <a:pt x="97" y="103"/>
                  </a:cubicBezTo>
                  <a:cubicBezTo>
                    <a:pt x="91" y="104"/>
                    <a:pt x="91" y="104"/>
                    <a:pt x="91" y="104"/>
                  </a:cubicBezTo>
                  <a:cubicBezTo>
                    <a:pt x="80" y="95"/>
                    <a:pt x="80" y="95"/>
                    <a:pt x="80" y="95"/>
                  </a:cubicBezTo>
                  <a:cubicBezTo>
                    <a:pt x="72" y="94"/>
                    <a:pt x="72" y="94"/>
                    <a:pt x="72" y="94"/>
                  </a:cubicBezTo>
                  <a:cubicBezTo>
                    <a:pt x="72" y="88"/>
                    <a:pt x="72" y="88"/>
                    <a:pt x="72" y="88"/>
                  </a:cubicBezTo>
                  <a:cubicBezTo>
                    <a:pt x="69" y="84"/>
                    <a:pt x="69" y="84"/>
                    <a:pt x="69" y="84"/>
                  </a:cubicBezTo>
                  <a:cubicBezTo>
                    <a:pt x="69" y="68"/>
                    <a:pt x="69" y="68"/>
                    <a:pt x="69" y="68"/>
                  </a:cubicBezTo>
                  <a:cubicBezTo>
                    <a:pt x="70" y="67"/>
                    <a:pt x="70" y="67"/>
                    <a:pt x="70" y="67"/>
                  </a:cubicBezTo>
                  <a:cubicBezTo>
                    <a:pt x="74" y="61"/>
                    <a:pt x="74" y="61"/>
                    <a:pt x="74" y="61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75" y="57"/>
                    <a:pt x="75" y="57"/>
                    <a:pt x="75" y="57"/>
                  </a:cubicBezTo>
                  <a:cubicBezTo>
                    <a:pt x="80" y="55"/>
                    <a:pt x="80" y="55"/>
                    <a:pt x="80" y="55"/>
                  </a:cubicBezTo>
                  <a:cubicBezTo>
                    <a:pt x="82" y="51"/>
                    <a:pt x="82" y="51"/>
                    <a:pt x="82" y="51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100" y="43"/>
                    <a:pt x="100" y="43"/>
                    <a:pt x="100" y="43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96" y="37"/>
                    <a:pt x="96" y="37"/>
                    <a:pt x="96" y="37"/>
                  </a:cubicBezTo>
                  <a:cubicBezTo>
                    <a:pt x="100" y="28"/>
                    <a:pt x="100" y="28"/>
                    <a:pt x="100" y="28"/>
                  </a:cubicBezTo>
                  <a:cubicBezTo>
                    <a:pt x="94" y="25"/>
                    <a:pt x="88" y="22"/>
                    <a:pt x="83" y="18"/>
                  </a:cubicBezTo>
                  <a:cubicBezTo>
                    <a:pt x="76" y="13"/>
                    <a:pt x="70" y="7"/>
                    <a:pt x="64" y="2"/>
                  </a:cubicBezTo>
                  <a:cubicBezTo>
                    <a:pt x="64" y="1"/>
                    <a:pt x="63" y="1"/>
                    <a:pt x="63" y="1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4" y="6"/>
                    <a:pt x="54" y="9"/>
                    <a:pt x="53" y="11"/>
                  </a:cubicBezTo>
                  <a:cubicBezTo>
                    <a:pt x="53" y="13"/>
                    <a:pt x="53" y="15"/>
                    <a:pt x="52" y="17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7" y="39"/>
                    <a:pt x="26" y="41"/>
                    <a:pt x="26" y="43"/>
                  </a:cubicBezTo>
                  <a:cubicBezTo>
                    <a:pt x="25" y="46"/>
                    <a:pt x="24" y="48"/>
                    <a:pt x="23" y="51"/>
                  </a:cubicBezTo>
                  <a:cubicBezTo>
                    <a:pt x="17" y="48"/>
                    <a:pt x="17" y="48"/>
                    <a:pt x="17" y="48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9" y="43"/>
                    <a:pt x="9" y="43"/>
                    <a:pt x="9" y="43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3" y="68"/>
                    <a:pt x="8" y="72"/>
                    <a:pt x="13" y="75"/>
                  </a:cubicBezTo>
                  <a:cubicBezTo>
                    <a:pt x="14" y="76"/>
                    <a:pt x="15" y="77"/>
                    <a:pt x="16" y="77"/>
                  </a:cubicBezTo>
                  <a:cubicBezTo>
                    <a:pt x="40" y="129"/>
                    <a:pt x="40" y="129"/>
                    <a:pt x="40" y="129"/>
                  </a:cubicBezTo>
                  <a:cubicBezTo>
                    <a:pt x="52" y="149"/>
                    <a:pt x="52" y="149"/>
                    <a:pt x="52" y="149"/>
                  </a:cubicBezTo>
                  <a:cubicBezTo>
                    <a:pt x="50" y="154"/>
                    <a:pt x="50" y="154"/>
                    <a:pt x="50" y="154"/>
                  </a:cubicBezTo>
                  <a:cubicBezTo>
                    <a:pt x="62" y="170"/>
                    <a:pt x="62" y="170"/>
                    <a:pt x="62" y="170"/>
                  </a:cubicBezTo>
                  <a:cubicBezTo>
                    <a:pt x="92" y="188"/>
                    <a:pt x="92" y="188"/>
                    <a:pt x="92" y="188"/>
                  </a:cubicBezTo>
                  <a:cubicBezTo>
                    <a:pt x="95" y="193"/>
                    <a:pt x="95" y="193"/>
                    <a:pt x="95" y="193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75"/>
                    <a:pt x="103" y="175"/>
                    <a:pt x="103" y="175"/>
                  </a:cubicBezTo>
                  <a:cubicBezTo>
                    <a:pt x="107" y="171"/>
                    <a:pt x="107" y="171"/>
                    <a:pt x="107" y="171"/>
                  </a:cubicBezTo>
                  <a:cubicBezTo>
                    <a:pt x="107" y="150"/>
                    <a:pt x="107" y="150"/>
                    <a:pt x="107" y="150"/>
                  </a:cubicBezTo>
                  <a:cubicBezTo>
                    <a:pt x="112" y="135"/>
                    <a:pt x="112" y="135"/>
                    <a:pt x="112" y="135"/>
                  </a:cubicBezTo>
                  <a:lnTo>
                    <a:pt x="104" y="116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41" name="Google Shape;341;p11"/>
            <p:cNvSpPr/>
            <p:nvPr/>
          </p:nvSpPr>
          <p:spPr>
            <a:xfrm>
              <a:off x="2690812" y="4649789"/>
              <a:ext cx="195262" cy="230187"/>
            </a:xfrm>
            <a:custGeom>
              <a:rect b="b" l="l" r="r" t="t"/>
              <a:pathLst>
                <a:path extrusionOk="0" h="86" w="73">
                  <a:moveTo>
                    <a:pt x="5" y="5"/>
                  </a:moveTo>
                  <a:cubicBezTo>
                    <a:pt x="4" y="8"/>
                    <a:pt x="3" y="11"/>
                    <a:pt x="2" y="14"/>
                  </a:cubicBezTo>
                  <a:cubicBezTo>
                    <a:pt x="1" y="19"/>
                    <a:pt x="0" y="25"/>
                    <a:pt x="0" y="30"/>
                  </a:cubicBezTo>
                  <a:cubicBezTo>
                    <a:pt x="39" y="68"/>
                    <a:pt x="39" y="68"/>
                    <a:pt x="39" y="68"/>
                  </a:cubicBezTo>
                  <a:cubicBezTo>
                    <a:pt x="37" y="86"/>
                    <a:pt x="37" y="86"/>
                    <a:pt x="37" y="86"/>
                  </a:cubicBezTo>
                  <a:cubicBezTo>
                    <a:pt x="46" y="83"/>
                    <a:pt x="57" y="81"/>
                    <a:pt x="66" y="78"/>
                  </a:cubicBezTo>
                  <a:cubicBezTo>
                    <a:pt x="69" y="68"/>
                    <a:pt x="71" y="58"/>
                    <a:pt x="73" y="48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55" y="26"/>
                    <a:pt x="55" y="26"/>
                    <a:pt x="55" y="26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43" y="21"/>
                    <a:pt x="42" y="18"/>
                    <a:pt x="41" y="15"/>
                  </a:cubicBezTo>
                  <a:cubicBezTo>
                    <a:pt x="41" y="12"/>
                    <a:pt x="40" y="9"/>
                    <a:pt x="39" y="6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5" y="5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42" name="Google Shape;342;p11"/>
            <p:cNvSpPr/>
            <p:nvPr/>
          </p:nvSpPr>
          <p:spPr>
            <a:xfrm>
              <a:off x="2881312" y="3929064"/>
              <a:ext cx="66675" cy="96837"/>
            </a:xfrm>
            <a:custGeom>
              <a:rect b="b" l="l" r="r" t="t"/>
              <a:pathLst>
                <a:path extrusionOk="0" h="36" w="25">
                  <a:moveTo>
                    <a:pt x="1" y="4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2" y="21"/>
                    <a:pt x="1" y="26"/>
                    <a:pt x="0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4" y="12"/>
                    <a:pt x="22" y="10"/>
                    <a:pt x="20" y="10"/>
                  </a:cubicBezTo>
                  <a:cubicBezTo>
                    <a:pt x="15" y="6"/>
                    <a:pt x="10" y="3"/>
                    <a:pt x="4" y="0"/>
                  </a:cubicBezTo>
                  <a:cubicBezTo>
                    <a:pt x="4" y="1"/>
                    <a:pt x="4" y="1"/>
                    <a:pt x="4" y="1"/>
                  </a:cubicBezTo>
                  <a:lnTo>
                    <a:pt x="1" y="4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43" name="Google Shape;343;p11"/>
            <p:cNvSpPr/>
            <p:nvPr/>
          </p:nvSpPr>
          <p:spPr>
            <a:xfrm>
              <a:off x="2711450" y="3846513"/>
              <a:ext cx="109537" cy="206375"/>
            </a:xfrm>
            <a:custGeom>
              <a:rect b="b" l="l" r="r" t="t"/>
              <a:pathLst>
                <a:path extrusionOk="0" h="77" w="41">
                  <a:moveTo>
                    <a:pt x="9" y="6"/>
                  </a:moveTo>
                  <a:cubicBezTo>
                    <a:pt x="11" y="11"/>
                    <a:pt x="11" y="11"/>
                    <a:pt x="11" y="11"/>
                  </a:cubicBezTo>
                  <a:cubicBezTo>
                    <a:pt x="7" y="12"/>
                    <a:pt x="4" y="13"/>
                    <a:pt x="0" y="15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6" y="49"/>
                    <a:pt x="16" y="49"/>
                    <a:pt x="16" y="49"/>
                  </a:cubicBezTo>
                  <a:cubicBezTo>
                    <a:pt x="16" y="55"/>
                    <a:pt x="16" y="55"/>
                    <a:pt x="16" y="55"/>
                  </a:cubicBezTo>
                  <a:cubicBezTo>
                    <a:pt x="14" y="64"/>
                    <a:pt x="14" y="64"/>
                    <a:pt x="14" y="64"/>
                  </a:cubicBezTo>
                  <a:cubicBezTo>
                    <a:pt x="15" y="65"/>
                    <a:pt x="16" y="67"/>
                    <a:pt x="17" y="68"/>
                  </a:cubicBezTo>
                  <a:cubicBezTo>
                    <a:pt x="19" y="71"/>
                    <a:pt x="19" y="71"/>
                    <a:pt x="19" y="71"/>
                  </a:cubicBezTo>
                  <a:cubicBezTo>
                    <a:pt x="19" y="71"/>
                    <a:pt x="19" y="71"/>
                    <a:pt x="20" y="72"/>
                  </a:cubicBezTo>
                  <a:cubicBezTo>
                    <a:pt x="21" y="74"/>
                    <a:pt x="23" y="75"/>
                    <a:pt x="25" y="77"/>
                  </a:cubicBezTo>
                  <a:cubicBezTo>
                    <a:pt x="29" y="76"/>
                    <a:pt x="29" y="76"/>
                    <a:pt x="29" y="76"/>
                  </a:cubicBezTo>
                  <a:cubicBezTo>
                    <a:pt x="34" y="69"/>
                    <a:pt x="34" y="69"/>
                    <a:pt x="34" y="6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9" y="62"/>
                    <a:pt x="39" y="57"/>
                    <a:pt x="39" y="52"/>
                  </a:cubicBezTo>
                  <a:cubicBezTo>
                    <a:pt x="36" y="49"/>
                    <a:pt x="36" y="49"/>
                    <a:pt x="36" y="49"/>
                  </a:cubicBezTo>
                  <a:cubicBezTo>
                    <a:pt x="35" y="43"/>
                    <a:pt x="35" y="43"/>
                    <a:pt x="35" y="43"/>
                  </a:cubicBezTo>
                  <a:cubicBezTo>
                    <a:pt x="37" y="36"/>
                    <a:pt x="39" y="29"/>
                    <a:pt x="41" y="23"/>
                  </a:cubicBezTo>
                  <a:cubicBezTo>
                    <a:pt x="38" y="21"/>
                    <a:pt x="34" y="19"/>
                    <a:pt x="31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2" y="2"/>
                    <a:pt x="17" y="1"/>
                    <a:pt x="13" y="0"/>
                  </a:cubicBezTo>
                  <a:cubicBezTo>
                    <a:pt x="11" y="0"/>
                    <a:pt x="9" y="0"/>
                    <a:pt x="6" y="1"/>
                  </a:cubicBezTo>
                  <a:cubicBezTo>
                    <a:pt x="7" y="5"/>
                    <a:pt x="7" y="5"/>
                    <a:pt x="7" y="5"/>
                  </a:cubicBezTo>
                  <a:lnTo>
                    <a:pt x="9" y="6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44" name="Google Shape;344;p11"/>
            <p:cNvSpPr/>
            <p:nvPr/>
          </p:nvSpPr>
          <p:spPr>
            <a:xfrm>
              <a:off x="2238375" y="4025901"/>
              <a:ext cx="142875" cy="193675"/>
            </a:xfrm>
            <a:custGeom>
              <a:rect b="b" l="l" r="r" t="t"/>
              <a:pathLst>
                <a:path extrusionOk="0" h="72" w="53">
                  <a:moveTo>
                    <a:pt x="53" y="21"/>
                  </a:moveTo>
                  <a:cubicBezTo>
                    <a:pt x="44" y="16"/>
                    <a:pt x="35" y="11"/>
                    <a:pt x="27" y="5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4" y="9"/>
                    <a:pt x="9" y="17"/>
                    <a:pt x="5" y="26"/>
                  </a:cubicBezTo>
                  <a:cubicBezTo>
                    <a:pt x="3" y="29"/>
                    <a:pt x="1" y="31"/>
                    <a:pt x="0" y="32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4" y="55"/>
                    <a:pt x="4" y="55"/>
                    <a:pt x="4" y="55"/>
                  </a:cubicBezTo>
                  <a:cubicBezTo>
                    <a:pt x="12" y="52"/>
                    <a:pt x="12" y="52"/>
                    <a:pt x="12" y="52"/>
                  </a:cubicBezTo>
                  <a:cubicBezTo>
                    <a:pt x="11" y="55"/>
                    <a:pt x="9" y="59"/>
                    <a:pt x="8" y="62"/>
                  </a:cubicBezTo>
                  <a:cubicBezTo>
                    <a:pt x="8" y="63"/>
                    <a:pt x="7" y="64"/>
                    <a:pt x="6" y="64"/>
                  </a:cubicBezTo>
                  <a:cubicBezTo>
                    <a:pt x="8" y="70"/>
                    <a:pt x="8" y="70"/>
                    <a:pt x="8" y="70"/>
                  </a:cubicBezTo>
                  <a:cubicBezTo>
                    <a:pt x="10" y="70"/>
                    <a:pt x="10" y="70"/>
                    <a:pt x="10" y="70"/>
                  </a:cubicBezTo>
                  <a:cubicBezTo>
                    <a:pt x="14" y="69"/>
                    <a:pt x="14" y="69"/>
                    <a:pt x="14" y="69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1" y="69"/>
                    <a:pt x="22" y="67"/>
                    <a:pt x="23" y="64"/>
                  </a:cubicBezTo>
                  <a:cubicBezTo>
                    <a:pt x="23" y="62"/>
                    <a:pt x="24" y="60"/>
                    <a:pt x="24" y="58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49" y="38"/>
                    <a:pt x="49" y="38"/>
                    <a:pt x="49" y="38"/>
                  </a:cubicBezTo>
                  <a:cubicBezTo>
                    <a:pt x="50" y="36"/>
                    <a:pt x="50" y="34"/>
                    <a:pt x="50" y="32"/>
                  </a:cubicBezTo>
                  <a:cubicBezTo>
                    <a:pt x="51" y="30"/>
                    <a:pt x="51" y="27"/>
                    <a:pt x="50" y="24"/>
                  </a:cubicBezTo>
                  <a:lnTo>
                    <a:pt x="53" y="21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45" name="Google Shape;345;p11"/>
            <p:cNvSpPr/>
            <p:nvPr/>
          </p:nvSpPr>
          <p:spPr>
            <a:xfrm>
              <a:off x="2287587" y="3727451"/>
              <a:ext cx="306387" cy="460375"/>
            </a:xfrm>
            <a:custGeom>
              <a:rect b="b" l="l" r="r" t="t"/>
              <a:pathLst>
                <a:path extrusionOk="0" h="171" w="114">
                  <a:moveTo>
                    <a:pt x="106" y="101"/>
                  </a:moveTo>
                  <a:cubicBezTo>
                    <a:pt x="103" y="96"/>
                    <a:pt x="103" y="96"/>
                    <a:pt x="103" y="96"/>
                  </a:cubicBezTo>
                  <a:cubicBezTo>
                    <a:pt x="103" y="95"/>
                    <a:pt x="102" y="93"/>
                    <a:pt x="102" y="93"/>
                  </a:cubicBezTo>
                  <a:cubicBezTo>
                    <a:pt x="103" y="69"/>
                    <a:pt x="103" y="69"/>
                    <a:pt x="103" y="69"/>
                  </a:cubicBezTo>
                  <a:cubicBezTo>
                    <a:pt x="88" y="68"/>
                    <a:pt x="88" y="68"/>
                    <a:pt x="88" y="68"/>
                  </a:cubicBezTo>
                  <a:cubicBezTo>
                    <a:pt x="82" y="62"/>
                    <a:pt x="82" y="62"/>
                    <a:pt x="82" y="62"/>
                  </a:cubicBezTo>
                  <a:cubicBezTo>
                    <a:pt x="77" y="61"/>
                    <a:pt x="71" y="61"/>
                    <a:pt x="67" y="59"/>
                  </a:cubicBezTo>
                  <a:cubicBezTo>
                    <a:pt x="64" y="59"/>
                    <a:pt x="62" y="58"/>
                    <a:pt x="60" y="57"/>
                  </a:cubicBezTo>
                  <a:cubicBezTo>
                    <a:pt x="60" y="57"/>
                    <a:pt x="60" y="53"/>
                    <a:pt x="59" y="50"/>
                  </a:cubicBezTo>
                  <a:cubicBezTo>
                    <a:pt x="58" y="47"/>
                    <a:pt x="58" y="45"/>
                    <a:pt x="57" y="43"/>
                  </a:cubicBezTo>
                  <a:cubicBezTo>
                    <a:pt x="56" y="41"/>
                    <a:pt x="56" y="40"/>
                    <a:pt x="55" y="38"/>
                  </a:cubicBezTo>
                  <a:cubicBezTo>
                    <a:pt x="55" y="38"/>
                    <a:pt x="55" y="38"/>
                    <a:pt x="54" y="37"/>
                  </a:cubicBezTo>
                  <a:cubicBezTo>
                    <a:pt x="54" y="36"/>
                    <a:pt x="53" y="35"/>
                    <a:pt x="52" y="33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7" y="7"/>
                    <a:pt x="67" y="7"/>
                    <a:pt x="67" y="7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3" y="3"/>
                    <a:pt x="73" y="3"/>
                    <a:pt x="73" y="3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6" y="2"/>
                    <a:pt x="66" y="2"/>
                    <a:pt x="66" y="2"/>
                  </a:cubicBezTo>
                  <a:cubicBezTo>
                    <a:pt x="62" y="5"/>
                    <a:pt x="57" y="7"/>
                    <a:pt x="52" y="10"/>
                  </a:cubicBezTo>
                  <a:cubicBezTo>
                    <a:pt x="50" y="11"/>
                    <a:pt x="48" y="12"/>
                    <a:pt x="45" y="13"/>
                  </a:cubicBezTo>
                  <a:cubicBezTo>
                    <a:pt x="43" y="14"/>
                    <a:pt x="40" y="15"/>
                    <a:pt x="37" y="16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7" y="53"/>
                    <a:pt x="17" y="53"/>
                    <a:pt x="17" y="53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90"/>
                    <a:pt x="14" y="90"/>
                    <a:pt x="14" y="90"/>
                  </a:cubicBezTo>
                  <a:cubicBezTo>
                    <a:pt x="16" y="94"/>
                    <a:pt x="16" y="94"/>
                    <a:pt x="16" y="94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9" y="103"/>
                    <a:pt x="9" y="103"/>
                    <a:pt x="9" y="103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9" y="116"/>
                    <a:pt x="9" y="116"/>
                    <a:pt x="9" y="116"/>
                  </a:cubicBezTo>
                  <a:cubicBezTo>
                    <a:pt x="17" y="122"/>
                    <a:pt x="26" y="127"/>
                    <a:pt x="35" y="132"/>
                  </a:cubicBezTo>
                  <a:cubicBezTo>
                    <a:pt x="42" y="133"/>
                    <a:pt x="42" y="133"/>
                    <a:pt x="42" y="133"/>
                  </a:cubicBezTo>
                  <a:cubicBezTo>
                    <a:pt x="42" y="133"/>
                    <a:pt x="43" y="133"/>
                    <a:pt x="43" y="134"/>
                  </a:cubicBezTo>
                  <a:cubicBezTo>
                    <a:pt x="49" y="139"/>
                    <a:pt x="55" y="145"/>
                    <a:pt x="62" y="150"/>
                  </a:cubicBezTo>
                  <a:cubicBezTo>
                    <a:pt x="67" y="154"/>
                    <a:pt x="73" y="157"/>
                    <a:pt x="79" y="160"/>
                  </a:cubicBezTo>
                  <a:cubicBezTo>
                    <a:pt x="75" y="169"/>
                    <a:pt x="75" y="169"/>
                    <a:pt x="75" y="169"/>
                  </a:cubicBezTo>
                  <a:cubicBezTo>
                    <a:pt x="81" y="171"/>
                    <a:pt x="81" y="171"/>
                    <a:pt x="81" y="171"/>
                  </a:cubicBezTo>
                  <a:cubicBezTo>
                    <a:pt x="88" y="151"/>
                    <a:pt x="88" y="151"/>
                    <a:pt x="88" y="151"/>
                  </a:cubicBezTo>
                  <a:cubicBezTo>
                    <a:pt x="86" y="145"/>
                    <a:pt x="86" y="145"/>
                    <a:pt x="86" y="145"/>
                  </a:cubicBezTo>
                  <a:cubicBezTo>
                    <a:pt x="83" y="142"/>
                    <a:pt x="83" y="142"/>
                    <a:pt x="83" y="142"/>
                  </a:cubicBezTo>
                  <a:cubicBezTo>
                    <a:pt x="84" y="136"/>
                    <a:pt x="84" y="136"/>
                    <a:pt x="84" y="136"/>
                  </a:cubicBezTo>
                  <a:cubicBezTo>
                    <a:pt x="88" y="134"/>
                    <a:pt x="88" y="134"/>
                    <a:pt x="88" y="134"/>
                  </a:cubicBezTo>
                  <a:cubicBezTo>
                    <a:pt x="93" y="133"/>
                    <a:pt x="93" y="133"/>
                    <a:pt x="93" y="133"/>
                  </a:cubicBezTo>
                  <a:cubicBezTo>
                    <a:pt x="92" y="129"/>
                    <a:pt x="92" y="129"/>
                    <a:pt x="92" y="129"/>
                  </a:cubicBezTo>
                  <a:cubicBezTo>
                    <a:pt x="88" y="126"/>
                    <a:pt x="88" y="126"/>
                    <a:pt x="88" y="126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5" y="119"/>
                    <a:pt x="95" y="119"/>
                    <a:pt x="95" y="119"/>
                  </a:cubicBezTo>
                  <a:cubicBezTo>
                    <a:pt x="97" y="112"/>
                    <a:pt x="97" y="112"/>
                    <a:pt x="97" y="112"/>
                  </a:cubicBezTo>
                  <a:cubicBezTo>
                    <a:pt x="101" y="113"/>
                    <a:pt x="101" y="113"/>
                    <a:pt x="101" y="113"/>
                  </a:cubicBezTo>
                  <a:cubicBezTo>
                    <a:pt x="107" y="110"/>
                    <a:pt x="107" y="110"/>
                    <a:pt x="107" y="110"/>
                  </a:cubicBezTo>
                  <a:cubicBezTo>
                    <a:pt x="110" y="117"/>
                    <a:pt x="110" y="117"/>
                    <a:pt x="110" y="117"/>
                  </a:cubicBezTo>
                  <a:cubicBezTo>
                    <a:pt x="114" y="116"/>
                    <a:pt x="114" y="116"/>
                    <a:pt x="114" y="116"/>
                  </a:cubicBezTo>
                  <a:cubicBezTo>
                    <a:pt x="111" y="111"/>
                    <a:pt x="109" y="106"/>
                    <a:pt x="106" y="101"/>
                  </a:cubicBez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346" name="Google Shape;346;p11"/>
            <p:cNvGrpSpPr/>
            <p:nvPr/>
          </p:nvGrpSpPr>
          <p:grpSpPr>
            <a:xfrm>
              <a:off x="2370137" y="4564064"/>
              <a:ext cx="209550" cy="1208087"/>
              <a:chOff x="2370137" y="4564063"/>
              <a:chExt cx="209550" cy="1208087"/>
            </a:xfrm>
          </p:grpSpPr>
          <p:sp>
            <p:nvSpPr>
              <p:cNvPr id="347" name="Google Shape;347;p11"/>
              <p:cNvSpPr/>
              <p:nvPr/>
            </p:nvSpPr>
            <p:spPr>
              <a:xfrm>
                <a:off x="2393950" y="5334000"/>
                <a:ext cx="19050" cy="50800"/>
              </a:xfrm>
              <a:custGeom>
                <a:rect b="b" l="l" r="r" t="t"/>
                <a:pathLst>
                  <a:path extrusionOk="0" h="32" w="12">
                    <a:moveTo>
                      <a:pt x="12" y="19"/>
                    </a:moveTo>
                    <a:lnTo>
                      <a:pt x="12" y="0"/>
                    </a:lnTo>
                    <a:lnTo>
                      <a:pt x="2" y="2"/>
                    </a:lnTo>
                    <a:lnTo>
                      <a:pt x="0" y="32"/>
                    </a:lnTo>
                    <a:lnTo>
                      <a:pt x="7" y="32"/>
                    </a:lnTo>
                    <a:lnTo>
                      <a:pt x="12" y="19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48" name="Google Shape;348;p11"/>
              <p:cNvSpPr/>
              <p:nvPr/>
            </p:nvSpPr>
            <p:spPr>
              <a:xfrm>
                <a:off x="2386012" y="5441950"/>
                <a:ext cx="17462" cy="20637"/>
              </a:xfrm>
              <a:custGeom>
                <a:rect b="b" l="l" r="r" t="t"/>
                <a:pathLst>
                  <a:path extrusionOk="0" h="13" w="11">
                    <a:moveTo>
                      <a:pt x="0" y="8"/>
                    </a:moveTo>
                    <a:lnTo>
                      <a:pt x="5" y="10"/>
                    </a:lnTo>
                    <a:lnTo>
                      <a:pt x="9" y="13"/>
                    </a:lnTo>
                    <a:lnTo>
                      <a:pt x="11" y="3"/>
                    </a:lnTo>
                    <a:lnTo>
                      <a:pt x="9" y="0"/>
                    </a:lnTo>
                    <a:lnTo>
                      <a:pt x="2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49" name="Google Shape;349;p11"/>
              <p:cNvSpPr/>
              <p:nvPr/>
            </p:nvSpPr>
            <p:spPr>
              <a:xfrm>
                <a:off x="2373312" y="5538788"/>
                <a:ext cx="11112" cy="20637"/>
              </a:xfrm>
              <a:custGeom>
                <a:rect b="b" l="l" r="r" t="t"/>
                <a:pathLst>
                  <a:path extrusionOk="0" h="13" w="7">
                    <a:moveTo>
                      <a:pt x="7" y="3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0" y="13"/>
                    </a:lnTo>
                    <a:lnTo>
                      <a:pt x="7" y="10"/>
                    </a:lnTo>
                    <a:lnTo>
                      <a:pt x="7" y="3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50" name="Google Shape;350;p11"/>
              <p:cNvSpPr/>
              <p:nvPr/>
            </p:nvSpPr>
            <p:spPr>
              <a:xfrm>
                <a:off x="2384425" y="5610225"/>
                <a:ext cx="9525" cy="23812"/>
              </a:xfrm>
              <a:custGeom>
                <a:rect b="b" l="l" r="r" t="t"/>
                <a:pathLst>
                  <a:path extrusionOk="0" h="15" w="6">
                    <a:moveTo>
                      <a:pt x="6" y="2"/>
                    </a:moveTo>
                    <a:lnTo>
                      <a:pt x="3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3" y="15"/>
                    </a:lnTo>
                    <a:lnTo>
                      <a:pt x="6" y="12"/>
                    </a:lnTo>
                    <a:lnTo>
                      <a:pt x="6" y="2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51" name="Google Shape;351;p11"/>
              <p:cNvSpPr/>
              <p:nvPr/>
            </p:nvSpPr>
            <p:spPr>
              <a:xfrm>
                <a:off x="2416175" y="5722938"/>
                <a:ext cx="23812" cy="15875"/>
              </a:xfrm>
              <a:custGeom>
                <a:rect b="b" l="l" r="r" t="t"/>
                <a:pathLst>
                  <a:path extrusionOk="0" h="10" w="15">
                    <a:moveTo>
                      <a:pt x="0" y="4"/>
                    </a:moveTo>
                    <a:lnTo>
                      <a:pt x="5" y="10"/>
                    </a:lnTo>
                    <a:lnTo>
                      <a:pt x="12" y="10"/>
                    </a:lnTo>
                    <a:lnTo>
                      <a:pt x="15" y="7"/>
                    </a:lnTo>
                    <a:lnTo>
                      <a:pt x="5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52" name="Google Shape;352;p11"/>
              <p:cNvSpPr/>
              <p:nvPr/>
            </p:nvSpPr>
            <p:spPr>
              <a:xfrm>
                <a:off x="2446337" y="5738813"/>
                <a:ext cx="17462" cy="14287"/>
              </a:xfrm>
              <a:custGeom>
                <a:rect b="b" l="l" r="r" t="t"/>
                <a:pathLst>
                  <a:path extrusionOk="0" h="9" w="11">
                    <a:moveTo>
                      <a:pt x="0" y="6"/>
                    </a:moveTo>
                    <a:lnTo>
                      <a:pt x="0" y="9"/>
                    </a:lnTo>
                    <a:lnTo>
                      <a:pt x="10" y="9"/>
                    </a:lnTo>
                    <a:lnTo>
                      <a:pt x="11" y="2"/>
                    </a:lnTo>
                    <a:lnTo>
                      <a:pt x="1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53" name="Google Shape;353;p11"/>
              <p:cNvSpPr/>
              <p:nvPr/>
            </p:nvSpPr>
            <p:spPr>
              <a:xfrm>
                <a:off x="2393950" y="5653088"/>
                <a:ext cx="14287" cy="19050"/>
              </a:xfrm>
              <a:custGeom>
                <a:rect b="b" l="l" r="r" t="t"/>
                <a:pathLst>
                  <a:path extrusionOk="0" h="12" w="9">
                    <a:moveTo>
                      <a:pt x="9" y="7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0" y="9"/>
                    </a:lnTo>
                    <a:lnTo>
                      <a:pt x="4" y="12"/>
                    </a:ln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54" name="Google Shape;354;p11"/>
              <p:cNvSpPr/>
              <p:nvPr/>
            </p:nvSpPr>
            <p:spPr>
              <a:xfrm>
                <a:off x="2393950" y="5688013"/>
                <a:ext cx="22225" cy="30162"/>
              </a:xfrm>
              <a:custGeom>
                <a:rect b="b" l="l" r="r" t="t"/>
                <a:pathLst>
                  <a:path extrusionOk="0" h="19" w="14">
                    <a:moveTo>
                      <a:pt x="6" y="0"/>
                    </a:moveTo>
                    <a:lnTo>
                      <a:pt x="0" y="7"/>
                    </a:lnTo>
                    <a:lnTo>
                      <a:pt x="9" y="19"/>
                    </a:lnTo>
                    <a:lnTo>
                      <a:pt x="14" y="16"/>
                    </a:lnTo>
                    <a:lnTo>
                      <a:pt x="11" y="5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55" name="Google Shape;355;p11"/>
              <p:cNvSpPr/>
              <p:nvPr/>
            </p:nvSpPr>
            <p:spPr>
              <a:xfrm>
                <a:off x="2370137" y="4564063"/>
                <a:ext cx="209550" cy="1162050"/>
              </a:xfrm>
              <a:custGeom>
                <a:rect b="b" l="l" r="r" t="t"/>
                <a:pathLst>
                  <a:path extrusionOk="0" h="433" w="78">
                    <a:moveTo>
                      <a:pt x="32" y="399"/>
                    </a:moveTo>
                    <a:cubicBezTo>
                      <a:pt x="26" y="399"/>
                      <a:pt x="26" y="399"/>
                      <a:pt x="26" y="399"/>
                    </a:cubicBezTo>
                    <a:cubicBezTo>
                      <a:pt x="24" y="390"/>
                      <a:pt x="24" y="390"/>
                      <a:pt x="24" y="390"/>
                    </a:cubicBezTo>
                    <a:cubicBezTo>
                      <a:pt x="26" y="379"/>
                      <a:pt x="26" y="379"/>
                      <a:pt x="26" y="379"/>
                    </a:cubicBezTo>
                    <a:cubicBezTo>
                      <a:pt x="27" y="372"/>
                      <a:pt x="27" y="372"/>
                      <a:pt x="27" y="372"/>
                    </a:cubicBezTo>
                    <a:cubicBezTo>
                      <a:pt x="27" y="370"/>
                      <a:pt x="27" y="370"/>
                      <a:pt x="27" y="370"/>
                    </a:cubicBezTo>
                    <a:cubicBezTo>
                      <a:pt x="25" y="363"/>
                      <a:pt x="25" y="363"/>
                      <a:pt x="25" y="363"/>
                    </a:cubicBezTo>
                    <a:cubicBezTo>
                      <a:pt x="21" y="351"/>
                      <a:pt x="21" y="351"/>
                      <a:pt x="21" y="351"/>
                    </a:cubicBezTo>
                    <a:cubicBezTo>
                      <a:pt x="26" y="334"/>
                      <a:pt x="26" y="334"/>
                      <a:pt x="26" y="334"/>
                    </a:cubicBezTo>
                    <a:cubicBezTo>
                      <a:pt x="33" y="327"/>
                      <a:pt x="33" y="327"/>
                      <a:pt x="33" y="327"/>
                    </a:cubicBezTo>
                    <a:cubicBezTo>
                      <a:pt x="35" y="310"/>
                      <a:pt x="35" y="310"/>
                      <a:pt x="35" y="310"/>
                    </a:cubicBezTo>
                    <a:cubicBezTo>
                      <a:pt x="31" y="301"/>
                      <a:pt x="31" y="301"/>
                      <a:pt x="31" y="301"/>
                    </a:cubicBezTo>
                    <a:cubicBezTo>
                      <a:pt x="32" y="266"/>
                      <a:pt x="32" y="266"/>
                      <a:pt x="32" y="266"/>
                    </a:cubicBezTo>
                    <a:cubicBezTo>
                      <a:pt x="35" y="260"/>
                      <a:pt x="35" y="260"/>
                      <a:pt x="35" y="260"/>
                    </a:cubicBezTo>
                    <a:cubicBezTo>
                      <a:pt x="35" y="254"/>
                      <a:pt x="35" y="254"/>
                      <a:pt x="35" y="254"/>
                    </a:cubicBezTo>
                    <a:cubicBezTo>
                      <a:pt x="40" y="232"/>
                      <a:pt x="40" y="232"/>
                      <a:pt x="40" y="232"/>
                    </a:cubicBezTo>
                    <a:cubicBezTo>
                      <a:pt x="40" y="225"/>
                      <a:pt x="40" y="225"/>
                      <a:pt x="40" y="225"/>
                    </a:cubicBezTo>
                    <a:cubicBezTo>
                      <a:pt x="50" y="186"/>
                      <a:pt x="50" y="186"/>
                      <a:pt x="50" y="186"/>
                    </a:cubicBezTo>
                    <a:cubicBezTo>
                      <a:pt x="44" y="161"/>
                      <a:pt x="44" y="161"/>
                      <a:pt x="44" y="161"/>
                    </a:cubicBezTo>
                    <a:cubicBezTo>
                      <a:pt x="55" y="134"/>
                      <a:pt x="55" y="134"/>
                      <a:pt x="55" y="134"/>
                    </a:cubicBezTo>
                    <a:cubicBezTo>
                      <a:pt x="63" y="128"/>
                      <a:pt x="63" y="128"/>
                      <a:pt x="63" y="128"/>
                    </a:cubicBezTo>
                    <a:cubicBezTo>
                      <a:pt x="64" y="98"/>
                      <a:pt x="64" y="98"/>
                      <a:pt x="64" y="98"/>
                    </a:cubicBezTo>
                    <a:cubicBezTo>
                      <a:pt x="77" y="85"/>
                      <a:pt x="77" y="85"/>
                      <a:pt x="77" y="85"/>
                    </a:cubicBezTo>
                    <a:cubicBezTo>
                      <a:pt x="78" y="67"/>
                      <a:pt x="78" y="67"/>
                      <a:pt x="78" y="67"/>
                    </a:cubicBezTo>
                    <a:cubicBezTo>
                      <a:pt x="72" y="62"/>
                      <a:pt x="72" y="62"/>
                      <a:pt x="72" y="62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6" y="20"/>
                      <a:pt x="48" y="26"/>
                      <a:pt x="50" y="32"/>
                    </a:cubicBezTo>
                    <a:cubicBezTo>
                      <a:pt x="46" y="80"/>
                      <a:pt x="46" y="80"/>
                      <a:pt x="46" y="80"/>
                    </a:cubicBezTo>
                    <a:cubicBezTo>
                      <a:pt x="33" y="138"/>
                      <a:pt x="33" y="138"/>
                      <a:pt x="33" y="138"/>
                    </a:cubicBezTo>
                    <a:cubicBezTo>
                      <a:pt x="37" y="141"/>
                      <a:pt x="37" y="141"/>
                      <a:pt x="37" y="141"/>
                    </a:cubicBezTo>
                    <a:cubicBezTo>
                      <a:pt x="35" y="152"/>
                      <a:pt x="35" y="152"/>
                      <a:pt x="35" y="152"/>
                    </a:cubicBezTo>
                    <a:cubicBezTo>
                      <a:pt x="32" y="150"/>
                      <a:pt x="32" y="150"/>
                      <a:pt x="32" y="150"/>
                    </a:cubicBezTo>
                    <a:cubicBezTo>
                      <a:pt x="31" y="166"/>
                      <a:pt x="31" y="181"/>
                      <a:pt x="31" y="196"/>
                    </a:cubicBezTo>
                    <a:cubicBezTo>
                      <a:pt x="20" y="228"/>
                      <a:pt x="20" y="228"/>
                      <a:pt x="20" y="228"/>
                    </a:cubicBezTo>
                    <a:cubicBezTo>
                      <a:pt x="17" y="228"/>
                      <a:pt x="17" y="228"/>
                      <a:pt x="17" y="228"/>
                    </a:cubicBezTo>
                    <a:cubicBezTo>
                      <a:pt x="17" y="223"/>
                      <a:pt x="17" y="223"/>
                      <a:pt x="17" y="223"/>
                    </a:cubicBezTo>
                    <a:cubicBezTo>
                      <a:pt x="17" y="229"/>
                      <a:pt x="17" y="236"/>
                      <a:pt x="18" y="242"/>
                    </a:cubicBezTo>
                    <a:cubicBezTo>
                      <a:pt x="18" y="247"/>
                      <a:pt x="19" y="251"/>
                      <a:pt x="20" y="256"/>
                    </a:cubicBezTo>
                    <a:cubicBezTo>
                      <a:pt x="17" y="262"/>
                      <a:pt x="16" y="267"/>
                      <a:pt x="14" y="273"/>
                    </a:cubicBezTo>
                    <a:cubicBezTo>
                      <a:pt x="14" y="276"/>
                      <a:pt x="14" y="279"/>
                      <a:pt x="14" y="282"/>
                    </a:cubicBezTo>
                    <a:cubicBezTo>
                      <a:pt x="18" y="282"/>
                      <a:pt x="18" y="282"/>
                      <a:pt x="18" y="282"/>
                    </a:cubicBezTo>
                    <a:cubicBezTo>
                      <a:pt x="19" y="277"/>
                      <a:pt x="19" y="277"/>
                      <a:pt x="19" y="277"/>
                    </a:cubicBezTo>
                    <a:cubicBezTo>
                      <a:pt x="23" y="280"/>
                      <a:pt x="23" y="280"/>
                      <a:pt x="23" y="280"/>
                    </a:cubicBezTo>
                    <a:cubicBezTo>
                      <a:pt x="22" y="290"/>
                      <a:pt x="20" y="300"/>
                      <a:pt x="18" y="309"/>
                    </a:cubicBezTo>
                    <a:cubicBezTo>
                      <a:pt x="20" y="312"/>
                      <a:pt x="20" y="312"/>
                      <a:pt x="20" y="312"/>
                    </a:cubicBezTo>
                    <a:cubicBezTo>
                      <a:pt x="19" y="319"/>
                      <a:pt x="18" y="326"/>
                      <a:pt x="17" y="332"/>
                    </a:cubicBezTo>
                    <a:cubicBezTo>
                      <a:pt x="17" y="335"/>
                      <a:pt x="16" y="337"/>
                      <a:pt x="15" y="339"/>
                    </a:cubicBezTo>
                    <a:cubicBezTo>
                      <a:pt x="10" y="342"/>
                      <a:pt x="10" y="342"/>
                      <a:pt x="10" y="342"/>
                    </a:cubicBezTo>
                    <a:cubicBezTo>
                      <a:pt x="7" y="341"/>
                      <a:pt x="7" y="341"/>
                      <a:pt x="7" y="341"/>
                    </a:cubicBezTo>
                    <a:cubicBezTo>
                      <a:pt x="10" y="338"/>
                      <a:pt x="10" y="338"/>
                      <a:pt x="10" y="338"/>
                    </a:cubicBezTo>
                    <a:cubicBezTo>
                      <a:pt x="9" y="336"/>
                      <a:pt x="9" y="336"/>
                      <a:pt x="9" y="336"/>
                    </a:cubicBezTo>
                    <a:cubicBezTo>
                      <a:pt x="4" y="335"/>
                      <a:pt x="4" y="335"/>
                      <a:pt x="4" y="335"/>
                    </a:cubicBezTo>
                    <a:cubicBezTo>
                      <a:pt x="3" y="339"/>
                      <a:pt x="2" y="343"/>
                      <a:pt x="1" y="347"/>
                    </a:cubicBezTo>
                    <a:cubicBezTo>
                      <a:pt x="0" y="348"/>
                      <a:pt x="0" y="350"/>
                      <a:pt x="0" y="352"/>
                    </a:cubicBezTo>
                    <a:cubicBezTo>
                      <a:pt x="3" y="351"/>
                      <a:pt x="3" y="351"/>
                      <a:pt x="3" y="351"/>
                    </a:cubicBezTo>
                    <a:cubicBezTo>
                      <a:pt x="5" y="347"/>
                      <a:pt x="5" y="347"/>
                      <a:pt x="5" y="347"/>
                    </a:cubicBezTo>
                    <a:cubicBezTo>
                      <a:pt x="9" y="349"/>
                      <a:pt x="9" y="349"/>
                      <a:pt x="9" y="349"/>
                    </a:cubicBezTo>
                    <a:cubicBezTo>
                      <a:pt x="13" y="348"/>
                      <a:pt x="13" y="348"/>
                      <a:pt x="13" y="348"/>
                    </a:cubicBezTo>
                    <a:cubicBezTo>
                      <a:pt x="10" y="356"/>
                      <a:pt x="10" y="356"/>
                      <a:pt x="10" y="356"/>
                    </a:cubicBezTo>
                    <a:cubicBezTo>
                      <a:pt x="12" y="361"/>
                      <a:pt x="12" y="361"/>
                      <a:pt x="12" y="361"/>
                    </a:cubicBezTo>
                    <a:cubicBezTo>
                      <a:pt x="9" y="364"/>
                      <a:pt x="9" y="364"/>
                      <a:pt x="9" y="364"/>
                    </a:cubicBezTo>
                    <a:cubicBezTo>
                      <a:pt x="12" y="368"/>
                      <a:pt x="12" y="368"/>
                      <a:pt x="12" y="368"/>
                    </a:cubicBezTo>
                    <a:cubicBezTo>
                      <a:pt x="11" y="373"/>
                      <a:pt x="11" y="373"/>
                      <a:pt x="11" y="373"/>
                    </a:cubicBezTo>
                    <a:cubicBezTo>
                      <a:pt x="6" y="371"/>
                      <a:pt x="6" y="371"/>
                      <a:pt x="6" y="371"/>
                    </a:cubicBezTo>
                    <a:cubicBezTo>
                      <a:pt x="3" y="376"/>
                      <a:pt x="3" y="376"/>
                      <a:pt x="3" y="376"/>
                    </a:cubicBezTo>
                    <a:cubicBezTo>
                      <a:pt x="6" y="386"/>
                      <a:pt x="6" y="386"/>
                      <a:pt x="6" y="386"/>
                    </a:cubicBezTo>
                    <a:cubicBezTo>
                      <a:pt x="12" y="381"/>
                      <a:pt x="12" y="381"/>
                      <a:pt x="12" y="381"/>
                    </a:cubicBezTo>
                    <a:cubicBezTo>
                      <a:pt x="13" y="385"/>
                      <a:pt x="13" y="385"/>
                      <a:pt x="13" y="385"/>
                    </a:cubicBezTo>
                    <a:cubicBezTo>
                      <a:pt x="11" y="389"/>
                      <a:pt x="11" y="389"/>
                      <a:pt x="11" y="389"/>
                    </a:cubicBezTo>
                    <a:cubicBezTo>
                      <a:pt x="13" y="393"/>
                      <a:pt x="15" y="398"/>
                      <a:pt x="17" y="403"/>
                    </a:cubicBezTo>
                    <a:cubicBezTo>
                      <a:pt x="17" y="411"/>
                      <a:pt x="17" y="411"/>
                      <a:pt x="17" y="411"/>
                    </a:cubicBezTo>
                    <a:cubicBezTo>
                      <a:pt x="21" y="416"/>
                      <a:pt x="21" y="416"/>
                      <a:pt x="21" y="416"/>
                    </a:cubicBezTo>
                    <a:cubicBezTo>
                      <a:pt x="20" y="420"/>
                      <a:pt x="20" y="420"/>
                      <a:pt x="20" y="420"/>
                    </a:cubicBezTo>
                    <a:cubicBezTo>
                      <a:pt x="25" y="418"/>
                      <a:pt x="25" y="418"/>
                      <a:pt x="25" y="418"/>
                    </a:cubicBezTo>
                    <a:cubicBezTo>
                      <a:pt x="27" y="420"/>
                      <a:pt x="27" y="420"/>
                      <a:pt x="27" y="420"/>
                    </a:cubicBezTo>
                    <a:cubicBezTo>
                      <a:pt x="21" y="424"/>
                      <a:pt x="21" y="424"/>
                      <a:pt x="21" y="424"/>
                    </a:cubicBezTo>
                    <a:cubicBezTo>
                      <a:pt x="25" y="430"/>
                      <a:pt x="25" y="430"/>
                      <a:pt x="25" y="430"/>
                    </a:cubicBezTo>
                    <a:cubicBezTo>
                      <a:pt x="25" y="429"/>
                      <a:pt x="25" y="428"/>
                      <a:pt x="26" y="428"/>
                    </a:cubicBezTo>
                    <a:cubicBezTo>
                      <a:pt x="27" y="425"/>
                      <a:pt x="28" y="423"/>
                      <a:pt x="29" y="421"/>
                    </a:cubicBezTo>
                    <a:cubicBezTo>
                      <a:pt x="32" y="424"/>
                      <a:pt x="32" y="424"/>
                      <a:pt x="32" y="424"/>
                    </a:cubicBezTo>
                    <a:cubicBezTo>
                      <a:pt x="29" y="429"/>
                      <a:pt x="29" y="429"/>
                      <a:pt x="29" y="429"/>
                    </a:cubicBezTo>
                    <a:cubicBezTo>
                      <a:pt x="29" y="432"/>
                      <a:pt x="29" y="432"/>
                      <a:pt x="29" y="432"/>
                    </a:cubicBezTo>
                    <a:cubicBezTo>
                      <a:pt x="37" y="433"/>
                      <a:pt x="37" y="433"/>
                      <a:pt x="37" y="433"/>
                    </a:cubicBezTo>
                    <a:cubicBezTo>
                      <a:pt x="38" y="419"/>
                      <a:pt x="38" y="419"/>
                      <a:pt x="38" y="419"/>
                    </a:cubicBezTo>
                    <a:cubicBezTo>
                      <a:pt x="43" y="416"/>
                      <a:pt x="43" y="416"/>
                      <a:pt x="43" y="416"/>
                    </a:cubicBezTo>
                    <a:cubicBezTo>
                      <a:pt x="38" y="410"/>
                      <a:pt x="38" y="410"/>
                      <a:pt x="38" y="410"/>
                    </a:cubicBezTo>
                    <a:lnTo>
                      <a:pt x="32" y="399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56" name="Google Shape;356;p11"/>
              <p:cNvSpPr/>
              <p:nvPr/>
            </p:nvSpPr>
            <p:spPr>
              <a:xfrm>
                <a:off x="2474912" y="5688013"/>
                <a:ext cx="66675" cy="84137"/>
              </a:xfrm>
              <a:custGeom>
                <a:rect b="b" l="l" r="r" t="t"/>
                <a:pathLst>
                  <a:path extrusionOk="0" h="31" w="25">
                    <a:moveTo>
                      <a:pt x="22" y="5"/>
                    </a:moveTo>
                    <a:cubicBezTo>
                      <a:pt x="13" y="0"/>
                      <a:pt x="13" y="0"/>
                      <a:pt x="13" y="0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6" y="27"/>
                      <a:pt x="13" y="28"/>
                      <a:pt x="19" y="29"/>
                    </a:cubicBezTo>
                    <a:cubicBezTo>
                      <a:pt x="22" y="31"/>
                      <a:pt x="22" y="31"/>
                      <a:pt x="22" y="31"/>
                    </a:cubicBezTo>
                    <a:cubicBezTo>
                      <a:pt x="25" y="15"/>
                      <a:pt x="25" y="15"/>
                      <a:pt x="25" y="15"/>
                    </a:cubicBezTo>
                    <a:lnTo>
                      <a:pt x="22" y="5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357" name="Google Shape;357;p11"/>
            <p:cNvSpPr/>
            <p:nvPr/>
          </p:nvSpPr>
          <p:spPr>
            <a:xfrm>
              <a:off x="2416175" y="3940176"/>
              <a:ext cx="936625" cy="1138238"/>
            </a:xfrm>
            <a:custGeom>
              <a:rect b="b" l="l" r="r" t="t"/>
              <a:pathLst>
                <a:path extrusionOk="0" h="424" w="349">
                  <a:moveTo>
                    <a:pt x="349" y="127"/>
                  </a:moveTo>
                  <a:cubicBezTo>
                    <a:pt x="347" y="118"/>
                    <a:pt x="347" y="118"/>
                    <a:pt x="347" y="118"/>
                  </a:cubicBezTo>
                  <a:cubicBezTo>
                    <a:pt x="342" y="114"/>
                    <a:pt x="342" y="114"/>
                    <a:pt x="342" y="114"/>
                  </a:cubicBezTo>
                  <a:cubicBezTo>
                    <a:pt x="323" y="106"/>
                    <a:pt x="323" y="106"/>
                    <a:pt x="323" y="106"/>
                  </a:cubicBezTo>
                  <a:cubicBezTo>
                    <a:pt x="313" y="99"/>
                    <a:pt x="313" y="99"/>
                    <a:pt x="313" y="99"/>
                  </a:cubicBezTo>
                  <a:cubicBezTo>
                    <a:pt x="304" y="89"/>
                    <a:pt x="304" y="89"/>
                    <a:pt x="304" y="89"/>
                  </a:cubicBezTo>
                  <a:cubicBezTo>
                    <a:pt x="300" y="87"/>
                    <a:pt x="300" y="87"/>
                    <a:pt x="300" y="87"/>
                  </a:cubicBezTo>
                  <a:cubicBezTo>
                    <a:pt x="293" y="88"/>
                    <a:pt x="293" y="88"/>
                    <a:pt x="293" y="88"/>
                  </a:cubicBezTo>
                  <a:cubicBezTo>
                    <a:pt x="278" y="85"/>
                    <a:pt x="278" y="85"/>
                    <a:pt x="278" y="85"/>
                  </a:cubicBezTo>
                  <a:cubicBezTo>
                    <a:pt x="272" y="81"/>
                    <a:pt x="272" y="81"/>
                    <a:pt x="272" y="81"/>
                  </a:cubicBezTo>
                  <a:cubicBezTo>
                    <a:pt x="270" y="81"/>
                    <a:pt x="270" y="81"/>
                    <a:pt x="270" y="81"/>
                  </a:cubicBezTo>
                  <a:cubicBezTo>
                    <a:pt x="267" y="85"/>
                    <a:pt x="267" y="85"/>
                    <a:pt x="267" y="85"/>
                  </a:cubicBezTo>
                  <a:cubicBezTo>
                    <a:pt x="266" y="76"/>
                    <a:pt x="266" y="76"/>
                    <a:pt x="266" y="76"/>
                  </a:cubicBezTo>
                  <a:cubicBezTo>
                    <a:pt x="262" y="73"/>
                    <a:pt x="262" y="73"/>
                    <a:pt x="262" y="73"/>
                  </a:cubicBezTo>
                  <a:cubicBezTo>
                    <a:pt x="240" y="66"/>
                    <a:pt x="240" y="66"/>
                    <a:pt x="240" y="66"/>
                  </a:cubicBezTo>
                  <a:cubicBezTo>
                    <a:pt x="236" y="66"/>
                    <a:pt x="236" y="66"/>
                    <a:pt x="236" y="66"/>
                  </a:cubicBezTo>
                  <a:cubicBezTo>
                    <a:pt x="232" y="69"/>
                    <a:pt x="232" y="69"/>
                    <a:pt x="232" y="69"/>
                  </a:cubicBezTo>
                  <a:cubicBezTo>
                    <a:pt x="224" y="75"/>
                    <a:pt x="224" y="75"/>
                    <a:pt x="224" y="75"/>
                  </a:cubicBezTo>
                  <a:cubicBezTo>
                    <a:pt x="222" y="77"/>
                    <a:pt x="222" y="77"/>
                    <a:pt x="222" y="77"/>
                  </a:cubicBezTo>
                  <a:cubicBezTo>
                    <a:pt x="217" y="76"/>
                    <a:pt x="217" y="76"/>
                    <a:pt x="217" y="76"/>
                  </a:cubicBezTo>
                  <a:cubicBezTo>
                    <a:pt x="223" y="72"/>
                    <a:pt x="223" y="72"/>
                    <a:pt x="223" y="72"/>
                  </a:cubicBezTo>
                  <a:cubicBezTo>
                    <a:pt x="228" y="64"/>
                    <a:pt x="228" y="64"/>
                    <a:pt x="228" y="64"/>
                  </a:cubicBezTo>
                  <a:cubicBezTo>
                    <a:pt x="227" y="59"/>
                    <a:pt x="227" y="59"/>
                    <a:pt x="227" y="59"/>
                  </a:cubicBezTo>
                  <a:cubicBezTo>
                    <a:pt x="218" y="57"/>
                    <a:pt x="218" y="57"/>
                    <a:pt x="218" y="57"/>
                  </a:cubicBezTo>
                  <a:cubicBezTo>
                    <a:pt x="215" y="58"/>
                    <a:pt x="215" y="58"/>
                    <a:pt x="215" y="58"/>
                  </a:cubicBezTo>
                  <a:cubicBezTo>
                    <a:pt x="209" y="61"/>
                    <a:pt x="209" y="61"/>
                    <a:pt x="209" y="61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9" y="54"/>
                    <a:pt x="209" y="54"/>
                    <a:pt x="209" y="54"/>
                  </a:cubicBezTo>
                  <a:cubicBezTo>
                    <a:pt x="204" y="54"/>
                    <a:pt x="204" y="54"/>
                    <a:pt x="204" y="54"/>
                  </a:cubicBezTo>
                  <a:cubicBezTo>
                    <a:pt x="210" y="48"/>
                    <a:pt x="210" y="48"/>
                    <a:pt x="210" y="48"/>
                  </a:cubicBezTo>
                  <a:cubicBezTo>
                    <a:pt x="212" y="41"/>
                    <a:pt x="212" y="41"/>
                    <a:pt x="212" y="41"/>
                  </a:cubicBezTo>
                  <a:cubicBezTo>
                    <a:pt x="211" y="36"/>
                    <a:pt x="211" y="36"/>
                    <a:pt x="211" y="36"/>
                  </a:cubicBezTo>
                  <a:cubicBezTo>
                    <a:pt x="206" y="29"/>
                    <a:pt x="206" y="29"/>
                    <a:pt x="206" y="29"/>
                  </a:cubicBezTo>
                  <a:cubicBezTo>
                    <a:pt x="200" y="11"/>
                    <a:pt x="200" y="11"/>
                    <a:pt x="200" y="11"/>
                  </a:cubicBezTo>
                  <a:cubicBezTo>
                    <a:pt x="198" y="9"/>
                    <a:pt x="198" y="9"/>
                    <a:pt x="198" y="9"/>
                  </a:cubicBezTo>
                  <a:cubicBezTo>
                    <a:pt x="193" y="25"/>
                    <a:pt x="193" y="25"/>
                    <a:pt x="193" y="25"/>
                  </a:cubicBezTo>
                  <a:cubicBezTo>
                    <a:pt x="184" y="32"/>
                    <a:pt x="184" y="32"/>
                    <a:pt x="184" y="32"/>
                  </a:cubicBezTo>
                  <a:cubicBezTo>
                    <a:pt x="180" y="27"/>
                    <a:pt x="180" y="27"/>
                    <a:pt x="180" y="27"/>
                  </a:cubicBezTo>
                  <a:cubicBezTo>
                    <a:pt x="167" y="28"/>
                    <a:pt x="167" y="28"/>
                    <a:pt x="167" y="28"/>
                  </a:cubicBezTo>
                  <a:cubicBezTo>
                    <a:pt x="164" y="25"/>
                    <a:pt x="164" y="25"/>
                    <a:pt x="164" y="25"/>
                  </a:cubicBezTo>
                  <a:cubicBezTo>
                    <a:pt x="155" y="26"/>
                    <a:pt x="155" y="26"/>
                    <a:pt x="155" y="26"/>
                  </a:cubicBezTo>
                  <a:cubicBezTo>
                    <a:pt x="154" y="29"/>
                    <a:pt x="154" y="29"/>
                    <a:pt x="154" y="29"/>
                  </a:cubicBezTo>
                  <a:cubicBezTo>
                    <a:pt x="148" y="31"/>
                    <a:pt x="148" y="31"/>
                    <a:pt x="148" y="31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39" y="41"/>
                    <a:pt x="139" y="41"/>
                    <a:pt x="139" y="41"/>
                  </a:cubicBezTo>
                  <a:cubicBezTo>
                    <a:pt x="135" y="42"/>
                    <a:pt x="135" y="42"/>
                    <a:pt x="135" y="42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29" y="36"/>
                    <a:pt x="129" y="36"/>
                    <a:pt x="129" y="36"/>
                  </a:cubicBezTo>
                  <a:cubicBezTo>
                    <a:pt x="128" y="35"/>
                    <a:pt x="128" y="34"/>
                    <a:pt x="127" y="33"/>
                  </a:cubicBezTo>
                  <a:cubicBezTo>
                    <a:pt x="124" y="29"/>
                    <a:pt x="124" y="29"/>
                    <a:pt x="124" y="29"/>
                  </a:cubicBezTo>
                  <a:cubicBezTo>
                    <a:pt x="126" y="20"/>
                    <a:pt x="126" y="20"/>
                    <a:pt x="126" y="20"/>
                  </a:cubicBezTo>
                  <a:cubicBezTo>
                    <a:pt x="126" y="14"/>
                    <a:pt x="126" y="14"/>
                    <a:pt x="126" y="14"/>
                  </a:cubicBezTo>
                  <a:cubicBezTo>
                    <a:pt x="122" y="11"/>
                    <a:pt x="122" y="11"/>
                    <a:pt x="122" y="11"/>
                  </a:cubicBezTo>
                  <a:cubicBezTo>
                    <a:pt x="125" y="6"/>
                    <a:pt x="125" y="6"/>
                    <a:pt x="125" y="6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2" y="7"/>
                    <a:pt x="112" y="7"/>
                    <a:pt x="112" y="7"/>
                  </a:cubicBezTo>
                  <a:cubicBezTo>
                    <a:pt x="99" y="9"/>
                    <a:pt x="99" y="9"/>
                    <a:pt x="99" y="9"/>
                  </a:cubicBezTo>
                  <a:cubicBezTo>
                    <a:pt x="95" y="15"/>
                    <a:pt x="95" y="15"/>
                    <a:pt x="95" y="15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6" y="15"/>
                    <a:pt x="86" y="15"/>
                    <a:pt x="86" y="15"/>
                  </a:cubicBezTo>
                  <a:cubicBezTo>
                    <a:pt x="85" y="20"/>
                    <a:pt x="85" y="20"/>
                    <a:pt x="85" y="20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85" y="21"/>
                    <a:pt x="85" y="22"/>
                    <a:pt x="86" y="22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92" y="26"/>
                    <a:pt x="92" y="26"/>
                    <a:pt x="92" y="26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9"/>
                    <a:pt x="91" y="29"/>
                    <a:pt x="91" y="29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2" y="35"/>
                    <a:pt x="82" y="35"/>
                    <a:pt x="82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76" y="40"/>
                    <a:pt x="76" y="40"/>
                    <a:pt x="76" y="40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0" y="42"/>
                    <a:pt x="70" y="42"/>
                    <a:pt x="70" y="42"/>
                  </a:cubicBezTo>
                  <a:cubicBezTo>
                    <a:pt x="66" y="37"/>
                    <a:pt x="66" y="37"/>
                    <a:pt x="66" y="37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59" y="31"/>
                    <a:pt x="59" y="31"/>
                    <a:pt x="59" y="31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45" y="54"/>
                    <a:pt x="45" y="54"/>
                    <a:pt x="45" y="54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6" y="57"/>
                    <a:pt x="36" y="57"/>
                    <a:pt x="36" y="57"/>
                  </a:cubicBezTo>
                  <a:cubicBezTo>
                    <a:pt x="35" y="63"/>
                    <a:pt x="35" y="63"/>
                    <a:pt x="35" y="63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40" y="72"/>
                    <a:pt x="40" y="72"/>
                    <a:pt x="40" y="72"/>
                  </a:cubicBezTo>
                  <a:cubicBezTo>
                    <a:pt x="33" y="92"/>
                    <a:pt x="33" y="92"/>
                    <a:pt x="33" y="92"/>
                  </a:cubicBezTo>
                  <a:cubicBezTo>
                    <a:pt x="31" y="96"/>
                    <a:pt x="31" y="96"/>
                    <a:pt x="31" y="96"/>
                  </a:cubicBezTo>
                  <a:cubicBezTo>
                    <a:pt x="26" y="96"/>
                    <a:pt x="26" y="96"/>
                    <a:pt x="26" y="96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11" y="108"/>
                    <a:pt x="11" y="108"/>
                    <a:pt x="11" y="108"/>
                  </a:cubicBezTo>
                  <a:cubicBezTo>
                    <a:pt x="6" y="110"/>
                    <a:pt x="6" y="110"/>
                    <a:pt x="6" y="110"/>
                  </a:cubicBezTo>
                  <a:cubicBezTo>
                    <a:pt x="5" y="111"/>
                    <a:pt x="5" y="111"/>
                    <a:pt x="5" y="111"/>
                  </a:cubicBezTo>
                  <a:cubicBezTo>
                    <a:pt x="5" y="114"/>
                    <a:pt x="5" y="114"/>
                    <a:pt x="5" y="114"/>
                  </a:cubicBezTo>
                  <a:cubicBezTo>
                    <a:pt x="1" y="120"/>
                    <a:pt x="1" y="120"/>
                    <a:pt x="1" y="120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3" y="141"/>
                    <a:pt x="3" y="141"/>
                    <a:pt x="3" y="141"/>
                  </a:cubicBezTo>
                  <a:cubicBezTo>
                    <a:pt x="3" y="147"/>
                    <a:pt x="3" y="147"/>
                    <a:pt x="3" y="147"/>
                  </a:cubicBezTo>
                  <a:cubicBezTo>
                    <a:pt x="11" y="148"/>
                    <a:pt x="11" y="148"/>
                    <a:pt x="11" y="148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8" y="156"/>
                    <a:pt x="28" y="156"/>
                    <a:pt x="28" y="156"/>
                  </a:cubicBezTo>
                  <a:cubicBezTo>
                    <a:pt x="29" y="170"/>
                    <a:pt x="29" y="170"/>
                    <a:pt x="29" y="170"/>
                  </a:cubicBezTo>
                  <a:cubicBezTo>
                    <a:pt x="35" y="169"/>
                    <a:pt x="35" y="169"/>
                    <a:pt x="35" y="169"/>
                  </a:cubicBezTo>
                  <a:cubicBezTo>
                    <a:pt x="38" y="168"/>
                    <a:pt x="41" y="168"/>
                    <a:pt x="44" y="167"/>
                  </a:cubicBezTo>
                  <a:cubicBezTo>
                    <a:pt x="52" y="165"/>
                    <a:pt x="60" y="163"/>
                    <a:pt x="68" y="160"/>
                  </a:cubicBezTo>
                  <a:cubicBezTo>
                    <a:pt x="79" y="161"/>
                    <a:pt x="79" y="161"/>
                    <a:pt x="79" y="161"/>
                  </a:cubicBezTo>
                  <a:cubicBezTo>
                    <a:pt x="78" y="179"/>
                    <a:pt x="78" y="179"/>
                    <a:pt x="78" y="179"/>
                  </a:cubicBezTo>
                  <a:cubicBezTo>
                    <a:pt x="82" y="185"/>
                    <a:pt x="82" y="185"/>
                    <a:pt x="82" y="185"/>
                  </a:cubicBezTo>
                  <a:cubicBezTo>
                    <a:pt x="104" y="193"/>
                    <a:pt x="104" y="193"/>
                    <a:pt x="104" y="193"/>
                  </a:cubicBezTo>
                  <a:cubicBezTo>
                    <a:pt x="104" y="193"/>
                    <a:pt x="104" y="193"/>
                    <a:pt x="104" y="193"/>
                  </a:cubicBezTo>
                  <a:cubicBezTo>
                    <a:pt x="105" y="193"/>
                    <a:pt x="105" y="193"/>
                    <a:pt x="105" y="193"/>
                  </a:cubicBezTo>
                  <a:cubicBezTo>
                    <a:pt x="109" y="197"/>
                    <a:pt x="109" y="197"/>
                    <a:pt x="109" y="197"/>
                  </a:cubicBezTo>
                  <a:cubicBezTo>
                    <a:pt x="116" y="199"/>
                    <a:pt x="116" y="199"/>
                    <a:pt x="116" y="199"/>
                  </a:cubicBezTo>
                  <a:cubicBezTo>
                    <a:pt x="118" y="223"/>
                    <a:pt x="118" y="223"/>
                    <a:pt x="118" y="223"/>
                  </a:cubicBezTo>
                  <a:cubicBezTo>
                    <a:pt x="135" y="225"/>
                    <a:pt x="135" y="225"/>
                    <a:pt x="135" y="225"/>
                  </a:cubicBezTo>
                  <a:cubicBezTo>
                    <a:pt x="136" y="237"/>
                    <a:pt x="136" y="237"/>
                    <a:pt x="136" y="237"/>
                  </a:cubicBezTo>
                  <a:cubicBezTo>
                    <a:pt x="141" y="242"/>
                    <a:pt x="141" y="242"/>
                    <a:pt x="141" y="242"/>
                  </a:cubicBezTo>
                  <a:cubicBezTo>
                    <a:pt x="142" y="244"/>
                    <a:pt x="142" y="244"/>
                    <a:pt x="142" y="244"/>
                  </a:cubicBezTo>
                  <a:cubicBezTo>
                    <a:pt x="144" y="254"/>
                    <a:pt x="144" y="254"/>
                    <a:pt x="144" y="254"/>
                  </a:cubicBezTo>
                  <a:cubicBezTo>
                    <a:pt x="142" y="262"/>
                    <a:pt x="142" y="262"/>
                    <a:pt x="142" y="262"/>
                  </a:cubicBezTo>
                  <a:cubicBezTo>
                    <a:pt x="142" y="263"/>
                    <a:pt x="142" y="263"/>
                    <a:pt x="142" y="263"/>
                  </a:cubicBezTo>
                  <a:cubicBezTo>
                    <a:pt x="144" y="266"/>
                    <a:pt x="144" y="266"/>
                    <a:pt x="144" y="266"/>
                  </a:cubicBezTo>
                  <a:cubicBezTo>
                    <a:pt x="140" y="269"/>
                    <a:pt x="140" y="269"/>
                    <a:pt x="140" y="269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2" y="273"/>
                    <a:pt x="143" y="276"/>
                    <a:pt x="143" y="279"/>
                  </a:cubicBezTo>
                  <a:cubicBezTo>
                    <a:pt x="144" y="282"/>
                    <a:pt x="145" y="285"/>
                    <a:pt x="145" y="288"/>
                  </a:cubicBezTo>
                  <a:cubicBezTo>
                    <a:pt x="145" y="290"/>
                    <a:pt x="145" y="290"/>
                    <a:pt x="145" y="290"/>
                  </a:cubicBezTo>
                  <a:cubicBezTo>
                    <a:pt x="157" y="290"/>
                    <a:pt x="157" y="290"/>
                    <a:pt x="157" y="290"/>
                  </a:cubicBezTo>
                  <a:cubicBezTo>
                    <a:pt x="162" y="294"/>
                    <a:pt x="162" y="294"/>
                    <a:pt x="162" y="294"/>
                  </a:cubicBezTo>
                  <a:cubicBezTo>
                    <a:pt x="164" y="312"/>
                    <a:pt x="164" y="312"/>
                    <a:pt x="164" y="312"/>
                  </a:cubicBezTo>
                  <a:cubicBezTo>
                    <a:pt x="170" y="310"/>
                    <a:pt x="170" y="310"/>
                    <a:pt x="170" y="310"/>
                  </a:cubicBezTo>
                  <a:cubicBezTo>
                    <a:pt x="175" y="312"/>
                    <a:pt x="175" y="312"/>
                    <a:pt x="175" y="312"/>
                  </a:cubicBezTo>
                  <a:cubicBezTo>
                    <a:pt x="171" y="330"/>
                    <a:pt x="171" y="330"/>
                    <a:pt x="171" y="330"/>
                  </a:cubicBezTo>
                  <a:cubicBezTo>
                    <a:pt x="178" y="341"/>
                    <a:pt x="178" y="341"/>
                    <a:pt x="178" y="341"/>
                  </a:cubicBezTo>
                  <a:cubicBezTo>
                    <a:pt x="177" y="353"/>
                    <a:pt x="177" y="353"/>
                    <a:pt x="177" y="353"/>
                  </a:cubicBezTo>
                  <a:cubicBezTo>
                    <a:pt x="171" y="357"/>
                    <a:pt x="159" y="367"/>
                    <a:pt x="158" y="367"/>
                  </a:cubicBezTo>
                  <a:cubicBezTo>
                    <a:pt x="142" y="383"/>
                    <a:pt x="142" y="383"/>
                    <a:pt x="142" y="383"/>
                  </a:cubicBezTo>
                  <a:cubicBezTo>
                    <a:pt x="146" y="384"/>
                    <a:pt x="146" y="384"/>
                    <a:pt x="146" y="384"/>
                  </a:cubicBezTo>
                  <a:cubicBezTo>
                    <a:pt x="150" y="384"/>
                    <a:pt x="150" y="384"/>
                    <a:pt x="150" y="384"/>
                  </a:cubicBezTo>
                  <a:cubicBezTo>
                    <a:pt x="151" y="384"/>
                    <a:pt x="151" y="384"/>
                    <a:pt x="151" y="384"/>
                  </a:cubicBezTo>
                  <a:cubicBezTo>
                    <a:pt x="151" y="384"/>
                    <a:pt x="151" y="384"/>
                    <a:pt x="151" y="384"/>
                  </a:cubicBezTo>
                  <a:cubicBezTo>
                    <a:pt x="158" y="388"/>
                    <a:pt x="158" y="388"/>
                    <a:pt x="158" y="388"/>
                  </a:cubicBezTo>
                  <a:cubicBezTo>
                    <a:pt x="160" y="393"/>
                    <a:pt x="160" y="393"/>
                    <a:pt x="160" y="393"/>
                  </a:cubicBezTo>
                  <a:cubicBezTo>
                    <a:pt x="163" y="391"/>
                    <a:pt x="163" y="391"/>
                    <a:pt x="163" y="391"/>
                  </a:cubicBezTo>
                  <a:cubicBezTo>
                    <a:pt x="165" y="393"/>
                    <a:pt x="165" y="393"/>
                    <a:pt x="165" y="393"/>
                  </a:cubicBezTo>
                  <a:cubicBezTo>
                    <a:pt x="176" y="403"/>
                    <a:pt x="176" y="403"/>
                    <a:pt x="176" y="403"/>
                  </a:cubicBezTo>
                  <a:cubicBezTo>
                    <a:pt x="181" y="410"/>
                    <a:pt x="181" y="410"/>
                    <a:pt x="181" y="410"/>
                  </a:cubicBezTo>
                  <a:cubicBezTo>
                    <a:pt x="179" y="418"/>
                    <a:pt x="179" y="418"/>
                    <a:pt x="179" y="418"/>
                  </a:cubicBezTo>
                  <a:cubicBezTo>
                    <a:pt x="182" y="424"/>
                    <a:pt x="182" y="424"/>
                    <a:pt x="182" y="424"/>
                  </a:cubicBezTo>
                  <a:cubicBezTo>
                    <a:pt x="190" y="411"/>
                    <a:pt x="190" y="411"/>
                    <a:pt x="190" y="411"/>
                  </a:cubicBezTo>
                  <a:cubicBezTo>
                    <a:pt x="191" y="407"/>
                    <a:pt x="191" y="407"/>
                    <a:pt x="191" y="407"/>
                  </a:cubicBezTo>
                  <a:cubicBezTo>
                    <a:pt x="189" y="402"/>
                    <a:pt x="189" y="402"/>
                    <a:pt x="189" y="402"/>
                  </a:cubicBezTo>
                  <a:cubicBezTo>
                    <a:pt x="196" y="390"/>
                    <a:pt x="196" y="390"/>
                    <a:pt x="196" y="390"/>
                  </a:cubicBezTo>
                  <a:cubicBezTo>
                    <a:pt x="203" y="383"/>
                    <a:pt x="203" y="383"/>
                    <a:pt x="203" y="383"/>
                  </a:cubicBezTo>
                  <a:cubicBezTo>
                    <a:pt x="206" y="384"/>
                    <a:pt x="206" y="384"/>
                    <a:pt x="206" y="384"/>
                  </a:cubicBezTo>
                  <a:cubicBezTo>
                    <a:pt x="201" y="392"/>
                    <a:pt x="201" y="392"/>
                    <a:pt x="201" y="392"/>
                  </a:cubicBezTo>
                  <a:cubicBezTo>
                    <a:pt x="199" y="396"/>
                    <a:pt x="199" y="396"/>
                    <a:pt x="199" y="396"/>
                  </a:cubicBezTo>
                  <a:cubicBezTo>
                    <a:pt x="194" y="402"/>
                    <a:pt x="193" y="405"/>
                    <a:pt x="193" y="404"/>
                  </a:cubicBezTo>
                  <a:cubicBezTo>
                    <a:pt x="201" y="396"/>
                    <a:pt x="201" y="396"/>
                    <a:pt x="201" y="396"/>
                  </a:cubicBezTo>
                  <a:cubicBezTo>
                    <a:pt x="220" y="362"/>
                    <a:pt x="220" y="362"/>
                    <a:pt x="220" y="362"/>
                  </a:cubicBezTo>
                  <a:cubicBezTo>
                    <a:pt x="219" y="356"/>
                    <a:pt x="219" y="356"/>
                    <a:pt x="219" y="356"/>
                  </a:cubicBezTo>
                  <a:cubicBezTo>
                    <a:pt x="220" y="338"/>
                    <a:pt x="220" y="338"/>
                    <a:pt x="220" y="338"/>
                  </a:cubicBezTo>
                  <a:cubicBezTo>
                    <a:pt x="222" y="333"/>
                    <a:pt x="222" y="333"/>
                    <a:pt x="222" y="333"/>
                  </a:cubicBezTo>
                  <a:cubicBezTo>
                    <a:pt x="246" y="315"/>
                    <a:pt x="246" y="315"/>
                    <a:pt x="246" y="315"/>
                  </a:cubicBezTo>
                  <a:cubicBezTo>
                    <a:pt x="251" y="315"/>
                    <a:pt x="251" y="315"/>
                    <a:pt x="251" y="315"/>
                  </a:cubicBezTo>
                  <a:cubicBezTo>
                    <a:pt x="258" y="308"/>
                    <a:pt x="258" y="308"/>
                    <a:pt x="258" y="308"/>
                  </a:cubicBezTo>
                  <a:cubicBezTo>
                    <a:pt x="256" y="306"/>
                    <a:pt x="256" y="306"/>
                    <a:pt x="256" y="306"/>
                  </a:cubicBezTo>
                  <a:cubicBezTo>
                    <a:pt x="260" y="303"/>
                    <a:pt x="260" y="303"/>
                    <a:pt x="260" y="303"/>
                  </a:cubicBezTo>
                  <a:cubicBezTo>
                    <a:pt x="263" y="303"/>
                    <a:pt x="263" y="303"/>
                    <a:pt x="263" y="303"/>
                  </a:cubicBezTo>
                  <a:cubicBezTo>
                    <a:pt x="264" y="305"/>
                    <a:pt x="264" y="305"/>
                    <a:pt x="264" y="305"/>
                  </a:cubicBezTo>
                  <a:cubicBezTo>
                    <a:pt x="270" y="304"/>
                    <a:pt x="270" y="304"/>
                    <a:pt x="270" y="304"/>
                  </a:cubicBezTo>
                  <a:cubicBezTo>
                    <a:pt x="278" y="305"/>
                    <a:pt x="278" y="305"/>
                    <a:pt x="278" y="305"/>
                  </a:cubicBezTo>
                  <a:cubicBezTo>
                    <a:pt x="280" y="302"/>
                    <a:pt x="280" y="302"/>
                    <a:pt x="280" y="302"/>
                  </a:cubicBezTo>
                  <a:cubicBezTo>
                    <a:pt x="281" y="297"/>
                    <a:pt x="281" y="297"/>
                    <a:pt x="281" y="297"/>
                  </a:cubicBezTo>
                  <a:cubicBezTo>
                    <a:pt x="288" y="292"/>
                    <a:pt x="288" y="292"/>
                    <a:pt x="288" y="292"/>
                  </a:cubicBezTo>
                  <a:cubicBezTo>
                    <a:pt x="288" y="285"/>
                    <a:pt x="288" y="285"/>
                    <a:pt x="288" y="285"/>
                  </a:cubicBezTo>
                  <a:cubicBezTo>
                    <a:pt x="292" y="279"/>
                    <a:pt x="292" y="279"/>
                    <a:pt x="292" y="279"/>
                  </a:cubicBezTo>
                  <a:cubicBezTo>
                    <a:pt x="293" y="271"/>
                    <a:pt x="293" y="271"/>
                    <a:pt x="293" y="271"/>
                  </a:cubicBezTo>
                  <a:cubicBezTo>
                    <a:pt x="298" y="264"/>
                    <a:pt x="298" y="264"/>
                    <a:pt x="298" y="264"/>
                  </a:cubicBezTo>
                  <a:cubicBezTo>
                    <a:pt x="299" y="257"/>
                    <a:pt x="299" y="257"/>
                    <a:pt x="299" y="257"/>
                  </a:cubicBezTo>
                  <a:cubicBezTo>
                    <a:pt x="306" y="249"/>
                    <a:pt x="306" y="249"/>
                    <a:pt x="306" y="249"/>
                  </a:cubicBezTo>
                  <a:cubicBezTo>
                    <a:pt x="304" y="239"/>
                    <a:pt x="304" y="239"/>
                    <a:pt x="304" y="239"/>
                  </a:cubicBezTo>
                  <a:cubicBezTo>
                    <a:pt x="308" y="234"/>
                    <a:pt x="308" y="234"/>
                    <a:pt x="308" y="234"/>
                  </a:cubicBezTo>
                  <a:cubicBezTo>
                    <a:pt x="307" y="229"/>
                    <a:pt x="307" y="229"/>
                    <a:pt x="307" y="229"/>
                  </a:cubicBezTo>
                  <a:cubicBezTo>
                    <a:pt x="306" y="223"/>
                    <a:pt x="306" y="223"/>
                    <a:pt x="306" y="223"/>
                  </a:cubicBezTo>
                  <a:cubicBezTo>
                    <a:pt x="309" y="217"/>
                    <a:pt x="309" y="217"/>
                    <a:pt x="309" y="217"/>
                  </a:cubicBezTo>
                  <a:cubicBezTo>
                    <a:pt x="309" y="204"/>
                    <a:pt x="309" y="204"/>
                    <a:pt x="309" y="204"/>
                  </a:cubicBezTo>
                  <a:cubicBezTo>
                    <a:pt x="309" y="203"/>
                    <a:pt x="310" y="200"/>
                    <a:pt x="312" y="194"/>
                  </a:cubicBezTo>
                  <a:cubicBezTo>
                    <a:pt x="314" y="194"/>
                    <a:pt x="314" y="194"/>
                    <a:pt x="314" y="194"/>
                  </a:cubicBezTo>
                  <a:cubicBezTo>
                    <a:pt x="315" y="197"/>
                    <a:pt x="315" y="197"/>
                    <a:pt x="315" y="197"/>
                  </a:cubicBezTo>
                  <a:cubicBezTo>
                    <a:pt x="317" y="192"/>
                    <a:pt x="317" y="192"/>
                    <a:pt x="317" y="192"/>
                  </a:cubicBezTo>
                  <a:cubicBezTo>
                    <a:pt x="330" y="170"/>
                    <a:pt x="330" y="170"/>
                    <a:pt x="330" y="170"/>
                  </a:cubicBezTo>
                  <a:cubicBezTo>
                    <a:pt x="337" y="163"/>
                    <a:pt x="337" y="163"/>
                    <a:pt x="337" y="163"/>
                  </a:cubicBezTo>
                  <a:cubicBezTo>
                    <a:pt x="344" y="153"/>
                    <a:pt x="344" y="153"/>
                    <a:pt x="344" y="153"/>
                  </a:cubicBezTo>
                  <a:cubicBezTo>
                    <a:pt x="349" y="139"/>
                    <a:pt x="349" y="139"/>
                    <a:pt x="349" y="139"/>
                  </a:cubicBezTo>
                  <a:cubicBezTo>
                    <a:pt x="347" y="139"/>
                    <a:pt x="347" y="139"/>
                    <a:pt x="347" y="139"/>
                  </a:cubicBezTo>
                  <a:lnTo>
                    <a:pt x="349" y="127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58" name="Google Shape;358;p11"/>
            <p:cNvSpPr/>
            <p:nvPr/>
          </p:nvSpPr>
          <p:spPr>
            <a:xfrm>
              <a:off x="2508250" y="4370389"/>
              <a:ext cx="295275" cy="376237"/>
            </a:xfrm>
            <a:custGeom>
              <a:rect b="b" l="l" r="r" t="t"/>
              <a:pathLst>
                <a:path extrusionOk="0" h="140" w="110">
                  <a:moveTo>
                    <a:pt x="4" y="43"/>
                  </a:moveTo>
                  <a:cubicBezTo>
                    <a:pt x="4" y="64"/>
                    <a:pt x="4" y="64"/>
                    <a:pt x="4" y="64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4" y="78"/>
                    <a:pt x="9" y="89"/>
                    <a:pt x="13" y="99"/>
                  </a:cubicBezTo>
                  <a:cubicBezTo>
                    <a:pt x="21" y="134"/>
                    <a:pt x="21" y="134"/>
                    <a:pt x="21" y="134"/>
                  </a:cubicBezTo>
                  <a:cubicBezTo>
                    <a:pt x="27" y="139"/>
                    <a:pt x="27" y="139"/>
                    <a:pt x="27" y="139"/>
                  </a:cubicBezTo>
                  <a:cubicBezTo>
                    <a:pt x="33" y="129"/>
                    <a:pt x="33" y="129"/>
                    <a:pt x="33" y="129"/>
                  </a:cubicBezTo>
                  <a:cubicBezTo>
                    <a:pt x="47" y="129"/>
                    <a:pt x="47" y="129"/>
                    <a:pt x="47" y="129"/>
                  </a:cubicBezTo>
                  <a:cubicBezTo>
                    <a:pt x="52" y="140"/>
                    <a:pt x="52" y="140"/>
                    <a:pt x="52" y="140"/>
                  </a:cubicBezTo>
                  <a:cubicBezTo>
                    <a:pt x="59" y="128"/>
                    <a:pt x="59" y="128"/>
                    <a:pt x="59" y="128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8" y="134"/>
                    <a:pt x="68" y="134"/>
                    <a:pt x="68" y="134"/>
                  </a:cubicBezTo>
                  <a:cubicBezTo>
                    <a:pt x="68" y="129"/>
                    <a:pt x="69" y="123"/>
                    <a:pt x="70" y="118"/>
                  </a:cubicBezTo>
                  <a:cubicBezTo>
                    <a:pt x="71" y="115"/>
                    <a:pt x="72" y="112"/>
                    <a:pt x="73" y="109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106" y="109"/>
                    <a:pt x="106" y="109"/>
                    <a:pt x="106" y="109"/>
                  </a:cubicBezTo>
                  <a:cubicBezTo>
                    <a:pt x="110" y="106"/>
                    <a:pt x="110" y="106"/>
                    <a:pt x="110" y="106"/>
                  </a:cubicBezTo>
                  <a:cubicBezTo>
                    <a:pt x="108" y="103"/>
                    <a:pt x="108" y="103"/>
                    <a:pt x="108" y="103"/>
                  </a:cubicBezTo>
                  <a:cubicBezTo>
                    <a:pt x="108" y="102"/>
                    <a:pt x="108" y="102"/>
                    <a:pt x="108" y="102"/>
                  </a:cubicBezTo>
                  <a:cubicBezTo>
                    <a:pt x="110" y="94"/>
                    <a:pt x="110" y="94"/>
                    <a:pt x="110" y="94"/>
                  </a:cubicBezTo>
                  <a:cubicBezTo>
                    <a:pt x="108" y="84"/>
                    <a:pt x="108" y="84"/>
                    <a:pt x="108" y="84"/>
                  </a:cubicBezTo>
                  <a:cubicBezTo>
                    <a:pt x="107" y="82"/>
                    <a:pt x="107" y="82"/>
                    <a:pt x="107" y="82"/>
                  </a:cubicBezTo>
                  <a:cubicBezTo>
                    <a:pt x="102" y="77"/>
                    <a:pt x="102" y="77"/>
                    <a:pt x="102" y="77"/>
                  </a:cubicBezTo>
                  <a:cubicBezTo>
                    <a:pt x="101" y="65"/>
                    <a:pt x="101" y="65"/>
                    <a:pt x="101" y="65"/>
                  </a:cubicBezTo>
                  <a:cubicBezTo>
                    <a:pt x="84" y="63"/>
                    <a:pt x="84" y="63"/>
                    <a:pt x="84" y="63"/>
                  </a:cubicBezTo>
                  <a:cubicBezTo>
                    <a:pt x="82" y="39"/>
                    <a:pt x="82" y="39"/>
                    <a:pt x="82" y="39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6" y="3"/>
                    <a:pt x="18" y="5"/>
                    <a:pt x="10" y="7"/>
                  </a:cubicBezTo>
                  <a:cubicBezTo>
                    <a:pt x="7" y="8"/>
                    <a:pt x="4" y="8"/>
                    <a:pt x="1" y="9"/>
                  </a:cubicBezTo>
                  <a:cubicBezTo>
                    <a:pt x="9" y="28"/>
                    <a:pt x="9" y="28"/>
                    <a:pt x="9" y="28"/>
                  </a:cubicBezTo>
                  <a:lnTo>
                    <a:pt x="4" y="43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359" name="Google Shape;359;p11"/>
            <p:cNvGrpSpPr/>
            <p:nvPr/>
          </p:nvGrpSpPr>
          <p:grpSpPr>
            <a:xfrm>
              <a:off x="2427287" y="4713289"/>
              <a:ext cx="466725" cy="1087437"/>
              <a:chOff x="2427287" y="4713288"/>
              <a:chExt cx="466725" cy="1087437"/>
            </a:xfrm>
          </p:grpSpPr>
          <p:sp>
            <p:nvSpPr>
              <p:cNvPr id="360" name="Google Shape;360;p11"/>
              <p:cNvSpPr/>
              <p:nvPr/>
            </p:nvSpPr>
            <p:spPr>
              <a:xfrm>
                <a:off x="2427287" y="4713288"/>
                <a:ext cx="466725" cy="973137"/>
              </a:xfrm>
              <a:custGeom>
                <a:rect b="b" l="l" r="r" t="t"/>
                <a:pathLst>
                  <a:path extrusionOk="0" h="362" w="174">
                    <a:moveTo>
                      <a:pt x="132" y="127"/>
                    </a:moveTo>
                    <a:cubicBezTo>
                      <a:pt x="132" y="125"/>
                      <a:pt x="132" y="125"/>
                      <a:pt x="132" y="125"/>
                    </a:cubicBezTo>
                    <a:cubicBezTo>
                      <a:pt x="132" y="105"/>
                      <a:pt x="132" y="105"/>
                      <a:pt x="132" y="105"/>
                    </a:cubicBezTo>
                    <a:cubicBezTo>
                      <a:pt x="138" y="95"/>
                      <a:pt x="138" y="95"/>
                      <a:pt x="138" y="95"/>
                    </a:cubicBezTo>
                    <a:cubicBezTo>
                      <a:pt x="138" y="95"/>
                      <a:pt x="154" y="79"/>
                      <a:pt x="154" y="79"/>
                    </a:cubicBezTo>
                    <a:cubicBezTo>
                      <a:pt x="173" y="65"/>
                      <a:pt x="173" y="65"/>
                      <a:pt x="173" y="65"/>
                    </a:cubicBezTo>
                    <a:cubicBezTo>
                      <a:pt x="174" y="53"/>
                      <a:pt x="174" y="53"/>
                      <a:pt x="174" y="53"/>
                    </a:cubicBezTo>
                    <a:cubicBezTo>
                      <a:pt x="167" y="42"/>
                      <a:pt x="167" y="42"/>
                      <a:pt x="167" y="42"/>
                    </a:cubicBezTo>
                    <a:cubicBezTo>
                      <a:pt x="164" y="54"/>
                      <a:pt x="164" y="54"/>
                      <a:pt x="164" y="54"/>
                    </a:cubicBezTo>
                    <a:cubicBezTo>
                      <a:pt x="155" y="57"/>
                      <a:pt x="144" y="59"/>
                      <a:pt x="135" y="62"/>
                    </a:cubicBezTo>
                    <a:cubicBezTo>
                      <a:pt x="137" y="44"/>
                      <a:pt x="137" y="44"/>
                      <a:pt x="137" y="44"/>
                    </a:cubicBezTo>
                    <a:cubicBezTo>
                      <a:pt x="98" y="6"/>
                      <a:pt x="98" y="6"/>
                      <a:pt x="98" y="6"/>
                    </a:cubicBezTo>
                    <a:cubicBezTo>
                      <a:pt x="89" y="0"/>
                      <a:pt x="89" y="0"/>
                      <a:pt x="89" y="0"/>
                    </a:cubicBezTo>
                    <a:cubicBezTo>
                      <a:pt x="82" y="12"/>
                      <a:pt x="82" y="12"/>
                      <a:pt x="82" y="12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63" y="1"/>
                      <a:pt x="63" y="1"/>
                      <a:pt x="63" y="1"/>
                    </a:cubicBezTo>
                    <a:cubicBezTo>
                      <a:pt x="57" y="11"/>
                      <a:pt x="57" y="11"/>
                      <a:pt x="57" y="11"/>
                    </a:cubicBezTo>
                    <a:cubicBezTo>
                      <a:pt x="57" y="14"/>
                      <a:pt x="57" y="14"/>
                      <a:pt x="57" y="14"/>
                    </a:cubicBezTo>
                    <a:cubicBezTo>
                      <a:pt x="56" y="29"/>
                      <a:pt x="56" y="29"/>
                      <a:pt x="56" y="29"/>
                    </a:cubicBezTo>
                    <a:cubicBezTo>
                      <a:pt x="43" y="42"/>
                      <a:pt x="43" y="42"/>
                      <a:pt x="43" y="4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23" y="105"/>
                      <a:pt x="23" y="105"/>
                      <a:pt x="23" y="105"/>
                    </a:cubicBezTo>
                    <a:cubicBezTo>
                      <a:pt x="29" y="130"/>
                      <a:pt x="29" y="130"/>
                      <a:pt x="29" y="130"/>
                    </a:cubicBezTo>
                    <a:cubicBezTo>
                      <a:pt x="19" y="169"/>
                      <a:pt x="19" y="169"/>
                      <a:pt x="19" y="169"/>
                    </a:cubicBezTo>
                    <a:cubicBezTo>
                      <a:pt x="20" y="176"/>
                      <a:pt x="20" y="176"/>
                      <a:pt x="20" y="176"/>
                    </a:cubicBezTo>
                    <a:cubicBezTo>
                      <a:pt x="14" y="198"/>
                      <a:pt x="14" y="198"/>
                      <a:pt x="14" y="198"/>
                    </a:cubicBezTo>
                    <a:cubicBezTo>
                      <a:pt x="14" y="204"/>
                      <a:pt x="14" y="204"/>
                      <a:pt x="14" y="204"/>
                    </a:cubicBezTo>
                    <a:cubicBezTo>
                      <a:pt x="11" y="210"/>
                      <a:pt x="11" y="210"/>
                      <a:pt x="11" y="210"/>
                    </a:cubicBezTo>
                    <a:cubicBezTo>
                      <a:pt x="10" y="245"/>
                      <a:pt x="10" y="245"/>
                      <a:pt x="10" y="245"/>
                    </a:cubicBezTo>
                    <a:cubicBezTo>
                      <a:pt x="14" y="254"/>
                      <a:pt x="14" y="254"/>
                      <a:pt x="14" y="254"/>
                    </a:cubicBezTo>
                    <a:cubicBezTo>
                      <a:pt x="12" y="271"/>
                      <a:pt x="12" y="271"/>
                      <a:pt x="12" y="271"/>
                    </a:cubicBezTo>
                    <a:cubicBezTo>
                      <a:pt x="5" y="278"/>
                      <a:pt x="5" y="278"/>
                      <a:pt x="5" y="278"/>
                    </a:cubicBezTo>
                    <a:cubicBezTo>
                      <a:pt x="0" y="295"/>
                      <a:pt x="0" y="295"/>
                      <a:pt x="0" y="295"/>
                    </a:cubicBezTo>
                    <a:cubicBezTo>
                      <a:pt x="4" y="307"/>
                      <a:pt x="4" y="307"/>
                      <a:pt x="4" y="307"/>
                    </a:cubicBezTo>
                    <a:cubicBezTo>
                      <a:pt x="6" y="314"/>
                      <a:pt x="6" y="314"/>
                      <a:pt x="6" y="314"/>
                    </a:cubicBezTo>
                    <a:cubicBezTo>
                      <a:pt x="6" y="316"/>
                      <a:pt x="6" y="316"/>
                      <a:pt x="6" y="316"/>
                    </a:cubicBezTo>
                    <a:cubicBezTo>
                      <a:pt x="5" y="323"/>
                      <a:pt x="5" y="323"/>
                      <a:pt x="5" y="323"/>
                    </a:cubicBezTo>
                    <a:cubicBezTo>
                      <a:pt x="3" y="334"/>
                      <a:pt x="3" y="334"/>
                      <a:pt x="3" y="334"/>
                    </a:cubicBezTo>
                    <a:cubicBezTo>
                      <a:pt x="5" y="343"/>
                      <a:pt x="5" y="343"/>
                      <a:pt x="5" y="343"/>
                    </a:cubicBezTo>
                    <a:cubicBezTo>
                      <a:pt x="11" y="343"/>
                      <a:pt x="11" y="343"/>
                      <a:pt x="11" y="343"/>
                    </a:cubicBezTo>
                    <a:cubicBezTo>
                      <a:pt x="17" y="354"/>
                      <a:pt x="17" y="354"/>
                      <a:pt x="17" y="354"/>
                    </a:cubicBezTo>
                    <a:cubicBezTo>
                      <a:pt x="20" y="358"/>
                      <a:pt x="20" y="358"/>
                      <a:pt x="20" y="358"/>
                    </a:cubicBezTo>
                    <a:cubicBezTo>
                      <a:pt x="22" y="360"/>
                      <a:pt x="22" y="360"/>
                      <a:pt x="22" y="360"/>
                    </a:cubicBezTo>
                    <a:cubicBezTo>
                      <a:pt x="25" y="358"/>
                      <a:pt x="25" y="358"/>
                      <a:pt x="25" y="358"/>
                    </a:cubicBezTo>
                    <a:cubicBezTo>
                      <a:pt x="25" y="362"/>
                      <a:pt x="25" y="362"/>
                      <a:pt x="25" y="362"/>
                    </a:cubicBezTo>
                    <a:cubicBezTo>
                      <a:pt x="28" y="362"/>
                      <a:pt x="28" y="362"/>
                      <a:pt x="28" y="362"/>
                    </a:cubicBezTo>
                    <a:cubicBezTo>
                      <a:pt x="31" y="356"/>
                      <a:pt x="31" y="356"/>
                      <a:pt x="31" y="356"/>
                    </a:cubicBezTo>
                    <a:cubicBezTo>
                      <a:pt x="35" y="356"/>
                      <a:pt x="35" y="356"/>
                      <a:pt x="35" y="356"/>
                    </a:cubicBezTo>
                    <a:cubicBezTo>
                      <a:pt x="38" y="360"/>
                      <a:pt x="38" y="360"/>
                      <a:pt x="38" y="360"/>
                    </a:cubicBezTo>
                    <a:cubicBezTo>
                      <a:pt x="42" y="359"/>
                      <a:pt x="42" y="359"/>
                      <a:pt x="42" y="359"/>
                    </a:cubicBezTo>
                    <a:cubicBezTo>
                      <a:pt x="38" y="350"/>
                      <a:pt x="38" y="350"/>
                      <a:pt x="38" y="350"/>
                    </a:cubicBezTo>
                    <a:cubicBezTo>
                      <a:pt x="40" y="335"/>
                      <a:pt x="40" y="335"/>
                      <a:pt x="40" y="335"/>
                    </a:cubicBezTo>
                    <a:cubicBezTo>
                      <a:pt x="42" y="330"/>
                      <a:pt x="42" y="330"/>
                      <a:pt x="42" y="330"/>
                    </a:cubicBezTo>
                    <a:cubicBezTo>
                      <a:pt x="47" y="331"/>
                      <a:pt x="47" y="331"/>
                      <a:pt x="47" y="331"/>
                    </a:cubicBezTo>
                    <a:cubicBezTo>
                      <a:pt x="49" y="326"/>
                      <a:pt x="49" y="326"/>
                      <a:pt x="49" y="326"/>
                    </a:cubicBezTo>
                    <a:cubicBezTo>
                      <a:pt x="49" y="320"/>
                      <a:pt x="49" y="320"/>
                      <a:pt x="49" y="320"/>
                    </a:cubicBezTo>
                    <a:cubicBezTo>
                      <a:pt x="58" y="310"/>
                      <a:pt x="58" y="310"/>
                      <a:pt x="58" y="310"/>
                    </a:cubicBezTo>
                    <a:cubicBezTo>
                      <a:pt x="66" y="308"/>
                      <a:pt x="66" y="308"/>
                      <a:pt x="66" y="308"/>
                    </a:cubicBezTo>
                    <a:cubicBezTo>
                      <a:pt x="66" y="305"/>
                      <a:pt x="66" y="305"/>
                      <a:pt x="66" y="305"/>
                    </a:cubicBezTo>
                    <a:cubicBezTo>
                      <a:pt x="64" y="303"/>
                      <a:pt x="64" y="303"/>
                      <a:pt x="64" y="303"/>
                    </a:cubicBezTo>
                    <a:cubicBezTo>
                      <a:pt x="66" y="299"/>
                      <a:pt x="66" y="299"/>
                      <a:pt x="66" y="299"/>
                    </a:cubicBezTo>
                    <a:cubicBezTo>
                      <a:pt x="66" y="294"/>
                      <a:pt x="66" y="294"/>
                      <a:pt x="66" y="294"/>
                    </a:cubicBezTo>
                    <a:cubicBezTo>
                      <a:pt x="59" y="293"/>
                      <a:pt x="59" y="293"/>
                      <a:pt x="59" y="293"/>
                    </a:cubicBezTo>
                    <a:cubicBezTo>
                      <a:pt x="54" y="288"/>
                      <a:pt x="54" y="288"/>
                      <a:pt x="54" y="288"/>
                    </a:cubicBezTo>
                    <a:cubicBezTo>
                      <a:pt x="56" y="279"/>
                      <a:pt x="56" y="279"/>
                      <a:pt x="56" y="279"/>
                    </a:cubicBezTo>
                    <a:cubicBezTo>
                      <a:pt x="67" y="271"/>
                      <a:pt x="67" y="271"/>
                      <a:pt x="67" y="271"/>
                    </a:cubicBezTo>
                    <a:cubicBezTo>
                      <a:pt x="64" y="270"/>
                      <a:pt x="64" y="270"/>
                      <a:pt x="64" y="270"/>
                    </a:cubicBezTo>
                    <a:cubicBezTo>
                      <a:pt x="65" y="267"/>
                      <a:pt x="65" y="267"/>
                      <a:pt x="65" y="267"/>
                    </a:cubicBezTo>
                    <a:cubicBezTo>
                      <a:pt x="69" y="261"/>
                      <a:pt x="69" y="261"/>
                      <a:pt x="69" y="261"/>
                    </a:cubicBezTo>
                    <a:cubicBezTo>
                      <a:pt x="69" y="251"/>
                      <a:pt x="69" y="251"/>
                      <a:pt x="69" y="251"/>
                    </a:cubicBezTo>
                    <a:cubicBezTo>
                      <a:pt x="79" y="243"/>
                      <a:pt x="79" y="243"/>
                      <a:pt x="79" y="243"/>
                    </a:cubicBezTo>
                    <a:cubicBezTo>
                      <a:pt x="74" y="242"/>
                      <a:pt x="74" y="242"/>
                      <a:pt x="74" y="242"/>
                    </a:cubicBezTo>
                    <a:cubicBezTo>
                      <a:pt x="74" y="238"/>
                      <a:pt x="74" y="238"/>
                      <a:pt x="74" y="238"/>
                    </a:cubicBezTo>
                    <a:cubicBezTo>
                      <a:pt x="78" y="236"/>
                      <a:pt x="78" y="236"/>
                      <a:pt x="78" y="236"/>
                    </a:cubicBezTo>
                    <a:cubicBezTo>
                      <a:pt x="80" y="239"/>
                      <a:pt x="80" y="239"/>
                      <a:pt x="80" y="239"/>
                    </a:cubicBezTo>
                    <a:cubicBezTo>
                      <a:pt x="83" y="239"/>
                      <a:pt x="83" y="239"/>
                      <a:pt x="83" y="239"/>
                    </a:cubicBezTo>
                    <a:cubicBezTo>
                      <a:pt x="84" y="234"/>
                      <a:pt x="84" y="234"/>
                      <a:pt x="84" y="234"/>
                    </a:cubicBezTo>
                    <a:cubicBezTo>
                      <a:pt x="82" y="231"/>
                      <a:pt x="82" y="231"/>
                      <a:pt x="82" y="231"/>
                    </a:cubicBezTo>
                    <a:cubicBezTo>
                      <a:pt x="77" y="233"/>
                      <a:pt x="77" y="233"/>
                      <a:pt x="77" y="233"/>
                    </a:cubicBezTo>
                    <a:cubicBezTo>
                      <a:pt x="72" y="216"/>
                      <a:pt x="72" y="216"/>
                      <a:pt x="72" y="216"/>
                    </a:cubicBezTo>
                    <a:cubicBezTo>
                      <a:pt x="79" y="221"/>
                      <a:pt x="79" y="221"/>
                      <a:pt x="79" y="221"/>
                    </a:cubicBezTo>
                    <a:cubicBezTo>
                      <a:pt x="85" y="221"/>
                      <a:pt x="85" y="221"/>
                      <a:pt x="85" y="221"/>
                    </a:cubicBezTo>
                    <a:cubicBezTo>
                      <a:pt x="92" y="217"/>
                      <a:pt x="92" y="217"/>
                      <a:pt x="92" y="217"/>
                    </a:cubicBezTo>
                    <a:cubicBezTo>
                      <a:pt x="92" y="215"/>
                      <a:pt x="92" y="213"/>
                      <a:pt x="92" y="213"/>
                    </a:cubicBezTo>
                    <a:cubicBezTo>
                      <a:pt x="93" y="212"/>
                      <a:pt x="94" y="210"/>
                      <a:pt x="96" y="205"/>
                    </a:cubicBezTo>
                    <a:cubicBezTo>
                      <a:pt x="94" y="199"/>
                      <a:pt x="94" y="199"/>
                      <a:pt x="94" y="199"/>
                    </a:cubicBezTo>
                    <a:cubicBezTo>
                      <a:pt x="95" y="196"/>
                      <a:pt x="95" y="196"/>
                      <a:pt x="95" y="196"/>
                    </a:cubicBezTo>
                    <a:cubicBezTo>
                      <a:pt x="99" y="200"/>
                      <a:pt x="99" y="200"/>
                      <a:pt x="99" y="200"/>
                    </a:cubicBezTo>
                    <a:cubicBezTo>
                      <a:pt x="108" y="199"/>
                      <a:pt x="108" y="199"/>
                      <a:pt x="108" y="199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32" y="189"/>
                      <a:pt x="132" y="189"/>
                      <a:pt x="132" y="189"/>
                    </a:cubicBezTo>
                    <a:cubicBezTo>
                      <a:pt x="140" y="182"/>
                      <a:pt x="140" y="182"/>
                      <a:pt x="140" y="182"/>
                    </a:cubicBezTo>
                    <a:cubicBezTo>
                      <a:pt x="144" y="171"/>
                      <a:pt x="144" y="171"/>
                      <a:pt x="144" y="171"/>
                    </a:cubicBezTo>
                    <a:cubicBezTo>
                      <a:pt x="144" y="166"/>
                      <a:pt x="144" y="166"/>
                      <a:pt x="144" y="166"/>
                    </a:cubicBezTo>
                    <a:cubicBezTo>
                      <a:pt x="139" y="166"/>
                      <a:pt x="139" y="166"/>
                      <a:pt x="139" y="166"/>
                    </a:cubicBezTo>
                    <a:cubicBezTo>
                      <a:pt x="138" y="163"/>
                      <a:pt x="138" y="163"/>
                      <a:pt x="138" y="163"/>
                    </a:cubicBezTo>
                    <a:cubicBezTo>
                      <a:pt x="141" y="158"/>
                      <a:pt x="141" y="158"/>
                      <a:pt x="141" y="158"/>
                    </a:cubicBezTo>
                    <a:cubicBezTo>
                      <a:pt x="138" y="154"/>
                      <a:pt x="138" y="154"/>
                      <a:pt x="138" y="154"/>
                    </a:cubicBezTo>
                    <a:cubicBezTo>
                      <a:pt x="131" y="146"/>
                      <a:pt x="131" y="146"/>
                      <a:pt x="131" y="146"/>
                    </a:cubicBezTo>
                    <a:cubicBezTo>
                      <a:pt x="130" y="140"/>
                      <a:pt x="130" y="140"/>
                      <a:pt x="130" y="140"/>
                    </a:cubicBezTo>
                    <a:cubicBezTo>
                      <a:pt x="131" y="137"/>
                      <a:pt x="131" y="137"/>
                      <a:pt x="131" y="137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0" y="130"/>
                      <a:pt x="130" y="130"/>
                      <a:pt x="130" y="130"/>
                    </a:cubicBezTo>
                    <a:lnTo>
                      <a:pt x="132" y="127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61" name="Google Shape;361;p11"/>
              <p:cNvSpPr/>
              <p:nvPr/>
            </p:nvSpPr>
            <p:spPr>
              <a:xfrm>
                <a:off x="2540000" y="5781675"/>
                <a:ext cx="28575" cy="19050"/>
              </a:xfrm>
              <a:custGeom>
                <a:rect b="b" l="l" r="r" t="t"/>
                <a:pathLst>
                  <a:path extrusionOk="0" h="12" w="18">
                    <a:moveTo>
                      <a:pt x="0" y="2"/>
                    </a:moveTo>
                    <a:lnTo>
                      <a:pt x="10" y="12"/>
                    </a:lnTo>
                    <a:lnTo>
                      <a:pt x="18" y="6"/>
                    </a:lnTo>
                    <a:lnTo>
                      <a:pt x="8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62" name="Google Shape;362;p11"/>
              <p:cNvSpPr/>
              <p:nvPr/>
            </p:nvSpPr>
            <p:spPr>
              <a:xfrm>
                <a:off x="2633662" y="5765800"/>
                <a:ext cx="26987" cy="19050"/>
              </a:xfrm>
              <a:custGeom>
                <a:rect b="b" l="l" r="r" t="t"/>
                <a:pathLst>
                  <a:path extrusionOk="0" h="12" w="17">
                    <a:moveTo>
                      <a:pt x="0" y="5"/>
                    </a:moveTo>
                    <a:lnTo>
                      <a:pt x="0" y="10"/>
                    </a:lnTo>
                    <a:lnTo>
                      <a:pt x="5" y="12"/>
                    </a:lnTo>
                    <a:lnTo>
                      <a:pt x="14" y="10"/>
                    </a:lnTo>
                    <a:lnTo>
                      <a:pt x="17" y="5"/>
                    </a:lnTo>
                    <a:lnTo>
                      <a:pt x="8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63" name="Google Shape;363;p11"/>
              <p:cNvSpPr/>
              <p:nvPr/>
            </p:nvSpPr>
            <p:spPr>
              <a:xfrm>
                <a:off x="2533650" y="5729288"/>
                <a:ext cx="80962" cy="52387"/>
              </a:xfrm>
              <a:custGeom>
                <a:rect b="b" l="l" r="r" t="t"/>
                <a:pathLst>
                  <a:path extrusionOk="0" h="20" w="30">
                    <a:moveTo>
                      <a:pt x="3" y="0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10" y="16"/>
                      <a:pt x="16" y="17"/>
                      <a:pt x="21" y="20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30" y="15"/>
                      <a:pt x="30" y="15"/>
                      <a:pt x="30" y="15"/>
                    </a:cubicBezTo>
                    <a:cubicBezTo>
                      <a:pt x="24" y="11"/>
                      <a:pt x="19" y="8"/>
                      <a:pt x="14" y="5"/>
                    </a:cubicBezTo>
                    <a:cubicBezTo>
                      <a:pt x="11" y="4"/>
                      <a:pt x="7" y="2"/>
                      <a:pt x="3" y="0"/>
                    </a:cubicBez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364" name="Google Shape;364;p11"/>
            <p:cNvSpPr/>
            <p:nvPr/>
          </p:nvSpPr>
          <p:spPr>
            <a:xfrm>
              <a:off x="2463800" y="3505201"/>
              <a:ext cx="92075" cy="80962"/>
            </a:xfrm>
            <a:custGeom>
              <a:rect b="b" l="l" r="r" t="t"/>
              <a:pathLst>
                <a:path extrusionOk="0" h="30" w="34">
                  <a:moveTo>
                    <a:pt x="24" y="6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8" y="23"/>
                    <a:pt x="21" y="23"/>
                    <a:pt x="24" y="23"/>
                  </a:cubicBezTo>
                  <a:cubicBezTo>
                    <a:pt x="26" y="23"/>
                    <a:pt x="29" y="24"/>
                    <a:pt x="32" y="24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23" y="10"/>
                    <a:pt x="23" y="10"/>
                    <a:pt x="23" y="10"/>
                  </a:cubicBezTo>
                  <a:lnTo>
                    <a:pt x="24" y="6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65" name="Google Shape;365;p11"/>
            <p:cNvSpPr/>
            <p:nvPr/>
          </p:nvSpPr>
          <p:spPr>
            <a:xfrm>
              <a:off x="2579687" y="3556001"/>
              <a:ext cx="46037" cy="15875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15" y="7"/>
                  </a:lnTo>
                  <a:lnTo>
                    <a:pt x="26" y="10"/>
                  </a:lnTo>
                  <a:lnTo>
                    <a:pt x="29" y="0"/>
                  </a:lnTo>
                  <a:lnTo>
                    <a:pt x="14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66" name="Google Shape;366;p11"/>
            <p:cNvSpPr/>
            <p:nvPr/>
          </p:nvSpPr>
          <p:spPr>
            <a:xfrm>
              <a:off x="2198687" y="3800476"/>
              <a:ext cx="147637" cy="80962"/>
            </a:xfrm>
            <a:custGeom>
              <a:rect b="b" l="l" r="r" t="t"/>
              <a:pathLst>
                <a:path extrusionOk="0" h="30" w="55">
                  <a:moveTo>
                    <a:pt x="52" y="17"/>
                  </a:moveTo>
                  <a:cubicBezTo>
                    <a:pt x="52" y="15"/>
                    <a:pt x="52" y="15"/>
                    <a:pt x="52" y="15"/>
                  </a:cubicBezTo>
                  <a:cubicBezTo>
                    <a:pt x="52" y="14"/>
                    <a:pt x="52" y="12"/>
                    <a:pt x="51" y="11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18" y="4"/>
                    <a:pt x="11" y="3"/>
                    <a:pt x="4" y="2"/>
                  </a:cubicBezTo>
                  <a:cubicBezTo>
                    <a:pt x="3" y="2"/>
                    <a:pt x="2" y="1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50" y="26"/>
                    <a:pt x="50" y="26"/>
                    <a:pt x="50" y="26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8"/>
                    <a:pt x="52" y="17"/>
                    <a:pt x="52" y="17"/>
                  </a:cubicBez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67" name="Google Shape;367;p11"/>
            <p:cNvSpPr/>
            <p:nvPr/>
          </p:nvSpPr>
          <p:spPr>
            <a:xfrm>
              <a:off x="2098675" y="3644901"/>
              <a:ext cx="88900" cy="117475"/>
            </a:xfrm>
            <a:custGeom>
              <a:rect b="b" l="l" r="r" t="t"/>
              <a:pathLst>
                <a:path extrusionOk="0" h="44" w="33">
                  <a:moveTo>
                    <a:pt x="29" y="44"/>
                  </a:moveTo>
                  <a:cubicBezTo>
                    <a:pt x="27" y="42"/>
                    <a:pt x="27" y="42"/>
                    <a:pt x="27" y="42"/>
                  </a:cubicBezTo>
                  <a:cubicBezTo>
                    <a:pt x="29" y="30"/>
                    <a:pt x="31" y="18"/>
                    <a:pt x="32" y="6"/>
                  </a:cubicBezTo>
                  <a:cubicBezTo>
                    <a:pt x="32" y="4"/>
                    <a:pt x="32" y="2"/>
                    <a:pt x="33" y="0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8" y="15"/>
                    <a:pt x="5" y="17"/>
                    <a:pt x="3" y="20"/>
                  </a:cubicBezTo>
                  <a:cubicBezTo>
                    <a:pt x="1" y="20"/>
                    <a:pt x="0" y="21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22" y="43"/>
                    <a:pt x="25" y="44"/>
                    <a:pt x="29" y="44"/>
                  </a:cubicBez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68" name="Google Shape;368;p11"/>
            <p:cNvSpPr/>
            <p:nvPr/>
          </p:nvSpPr>
          <p:spPr>
            <a:xfrm>
              <a:off x="1393825" y="3113090"/>
              <a:ext cx="727075" cy="523876"/>
            </a:xfrm>
            <a:custGeom>
              <a:rect b="b" l="l" r="r" t="t"/>
              <a:pathLst>
                <a:path extrusionOk="0" h="195" w="271">
                  <a:moveTo>
                    <a:pt x="232" y="187"/>
                  </a:moveTo>
                  <a:cubicBezTo>
                    <a:pt x="232" y="185"/>
                    <a:pt x="232" y="185"/>
                    <a:pt x="232" y="185"/>
                  </a:cubicBezTo>
                  <a:cubicBezTo>
                    <a:pt x="225" y="176"/>
                    <a:pt x="225" y="176"/>
                    <a:pt x="225" y="176"/>
                  </a:cubicBezTo>
                  <a:cubicBezTo>
                    <a:pt x="228" y="176"/>
                    <a:pt x="228" y="176"/>
                    <a:pt x="228" y="176"/>
                  </a:cubicBezTo>
                  <a:cubicBezTo>
                    <a:pt x="228" y="170"/>
                    <a:pt x="228" y="170"/>
                    <a:pt x="228" y="170"/>
                  </a:cubicBezTo>
                  <a:cubicBezTo>
                    <a:pt x="244" y="170"/>
                    <a:pt x="244" y="170"/>
                    <a:pt x="244" y="170"/>
                  </a:cubicBezTo>
                  <a:cubicBezTo>
                    <a:pt x="246" y="166"/>
                    <a:pt x="246" y="166"/>
                    <a:pt x="246" y="166"/>
                  </a:cubicBezTo>
                  <a:cubicBezTo>
                    <a:pt x="249" y="166"/>
                    <a:pt x="249" y="166"/>
                    <a:pt x="249" y="166"/>
                  </a:cubicBezTo>
                  <a:cubicBezTo>
                    <a:pt x="252" y="158"/>
                    <a:pt x="252" y="158"/>
                    <a:pt x="252" y="158"/>
                  </a:cubicBezTo>
                  <a:cubicBezTo>
                    <a:pt x="258" y="160"/>
                    <a:pt x="258" y="160"/>
                    <a:pt x="258" y="160"/>
                  </a:cubicBezTo>
                  <a:cubicBezTo>
                    <a:pt x="258" y="157"/>
                    <a:pt x="258" y="157"/>
                    <a:pt x="258" y="157"/>
                  </a:cubicBezTo>
                  <a:cubicBezTo>
                    <a:pt x="261" y="162"/>
                    <a:pt x="261" y="162"/>
                    <a:pt x="261" y="162"/>
                  </a:cubicBezTo>
                  <a:cubicBezTo>
                    <a:pt x="262" y="160"/>
                    <a:pt x="262" y="159"/>
                    <a:pt x="263" y="157"/>
                  </a:cubicBezTo>
                  <a:cubicBezTo>
                    <a:pt x="263" y="153"/>
                    <a:pt x="264" y="149"/>
                    <a:pt x="266" y="144"/>
                  </a:cubicBezTo>
                  <a:cubicBezTo>
                    <a:pt x="267" y="140"/>
                    <a:pt x="268" y="137"/>
                    <a:pt x="271" y="134"/>
                  </a:cubicBezTo>
                  <a:cubicBezTo>
                    <a:pt x="270" y="129"/>
                    <a:pt x="270" y="129"/>
                    <a:pt x="270" y="129"/>
                  </a:cubicBezTo>
                  <a:cubicBezTo>
                    <a:pt x="267" y="129"/>
                    <a:pt x="263" y="129"/>
                    <a:pt x="260" y="130"/>
                  </a:cubicBezTo>
                  <a:cubicBezTo>
                    <a:pt x="257" y="130"/>
                    <a:pt x="254" y="131"/>
                    <a:pt x="251" y="132"/>
                  </a:cubicBezTo>
                  <a:cubicBezTo>
                    <a:pt x="239" y="131"/>
                    <a:pt x="239" y="131"/>
                    <a:pt x="239" y="131"/>
                  </a:cubicBezTo>
                  <a:cubicBezTo>
                    <a:pt x="235" y="134"/>
                    <a:pt x="235" y="134"/>
                    <a:pt x="235" y="134"/>
                  </a:cubicBezTo>
                  <a:cubicBezTo>
                    <a:pt x="234" y="138"/>
                    <a:pt x="233" y="141"/>
                    <a:pt x="232" y="145"/>
                  </a:cubicBezTo>
                  <a:cubicBezTo>
                    <a:pt x="231" y="148"/>
                    <a:pt x="231" y="151"/>
                    <a:pt x="230" y="153"/>
                  </a:cubicBezTo>
                  <a:cubicBezTo>
                    <a:pt x="229" y="156"/>
                    <a:pt x="228" y="158"/>
                    <a:pt x="227" y="160"/>
                  </a:cubicBezTo>
                  <a:cubicBezTo>
                    <a:pt x="225" y="161"/>
                    <a:pt x="222" y="161"/>
                    <a:pt x="219" y="162"/>
                  </a:cubicBezTo>
                  <a:cubicBezTo>
                    <a:pt x="213" y="162"/>
                    <a:pt x="213" y="162"/>
                    <a:pt x="213" y="162"/>
                  </a:cubicBezTo>
                  <a:cubicBezTo>
                    <a:pt x="208" y="166"/>
                    <a:pt x="208" y="166"/>
                    <a:pt x="208" y="166"/>
                  </a:cubicBezTo>
                  <a:cubicBezTo>
                    <a:pt x="200" y="166"/>
                    <a:pt x="200" y="166"/>
                    <a:pt x="200" y="166"/>
                  </a:cubicBezTo>
                  <a:cubicBezTo>
                    <a:pt x="198" y="163"/>
                    <a:pt x="195" y="160"/>
                    <a:pt x="192" y="158"/>
                  </a:cubicBezTo>
                  <a:cubicBezTo>
                    <a:pt x="190" y="156"/>
                    <a:pt x="187" y="154"/>
                    <a:pt x="184" y="152"/>
                  </a:cubicBezTo>
                  <a:cubicBezTo>
                    <a:pt x="179" y="143"/>
                    <a:pt x="176" y="134"/>
                    <a:pt x="173" y="125"/>
                  </a:cubicBezTo>
                  <a:cubicBezTo>
                    <a:pt x="171" y="115"/>
                    <a:pt x="169" y="105"/>
                    <a:pt x="169" y="94"/>
                  </a:cubicBezTo>
                  <a:cubicBezTo>
                    <a:pt x="175" y="86"/>
                    <a:pt x="175" y="86"/>
                    <a:pt x="175" y="86"/>
                  </a:cubicBezTo>
                  <a:cubicBezTo>
                    <a:pt x="175" y="82"/>
                    <a:pt x="175" y="82"/>
                    <a:pt x="175" y="82"/>
                  </a:cubicBezTo>
                  <a:cubicBezTo>
                    <a:pt x="172" y="80"/>
                    <a:pt x="172" y="80"/>
                    <a:pt x="172" y="80"/>
                  </a:cubicBezTo>
                  <a:cubicBezTo>
                    <a:pt x="167" y="78"/>
                    <a:pt x="163" y="75"/>
                    <a:pt x="158" y="72"/>
                  </a:cubicBezTo>
                  <a:cubicBezTo>
                    <a:pt x="156" y="70"/>
                    <a:pt x="154" y="68"/>
                    <a:pt x="151" y="66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0" y="65"/>
                    <a:pt x="150" y="65"/>
                    <a:pt x="150" y="65"/>
                  </a:cubicBezTo>
                  <a:cubicBezTo>
                    <a:pt x="146" y="56"/>
                    <a:pt x="142" y="46"/>
                    <a:pt x="138" y="38"/>
                  </a:cubicBezTo>
                  <a:cubicBezTo>
                    <a:pt x="136" y="36"/>
                    <a:pt x="135" y="35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25" y="33"/>
                    <a:pt x="125" y="33"/>
                    <a:pt x="125" y="3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08" y="33"/>
                    <a:pt x="108" y="33"/>
                    <a:pt x="108" y="33"/>
                  </a:cubicBezTo>
                  <a:cubicBezTo>
                    <a:pt x="107" y="25"/>
                    <a:pt x="107" y="25"/>
                    <a:pt x="107" y="25"/>
                  </a:cubicBezTo>
                  <a:cubicBezTo>
                    <a:pt x="93" y="13"/>
                    <a:pt x="93" y="13"/>
                    <a:pt x="93" y="1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60" y="12"/>
                    <a:pt x="44" y="8"/>
                    <a:pt x="28" y="4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10"/>
                    <a:pt x="4" y="17"/>
                    <a:pt x="6" y="24"/>
                  </a:cubicBezTo>
                  <a:cubicBezTo>
                    <a:pt x="7" y="26"/>
                    <a:pt x="7" y="29"/>
                    <a:pt x="7" y="31"/>
                  </a:cubicBezTo>
                  <a:cubicBezTo>
                    <a:pt x="25" y="54"/>
                    <a:pt x="25" y="54"/>
                    <a:pt x="25" y="54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18" y="58"/>
                    <a:pt x="18" y="58"/>
                    <a:pt x="18" y="58"/>
                  </a:cubicBezTo>
                  <a:cubicBezTo>
                    <a:pt x="26" y="66"/>
                    <a:pt x="34" y="73"/>
                    <a:pt x="43" y="81"/>
                  </a:cubicBezTo>
                  <a:cubicBezTo>
                    <a:pt x="43" y="94"/>
                    <a:pt x="43" y="94"/>
                    <a:pt x="43" y="94"/>
                  </a:cubicBezTo>
                  <a:cubicBezTo>
                    <a:pt x="46" y="96"/>
                    <a:pt x="49" y="97"/>
                    <a:pt x="52" y="99"/>
                  </a:cubicBezTo>
                  <a:cubicBezTo>
                    <a:pt x="57" y="102"/>
                    <a:pt x="60" y="105"/>
                    <a:pt x="64" y="108"/>
                  </a:cubicBezTo>
                  <a:cubicBezTo>
                    <a:pt x="68" y="104"/>
                    <a:pt x="68" y="104"/>
                    <a:pt x="68" y="104"/>
                  </a:cubicBezTo>
                  <a:cubicBezTo>
                    <a:pt x="66" y="97"/>
                    <a:pt x="66" y="97"/>
                    <a:pt x="66" y="97"/>
                  </a:cubicBezTo>
                  <a:cubicBezTo>
                    <a:pt x="58" y="97"/>
                    <a:pt x="58" y="97"/>
                    <a:pt x="58" y="97"/>
                  </a:cubicBezTo>
                  <a:cubicBezTo>
                    <a:pt x="53" y="87"/>
                    <a:pt x="48" y="77"/>
                    <a:pt x="42" y="68"/>
                  </a:cubicBezTo>
                  <a:cubicBezTo>
                    <a:pt x="35" y="56"/>
                    <a:pt x="28" y="43"/>
                    <a:pt x="21" y="31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41" y="30"/>
                    <a:pt x="46" y="41"/>
                    <a:pt x="52" y="51"/>
                  </a:cubicBezTo>
                  <a:cubicBezTo>
                    <a:pt x="57" y="60"/>
                    <a:pt x="64" y="69"/>
                    <a:pt x="71" y="77"/>
                  </a:cubicBezTo>
                  <a:cubicBezTo>
                    <a:pt x="70" y="86"/>
                    <a:pt x="70" y="86"/>
                    <a:pt x="70" y="86"/>
                  </a:cubicBezTo>
                  <a:cubicBezTo>
                    <a:pt x="102" y="118"/>
                    <a:pt x="102" y="118"/>
                    <a:pt x="102" y="118"/>
                  </a:cubicBezTo>
                  <a:cubicBezTo>
                    <a:pt x="104" y="129"/>
                    <a:pt x="104" y="129"/>
                    <a:pt x="104" y="129"/>
                  </a:cubicBezTo>
                  <a:cubicBezTo>
                    <a:pt x="98" y="135"/>
                    <a:pt x="98" y="135"/>
                    <a:pt x="98" y="135"/>
                  </a:cubicBezTo>
                  <a:cubicBezTo>
                    <a:pt x="101" y="143"/>
                    <a:pt x="101" y="143"/>
                    <a:pt x="101" y="143"/>
                  </a:cubicBezTo>
                  <a:cubicBezTo>
                    <a:pt x="129" y="168"/>
                    <a:pt x="129" y="168"/>
                    <a:pt x="129" y="168"/>
                  </a:cubicBezTo>
                  <a:cubicBezTo>
                    <a:pt x="135" y="168"/>
                    <a:pt x="135" y="168"/>
                    <a:pt x="135" y="168"/>
                  </a:cubicBezTo>
                  <a:cubicBezTo>
                    <a:pt x="142" y="175"/>
                    <a:pt x="142" y="175"/>
                    <a:pt x="142" y="175"/>
                  </a:cubicBezTo>
                  <a:cubicBezTo>
                    <a:pt x="176" y="192"/>
                    <a:pt x="176" y="192"/>
                    <a:pt x="176" y="192"/>
                  </a:cubicBezTo>
                  <a:cubicBezTo>
                    <a:pt x="181" y="192"/>
                    <a:pt x="186" y="192"/>
                    <a:pt x="191" y="191"/>
                  </a:cubicBezTo>
                  <a:cubicBezTo>
                    <a:pt x="195" y="190"/>
                    <a:pt x="198" y="189"/>
                    <a:pt x="202" y="188"/>
                  </a:cubicBezTo>
                  <a:cubicBezTo>
                    <a:pt x="212" y="195"/>
                    <a:pt x="212" y="195"/>
                    <a:pt x="212" y="195"/>
                  </a:cubicBezTo>
                  <a:cubicBezTo>
                    <a:pt x="221" y="187"/>
                    <a:pt x="221" y="187"/>
                    <a:pt x="221" y="187"/>
                  </a:cubicBezTo>
                  <a:lnTo>
                    <a:pt x="232" y="187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69" name="Google Shape;369;p11"/>
            <p:cNvSpPr/>
            <p:nvPr/>
          </p:nvSpPr>
          <p:spPr>
            <a:xfrm>
              <a:off x="2298700" y="3551240"/>
              <a:ext cx="60325" cy="20637"/>
            </a:xfrm>
            <a:custGeom>
              <a:rect b="b" l="l" r="r" t="t"/>
              <a:pathLst>
                <a:path extrusionOk="0" h="13" w="38">
                  <a:moveTo>
                    <a:pt x="28" y="0"/>
                  </a:moveTo>
                  <a:lnTo>
                    <a:pt x="6" y="0"/>
                  </a:lnTo>
                  <a:lnTo>
                    <a:pt x="0" y="7"/>
                  </a:lnTo>
                  <a:lnTo>
                    <a:pt x="3" y="10"/>
                  </a:lnTo>
                  <a:lnTo>
                    <a:pt x="11" y="8"/>
                  </a:lnTo>
                  <a:lnTo>
                    <a:pt x="16" y="13"/>
                  </a:lnTo>
                  <a:lnTo>
                    <a:pt x="38" y="12"/>
                  </a:lnTo>
                  <a:lnTo>
                    <a:pt x="38" y="5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70" name="Google Shape;370;p11"/>
            <p:cNvSpPr/>
            <p:nvPr/>
          </p:nvSpPr>
          <p:spPr>
            <a:xfrm>
              <a:off x="2389188" y="3502027"/>
              <a:ext cx="84137" cy="69850"/>
            </a:xfrm>
            <a:custGeom>
              <a:rect b="b" l="l" r="r" t="t"/>
              <a:pathLst>
                <a:path extrusionOk="0" h="26" w="31">
                  <a:moveTo>
                    <a:pt x="30" y="4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9" y="23"/>
                    <a:pt x="19" y="24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31" y="4"/>
                    <a:pt x="31" y="4"/>
                    <a:pt x="31" y="4"/>
                  </a:cubicBezTo>
                  <a:lnTo>
                    <a:pt x="30" y="4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71" name="Google Shape;371;p11"/>
            <p:cNvSpPr/>
            <p:nvPr/>
          </p:nvSpPr>
          <p:spPr>
            <a:xfrm>
              <a:off x="1962150" y="3570289"/>
              <a:ext cx="120650" cy="106362"/>
            </a:xfrm>
            <a:custGeom>
              <a:rect b="b" l="l" r="r" t="t"/>
              <a:pathLst>
                <a:path extrusionOk="0" h="40" w="45">
                  <a:moveTo>
                    <a:pt x="27" y="34"/>
                  </a:moveTo>
                  <a:cubicBezTo>
                    <a:pt x="29" y="33"/>
                    <a:pt x="29" y="33"/>
                    <a:pt x="29" y="33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1" y="29"/>
                    <a:pt x="31" y="29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6" y="26"/>
                    <a:pt x="40" y="25"/>
                    <a:pt x="45" y="24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2" y="38"/>
                    <a:pt x="25" y="36"/>
                    <a:pt x="27" y="34"/>
                  </a:cubicBez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72" name="Google Shape;372;p11"/>
            <p:cNvSpPr/>
            <p:nvPr/>
          </p:nvSpPr>
          <p:spPr>
            <a:xfrm>
              <a:off x="2039938" y="3621089"/>
              <a:ext cx="147637" cy="82550"/>
            </a:xfrm>
            <a:custGeom>
              <a:rect b="b" l="l" r="r" t="t"/>
              <a:pathLst>
                <a:path extrusionOk="0" h="31" w="55">
                  <a:moveTo>
                    <a:pt x="50" y="4"/>
                  </a:moveTo>
                  <a:cubicBezTo>
                    <a:pt x="48" y="4"/>
                    <a:pt x="46" y="3"/>
                    <a:pt x="44" y="3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4" y="1"/>
                    <a:pt x="28" y="2"/>
                    <a:pt x="22" y="3"/>
                  </a:cubicBezTo>
                  <a:cubicBezTo>
                    <a:pt x="20" y="4"/>
                    <a:pt x="18" y="4"/>
                    <a:pt x="16" y="5"/>
                  </a:cubicBezTo>
                  <a:cubicBezTo>
                    <a:pt x="11" y="6"/>
                    <a:pt x="7" y="7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3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1"/>
                    <a:pt x="17" y="31"/>
                  </a:cubicBezTo>
                  <a:cubicBezTo>
                    <a:pt x="22" y="31"/>
                    <a:pt x="22" y="31"/>
                    <a:pt x="22" y="31"/>
                  </a:cubicBezTo>
                  <a:cubicBezTo>
                    <a:pt x="22" y="30"/>
                    <a:pt x="23" y="29"/>
                    <a:pt x="25" y="29"/>
                  </a:cubicBezTo>
                  <a:cubicBezTo>
                    <a:pt x="27" y="26"/>
                    <a:pt x="30" y="24"/>
                    <a:pt x="32" y="22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5" y="6"/>
                    <a:pt x="55" y="6"/>
                    <a:pt x="55" y="6"/>
                  </a:cubicBezTo>
                  <a:cubicBezTo>
                    <a:pt x="53" y="5"/>
                    <a:pt x="51" y="4"/>
                    <a:pt x="50" y="4"/>
                  </a:cubicBez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73" name="Google Shape;373;p11"/>
            <p:cNvSpPr/>
            <p:nvPr/>
          </p:nvSpPr>
          <p:spPr>
            <a:xfrm>
              <a:off x="2012950" y="3659189"/>
              <a:ext cx="77787" cy="44450"/>
            </a:xfrm>
            <a:custGeom>
              <a:rect b="b" l="l" r="r" t="t"/>
              <a:pathLst>
                <a:path extrusionOk="0" h="17" w="29">
                  <a:moveTo>
                    <a:pt x="29" y="7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9" y="0"/>
                    <a:pt x="8" y="1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6"/>
                    <a:pt x="27" y="16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9" y="8"/>
                    <a:pt x="29" y="8"/>
                    <a:pt x="29" y="8"/>
                  </a:cubicBezTo>
                  <a:lnTo>
                    <a:pt x="29" y="7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74" name="Google Shape;374;p11"/>
            <p:cNvSpPr/>
            <p:nvPr/>
          </p:nvSpPr>
          <p:spPr>
            <a:xfrm>
              <a:off x="2159000" y="3416301"/>
              <a:ext cx="257175" cy="88900"/>
            </a:xfrm>
            <a:custGeom>
              <a:rect b="b" l="l" r="r" t="t"/>
              <a:pathLst>
                <a:path extrusionOk="0" h="33" w="96">
                  <a:moveTo>
                    <a:pt x="22" y="6"/>
                  </a:moveTo>
                  <a:cubicBezTo>
                    <a:pt x="24" y="5"/>
                    <a:pt x="25" y="5"/>
                    <a:pt x="27" y="5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7" y="19"/>
                    <a:pt x="57" y="19"/>
                    <a:pt x="57" y="19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67" y="27"/>
                    <a:pt x="67" y="27"/>
                    <a:pt x="67" y="27"/>
                  </a:cubicBezTo>
                  <a:cubicBezTo>
                    <a:pt x="60" y="29"/>
                    <a:pt x="60" y="29"/>
                    <a:pt x="60" y="29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70" y="32"/>
                    <a:pt x="82" y="33"/>
                    <a:pt x="93" y="33"/>
                  </a:cubicBezTo>
                  <a:cubicBezTo>
                    <a:pt x="96" y="31"/>
                    <a:pt x="96" y="31"/>
                    <a:pt x="96" y="31"/>
                  </a:cubicBezTo>
                  <a:cubicBezTo>
                    <a:pt x="93" y="30"/>
                    <a:pt x="93" y="30"/>
                    <a:pt x="93" y="30"/>
                  </a:cubicBezTo>
                  <a:cubicBezTo>
                    <a:pt x="89" y="27"/>
                    <a:pt x="89" y="27"/>
                    <a:pt x="89" y="27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77" y="23"/>
                    <a:pt x="77" y="23"/>
                    <a:pt x="77" y="23"/>
                  </a:cubicBezTo>
                  <a:cubicBezTo>
                    <a:pt x="70" y="19"/>
                    <a:pt x="63" y="15"/>
                    <a:pt x="56" y="11"/>
                  </a:cubicBezTo>
                  <a:cubicBezTo>
                    <a:pt x="50" y="7"/>
                    <a:pt x="44" y="4"/>
                    <a:pt x="38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4" y="10"/>
                    <a:pt x="18" y="8"/>
                    <a:pt x="22" y="6"/>
                  </a:cubicBez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75" name="Google Shape;375;p11"/>
            <p:cNvSpPr/>
            <p:nvPr/>
          </p:nvSpPr>
          <p:spPr>
            <a:xfrm>
              <a:off x="2120900" y="3760790"/>
              <a:ext cx="80962" cy="77787"/>
            </a:xfrm>
            <a:custGeom>
              <a:rect b="b" l="l" r="r" t="t"/>
              <a:pathLst>
                <a:path extrusionOk="0" h="29" w="30">
                  <a:moveTo>
                    <a:pt x="30" y="15"/>
                  </a:moveTo>
                  <a:cubicBezTo>
                    <a:pt x="27" y="11"/>
                    <a:pt x="24" y="6"/>
                    <a:pt x="21" y="1"/>
                  </a:cubicBezTo>
                  <a:cubicBezTo>
                    <a:pt x="17" y="1"/>
                    <a:pt x="14" y="0"/>
                    <a:pt x="1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5" y="16"/>
                    <a:pt x="20" y="22"/>
                    <a:pt x="25" y="28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29" y="16"/>
                    <a:pt x="29" y="16"/>
                    <a:pt x="29" y="16"/>
                  </a:cubicBezTo>
                  <a:lnTo>
                    <a:pt x="30" y="15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76" name="Google Shape;376;p11"/>
            <p:cNvSpPr/>
            <p:nvPr/>
          </p:nvSpPr>
          <p:spPr>
            <a:xfrm>
              <a:off x="2046287" y="3536951"/>
              <a:ext cx="39687" cy="80962"/>
            </a:xfrm>
            <a:custGeom>
              <a:rect b="b" l="l" r="r" t="t"/>
              <a:pathLst>
                <a:path extrusionOk="0" h="30" w="15">
                  <a:moveTo>
                    <a:pt x="6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0" y="30"/>
                    <a:pt x="0" y="30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4" y="20"/>
                    <a:pt x="14" y="11"/>
                    <a:pt x="15" y="2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6" y="8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377" name="Google Shape;377;p11"/>
            <p:cNvGrpSpPr/>
            <p:nvPr/>
          </p:nvGrpSpPr>
          <p:grpSpPr>
            <a:xfrm>
              <a:off x="506412" y="2262186"/>
              <a:ext cx="2081212" cy="1100137"/>
              <a:chOff x="506412" y="2262188"/>
              <a:chExt cx="2081212" cy="1100137"/>
            </a:xfrm>
          </p:grpSpPr>
          <p:sp>
            <p:nvSpPr>
              <p:cNvPr id="378" name="Google Shape;378;p11"/>
              <p:cNvSpPr/>
              <p:nvPr/>
            </p:nvSpPr>
            <p:spPr>
              <a:xfrm>
                <a:off x="506412" y="2266950"/>
                <a:ext cx="50800" cy="46037"/>
              </a:xfrm>
              <a:custGeom>
                <a:rect b="b" l="l" r="r" t="t"/>
                <a:pathLst>
                  <a:path extrusionOk="0" h="29" w="32">
                    <a:moveTo>
                      <a:pt x="0" y="12"/>
                    </a:moveTo>
                    <a:lnTo>
                      <a:pt x="4" y="29"/>
                    </a:lnTo>
                    <a:lnTo>
                      <a:pt x="19" y="22"/>
                    </a:lnTo>
                    <a:lnTo>
                      <a:pt x="29" y="14"/>
                    </a:lnTo>
                    <a:lnTo>
                      <a:pt x="32" y="2"/>
                    </a:lnTo>
                    <a:lnTo>
                      <a:pt x="19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79" name="Google Shape;379;p11"/>
              <p:cNvSpPr/>
              <p:nvPr/>
            </p:nvSpPr>
            <p:spPr>
              <a:xfrm>
                <a:off x="966787" y="2262188"/>
                <a:ext cx="20637" cy="34925"/>
              </a:xfrm>
              <a:custGeom>
                <a:rect b="b" l="l" r="r" t="t"/>
                <a:pathLst>
                  <a:path extrusionOk="0" h="22" w="13">
                    <a:moveTo>
                      <a:pt x="0" y="12"/>
                    </a:moveTo>
                    <a:lnTo>
                      <a:pt x="8" y="22"/>
                    </a:lnTo>
                    <a:lnTo>
                      <a:pt x="13" y="17"/>
                    </a:lnTo>
                    <a:lnTo>
                      <a:pt x="1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80" name="Google Shape;380;p11"/>
              <p:cNvSpPr/>
              <p:nvPr/>
            </p:nvSpPr>
            <p:spPr>
              <a:xfrm>
                <a:off x="990600" y="2336800"/>
                <a:ext cx="42862" cy="50800"/>
              </a:xfrm>
              <a:custGeom>
                <a:rect b="b" l="l" r="r" t="t"/>
                <a:pathLst>
                  <a:path extrusionOk="0" h="32" w="27">
                    <a:moveTo>
                      <a:pt x="27" y="26"/>
                    </a:moveTo>
                    <a:lnTo>
                      <a:pt x="22" y="16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24"/>
                    </a:lnTo>
                    <a:lnTo>
                      <a:pt x="23" y="32"/>
                    </a:lnTo>
                    <a:lnTo>
                      <a:pt x="27" y="26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81" name="Google Shape;381;p11"/>
              <p:cNvSpPr/>
              <p:nvPr/>
            </p:nvSpPr>
            <p:spPr>
              <a:xfrm>
                <a:off x="1014412" y="2401888"/>
                <a:ext cx="26987" cy="34925"/>
              </a:xfrm>
              <a:custGeom>
                <a:rect b="b" l="l" r="r" t="t"/>
                <a:pathLst>
                  <a:path extrusionOk="0" h="22" w="17">
                    <a:moveTo>
                      <a:pt x="17" y="0"/>
                    </a:moveTo>
                    <a:lnTo>
                      <a:pt x="12" y="7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8" y="22"/>
                    </a:lnTo>
                    <a:lnTo>
                      <a:pt x="17" y="17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82" name="Google Shape;382;p11"/>
              <p:cNvSpPr/>
              <p:nvPr/>
            </p:nvSpPr>
            <p:spPr>
              <a:xfrm>
                <a:off x="1033462" y="2444750"/>
                <a:ext cx="26987" cy="38100"/>
              </a:xfrm>
              <a:custGeom>
                <a:rect b="b" l="l" r="r" t="t"/>
                <a:pathLst>
                  <a:path extrusionOk="0" h="24" w="17">
                    <a:moveTo>
                      <a:pt x="8" y="0"/>
                    </a:moveTo>
                    <a:lnTo>
                      <a:pt x="0" y="2"/>
                    </a:lnTo>
                    <a:lnTo>
                      <a:pt x="0" y="15"/>
                    </a:lnTo>
                    <a:lnTo>
                      <a:pt x="12" y="24"/>
                    </a:lnTo>
                    <a:lnTo>
                      <a:pt x="17" y="22"/>
                    </a:lnTo>
                    <a:lnTo>
                      <a:pt x="12" y="1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83" name="Google Shape;383;p11"/>
              <p:cNvSpPr/>
              <p:nvPr/>
            </p:nvSpPr>
            <p:spPr>
              <a:xfrm>
                <a:off x="1204912" y="2570163"/>
                <a:ext cx="1382712" cy="792162"/>
              </a:xfrm>
              <a:custGeom>
                <a:rect b="b" l="l" r="r" t="t"/>
                <a:pathLst>
                  <a:path extrusionOk="0" h="295" w="515">
                    <a:moveTo>
                      <a:pt x="513" y="44"/>
                    </a:moveTo>
                    <a:cubicBezTo>
                      <a:pt x="508" y="38"/>
                      <a:pt x="508" y="38"/>
                      <a:pt x="508" y="38"/>
                    </a:cubicBezTo>
                    <a:cubicBezTo>
                      <a:pt x="503" y="29"/>
                      <a:pt x="503" y="29"/>
                      <a:pt x="503" y="29"/>
                    </a:cubicBezTo>
                    <a:cubicBezTo>
                      <a:pt x="488" y="37"/>
                      <a:pt x="488" y="37"/>
                      <a:pt x="488" y="37"/>
                    </a:cubicBezTo>
                    <a:cubicBezTo>
                      <a:pt x="474" y="51"/>
                      <a:pt x="474" y="51"/>
                      <a:pt x="474" y="51"/>
                    </a:cubicBezTo>
                    <a:cubicBezTo>
                      <a:pt x="439" y="52"/>
                      <a:pt x="439" y="52"/>
                      <a:pt x="439" y="52"/>
                    </a:cubicBezTo>
                    <a:cubicBezTo>
                      <a:pt x="429" y="67"/>
                      <a:pt x="429" y="67"/>
                      <a:pt x="429" y="67"/>
                    </a:cubicBezTo>
                    <a:cubicBezTo>
                      <a:pt x="432" y="66"/>
                      <a:pt x="432" y="66"/>
                      <a:pt x="432" y="66"/>
                    </a:cubicBezTo>
                    <a:cubicBezTo>
                      <a:pt x="431" y="70"/>
                      <a:pt x="431" y="70"/>
                      <a:pt x="431" y="70"/>
                    </a:cubicBezTo>
                    <a:cubicBezTo>
                      <a:pt x="431" y="73"/>
                      <a:pt x="431" y="73"/>
                      <a:pt x="431" y="73"/>
                    </a:cubicBezTo>
                    <a:cubicBezTo>
                      <a:pt x="428" y="78"/>
                      <a:pt x="428" y="78"/>
                      <a:pt x="428" y="78"/>
                    </a:cubicBezTo>
                    <a:cubicBezTo>
                      <a:pt x="406" y="80"/>
                      <a:pt x="406" y="80"/>
                      <a:pt x="406" y="80"/>
                    </a:cubicBezTo>
                    <a:cubicBezTo>
                      <a:pt x="402" y="84"/>
                      <a:pt x="402" y="84"/>
                      <a:pt x="402" y="84"/>
                    </a:cubicBezTo>
                    <a:cubicBezTo>
                      <a:pt x="404" y="84"/>
                      <a:pt x="404" y="84"/>
                      <a:pt x="404" y="84"/>
                    </a:cubicBezTo>
                    <a:cubicBezTo>
                      <a:pt x="408" y="85"/>
                      <a:pt x="408" y="85"/>
                      <a:pt x="408" y="85"/>
                    </a:cubicBezTo>
                    <a:cubicBezTo>
                      <a:pt x="405" y="88"/>
                      <a:pt x="405" y="88"/>
                      <a:pt x="405" y="88"/>
                    </a:cubicBezTo>
                    <a:cubicBezTo>
                      <a:pt x="399" y="89"/>
                      <a:pt x="399" y="89"/>
                      <a:pt x="399" y="89"/>
                    </a:cubicBezTo>
                    <a:cubicBezTo>
                      <a:pt x="393" y="95"/>
                      <a:pt x="393" y="95"/>
                      <a:pt x="393" y="95"/>
                    </a:cubicBezTo>
                    <a:cubicBezTo>
                      <a:pt x="376" y="102"/>
                      <a:pt x="376" y="102"/>
                      <a:pt x="376" y="102"/>
                    </a:cubicBezTo>
                    <a:cubicBezTo>
                      <a:pt x="370" y="99"/>
                      <a:pt x="370" y="99"/>
                      <a:pt x="370" y="99"/>
                    </a:cubicBezTo>
                    <a:cubicBezTo>
                      <a:pt x="372" y="95"/>
                      <a:pt x="372" y="95"/>
                      <a:pt x="372" y="95"/>
                    </a:cubicBezTo>
                    <a:cubicBezTo>
                      <a:pt x="370" y="93"/>
                      <a:pt x="370" y="93"/>
                      <a:pt x="370" y="93"/>
                    </a:cubicBezTo>
                    <a:cubicBezTo>
                      <a:pt x="368" y="88"/>
                      <a:pt x="368" y="88"/>
                      <a:pt x="368" y="88"/>
                    </a:cubicBezTo>
                    <a:cubicBezTo>
                      <a:pt x="373" y="82"/>
                      <a:pt x="373" y="82"/>
                      <a:pt x="373" y="82"/>
                    </a:cubicBezTo>
                    <a:cubicBezTo>
                      <a:pt x="373" y="69"/>
                      <a:pt x="373" y="69"/>
                      <a:pt x="373" y="69"/>
                    </a:cubicBezTo>
                    <a:cubicBezTo>
                      <a:pt x="368" y="71"/>
                      <a:pt x="368" y="71"/>
                      <a:pt x="368" y="71"/>
                    </a:cubicBezTo>
                    <a:cubicBezTo>
                      <a:pt x="363" y="77"/>
                      <a:pt x="363" y="77"/>
                      <a:pt x="363" y="77"/>
                    </a:cubicBezTo>
                    <a:cubicBezTo>
                      <a:pt x="361" y="76"/>
                      <a:pt x="360" y="75"/>
                      <a:pt x="360" y="74"/>
                    </a:cubicBezTo>
                    <a:cubicBezTo>
                      <a:pt x="360" y="73"/>
                      <a:pt x="362" y="71"/>
                      <a:pt x="366" y="67"/>
                    </a:cubicBezTo>
                    <a:cubicBezTo>
                      <a:pt x="369" y="60"/>
                      <a:pt x="369" y="60"/>
                      <a:pt x="369" y="60"/>
                    </a:cubicBezTo>
                    <a:cubicBezTo>
                      <a:pt x="366" y="50"/>
                      <a:pt x="366" y="50"/>
                      <a:pt x="366" y="50"/>
                    </a:cubicBezTo>
                    <a:cubicBezTo>
                      <a:pt x="362" y="48"/>
                      <a:pt x="362" y="48"/>
                      <a:pt x="362" y="48"/>
                    </a:cubicBezTo>
                    <a:cubicBezTo>
                      <a:pt x="356" y="49"/>
                      <a:pt x="356" y="49"/>
                      <a:pt x="356" y="49"/>
                    </a:cubicBezTo>
                    <a:cubicBezTo>
                      <a:pt x="352" y="54"/>
                      <a:pt x="352" y="54"/>
                      <a:pt x="352" y="54"/>
                    </a:cubicBezTo>
                    <a:cubicBezTo>
                      <a:pt x="349" y="52"/>
                      <a:pt x="349" y="52"/>
                      <a:pt x="349" y="52"/>
                    </a:cubicBezTo>
                    <a:cubicBezTo>
                      <a:pt x="342" y="65"/>
                      <a:pt x="342" y="65"/>
                      <a:pt x="342" y="65"/>
                    </a:cubicBezTo>
                    <a:cubicBezTo>
                      <a:pt x="344" y="78"/>
                      <a:pt x="344" y="78"/>
                      <a:pt x="344" y="78"/>
                    </a:cubicBezTo>
                    <a:cubicBezTo>
                      <a:pt x="342" y="88"/>
                      <a:pt x="342" y="88"/>
                      <a:pt x="342" y="88"/>
                    </a:cubicBezTo>
                    <a:cubicBezTo>
                      <a:pt x="337" y="93"/>
                      <a:pt x="337" y="93"/>
                      <a:pt x="337" y="93"/>
                    </a:cubicBezTo>
                    <a:cubicBezTo>
                      <a:pt x="333" y="92"/>
                      <a:pt x="333" y="92"/>
                      <a:pt x="333" y="92"/>
                    </a:cubicBezTo>
                    <a:cubicBezTo>
                      <a:pt x="330" y="87"/>
                      <a:pt x="330" y="87"/>
                      <a:pt x="330" y="87"/>
                    </a:cubicBezTo>
                    <a:cubicBezTo>
                      <a:pt x="330" y="70"/>
                      <a:pt x="330" y="70"/>
                      <a:pt x="330" y="70"/>
                    </a:cubicBezTo>
                    <a:cubicBezTo>
                      <a:pt x="331" y="62"/>
                      <a:pt x="331" y="62"/>
                      <a:pt x="331" y="62"/>
                    </a:cubicBezTo>
                    <a:cubicBezTo>
                      <a:pt x="335" y="54"/>
                      <a:pt x="335" y="54"/>
                      <a:pt x="335" y="54"/>
                    </a:cubicBezTo>
                    <a:cubicBezTo>
                      <a:pt x="331" y="56"/>
                      <a:pt x="331" y="56"/>
                      <a:pt x="331" y="56"/>
                    </a:cubicBezTo>
                    <a:cubicBezTo>
                      <a:pt x="327" y="61"/>
                      <a:pt x="327" y="61"/>
                      <a:pt x="327" y="61"/>
                    </a:cubicBezTo>
                    <a:cubicBezTo>
                      <a:pt x="329" y="53"/>
                      <a:pt x="329" y="53"/>
                      <a:pt x="329" y="53"/>
                    </a:cubicBezTo>
                    <a:cubicBezTo>
                      <a:pt x="332" y="48"/>
                      <a:pt x="332" y="48"/>
                      <a:pt x="332" y="48"/>
                    </a:cubicBezTo>
                    <a:cubicBezTo>
                      <a:pt x="340" y="45"/>
                      <a:pt x="340" y="45"/>
                      <a:pt x="340" y="45"/>
                    </a:cubicBezTo>
                    <a:cubicBezTo>
                      <a:pt x="345" y="47"/>
                      <a:pt x="345" y="47"/>
                      <a:pt x="345" y="47"/>
                    </a:cubicBezTo>
                    <a:cubicBezTo>
                      <a:pt x="350" y="42"/>
                      <a:pt x="350" y="42"/>
                      <a:pt x="350" y="42"/>
                    </a:cubicBezTo>
                    <a:cubicBezTo>
                      <a:pt x="359" y="42"/>
                      <a:pt x="359" y="42"/>
                      <a:pt x="359" y="42"/>
                    </a:cubicBezTo>
                    <a:cubicBezTo>
                      <a:pt x="353" y="37"/>
                      <a:pt x="353" y="37"/>
                      <a:pt x="353" y="37"/>
                    </a:cubicBezTo>
                    <a:cubicBezTo>
                      <a:pt x="352" y="32"/>
                      <a:pt x="352" y="32"/>
                      <a:pt x="352" y="32"/>
                    </a:cubicBezTo>
                    <a:cubicBezTo>
                      <a:pt x="343" y="36"/>
                      <a:pt x="343" y="36"/>
                      <a:pt x="343" y="36"/>
                    </a:cubicBezTo>
                    <a:cubicBezTo>
                      <a:pt x="337" y="37"/>
                      <a:pt x="337" y="37"/>
                      <a:pt x="337" y="37"/>
                    </a:cubicBezTo>
                    <a:cubicBezTo>
                      <a:pt x="334" y="32"/>
                      <a:pt x="334" y="32"/>
                      <a:pt x="334" y="32"/>
                    </a:cubicBezTo>
                    <a:cubicBezTo>
                      <a:pt x="325" y="31"/>
                      <a:pt x="325" y="31"/>
                      <a:pt x="325" y="31"/>
                    </a:cubicBezTo>
                    <a:cubicBezTo>
                      <a:pt x="331" y="24"/>
                      <a:pt x="331" y="24"/>
                      <a:pt x="331" y="24"/>
                    </a:cubicBezTo>
                    <a:cubicBezTo>
                      <a:pt x="311" y="35"/>
                      <a:pt x="311" y="35"/>
                      <a:pt x="311" y="35"/>
                    </a:cubicBezTo>
                    <a:cubicBezTo>
                      <a:pt x="307" y="35"/>
                      <a:pt x="307" y="35"/>
                      <a:pt x="307" y="35"/>
                    </a:cubicBezTo>
                    <a:cubicBezTo>
                      <a:pt x="306" y="31"/>
                      <a:pt x="306" y="31"/>
                      <a:pt x="306" y="31"/>
                    </a:cubicBezTo>
                    <a:cubicBezTo>
                      <a:pt x="301" y="31"/>
                      <a:pt x="301" y="31"/>
                      <a:pt x="301" y="31"/>
                    </a:cubicBezTo>
                    <a:cubicBezTo>
                      <a:pt x="298" y="34"/>
                      <a:pt x="298" y="34"/>
                      <a:pt x="298" y="34"/>
                    </a:cubicBezTo>
                    <a:cubicBezTo>
                      <a:pt x="293" y="32"/>
                      <a:pt x="293" y="32"/>
                      <a:pt x="293" y="32"/>
                    </a:cubicBezTo>
                    <a:cubicBezTo>
                      <a:pt x="297" y="27"/>
                      <a:pt x="297" y="27"/>
                      <a:pt x="297" y="27"/>
                    </a:cubicBezTo>
                    <a:cubicBezTo>
                      <a:pt x="307" y="23"/>
                      <a:pt x="307" y="23"/>
                      <a:pt x="307" y="23"/>
                    </a:cubicBezTo>
                    <a:cubicBezTo>
                      <a:pt x="308" y="22"/>
                      <a:pt x="308" y="22"/>
                      <a:pt x="308" y="22"/>
                    </a:cubicBezTo>
                    <a:cubicBezTo>
                      <a:pt x="293" y="15"/>
                      <a:pt x="293" y="15"/>
                      <a:pt x="293" y="15"/>
                    </a:cubicBezTo>
                    <a:cubicBezTo>
                      <a:pt x="286" y="15"/>
                      <a:pt x="286" y="15"/>
                      <a:pt x="286" y="15"/>
                    </a:cubicBezTo>
                    <a:cubicBezTo>
                      <a:pt x="276" y="9"/>
                      <a:pt x="276" y="9"/>
                      <a:pt x="276" y="9"/>
                    </a:cubicBezTo>
                    <a:cubicBezTo>
                      <a:pt x="272" y="1"/>
                      <a:pt x="272" y="1"/>
                      <a:pt x="272" y="1"/>
                    </a:cubicBezTo>
                    <a:cubicBezTo>
                      <a:pt x="266" y="0"/>
                      <a:pt x="266" y="0"/>
                      <a:pt x="266" y="0"/>
                    </a:cubicBezTo>
                    <a:cubicBezTo>
                      <a:pt x="264" y="3"/>
                      <a:pt x="264" y="3"/>
                      <a:pt x="264" y="3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18" y="16"/>
                      <a:pt x="18" y="16"/>
                      <a:pt x="18" y="16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8" y="41"/>
                      <a:pt x="8" y="41"/>
                      <a:pt x="8" y="41"/>
                    </a:cubicBezTo>
                    <a:cubicBezTo>
                      <a:pt x="8" y="69"/>
                      <a:pt x="8" y="69"/>
                      <a:pt x="8" y="69"/>
                    </a:cubicBezTo>
                    <a:cubicBezTo>
                      <a:pt x="3" y="84"/>
                      <a:pt x="3" y="84"/>
                      <a:pt x="3" y="84"/>
                    </a:cubicBezTo>
                    <a:cubicBezTo>
                      <a:pt x="8" y="97"/>
                      <a:pt x="8" y="97"/>
                      <a:pt x="8" y="97"/>
                    </a:cubicBezTo>
                    <a:cubicBezTo>
                      <a:pt x="8" y="105"/>
                      <a:pt x="8" y="105"/>
                      <a:pt x="8" y="105"/>
                    </a:cubicBezTo>
                    <a:cubicBezTo>
                      <a:pt x="5" y="112"/>
                      <a:pt x="5" y="112"/>
                      <a:pt x="5" y="112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27" y="161"/>
                      <a:pt x="27" y="161"/>
                      <a:pt x="27" y="161"/>
                    </a:cubicBezTo>
                    <a:cubicBezTo>
                      <a:pt x="37" y="170"/>
                      <a:pt x="37" y="170"/>
                      <a:pt x="37" y="170"/>
                    </a:cubicBezTo>
                    <a:cubicBezTo>
                      <a:pt x="38" y="179"/>
                      <a:pt x="38" y="179"/>
                      <a:pt x="38" y="179"/>
                    </a:cubicBezTo>
                    <a:cubicBezTo>
                      <a:pt x="57" y="187"/>
                      <a:pt x="57" y="187"/>
                      <a:pt x="57" y="187"/>
                    </a:cubicBezTo>
                    <a:cubicBezTo>
                      <a:pt x="66" y="194"/>
                      <a:pt x="66" y="194"/>
                      <a:pt x="66" y="194"/>
                    </a:cubicBezTo>
                    <a:cubicBezTo>
                      <a:pt x="70" y="206"/>
                      <a:pt x="70" y="206"/>
                      <a:pt x="70" y="206"/>
                    </a:cubicBezTo>
                    <a:cubicBezTo>
                      <a:pt x="98" y="202"/>
                      <a:pt x="98" y="202"/>
                      <a:pt x="98" y="202"/>
                    </a:cubicBezTo>
                    <a:cubicBezTo>
                      <a:pt x="98" y="206"/>
                      <a:pt x="98" y="206"/>
                      <a:pt x="98" y="206"/>
                    </a:cubicBezTo>
                    <a:cubicBezTo>
                      <a:pt x="114" y="210"/>
                      <a:pt x="130" y="214"/>
                      <a:pt x="145" y="218"/>
                    </a:cubicBezTo>
                    <a:cubicBezTo>
                      <a:pt x="145" y="215"/>
                      <a:pt x="145" y="215"/>
                      <a:pt x="145" y="215"/>
                    </a:cubicBezTo>
                    <a:cubicBezTo>
                      <a:pt x="163" y="215"/>
                      <a:pt x="163" y="215"/>
                      <a:pt x="163" y="215"/>
                    </a:cubicBezTo>
                    <a:cubicBezTo>
                      <a:pt x="177" y="227"/>
                      <a:pt x="177" y="227"/>
                      <a:pt x="177" y="227"/>
                    </a:cubicBezTo>
                    <a:cubicBezTo>
                      <a:pt x="178" y="235"/>
                      <a:pt x="178" y="235"/>
                      <a:pt x="178" y="235"/>
                    </a:cubicBezTo>
                    <a:cubicBezTo>
                      <a:pt x="189" y="244"/>
                      <a:pt x="189" y="244"/>
                      <a:pt x="189" y="244"/>
                    </a:cubicBezTo>
                    <a:cubicBezTo>
                      <a:pt x="195" y="235"/>
                      <a:pt x="195" y="235"/>
                      <a:pt x="195" y="235"/>
                    </a:cubicBezTo>
                    <a:cubicBezTo>
                      <a:pt x="203" y="235"/>
                      <a:pt x="203" y="235"/>
                      <a:pt x="203" y="235"/>
                    </a:cubicBezTo>
                    <a:cubicBezTo>
                      <a:pt x="203" y="235"/>
                      <a:pt x="203" y="235"/>
                      <a:pt x="203" y="235"/>
                    </a:cubicBezTo>
                    <a:cubicBezTo>
                      <a:pt x="208" y="240"/>
                      <a:pt x="208" y="240"/>
                      <a:pt x="208" y="240"/>
                    </a:cubicBezTo>
                    <a:cubicBezTo>
                      <a:pt x="220" y="267"/>
                      <a:pt x="220" y="267"/>
                      <a:pt x="220" y="267"/>
                    </a:cubicBezTo>
                    <a:cubicBezTo>
                      <a:pt x="221" y="267"/>
                      <a:pt x="221" y="267"/>
                      <a:pt x="221" y="267"/>
                    </a:cubicBezTo>
                    <a:cubicBezTo>
                      <a:pt x="221" y="268"/>
                      <a:pt x="221" y="268"/>
                      <a:pt x="221" y="268"/>
                    </a:cubicBezTo>
                    <a:cubicBezTo>
                      <a:pt x="224" y="270"/>
                      <a:pt x="226" y="272"/>
                      <a:pt x="228" y="274"/>
                    </a:cubicBezTo>
                    <a:cubicBezTo>
                      <a:pt x="233" y="277"/>
                      <a:pt x="237" y="280"/>
                      <a:pt x="242" y="282"/>
                    </a:cubicBezTo>
                    <a:cubicBezTo>
                      <a:pt x="245" y="284"/>
                      <a:pt x="245" y="284"/>
                      <a:pt x="245" y="284"/>
                    </a:cubicBezTo>
                    <a:cubicBezTo>
                      <a:pt x="246" y="265"/>
                      <a:pt x="246" y="265"/>
                      <a:pt x="246" y="265"/>
                    </a:cubicBezTo>
                    <a:cubicBezTo>
                      <a:pt x="250" y="259"/>
                      <a:pt x="250" y="259"/>
                      <a:pt x="250" y="259"/>
                    </a:cubicBezTo>
                    <a:cubicBezTo>
                      <a:pt x="265" y="246"/>
                      <a:pt x="265" y="246"/>
                      <a:pt x="265" y="246"/>
                    </a:cubicBezTo>
                    <a:cubicBezTo>
                      <a:pt x="271" y="244"/>
                      <a:pt x="271" y="244"/>
                      <a:pt x="271" y="244"/>
                    </a:cubicBezTo>
                    <a:cubicBezTo>
                      <a:pt x="277" y="239"/>
                      <a:pt x="277" y="239"/>
                      <a:pt x="277" y="239"/>
                    </a:cubicBezTo>
                    <a:cubicBezTo>
                      <a:pt x="288" y="235"/>
                      <a:pt x="288" y="235"/>
                      <a:pt x="288" y="235"/>
                    </a:cubicBezTo>
                    <a:cubicBezTo>
                      <a:pt x="298" y="238"/>
                      <a:pt x="298" y="238"/>
                      <a:pt x="298" y="238"/>
                    </a:cubicBezTo>
                    <a:cubicBezTo>
                      <a:pt x="303" y="243"/>
                      <a:pt x="303" y="243"/>
                      <a:pt x="303" y="243"/>
                    </a:cubicBezTo>
                    <a:cubicBezTo>
                      <a:pt x="308" y="243"/>
                      <a:pt x="308" y="243"/>
                      <a:pt x="308" y="243"/>
                    </a:cubicBezTo>
                    <a:cubicBezTo>
                      <a:pt x="309" y="239"/>
                      <a:pt x="309" y="239"/>
                      <a:pt x="309" y="239"/>
                    </a:cubicBezTo>
                    <a:cubicBezTo>
                      <a:pt x="313" y="240"/>
                      <a:pt x="313" y="240"/>
                      <a:pt x="313" y="240"/>
                    </a:cubicBezTo>
                    <a:cubicBezTo>
                      <a:pt x="318" y="243"/>
                      <a:pt x="318" y="243"/>
                      <a:pt x="318" y="243"/>
                    </a:cubicBezTo>
                    <a:cubicBezTo>
                      <a:pt x="319" y="240"/>
                      <a:pt x="319" y="240"/>
                      <a:pt x="319" y="240"/>
                    </a:cubicBezTo>
                    <a:cubicBezTo>
                      <a:pt x="316" y="238"/>
                      <a:pt x="316" y="238"/>
                      <a:pt x="316" y="238"/>
                    </a:cubicBezTo>
                    <a:cubicBezTo>
                      <a:pt x="317" y="235"/>
                      <a:pt x="317" y="235"/>
                      <a:pt x="317" y="235"/>
                    </a:cubicBezTo>
                    <a:cubicBezTo>
                      <a:pt x="310" y="231"/>
                      <a:pt x="310" y="231"/>
                      <a:pt x="310" y="231"/>
                    </a:cubicBezTo>
                    <a:cubicBezTo>
                      <a:pt x="307" y="227"/>
                      <a:pt x="307" y="227"/>
                      <a:pt x="307" y="227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11" y="226"/>
                      <a:pt x="311" y="226"/>
                      <a:pt x="311" y="226"/>
                    </a:cubicBezTo>
                    <a:cubicBezTo>
                      <a:pt x="314" y="229"/>
                      <a:pt x="314" y="229"/>
                      <a:pt x="314" y="229"/>
                    </a:cubicBezTo>
                    <a:cubicBezTo>
                      <a:pt x="321" y="231"/>
                      <a:pt x="321" y="231"/>
                      <a:pt x="321" y="231"/>
                    </a:cubicBezTo>
                    <a:cubicBezTo>
                      <a:pt x="327" y="229"/>
                      <a:pt x="327" y="229"/>
                      <a:pt x="327" y="229"/>
                    </a:cubicBezTo>
                    <a:cubicBezTo>
                      <a:pt x="333" y="229"/>
                      <a:pt x="333" y="229"/>
                      <a:pt x="333" y="229"/>
                    </a:cubicBezTo>
                    <a:cubicBezTo>
                      <a:pt x="337" y="231"/>
                      <a:pt x="337" y="231"/>
                      <a:pt x="337" y="231"/>
                    </a:cubicBezTo>
                    <a:cubicBezTo>
                      <a:pt x="341" y="230"/>
                      <a:pt x="341" y="230"/>
                      <a:pt x="341" y="230"/>
                    </a:cubicBezTo>
                    <a:cubicBezTo>
                      <a:pt x="345" y="228"/>
                      <a:pt x="345" y="228"/>
                      <a:pt x="345" y="228"/>
                    </a:cubicBezTo>
                    <a:cubicBezTo>
                      <a:pt x="351" y="230"/>
                      <a:pt x="351" y="230"/>
                      <a:pt x="351" y="230"/>
                    </a:cubicBezTo>
                    <a:cubicBezTo>
                      <a:pt x="353" y="236"/>
                      <a:pt x="353" y="236"/>
                      <a:pt x="353" y="236"/>
                    </a:cubicBezTo>
                    <a:cubicBezTo>
                      <a:pt x="356" y="238"/>
                      <a:pt x="356" y="238"/>
                      <a:pt x="356" y="238"/>
                    </a:cubicBezTo>
                    <a:cubicBezTo>
                      <a:pt x="364" y="234"/>
                      <a:pt x="364" y="234"/>
                      <a:pt x="364" y="234"/>
                    </a:cubicBezTo>
                    <a:cubicBezTo>
                      <a:pt x="366" y="234"/>
                      <a:pt x="366" y="234"/>
                      <a:pt x="366" y="234"/>
                    </a:cubicBezTo>
                    <a:cubicBezTo>
                      <a:pt x="372" y="243"/>
                      <a:pt x="372" y="243"/>
                      <a:pt x="372" y="243"/>
                    </a:cubicBezTo>
                    <a:cubicBezTo>
                      <a:pt x="373" y="250"/>
                      <a:pt x="373" y="250"/>
                      <a:pt x="373" y="250"/>
                    </a:cubicBezTo>
                    <a:cubicBezTo>
                      <a:pt x="371" y="261"/>
                      <a:pt x="371" y="261"/>
                      <a:pt x="371" y="261"/>
                    </a:cubicBezTo>
                    <a:cubicBezTo>
                      <a:pt x="373" y="268"/>
                      <a:pt x="373" y="268"/>
                      <a:pt x="373" y="268"/>
                    </a:cubicBezTo>
                    <a:cubicBezTo>
                      <a:pt x="378" y="271"/>
                      <a:pt x="378" y="271"/>
                      <a:pt x="378" y="271"/>
                    </a:cubicBezTo>
                    <a:cubicBezTo>
                      <a:pt x="385" y="285"/>
                      <a:pt x="385" y="285"/>
                      <a:pt x="385" y="285"/>
                    </a:cubicBezTo>
                    <a:cubicBezTo>
                      <a:pt x="391" y="288"/>
                      <a:pt x="391" y="288"/>
                      <a:pt x="391" y="288"/>
                    </a:cubicBezTo>
                    <a:cubicBezTo>
                      <a:pt x="392" y="290"/>
                      <a:pt x="392" y="290"/>
                      <a:pt x="392" y="290"/>
                    </a:cubicBezTo>
                    <a:cubicBezTo>
                      <a:pt x="389" y="295"/>
                      <a:pt x="389" y="295"/>
                      <a:pt x="389" y="295"/>
                    </a:cubicBezTo>
                    <a:cubicBezTo>
                      <a:pt x="395" y="289"/>
                      <a:pt x="395" y="289"/>
                      <a:pt x="395" y="289"/>
                    </a:cubicBezTo>
                    <a:cubicBezTo>
                      <a:pt x="398" y="279"/>
                      <a:pt x="398" y="279"/>
                      <a:pt x="398" y="279"/>
                    </a:cubicBezTo>
                    <a:cubicBezTo>
                      <a:pt x="397" y="261"/>
                      <a:pt x="397" y="261"/>
                      <a:pt x="397" y="261"/>
                    </a:cubicBezTo>
                    <a:cubicBezTo>
                      <a:pt x="387" y="232"/>
                      <a:pt x="387" y="232"/>
                      <a:pt x="387" y="232"/>
                    </a:cubicBezTo>
                    <a:cubicBezTo>
                      <a:pt x="387" y="221"/>
                      <a:pt x="387" y="221"/>
                      <a:pt x="387" y="221"/>
                    </a:cubicBezTo>
                    <a:cubicBezTo>
                      <a:pt x="391" y="206"/>
                      <a:pt x="391" y="206"/>
                      <a:pt x="391" y="206"/>
                    </a:cubicBezTo>
                    <a:cubicBezTo>
                      <a:pt x="401" y="201"/>
                      <a:pt x="401" y="201"/>
                      <a:pt x="401" y="201"/>
                    </a:cubicBezTo>
                    <a:cubicBezTo>
                      <a:pt x="415" y="191"/>
                      <a:pt x="415" y="191"/>
                      <a:pt x="415" y="191"/>
                    </a:cubicBezTo>
                    <a:cubicBezTo>
                      <a:pt x="433" y="170"/>
                      <a:pt x="433" y="170"/>
                      <a:pt x="433" y="170"/>
                    </a:cubicBezTo>
                    <a:cubicBezTo>
                      <a:pt x="434" y="156"/>
                      <a:pt x="434" y="156"/>
                      <a:pt x="434" y="156"/>
                    </a:cubicBezTo>
                    <a:cubicBezTo>
                      <a:pt x="428" y="152"/>
                      <a:pt x="428" y="152"/>
                      <a:pt x="428" y="152"/>
                    </a:cubicBezTo>
                    <a:cubicBezTo>
                      <a:pt x="426" y="147"/>
                      <a:pt x="426" y="147"/>
                      <a:pt x="426" y="147"/>
                    </a:cubicBezTo>
                    <a:cubicBezTo>
                      <a:pt x="426" y="133"/>
                      <a:pt x="426" y="133"/>
                      <a:pt x="426" y="133"/>
                    </a:cubicBezTo>
                    <a:cubicBezTo>
                      <a:pt x="431" y="122"/>
                      <a:pt x="431" y="122"/>
                      <a:pt x="431" y="122"/>
                    </a:cubicBezTo>
                    <a:cubicBezTo>
                      <a:pt x="431" y="130"/>
                      <a:pt x="431" y="130"/>
                      <a:pt x="431" y="130"/>
                    </a:cubicBezTo>
                    <a:cubicBezTo>
                      <a:pt x="432" y="133"/>
                      <a:pt x="432" y="133"/>
                      <a:pt x="432" y="133"/>
                    </a:cubicBezTo>
                    <a:cubicBezTo>
                      <a:pt x="431" y="137"/>
                      <a:pt x="431" y="137"/>
                      <a:pt x="431" y="137"/>
                    </a:cubicBezTo>
                    <a:cubicBezTo>
                      <a:pt x="435" y="143"/>
                      <a:pt x="435" y="143"/>
                      <a:pt x="435" y="143"/>
                    </a:cubicBezTo>
                    <a:cubicBezTo>
                      <a:pt x="434" y="150"/>
                      <a:pt x="434" y="150"/>
                      <a:pt x="434" y="150"/>
                    </a:cubicBezTo>
                    <a:cubicBezTo>
                      <a:pt x="442" y="136"/>
                      <a:pt x="442" y="136"/>
                      <a:pt x="442" y="136"/>
                    </a:cubicBezTo>
                    <a:cubicBezTo>
                      <a:pt x="443" y="130"/>
                      <a:pt x="443" y="130"/>
                      <a:pt x="443" y="130"/>
                    </a:cubicBezTo>
                    <a:cubicBezTo>
                      <a:pt x="438" y="125"/>
                      <a:pt x="438" y="125"/>
                      <a:pt x="438" y="125"/>
                    </a:cubicBezTo>
                    <a:cubicBezTo>
                      <a:pt x="439" y="115"/>
                      <a:pt x="439" y="115"/>
                      <a:pt x="439" y="115"/>
                    </a:cubicBezTo>
                    <a:cubicBezTo>
                      <a:pt x="443" y="121"/>
                      <a:pt x="443" y="121"/>
                      <a:pt x="443" y="121"/>
                    </a:cubicBezTo>
                    <a:cubicBezTo>
                      <a:pt x="445" y="127"/>
                      <a:pt x="445" y="127"/>
                      <a:pt x="445" y="127"/>
                    </a:cubicBezTo>
                    <a:cubicBezTo>
                      <a:pt x="455" y="108"/>
                      <a:pt x="455" y="108"/>
                      <a:pt x="455" y="108"/>
                    </a:cubicBezTo>
                    <a:cubicBezTo>
                      <a:pt x="451" y="107"/>
                      <a:pt x="451" y="107"/>
                      <a:pt x="451" y="107"/>
                    </a:cubicBezTo>
                    <a:cubicBezTo>
                      <a:pt x="452" y="104"/>
                      <a:pt x="452" y="104"/>
                      <a:pt x="452" y="104"/>
                    </a:cubicBezTo>
                    <a:cubicBezTo>
                      <a:pt x="458" y="97"/>
                      <a:pt x="458" y="97"/>
                      <a:pt x="458" y="97"/>
                    </a:cubicBezTo>
                    <a:cubicBezTo>
                      <a:pt x="473" y="93"/>
                      <a:pt x="473" y="93"/>
                      <a:pt x="473" y="93"/>
                    </a:cubicBezTo>
                    <a:cubicBezTo>
                      <a:pt x="484" y="91"/>
                      <a:pt x="484" y="91"/>
                      <a:pt x="484" y="91"/>
                    </a:cubicBezTo>
                    <a:cubicBezTo>
                      <a:pt x="485" y="88"/>
                      <a:pt x="485" y="88"/>
                      <a:pt x="485" y="88"/>
                    </a:cubicBezTo>
                    <a:cubicBezTo>
                      <a:pt x="481" y="84"/>
                      <a:pt x="481" y="84"/>
                      <a:pt x="481" y="84"/>
                    </a:cubicBezTo>
                    <a:cubicBezTo>
                      <a:pt x="482" y="77"/>
                      <a:pt x="482" y="77"/>
                      <a:pt x="482" y="77"/>
                    </a:cubicBezTo>
                    <a:cubicBezTo>
                      <a:pt x="494" y="69"/>
                      <a:pt x="494" y="69"/>
                      <a:pt x="494" y="69"/>
                    </a:cubicBezTo>
                    <a:cubicBezTo>
                      <a:pt x="496" y="64"/>
                      <a:pt x="496" y="64"/>
                      <a:pt x="496" y="64"/>
                    </a:cubicBezTo>
                    <a:cubicBezTo>
                      <a:pt x="498" y="66"/>
                      <a:pt x="498" y="66"/>
                      <a:pt x="498" y="66"/>
                    </a:cubicBezTo>
                    <a:cubicBezTo>
                      <a:pt x="498" y="69"/>
                      <a:pt x="498" y="69"/>
                      <a:pt x="498" y="69"/>
                    </a:cubicBezTo>
                    <a:cubicBezTo>
                      <a:pt x="511" y="61"/>
                      <a:pt x="511" y="61"/>
                      <a:pt x="511" y="61"/>
                    </a:cubicBezTo>
                    <a:cubicBezTo>
                      <a:pt x="511" y="54"/>
                      <a:pt x="511" y="54"/>
                      <a:pt x="511" y="54"/>
                    </a:cubicBezTo>
                    <a:cubicBezTo>
                      <a:pt x="515" y="54"/>
                      <a:pt x="515" y="54"/>
                      <a:pt x="515" y="54"/>
                    </a:cubicBezTo>
                    <a:lnTo>
                      <a:pt x="513" y="44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384" name="Google Shape;384;p11"/>
            <p:cNvSpPr/>
            <p:nvPr/>
          </p:nvSpPr>
          <p:spPr>
            <a:xfrm>
              <a:off x="184150" y="1636713"/>
              <a:ext cx="877887" cy="735013"/>
            </a:xfrm>
            <a:custGeom>
              <a:rect b="b" l="l" r="r" t="t"/>
              <a:pathLst>
                <a:path extrusionOk="0" h="274" w="327">
                  <a:moveTo>
                    <a:pt x="321" y="240"/>
                  </a:moveTo>
                  <a:cubicBezTo>
                    <a:pt x="314" y="227"/>
                    <a:pt x="314" y="227"/>
                    <a:pt x="314" y="227"/>
                  </a:cubicBezTo>
                  <a:cubicBezTo>
                    <a:pt x="307" y="215"/>
                    <a:pt x="307" y="215"/>
                    <a:pt x="307" y="215"/>
                  </a:cubicBezTo>
                  <a:cubicBezTo>
                    <a:pt x="273" y="206"/>
                    <a:pt x="273" y="206"/>
                    <a:pt x="273" y="206"/>
                  </a:cubicBezTo>
                  <a:cubicBezTo>
                    <a:pt x="255" y="194"/>
                    <a:pt x="255" y="194"/>
                    <a:pt x="255" y="194"/>
                  </a:cubicBezTo>
                  <a:cubicBezTo>
                    <a:pt x="243" y="194"/>
                    <a:pt x="243" y="194"/>
                    <a:pt x="243" y="194"/>
                  </a:cubicBezTo>
                  <a:cubicBezTo>
                    <a:pt x="235" y="188"/>
                    <a:pt x="235" y="188"/>
                    <a:pt x="235" y="188"/>
                  </a:cubicBezTo>
                  <a:cubicBezTo>
                    <a:pt x="235" y="35"/>
                    <a:pt x="235" y="35"/>
                    <a:pt x="235" y="35"/>
                  </a:cubicBezTo>
                  <a:cubicBezTo>
                    <a:pt x="233" y="35"/>
                    <a:pt x="230" y="35"/>
                    <a:pt x="227" y="34"/>
                  </a:cubicBezTo>
                  <a:cubicBezTo>
                    <a:pt x="218" y="33"/>
                    <a:pt x="209" y="30"/>
                    <a:pt x="200" y="28"/>
                  </a:cubicBezTo>
                  <a:cubicBezTo>
                    <a:pt x="200" y="23"/>
                    <a:pt x="200" y="23"/>
                    <a:pt x="200" y="23"/>
                  </a:cubicBezTo>
                  <a:cubicBezTo>
                    <a:pt x="197" y="21"/>
                    <a:pt x="195" y="21"/>
                    <a:pt x="193" y="20"/>
                  </a:cubicBezTo>
                  <a:cubicBezTo>
                    <a:pt x="188" y="19"/>
                    <a:pt x="184" y="18"/>
                    <a:pt x="180" y="18"/>
                  </a:cubicBezTo>
                  <a:cubicBezTo>
                    <a:pt x="179" y="11"/>
                    <a:pt x="179" y="11"/>
                    <a:pt x="179" y="11"/>
                  </a:cubicBezTo>
                  <a:cubicBezTo>
                    <a:pt x="160" y="10"/>
                    <a:pt x="160" y="10"/>
                    <a:pt x="160" y="10"/>
                  </a:cubicBezTo>
                  <a:cubicBezTo>
                    <a:pt x="165" y="4"/>
                    <a:pt x="165" y="4"/>
                    <a:pt x="165" y="4"/>
                  </a:cubicBezTo>
                  <a:cubicBezTo>
                    <a:pt x="160" y="0"/>
                    <a:pt x="160" y="0"/>
                    <a:pt x="160" y="0"/>
                  </a:cubicBezTo>
                  <a:cubicBezTo>
                    <a:pt x="137" y="4"/>
                    <a:pt x="137" y="4"/>
                    <a:pt x="137" y="4"/>
                  </a:cubicBezTo>
                  <a:cubicBezTo>
                    <a:pt x="134" y="4"/>
                    <a:pt x="131" y="3"/>
                    <a:pt x="129" y="3"/>
                  </a:cubicBezTo>
                  <a:cubicBezTo>
                    <a:pt x="122" y="3"/>
                    <a:pt x="116" y="3"/>
                    <a:pt x="110" y="4"/>
                  </a:cubicBezTo>
                  <a:cubicBezTo>
                    <a:pt x="76" y="26"/>
                    <a:pt x="76" y="26"/>
                    <a:pt x="76" y="26"/>
                  </a:cubicBezTo>
                  <a:cubicBezTo>
                    <a:pt x="59" y="39"/>
                    <a:pt x="59" y="39"/>
                    <a:pt x="59" y="39"/>
                  </a:cubicBezTo>
                  <a:cubicBezTo>
                    <a:pt x="50" y="39"/>
                    <a:pt x="50" y="39"/>
                    <a:pt x="50" y="39"/>
                  </a:cubicBezTo>
                  <a:cubicBezTo>
                    <a:pt x="29" y="56"/>
                    <a:pt x="29" y="56"/>
                    <a:pt x="29" y="5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5" y="63"/>
                    <a:pt x="36" y="66"/>
                    <a:pt x="38" y="68"/>
                  </a:cubicBezTo>
                  <a:cubicBezTo>
                    <a:pt x="42" y="76"/>
                    <a:pt x="46" y="82"/>
                    <a:pt x="50" y="89"/>
                  </a:cubicBezTo>
                  <a:cubicBezTo>
                    <a:pt x="63" y="100"/>
                    <a:pt x="63" y="100"/>
                    <a:pt x="63" y="100"/>
                  </a:cubicBezTo>
                  <a:cubicBezTo>
                    <a:pt x="53" y="99"/>
                    <a:pt x="53" y="99"/>
                    <a:pt x="53" y="99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9" y="109"/>
                    <a:pt x="59" y="109"/>
                    <a:pt x="59" y="109"/>
                  </a:cubicBezTo>
                  <a:cubicBezTo>
                    <a:pt x="55" y="109"/>
                    <a:pt x="51" y="110"/>
                    <a:pt x="47" y="109"/>
                  </a:cubicBezTo>
                  <a:cubicBezTo>
                    <a:pt x="44" y="109"/>
                    <a:pt x="40" y="108"/>
                    <a:pt x="37" y="10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2" y="123"/>
                    <a:pt x="2" y="123"/>
                    <a:pt x="2" y="123"/>
                  </a:cubicBezTo>
                  <a:cubicBezTo>
                    <a:pt x="14" y="124"/>
                    <a:pt x="14" y="124"/>
                    <a:pt x="14" y="124"/>
                  </a:cubicBezTo>
                  <a:cubicBezTo>
                    <a:pt x="11" y="128"/>
                    <a:pt x="11" y="128"/>
                    <a:pt x="11" y="128"/>
                  </a:cubicBezTo>
                  <a:cubicBezTo>
                    <a:pt x="23" y="136"/>
                    <a:pt x="23" y="136"/>
                    <a:pt x="23" y="136"/>
                  </a:cubicBezTo>
                  <a:cubicBezTo>
                    <a:pt x="34" y="135"/>
                    <a:pt x="34" y="135"/>
                    <a:pt x="34" y="135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44" y="132"/>
                    <a:pt x="44" y="132"/>
                    <a:pt x="44" y="132"/>
                  </a:cubicBezTo>
                  <a:cubicBezTo>
                    <a:pt x="54" y="131"/>
                    <a:pt x="54" y="131"/>
                    <a:pt x="54" y="131"/>
                  </a:cubicBezTo>
                  <a:cubicBezTo>
                    <a:pt x="62" y="125"/>
                    <a:pt x="62" y="125"/>
                    <a:pt x="62" y="125"/>
                  </a:cubicBezTo>
                  <a:cubicBezTo>
                    <a:pt x="67" y="128"/>
                    <a:pt x="67" y="128"/>
                    <a:pt x="67" y="128"/>
                  </a:cubicBezTo>
                  <a:cubicBezTo>
                    <a:pt x="59" y="137"/>
                    <a:pt x="59" y="137"/>
                    <a:pt x="59" y="137"/>
                  </a:cubicBezTo>
                  <a:cubicBezTo>
                    <a:pt x="63" y="138"/>
                    <a:pt x="63" y="138"/>
                    <a:pt x="63" y="138"/>
                  </a:cubicBezTo>
                  <a:cubicBezTo>
                    <a:pt x="63" y="150"/>
                    <a:pt x="63" y="150"/>
                    <a:pt x="63" y="150"/>
                  </a:cubicBezTo>
                  <a:cubicBezTo>
                    <a:pt x="45" y="158"/>
                    <a:pt x="45" y="158"/>
                    <a:pt x="45" y="158"/>
                  </a:cubicBezTo>
                  <a:cubicBezTo>
                    <a:pt x="40" y="157"/>
                    <a:pt x="40" y="157"/>
                    <a:pt x="40" y="157"/>
                  </a:cubicBezTo>
                  <a:cubicBezTo>
                    <a:pt x="37" y="162"/>
                    <a:pt x="33" y="166"/>
                    <a:pt x="31" y="171"/>
                  </a:cubicBezTo>
                  <a:cubicBezTo>
                    <a:pt x="29" y="173"/>
                    <a:pt x="28" y="176"/>
                    <a:pt x="27" y="179"/>
                  </a:cubicBezTo>
                  <a:cubicBezTo>
                    <a:pt x="20" y="182"/>
                    <a:pt x="20" y="182"/>
                    <a:pt x="20" y="182"/>
                  </a:cubicBezTo>
                  <a:cubicBezTo>
                    <a:pt x="20" y="187"/>
                    <a:pt x="20" y="187"/>
                    <a:pt x="20" y="187"/>
                  </a:cubicBezTo>
                  <a:cubicBezTo>
                    <a:pt x="28" y="189"/>
                    <a:pt x="28" y="189"/>
                    <a:pt x="28" y="189"/>
                  </a:cubicBezTo>
                  <a:cubicBezTo>
                    <a:pt x="32" y="194"/>
                    <a:pt x="32" y="194"/>
                    <a:pt x="32" y="194"/>
                  </a:cubicBezTo>
                  <a:cubicBezTo>
                    <a:pt x="32" y="201"/>
                    <a:pt x="32" y="201"/>
                    <a:pt x="32" y="201"/>
                  </a:cubicBezTo>
                  <a:cubicBezTo>
                    <a:pt x="42" y="211"/>
                    <a:pt x="42" y="211"/>
                    <a:pt x="42" y="211"/>
                  </a:cubicBezTo>
                  <a:cubicBezTo>
                    <a:pt x="47" y="212"/>
                    <a:pt x="47" y="212"/>
                    <a:pt x="47" y="212"/>
                  </a:cubicBezTo>
                  <a:cubicBezTo>
                    <a:pt x="53" y="201"/>
                    <a:pt x="53" y="201"/>
                    <a:pt x="53" y="201"/>
                  </a:cubicBezTo>
                  <a:cubicBezTo>
                    <a:pt x="59" y="213"/>
                    <a:pt x="59" y="213"/>
                    <a:pt x="59" y="213"/>
                  </a:cubicBezTo>
                  <a:cubicBezTo>
                    <a:pt x="54" y="224"/>
                    <a:pt x="54" y="224"/>
                    <a:pt x="54" y="224"/>
                  </a:cubicBezTo>
                  <a:cubicBezTo>
                    <a:pt x="59" y="227"/>
                    <a:pt x="59" y="227"/>
                    <a:pt x="59" y="227"/>
                  </a:cubicBezTo>
                  <a:cubicBezTo>
                    <a:pt x="71" y="218"/>
                    <a:pt x="71" y="218"/>
                    <a:pt x="71" y="218"/>
                  </a:cubicBezTo>
                  <a:cubicBezTo>
                    <a:pt x="83" y="229"/>
                    <a:pt x="83" y="229"/>
                    <a:pt x="83" y="229"/>
                  </a:cubicBezTo>
                  <a:cubicBezTo>
                    <a:pt x="87" y="219"/>
                    <a:pt x="87" y="219"/>
                    <a:pt x="87" y="219"/>
                  </a:cubicBezTo>
                  <a:cubicBezTo>
                    <a:pt x="90" y="221"/>
                    <a:pt x="90" y="221"/>
                    <a:pt x="90" y="221"/>
                  </a:cubicBezTo>
                  <a:cubicBezTo>
                    <a:pt x="103" y="217"/>
                    <a:pt x="103" y="217"/>
                    <a:pt x="103" y="217"/>
                  </a:cubicBezTo>
                  <a:cubicBezTo>
                    <a:pt x="100" y="220"/>
                    <a:pt x="97" y="223"/>
                    <a:pt x="95" y="227"/>
                  </a:cubicBezTo>
                  <a:cubicBezTo>
                    <a:pt x="91" y="232"/>
                    <a:pt x="88" y="238"/>
                    <a:pt x="85" y="244"/>
                  </a:cubicBezTo>
                  <a:cubicBezTo>
                    <a:pt x="70" y="253"/>
                    <a:pt x="70" y="253"/>
                    <a:pt x="70" y="253"/>
                  </a:cubicBezTo>
                  <a:cubicBezTo>
                    <a:pt x="65" y="261"/>
                    <a:pt x="65" y="261"/>
                    <a:pt x="65" y="261"/>
                  </a:cubicBezTo>
                  <a:cubicBezTo>
                    <a:pt x="61" y="257"/>
                    <a:pt x="61" y="257"/>
                    <a:pt x="61" y="257"/>
                  </a:cubicBezTo>
                  <a:cubicBezTo>
                    <a:pt x="54" y="260"/>
                    <a:pt x="54" y="260"/>
                    <a:pt x="54" y="260"/>
                  </a:cubicBezTo>
                  <a:cubicBezTo>
                    <a:pt x="51" y="266"/>
                    <a:pt x="51" y="266"/>
                    <a:pt x="51" y="266"/>
                  </a:cubicBezTo>
                  <a:cubicBezTo>
                    <a:pt x="44" y="269"/>
                    <a:pt x="44" y="269"/>
                    <a:pt x="44" y="269"/>
                  </a:cubicBezTo>
                  <a:cubicBezTo>
                    <a:pt x="44" y="274"/>
                    <a:pt x="44" y="274"/>
                    <a:pt x="44" y="274"/>
                  </a:cubicBezTo>
                  <a:cubicBezTo>
                    <a:pt x="53" y="271"/>
                    <a:pt x="53" y="271"/>
                    <a:pt x="53" y="271"/>
                  </a:cubicBezTo>
                  <a:cubicBezTo>
                    <a:pt x="57" y="266"/>
                    <a:pt x="57" y="266"/>
                    <a:pt x="57" y="266"/>
                  </a:cubicBezTo>
                  <a:cubicBezTo>
                    <a:pt x="59" y="270"/>
                    <a:pt x="59" y="270"/>
                    <a:pt x="59" y="270"/>
                  </a:cubicBezTo>
                  <a:cubicBezTo>
                    <a:pt x="89" y="257"/>
                    <a:pt x="89" y="257"/>
                    <a:pt x="89" y="257"/>
                  </a:cubicBezTo>
                  <a:cubicBezTo>
                    <a:pt x="88" y="251"/>
                    <a:pt x="88" y="251"/>
                    <a:pt x="88" y="251"/>
                  </a:cubicBezTo>
                  <a:cubicBezTo>
                    <a:pt x="97" y="252"/>
                    <a:pt x="97" y="252"/>
                    <a:pt x="97" y="252"/>
                  </a:cubicBezTo>
                  <a:cubicBezTo>
                    <a:pt x="130" y="221"/>
                    <a:pt x="130" y="221"/>
                    <a:pt x="130" y="221"/>
                  </a:cubicBezTo>
                  <a:cubicBezTo>
                    <a:pt x="124" y="218"/>
                    <a:pt x="124" y="218"/>
                    <a:pt x="124" y="218"/>
                  </a:cubicBezTo>
                  <a:cubicBezTo>
                    <a:pt x="135" y="204"/>
                    <a:pt x="135" y="204"/>
                    <a:pt x="135" y="204"/>
                  </a:cubicBezTo>
                  <a:cubicBezTo>
                    <a:pt x="139" y="203"/>
                    <a:pt x="139" y="203"/>
                    <a:pt x="139" y="203"/>
                  </a:cubicBezTo>
                  <a:cubicBezTo>
                    <a:pt x="154" y="186"/>
                    <a:pt x="154" y="186"/>
                    <a:pt x="154" y="186"/>
                  </a:cubicBezTo>
                  <a:cubicBezTo>
                    <a:pt x="164" y="184"/>
                    <a:pt x="164" y="184"/>
                    <a:pt x="164" y="184"/>
                  </a:cubicBezTo>
                  <a:cubicBezTo>
                    <a:pt x="164" y="192"/>
                    <a:pt x="164" y="192"/>
                    <a:pt x="164" y="192"/>
                  </a:cubicBezTo>
                  <a:cubicBezTo>
                    <a:pt x="157" y="192"/>
                    <a:pt x="157" y="192"/>
                    <a:pt x="157" y="192"/>
                  </a:cubicBezTo>
                  <a:cubicBezTo>
                    <a:pt x="145" y="207"/>
                    <a:pt x="145" y="207"/>
                    <a:pt x="145" y="207"/>
                  </a:cubicBezTo>
                  <a:cubicBezTo>
                    <a:pt x="147" y="212"/>
                    <a:pt x="147" y="212"/>
                    <a:pt x="147" y="212"/>
                  </a:cubicBezTo>
                  <a:cubicBezTo>
                    <a:pt x="143" y="218"/>
                    <a:pt x="143" y="218"/>
                    <a:pt x="143" y="218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68" y="207"/>
                    <a:pt x="168" y="207"/>
                    <a:pt x="168" y="207"/>
                  </a:cubicBezTo>
                  <a:cubicBezTo>
                    <a:pt x="177" y="207"/>
                    <a:pt x="177" y="207"/>
                    <a:pt x="177" y="207"/>
                  </a:cubicBezTo>
                  <a:cubicBezTo>
                    <a:pt x="175" y="196"/>
                    <a:pt x="175" y="196"/>
                    <a:pt x="175" y="196"/>
                  </a:cubicBezTo>
                  <a:cubicBezTo>
                    <a:pt x="180" y="192"/>
                    <a:pt x="180" y="192"/>
                    <a:pt x="180" y="192"/>
                  </a:cubicBezTo>
                  <a:cubicBezTo>
                    <a:pt x="186" y="193"/>
                    <a:pt x="186" y="193"/>
                    <a:pt x="186" y="193"/>
                  </a:cubicBezTo>
                  <a:cubicBezTo>
                    <a:pt x="193" y="190"/>
                    <a:pt x="193" y="190"/>
                    <a:pt x="193" y="190"/>
                  </a:cubicBezTo>
                  <a:cubicBezTo>
                    <a:pt x="192" y="196"/>
                    <a:pt x="192" y="196"/>
                    <a:pt x="192" y="196"/>
                  </a:cubicBezTo>
                  <a:cubicBezTo>
                    <a:pt x="194" y="198"/>
                    <a:pt x="196" y="199"/>
                    <a:pt x="197" y="200"/>
                  </a:cubicBezTo>
                  <a:cubicBezTo>
                    <a:pt x="199" y="201"/>
                    <a:pt x="201" y="202"/>
                    <a:pt x="203" y="202"/>
                  </a:cubicBezTo>
                  <a:cubicBezTo>
                    <a:pt x="207" y="204"/>
                    <a:pt x="212" y="206"/>
                    <a:pt x="216" y="207"/>
                  </a:cubicBezTo>
                  <a:cubicBezTo>
                    <a:pt x="222" y="204"/>
                    <a:pt x="222" y="204"/>
                    <a:pt x="222" y="204"/>
                  </a:cubicBezTo>
                  <a:cubicBezTo>
                    <a:pt x="224" y="210"/>
                    <a:pt x="224" y="210"/>
                    <a:pt x="224" y="210"/>
                  </a:cubicBezTo>
                  <a:cubicBezTo>
                    <a:pt x="235" y="209"/>
                    <a:pt x="235" y="209"/>
                    <a:pt x="235" y="209"/>
                  </a:cubicBezTo>
                  <a:cubicBezTo>
                    <a:pt x="237" y="209"/>
                    <a:pt x="237" y="209"/>
                    <a:pt x="237" y="209"/>
                  </a:cubicBezTo>
                  <a:cubicBezTo>
                    <a:pt x="248" y="218"/>
                    <a:pt x="248" y="218"/>
                    <a:pt x="248" y="218"/>
                  </a:cubicBezTo>
                  <a:cubicBezTo>
                    <a:pt x="257" y="215"/>
                    <a:pt x="257" y="215"/>
                    <a:pt x="257" y="215"/>
                  </a:cubicBezTo>
                  <a:cubicBezTo>
                    <a:pt x="258" y="223"/>
                    <a:pt x="258" y="223"/>
                    <a:pt x="258" y="223"/>
                  </a:cubicBezTo>
                  <a:cubicBezTo>
                    <a:pt x="276" y="232"/>
                    <a:pt x="276" y="232"/>
                    <a:pt x="276" y="232"/>
                  </a:cubicBezTo>
                  <a:cubicBezTo>
                    <a:pt x="279" y="229"/>
                    <a:pt x="279" y="229"/>
                    <a:pt x="279" y="229"/>
                  </a:cubicBezTo>
                  <a:cubicBezTo>
                    <a:pt x="287" y="228"/>
                    <a:pt x="287" y="228"/>
                    <a:pt x="287" y="228"/>
                  </a:cubicBezTo>
                  <a:cubicBezTo>
                    <a:pt x="290" y="223"/>
                    <a:pt x="290" y="223"/>
                    <a:pt x="290" y="223"/>
                  </a:cubicBezTo>
                  <a:cubicBezTo>
                    <a:pt x="302" y="235"/>
                    <a:pt x="302" y="235"/>
                    <a:pt x="302" y="235"/>
                  </a:cubicBezTo>
                  <a:cubicBezTo>
                    <a:pt x="304" y="242"/>
                    <a:pt x="304" y="242"/>
                    <a:pt x="304" y="242"/>
                  </a:cubicBezTo>
                  <a:cubicBezTo>
                    <a:pt x="309" y="249"/>
                    <a:pt x="309" y="249"/>
                    <a:pt x="309" y="249"/>
                  </a:cubicBezTo>
                  <a:cubicBezTo>
                    <a:pt x="316" y="261"/>
                    <a:pt x="316" y="261"/>
                    <a:pt x="316" y="261"/>
                  </a:cubicBezTo>
                  <a:cubicBezTo>
                    <a:pt x="320" y="267"/>
                    <a:pt x="320" y="267"/>
                    <a:pt x="320" y="267"/>
                  </a:cubicBezTo>
                  <a:cubicBezTo>
                    <a:pt x="327" y="263"/>
                    <a:pt x="327" y="263"/>
                    <a:pt x="327" y="263"/>
                  </a:cubicBezTo>
                  <a:cubicBezTo>
                    <a:pt x="321" y="252"/>
                    <a:pt x="321" y="252"/>
                    <a:pt x="321" y="252"/>
                  </a:cubicBezTo>
                  <a:lnTo>
                    <a:pt x="321" y="240"/>
                  </a:lnTo>
                  <a:close/>
                </a:path>
              </a:pathLst>
            </a:custGeom>
            <a:solidFill>
              <a:srgbClr val="DEDEDE"/>
            </a:solidFill>
            <a:ln cap="rnd" cmpd="sng" w="9525">
              <a:solidFill>
                <a:srgbClr val="DEDED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grpSp>
          <p:nvGrpSpPr>
            <p:cNvPr id="385" name="Google Shape;385;p11"/>
            <p:cNvGrpSpPr/>
            <p:nvPr/>
          </p:nvGrpSpPr>
          <p:grpSpPr>
            <a:xfrm>
              <a:off x="815975" y="1308100"/>
              <a:ext cx="2112962" cy="1517650"/>
              <a:chOff x="815975" y="1308100"/>
              <a:chExt cx="2112962" cy="1517650"/>
            </a:xfrm>
          </p:grpSpPr>
          <p:sp>
            <p:nvSpPr>
              <p:cNvPr id="386" name="Google Shape;386;p11"/>
              <p:cNvSpPr/>
              <p:nvPr/>
            </p:nvSpPr>
            <p:spPr>
              <a:xfrm>
                <a:off x="1123950" y="2522538"/>
                <a:ext cx="115887" cy="74612"/>
              </a:xfrm>
              <a:custGeom>
                <a:rect b="b" l="l" r="r" t="t"/>
                <a:pathLst>
                  <a:path extrusionOk="0" h="28" w="43">
                    <a:moveTo>
                      <a:pt x="37" y="17"/>
                    </a:moveTo>
                    <a:cubicBezTo>
                      <a:pt x="26" y="15"/>
                      <a:pt x="26" y="15"/>
                      <a:pt x="26" y="15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9" y="11"/>
                      <a:pt x="19" y="18"/>
                      <a:pt x="29" y="24"/>
                    </a:cubicBezTo>
                    <a:cubicBezTo>
                      <a:pt x="33" y="26"/>
                      <a:pt x="38" y="27"/>
                      <a:pt x="43" y="28"/>
                    </a:cubicBezTo>
                    <a:lnTo>
                      <a:pt x="37" y="17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87" name="Google Shape;387;p11"/>
              <p:cNvSpPr/>
              <p:nvPr/>
            </p:nvSpPr>
            <p:spPr>
              <a:xfrm>
                <a:off x="2074862" y="1354138"/>
                <a:ext cx="123825" cy="127000"/>
              </a:xfrm>
              <a:custGeom>
                <a:rect b="b" l="l" r="r" t="t"/>
                <a:pathLst>
                  <a:path extrusionOk="0" h="47" w="46">
                    <a:moveTo>
                      <a:pt x="2" y="40"/>
                    </a:moveTo>
                    <a:cubicBezTo>
                      <a:pt x="0" y="43"/>
                      <a:pt x="0" y="43"/>
                      <a:pt x="0" y="43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21" y="41"/>
                      <a:pt x="34" y="36"/>
                      <a:pt x="46" y="30"/>
                    </a:cubicBezTo>
                    <a:cubicBezTo>
                      <a:pt x="43" y="26"/>
                      <a:pt x="43" y="26"/>
                      <a:pt x="43" y="26"/>
                    </a:cubicBezTo>
                    <a:cubicBezTo>
                      <a:pt x="36" y="26"/>
                      <a:pt x="36" y="26"/>
                      <a:pt x="36" y="26"/>
                    </a:cubicBezTo>
                    <a:cubicBezTo>
                      <a:pt x="42" y="18"/>
                      <a:pt x="42" y="18"/>
                      <a:pt x="42" y="18"/>
                    </a:cubicBezTo>
                    <a:cubicBezTo>
                      <a:pt x="26" y="8"/>
                      <a:pt x="26" y="8"/>
                      <a:pt x="26" y="8"/>
                    </a:cubicBezTo>
                    <a:cubicBezTo>
                      <a:pt x="26" y="1"/>
                      <a:pt x="26" y="1"/>
                      <a:pt x="26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5" y="39"/>
                      <a:pt x="5" y="39"/>
                      <a:pt x="5" y="39"/>
                    </a:cubicBezTo>
                    <a:lnTo>
                      <a:pt x="2" y="40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88" name="Google Shape;388;p11"/>
              <p:cNvSpPr/>
              <p:nvPr/>
            </p:nvSpPr>
            <p:spPr>
              <a:xfrm>
                <a:off x="1997075" y="1408113"/>
                <a:ext cx="31750" cy="30162"/>
              </a:xfrm>
              <a:custGeom>
                <a:rect b="b" l="l" r="r" t="t"/>
                <a:pathLst>
                  <a:path extrusionOk="0" h="19" w="20">
                    <a:moveTo>
                      <a:pt x="20" y="17"/>
                    </a:moveTo>
                    <a:lnTo>
                      <a:pt x="17" y="8"/>
                    </a:lnTo>
                    <a:lnTo>
                      <a:pt x="20" y="2"/>
                    </a:lnTo>
                    <a:lnTo>
                      <a:pt x="7" y="0"/>
                    </a:lnTo>
                    <a:lnTo>
                      <a:pt x="0" y="7"/>
                    </a:lnTo>
                    <a:lnTo>
                      <a:pt x="10" y="19"/>
                    </a:lnTo>
                    <a:lnTo>
                      <a:pt x="20" y="17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89" name="Google Shape;389;p11"/>
              <p:cNvSpPr/>
              <p:nvPr/>
            </p:nvSpPr>
            <p:spPr>
              <a:xfrm>
                <a:off x="1903412" y="1447800"/>
                <a:ext cx="69850" cy="52387"/>
              </a:xfrm>
              <a:custGeom>
                <a:rect b="b" l="l" r="r" t="t"/>
                <a:pathLst>
                  <a:path extrusionOk="0" h="33" w="44">
                    <a:moveTo>
                      <a:pt x="12" y="22"/>
                    </a:moveTo>
                    <a:lnTo>
                      <a:pt x="19" y="17"/>
                    </a:lnTo>
                    <a:lnTo>
                      <a:pt x="25" y="17"/>
                    </a:lnTo>
                    <a:lnTo>
                      <a:pt x="22" y="26"/>
                    </a:lnTo>
                    <a:lnTo>
                      <a:pt x="24" y="33"/>
                    </a:lnTo>
                    <a:lnTo>
                      <a:pt x="35" y="29"/>
                    </a:lnTo>
                    <a:lnTo>
                      <a:pt x="35" y="17"/>
                    </a:lnTo>
                    <a:lnTo>
                      <a:pt x="44" y="11"/>
                    </a:lnTo>
                    <a:lnTo>
                      <a:pt x="44" y="2"/>
                    </a:lnTo>
                    <a:lnTo>
                      <a:pt x="20" y="9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7" y="14"/>
                    </a:lnTo>
                    <a:lnTo>
                      <a:pt x="12" y="22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90" name="Google Shape;390;p11"/>
              <p:cNvSpPr/>
              <p:nvPr/>
            </p:nvSpPr>
            <p:spPr>
              <a:xfrm>
                <a:off x="1985962" y="1508125"/>
                <a:ext cx="312737" cy="109537"/>
              </a:xfrm>
              <a:custGeom>
                <a:rect b="b" l="l" r="r" t="t"/>
                <a:pathLst>
                  <a:path extrusionOk="0" h="41" w="116">
                    <a:moveTo>
                      <a:pt x="6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25" y="37"/>
                      <a:pt x="25" y="37"/>
                      <a:pt x="25" y="37"/>
                    </a:cubicBezTo>
                    <a:cubicBezTo>
                      <a:pt x="37" y="41"/>
                      <a:pt x="37" y="41"/>
                      <a:pt x="37" y="41"/>
                    </a:cubicBezTo>
                    <a:cubicBezTo>
                      <a:pt x="76" y="41"/>
                      <a:pt x="76" y="41"/>
                      <a:pt x="76" y="41"/>
                    </a:cubicBezTo>
                    <a:cubicBezTo>
                      <a:pt x="83" y="33"/>
                      <a:pt x="83" y="33"/>
                      <a:pt x="83" y="33"/>
                    </a:cubicBezTo>
                    <a:cubicBezTo>
                      <a:pt x="89" y="37"/>
                      <a:pt x="89" y="37"/>
                      <a:pt x="89" y="37"/>
                    </a:cubicBezTo>
                    <a:cubicBezTo>
                      <a:pt x="94" y="36"/>
                      <a:pt x="98" y="35"/>
                      <a:pt x="102" y="35"/>
                    </a:cubicBezTo>
                    <a:cubicBezTo>
                      <a:pt x="105" y="35"/>
                      <a:pt x="109" y="35"/>
                      <a:pt x="112" y="35"/>
                    </a:cubicBezTo>
                    <a:cubicBezTo>
                      <a:pt x="116" y="25"/>
                      <a:pt x="116" y="25"/>
                      <a:pt x="116" y="25"/>
                    </a:cubicBezTo>
                    <a:cubicBezTo>
                      <a:pt x="103" y="24"/>
                      <a:pt x="91" y="24"/>
                      <a:pt x="78" y="26"/>
                    </a:cubicBezTo>
                    <a:cubicBezTo>
                      <a:pt x="75" y="26"/>
                      <a:pt x="71" y="27"/>
                      <a:pt x="68" y="29"/>
                    </a:cubicBezTo>
                    <a:cubicBezTo>
                      <a:pt x="59" y="28"/>
                      <a:pt x="49" y="26"/>
                      <a:pt x="39" y="25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2" y="6"/>
                      <a:pt x="32" y="6"/>
                      <a:pt x="32" y="6"/>
                    </a:cubicBezTo>
                    <a:cubicBezTo>
                      <a:pt x="11" y="4"/>
                      <a:pt x="11" y="4"/>
                      <a:pt x="11" y="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91" name="Google Shape;391;p11"/>
              <p:cNvSpPr/>
              <p:nvPr/>
            </p:nvSpPr>
            <p:spPr>
              <a:xfrm>
                <a:off x="1981200" y="1455738"/>
                <a:ext cx="42862" cy="46037"/>
              </a:xfrm>
              <a:custGeom>
                <a:rect b="b" l="l" r="r" t="t"/>
                <a:pathLst>
                  <a:path extrusionOk="0" h="17" w="16">
                    <a:moveTo>
                      <a:pt x="13" y="17"/>
                    </a:moveTo>
                    <a:cubicBezTo>
                      <a:pt x="16" y="13"/>
                      <a:pt x="16" y="13"/>
                      <a:pt x="16" y="13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5"/>
                      <a:pt x="1" y="9"/>
                      <a:pt x="0" y="13"/>
                    </a:cubicBezTo>
                    <a:cubicBezTo>
                      <a:pt x="5" y="13"/>
                      <a:pt x="5" y="13"/>
                      <a:pt x="5" y="13"/>
                    </a:cubicBezTo>
                    <a:lnTo>
                      <a:pt x="13" y="17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92" name="Google Shape;392;p11"/>
              <p:cNvSpPr/>
              <p:nvPr/>
            </p:nvSpPr>
            <p:spPr>
              <a:xfrm>
                <a:off x="1949450" y="1571625"/>
                <a:ext cx="63500" cy="41275"/>
              </a:xfrm>
              <a:custGeom>
                <a:rect b="b" l="l" r="r" t="t"/>
                <a:pathLst>
                  <a:path extrusionOk="0" h="26" w="40">
                    <a:moveTo>
                      <a:pt x="0" y="9"/>
                    </a:moveTo>
                    <a:lnTo>
                      <a:pt x="3" y="12"/>
                    </a:lnTo>
                    <a:lnTo>
                      <a:pt x="10" y="10"/>
                    </a:lnTo>
                    <a:lnTo>
                      <a:pt x="5" y="22"/>
                    </a:lnTo>
                    <a:lnTo>
                      <a:pt x="34" y="26"/>
                    </a:lnTo>
                    <a:lnTo>
                      <a:pt x="40" y="19"/>
                    </a:lnTo>
                    <a:lnTo>
                      <a:pt x="37" y="12"/>
                    </a:lnTo>
                    <a:lnTo>
                      <a:pt x="20" y="0"/>
                    </a:lnTo>
                    <a:lnTo>
                      <a:pt x="5" y="2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93" name="Google Shape;393;p11"/>
              <p:cNvSpPr/>
              <p:nvPr/>
            </p:nvSpPr>
            <p:spPr>
              <a:xfrm>
                <a:off x="1943100" y="1630363"/>
                <a:ext cx="115887" cy="60325"/>
              </a:xfrm>
              <a:custGeom>
                <a:rect b="b" l="l" r="r" t="t"/>
                <a:pathLst>
                  <a:path extrusionOk="0" h="38" w="73">
                    <a:moveTo>
                      <a:pt x="10" y="0"/>
                    </a:moveTo>
                    <a:lnTo>
                      <a:pt x="0" y="26"/>
                    </a:lnTo>
                    <a:lnTo>
                      <a:pt x="10" y="36"/>
                    </a:lnTo>
                    <a:lnTo>
                      <a:pt x="26" y="38"/>
                    </a:lnTo>
                    <a:lnTo>
                      <a:pt x="26" y="31"/>
                    </a:lnTo>
                    <a:lnTo>
                      <a:pt x="21" y="26"/>
                    </a:lnTo>
                    <a:lnTo>
                      <a:pt x="34" y="21"/>
                    </a:lnTo>
                    <a:lnTo>
                      <a:pt x="56" y="27"/>
                    </a:lnTo>
                    <a:lnTo>
                      <a:pt x="66" y="24"/>
                    </a:lnTo>
                    <a:lnTo>
                      <a:pt x="66" y="12"/>
                    </a:lnTo>
                    <a:lnTo>
                      <a:pt x="73" y="4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94" name="Google Shape;394;p11"/>
              <p:cNvSpPr/>
              <p:nvPr/>
            </p:nvSpPr>
            <p:spPr>
              <a:xfrm>
                <a:off x="2265362" y="1625600"/>
                <a:ext cx="88900" cy="38100"/>
              </a:xfrm>
              <a:custGeom>
                <a:rect b="b" l="l" r="r" t="t"/>
                <a:pathLst>
                  <a:path extrusionOk="0" h="14" w="33">
                    <a:moveTo>
                      <a:pt x="33" y="8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15" y="1"/>
                      <a:pt x="9" y="2"/>
                      <a:pt x="4" y="3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7" y="14"/>
                      <a:pt x="7" y="14"/>
                      <a:pt x="7" y="14"/>
                    </a:cubicBezTo>
                    <a:cubicBezTo>
                      <a:pt x="14" y="14"/>
                      <a:pt x="22" y="13"/>
                      <a:pt x="29" y="12"/>
                    </a:cubicBezTo>
                    <a:lnTo>
                      <a:pt x="33" y="8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95" name="Google Shape;395;p11"/>
              <p:cNvSpPr/>
              <p:nvPr/>
            </p:nvSpPr>
            <p:spPr>
              <a:xfrm>
                <a:off x="2109787" y="1944688"/>
                <a:ext cx="147637" cy="111125"/>
              </a:xfrm>
              <a:custGeom>
                <a:rect b="b" l="l" r="r" t="t"/>
                <a:pathLst>
                  <a:path extrusionOk="0" h="41" w="55">
                    <a:moveTo>
                      <a:pt x="55" y="30"/>
                    </a:moveTo>
                    <a:cubicBezTo>
                      <a:pt x="50" y="27"/>
                      <a:pt x="45" y="24"/>
                      <a:pt x="41" y="20"/>
                    </a:cubicBezTo>
                    <a:cubicBezTo>
                      <a:pt x="38" y="18"/>
                      <a:pt x="35" y="14"/>
                      <a:pt x="32" y="11"/>
                    </a:cubicBezTo>
                    <a:cubicBezTo>
                      <a:pt x="29" y="11"/>
                      <a:pt x="27" y="11"/>
                      <a:pt x="24" y="10"/>
                    </a:cubicBezTo>
                    <a:cubicBezTo>
                      <a:pt x="22" y="10"/>
                      <a:pt x="20" y="9"/>
                      <a:pt x="18" y="8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23" y="39"/>
                      <a:pt x="23" y="39"/>
                      <a:pt x="23" y="39"/>
                    </a:cubicBezTo>
                    <a:cubicBezTo>
                      <a:pt x="25" y="36"/>
                      <a:pt x="28" y="33"/>
                      <a:pt x="30" y="30"/>
                    </a:cubicBezTo>
                    <a:cubicBezTo>
                      <a:pt x="32" y="28"/>
                      <a:pt x="33" y="28"/>
                      <a:pt x="35" y="27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52" y="36"/>
                      <a:pt x="52" y="36"/>
                      <a:pt x="52" y="36"/>
                    </a:cubicBezTo>
                    <a:lnTo>
                      <a:pt x="55" y="30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96" name="Google Shape;396;p11"/>
              <p:cNvSpPr/>
              <p:nvPr/>
            </p:nvSpPr>
            <p:spPr>
              <a:xfrm>
                <a:off x="2190750" y="2055813"/>
                <a:ext cx="53975" cy="44450"/>
              </a:xfrm>
              <a:custGeom>
                <a:rect b="b" l="l" r="r" t="t"/>
                <a:pathLst>
                  <a:path extrusionOk="0" h="28" w="34">
                    <a:moveTo>
                      <a:pt x="0" y="25"/>
                    </a:moveTo>
                    <a:lnTo>
                      <a:pt x="7" y="28"/>
                    </a:lnTo>
                    <a:lnTo>
                      <a:pt x="25" y="22"/>
                    </a:lnTo>
                    <a:lnTo>
                      <a:pt x="34" y="0"/>
                    </a:lnTo>
                    <a:lnTo>
                      <a:pt x="27" y="1"/>
                    </a:lnTo>
                    <a:lnTo>
                      <a:pt x="12" y="1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97" name="Google Shape;397;p11"/>
              <p:cNvSpPr/>
              <p:nvPr/>
            </p:nvSpPr>
            <p:spPr>
              <a:xfrm>
                <a:off x="2611437" y="2111375"/>
                <a:ext cx="26987" cy="38100"/>
              </a:xfrm>
              <a:custGeom>
                <a:rect b="b" l="l" r="r" t="t"/>
                <a:pathLst>
                  <a:path extrusionOk="0" h="24" w="17">
                    <a:moveTo>
                      <a:pt x="0" y="10"/>
                    </a:moveTo>
                    <a:lnTo>
                      <a:pt x="12" y="24"/>
                    </a:lnTo>
                    <a:lnTo>
                      <a:pt x="17" y="4"/>
                    </a:lnTo>
                    <a:lnTo>
                      <a:pt x="12" y="0"/>
                    </a:lnTo>
                    <a:lnTo>
                      <a:pt x="7" y="2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98" name="Google Shape;398;p11"/>
              <p:cNvSpPr/>
              <p:nvPr/>
            </p:nvSpPr>
            <p:spPr>
              <a:xfrm>
                <a:off x="1465262" y="1454150"/>
                <a:ext cx="188912" cy="74612"/>
              </a:xfrm>
              <a:custGeom>
                <a:rect b="b" l="l" r="r" t="t"/>
                <a:pathLst>
                  <a:path extrusionOk="0" h="28" w="70">
                    <a:moveTo>
                      <a:pt x="8" y="21"/>
                    </a:moveTo>
                    <a:cubicBezTo>
                      <a:pt x="10" y="28"/>
                      <a:pt x="10" y="28"/>
                      <a:pt x="10" y="28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27" y="21"/>
                      <a:pt x="37" y="15"/>
                      <a:pt x="47" y="10"/>
                    </a:cubicBezTo>
                    <a:cubicBezTo>
                      <a:pt x="43" y="16"/>
                      <a:pt x="43" y="16"/>
                      <a:pt x="43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55" y="14"/>
                      <a:pt x="63" y="9"/>
                      <a:pt x="70" y="5"/>
                    </a:cubicBezTo>
                    <a:cubicBezTo>
                      <a:pt x="67" y="1"/>
                      <a:pt x="67" y="1"/>
                      <a:pt x="67" y="1"/>
                    </a:cubicBezTo>
                    <a:cubicBezTo>
                      <a:pt x="62" y="2"/>
                      <a:pt x="57" y="3"/>
                      <a:pt x="53" y="4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42" y="5"/>
                      <a:pt x="31" y="8"/>
                      <a:pt x="21" y="12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4" y="23"/>
                      <a:pt x="4" y="23"/>
                      <a:pt x="4" y="23"/>
                    </a:cubicBezTo>
                    <a:lnTo>
                      <a:pt x="8" y="21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399" name="Google Shape;399;p11"/>
              <p:cNvSpPr/>
              <p:nvPr/>
            </p:nvSpPr>
            <p:spPr>
              <a:xfrm>
                <a:off x="1516062" y="1520825"/>
                <a:ext cx="50800" cy="26987"/>
              </a:xfrm>
              <a:custGeom>
                <a:rect b="b" l="l" r="r" t="t"/>
                <a:pathLst>
                  <a:path extrusionOk="0" h="17" w="32">
                    <a:moveTo>
                      <a:pt x="14" y="0"/>
                    </a:moveTo>
                    <a:lnTo>
                      <a:pt x="0" y="7"/>
                    </a:lnTo>
                    <a:lnTo>
                      <a:pt x="5" y="17"/>
                    </a:lnTo>
                    <a:lnTo>
                      <a:pt x="32" y="2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400" name="Google Shape;400;p11"/>
              <p:cNvSpPr/>
              <p:nvPr/>
            </p:nvSpPr>
            <p:spPr>
              <a:xfrm>
                <a:off x="1290637" y="1577975"/>
                <a:ext cx="225425" cy="147637"/>
              </a:xfrm>
              <a:custGeom>
                <a:rect b="b" l="l" r="r" t="t"/>
                <a:pathLst>
                  <a:path extrusionOk="0" h="55" w="84">
                    <a:moveTo>
                      <a:pt x="4" y="53"/>
                    </a:moveTo>
                    <a:cubicBezTo>
                      <a:pt x="8" y="55"/>
                      <a:pt x="8" y="55"/>
                      <a:pt x="8" y="55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8" y="40"/>
                      <a:pt x="45" y="34"/>
                      <a:pt x="51" y="28"/>
                    </a:cubicBezTo>
                    <a:cubicBezTo>
                      <a:pt x="78" y="20"/>
                      <a:pt x="78" y="20"/>
                      <a:pt x="78" y="20"/>
                    </a:cubicBezTo>
                    <a:cubicBezTo>
                      <a:pt x="84" y="12"/>
                      <a:pt x="84" y="12"/>
                      <a:pt x="84" y="12"/>
                    </a:cubicBezTo>
                    <a:cubicBezTo>
                      <a:pt x="78" y="11"/>
                      <a:pt x="73" y="10"/>
                      <a:pt x="68" y="9"/>
                    </a:cubicBezTo>
                    <a:cubicBezTo>
                      <a:pt x="64" y="8"/>
                      <a:pt x="61" y="8"/>
                      <a:pt x="58" y="8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29" y="3"/>
                      <a:pt x="29" y="3"/>
                      <a:pt x="29" y="3"/>
                    </a:cubicBezTo>
                    <a:cubicBezTo>
                      <a:pt x="25" y="12"/>
                      <a:pt x="25" y="12"/>
                      <a:pt x="25" y="12"/>
                    </a:cubicBezTo>
                    <a:cubicBezTo>
                      <a:pt x="15" y="15"/>
                      <a:pt x="15" y="15"/>
                      <a:pt x="15" y="1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8" y="42"/>
                      <a:pt x="8" y="42"/>
                      <a:pt x="8" y="42"/>
                    </a:cubicBezTo>
                    <a:lnTo>
                      <a:pt x="4" y="53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401" name="Google Shape;401;p11"/>
              <p:cNvSpPr/>
              <p:nvPr/>
            </p:nvSpPr>
            <p:spPr>
              <a:xfrm>
                <a:off x="1725612" y="1435100"/>
                <a:ext cx="85725" cy="39687"/>
              </a:xfrm>
              <a:custGeom>
                <a:rect b="b" l="l" r="r" t="t"/>
                <a:pathLst>
                  <a:path extrusionOk="0" h="15" w="32">
                    <a:moveTo>
                      <a:pt x="29" y="8"/>
                    </a:moveTo>
                    <a:cubicBezTo>
                      <a:pt x="32" y="3"/>
                      <a:pt x="32" y="3"/>
                      <a:pt x="32" y="3"/>
                    </a:cubicBezTo>
                    <a:cubicBezTo>
                      <a:pt x="26" y="2"/>
                      <a:pt x="18" y="1"/>
                      <a:pt x="11" y="0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2" y="6"/>
                      <a:pt x="7" y="7"/>
                      <a:pt x="1" y="8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11" y="15"/>
                      <a:pt x="11" y="15"/>
                      <a:pt x="11" y="15"/>
                    </a:cubicBez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402" name="Google Shape;402;p11"/>
              <p:cNvSpPr/>
              <p:nvPr/>
            </p:nvSpPr>
            <p:spPr>
              <a:xfrm>
                <a:off x="1822450" y="1517650"/>
                <a:ext cx="120650" cy="80962"/>
              </a:xfrm>
              <a:custGeom>
                <a:rect b="b" l="l" r="r" t="t"/>
                <a:pathLst>
                  <a:path extrusionOk="0" h="51" w="76">
                    <a:moveTo>
                      <a:pt x="14" y="22"/>
                    </a:moveTo>
                    <a:lnTo>
                      <a:pt x="10" y="34"/>
                    </a:lnTo>
                    <a:lnTo>
                      <a:pt x="20" y="41"/>
                    </a:lnTo>
                    <a:lnTo>
                      <a:pt x="37" y="39"/>
                    </a:lnTo>
                    <a:lnTo>
                      <a:pt x="39" y="51"/>
                    </a:lnTo>
                    <a:lnTo>
                      <a:pt x="63" y="51"/>
                    </a:lnTo>
                    <a:lnTo>
                      <a:pt x="64" y="38"/>
                    </a:lnTo>
                    <a:lnTo>
                      <a:pt x="76" y="22"/>
                    </a:lnTo>
                    <a:lnTo>
                      <a:pt x="73" y="11"/>
                    </a:lnTo>
                    <a:lnTo>
                      <a:pt x="53" y="9"/>
                    </a:lnTo>
                    <a:lnTo>
                      <a:pt x="59" y="27"/>
                    </a:lnTo>
                    <a:lnTo>
                      <a:pt x="49" y="29"/>
                    </a:lnTo>
                    <a:lnTo>
                      <a:pt x="37" y="12"/>
                    </a:lnTo>
                    <a:lnTo>
                      <a:pt x="29" y="22"/>
                    </a:lnTo>
                    <a:lnTo>
                      <a:pt x="15" y="0"/>
                    </a:lnTo>
                    <a:lnTo>
                      <a:pt x="0" y="9"/>
                    </a:lnTo>
                    <a:lnTo>
                      <a:pt x="7" y="22"/>
                    </a:lnTo>
                    <a:lnTo>
                      <a:pt x="14" y="22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403" name="Google Shape;403;p11"/>
              <p:cNvSpPr/>
              <p:nvPr/>
            </p:nvSpPr>
            <p:spPr>
              <a:xfrm>
                <a:off x="1782762" y="1630363"/>
                <a:ext cx="133350" cy="111125"/>
              </a:xfrm>
              <a:custGeom>
                <a:rect b="b" l="l" r="r" t="t"/>
                <a:pathLst>
                  <a:path extrusionOk="0" h="41" w="50">
                    <a:moveTo>
                      <a:pt x="5" y="9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5" y="31"/>
                      <a:pt x="5" y="31"/>
                      <a:pt x="5" y="31"/>
                    </a:cubicBezTo>
                    <a:cubicBezTo>
                      <a:pt x="11" y="32"/>
                      <a:pt x="11" y="32"/>
                      <a:pt x="11" y="32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33" y="38"/>
                      <a:pt x="40" y="34"/>
                      <a:pt x="48" y="31"/>
                    </a:cubicBezTo>
                    <a:cubicBezTo>
                      <a:pt x="50" y="20"/>
                      <a:pt x="50" y="20"/>
                      <a:pt x="50" y="20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39" y="0"/>
                      <a:pt x="31" y="0"/>
                      <a:pt x="22" y="0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2" y="17"/>
                      <a:pt x="22" y="17"/>
                      <a:pt x="22" y="17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0" y="11"/>
                      <a:pt x="10" y="11"/>
                      <a:pt x="10" y="11"/>
                    </a:cubicBezTo>
                    <a:lnTo>
                      <a:pt x="5" y="9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404" name="Google Shape;404;p11"/>
              <p:cNvSpPr/>
              <p:nvPr/>
            </p:nvSpPr>
            <p:spPr>
              <a:xfrm>
                <a:off x="1814512" y="1770063"/>
                <a:ext cx="101600" cy="84137"/>
              </a:xfrm>
              <a:custGeom>
                <a:rect b="b" l="l" r="r" t="t"/>
                <a:pathLst>
                  <a:path extrusionOk="0" h="53" w="64">
                    <a:moveTo>
                      <a:pt x="32" y="2"/>
                    </a:moveTo>
                    <a:lnTo>
                      <a:pt x="0" y="34"/>
                    </a:lnTo>
                    <a:lnTo>
                      <a:pt x="3" y="39"/>
                    </a:lnTo>
                    <a:lnTo>
                      <a:pt x="17" y="39"/>
                    </a:lnTo>
                    <a:lnTo>
                      <a:pt x="27" y="51"/>
                    </a:lnTo>
                    <a:lnTo>
                      <a:pt x="46" y="53"/>
                    </a:lnTo>
                    <a:lnTo>
                      <a:pt x="64" y="36"/>
                    </a:lnTo>
                    <a:lnTo>
                      <a:pt x="51" y="17"/>
                    </a:lnTo>
                    <a:lnTo>
                      <a:pt x="42" y="19"/>
                    </a:lnTo>
                    <a:lnTo>
                      <a:pt x="37" y="0"/>
                    </a:lnTo>
                    <a:lnTo>
                      <a:pt x="32" y="2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405" name="Google Shape;405;p11"/>
              <p:cNvSpPr/>
              <p:nvPr/>
            </p:nvSpPr>
            <p:spPr>
              <a:xfrm>
                <a:off x="2714625" y="2659063"/>
                <a:ext cx="31750" cy="42862"/>
              </a:xfrm>
              <a:custGeom>
                <a:rect b="b" l="l" r="r" t="t"/>
                <a:pathLst>
                  <a:path extrusionOk="0" h="16" w="12">
                    <a:moveTo>
                      <a:pt x="10" y="0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4" y="5"/>
                      <a:pt x="2" y="8"/>
                      <a:pt x="0" y="11"/>
                    </a:cubicBezTo>
                    <a:cubicBezTo>
                      <a:pt x="2" y="15"/>
                      <a:pt x="2" y="15"/>
                      <a:pt x="2" y="15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2" y="2"/>
                      <a:pt x="12" y="2"/>
                      <a:pt x="12" y="2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406" name="Google Shape;406;p11"/>
              <p:cNvSpPr/>
              <p:nvPr/>
            </p:nvSpPr>
            <p:spPr>
              <a:xfrm>
                <a:off x="2738437" y="2681288"/>
                <a:ext cx="12700" cy="28575"/>
              </a:xfrm>
              <a:custGeom>
                <a:rect b="b" l="l" r="r" t="t"/>
                <a:pathLst>
                  <a:path extrusionOk="0" h="18" w="8">
                    <a:moveTo>
                      <a:pt x="3" y="5"/>
                    </a:moveTo>
                    <a:lnTo>
                      <a:pt x="0" y="13"/>
                    </a:lnTo>
                    <a:lnTo>
                      <a:pt x="3" y="18"/>
                    </a:lnTo>
                    <a:lnTo>
                      <a:pt x="8" y="7"/>
                    </a:lnTo>
                    <a:lnTo>
                      <a:pt x="7" y="0"/>
                    </a:lnTo>
                    <a:lnTo>
                      <a:pt x="3" y="5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407" name="Google Shape;407;p11"/>
              <p:cNvSpPr/>
              <p:nvPr/>
            </p:nvSpPr>
            <p:spPr>
              <a:xfrm>
                <a:off x="2655887" y="2657475"/>
                <a:ext cx="47625" cy="39687"/>
              </a:xfrm>
              <a:custGeom>
                <a:rect b="b" l="l" r="r" t="t"/>
                <a:pathLst>
                  <a:path extrusionOk="0" h="25" w="30">
                    <a:moveTo>
                      <a:pt x="16" y="13"/>
                    </a:moveTo>
                    <a:lnTo>
                      <a:pt x="11" y="11"/>
                    </a:lnTo>
                    <a:lnTo>
                      <a:pt x="8" y="1"/>
                    </a:lnTo>
                    <a:lnTo>
                      <a:pt x="3" y="0"/>
                    </a:lnTo>
                    <a:lnTo>
                      <a:pt x="0" y="8"/>
                    </a:lnTo>
                    <a:lnTo>
                      <a:pt x="5" y="18"/>
                    </a:lnTo>
                    <a:lnTo>
                      <a:pt x="13" y="18"/>
                    </a:lnTo>
                    <a:lnTo>
                      <a:pt x="15" y="25"/>
                    </a:lnTo>
                    <a:lnTo>
                      <a:pt x="20" y="25"/>
                    </a:lnTo>
                    <a:lnTo>
                      <a:pt x="30" y="13"/>
                    </a:lnTo>
                    <a:lnTo>
                      <a:pt x="25" y="10"/>
                    </a:lnTo>
                    <a:lnTo>
                      <a:pt x="16" y="13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408" name="Google Shape;408;p11"/>
              <p:cNvSpPr/>
              <p:nvPr/>
            </p:nvSpPr>
            <p:spPr>
              <a:xfrm>
                <a:off x="2768600" y="2479675"/>
                <a:ext cx="160337" cy="195262"/>
              </a:xfrm>
              <a:custGeom>
                <a:rect b="b" l="l" r="r" t="t"/>
                <a:pathLst>
                  <a:path extrusionOk="0" h="73" w="60">
                    <a:moveTo>
                      <a:pt x="56" y="61"/>
                    </a:moveTo>
                    <a:cubicBezTo>
                      <a:pt x="56" y="56"/>
                      <a:pt x="56" y="56"/>
                      <a:pt x="56" y="56"/>
                    </a:cubicBezTo>
                    <a:cubicBezTo>
                      <a:pt x="50" y="60"/>
                      <a:pt x="50" y="60"/>
                      <a:pt x="50" y="60"/>
                    </a:cubicBezTo>
                    <a:cubicBezTo>
                      <a:pt x="48" y="53"/>
                      <a:pt x="48" y="53"/>
                      <a:pt x="48" y="53"/>
                    </a:cubicBezTo>
                    <a:cubicBezTo>
                      <a:pt x="56" y="43"/>
                      <a:pt x="56" y="43"/>
                      <a:pt x="56" y="43"/>
                    </a:cubicBezTo>
                    <a:cubicBezTo>
                      <a:pt x="54" y="43"/>
                      <a:pt x="54" y="43"/>
                      <a:pt x="54" y="43"/>
                    </a:cubicBezTo>
                    <a:cubicBezTo>
                      <a:pt x="48" y="46"/>
                      <a:pt x="48" y="46"/>
                      <a:pt x="48" y="46"/>
                    </a:cubicBezTo>
                    <a:cubicBezTo>
                      <a:pt x="47" y="42"/>
                      <a:pt x="47" y="42"/>
                      <a:pt x="47" y="42"/>
                    </a:cubicBezTo>
                    <a:cubicBezTo>
                      <a:pt x="49" y="37"/>
                      <a:pt x="49" y="37"/>
                      <a:pt x="49" y="37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5" y="29"/>
                      <a:pt x="35" y="29"/>
                      <a:pt x="35" y="29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3" y="30"/>
                      <a:pt x="23" y="30"/>
                      <a:pt x="23" y="30"/>
                    </a:cubicBezTo>
                    <a:cubicBezTo>
                      <a:pt x="30" y="16"/>
                      <a:pt x="30" y="16"/>
                      <a:pt x="30" y="16"/>
                    </a:cubicBezTo>
                    <a:cubicBezTo>
                      <a:pt x="33" y="13"/>
                      <a:pt x="33" y="13"/>
                      <a:pt x="33" y="13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29" y="5"/>
                      <a:pt x="29" y="5"/>
                      <a:pt x="29" y="5"/>
                    </a:cubicBezTo>
                    <a:cubicBezTo>
                      <a:pt x="20" y="22"/>
                      <a:pt x="14" y="31"/>
                      <a:pt x="14" y="31"/>
                    </a:cubicBezTo>
                    <a:cubicBezTo>
                      <a:pt x="13" y="32"/>
                      <a:pt x="10" y="37"/>
                      <a:pt x="5" y="45"/>
                    </a:cubicBezTo>
                    <a:cubicBezTo>
                      <a:pt x="5" y="47"/>
                      <a:pt x="5" y="47"/>
                      <a:pt x="5" y="47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5" y="53"/>
                      <a:pt x="5" y="53"/>
                      <a:pt x="5" y="53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2" y="65"/>
                      <a:pt x="2" y="65"/>
                      <a:pt x="2" y="65"/>
                    </a:cubicBezTo>
                    <a:cubicBezTo>
                      <a:pt x="10" y="59"/>
                      <a:pt x="10" y="59"/>
                      <a:pt x="10" y="59"/>
                    </a:cubicBezTo>
                    <a:cubicBezTo>
                      <a:pt x="19" y="59"/>
                      <a:pt x="19" y="59"/>
                      <a:pt x="19" y="59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30" y="61"/>
                      <a:pt x="30" y="61"/>
                      <a:pt x="30" y="61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62"/>
                      <a:pt x="37" y="62"/>
                      <a:pt x="37" y="62"/>
                    </a:cubicBezTo>
                    <a:cubicBezTo>
                      <a:pt x="28" y="69"/>
                      <a:pt x="28" y="69"/>
                      <a:pt x="28" y="69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9" y="66"/>
                      <a:pt x="39" y="66"/>
                      <a:pt x="39" y="66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6" y="62"/>
                      <a:pt x="46" y="62"/>
                      <a:pt x="46" y="62"/>
                    </a:cubicBezTo>
                    <a:cubicBezTo>
                      <a:pt x="45" y="69"/>
                      <a:pt x="45" y="69"/>
                      <a:pt x="45" y="69"/>
                    </a:cubicBezTo>
                    <a:cubicBezTo>
                      <a:pt x="46" y="71"/>
                      <a:pt x="46" y="71"/>
                      <a:pt x="46" y="71"/>
                    </a:cubicBezTo>
                    <a:cubicBezTo>
                      <a:pt x="50" y="67"/>
                      <a:pt x="50" y="67"/>
                      <a:pt x="50" y="67"/>
                    </a:cubicBezTo>
                    <a:cubicBezTo>
                      <a:pt x="51" y="73"/>
                      <a:pt x="51" y="73"/>
                      <a:pt x="51" y="73"/>
                    </a:cubicBezTo>
                    <a:cubicBezTo>
                      <a:pt x="57" y="70"/>
                      <a:pt x="57" y="70"/>
                      <a:pt x="57" y="70"/>
                    </a:cubicBezTo>
                    <a:cubicBezTo>
                      <a:pt x="60" y="63"/>
                      <a:pt x="60" y="63"/>
                      <a:pt x="60" y="63"/>
                    </a:cubicBezTo>
                    <a:cubicBezTo>
                      <a:pt x="59" y="61"/>
                      <a:pt x="59" y="61"/>
                      <a:pt x="59" y="61"/>
                    </a:cubicBezTo>
                    <a:lnTo>
                      <a:pt x="56" y="61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409" name="Google Shape;409;p11"/>
              <p:cNvSpPr/>
              <p:nvPr/>
            </p:nvSpPr>
            <p:spPr>
              <a:xfrm>
                <a:off x="2649537" y="2557463"/>
                <a:ext cx="65087" cy="31750"/>
              </a:xfrm>
              <a:custGeom>
                <a:rect b="b" l="l" r="r" t="t"/>
                <a:pathLst>
                  <a:path extrusionOk="0" h="12" w="24">
                    <a:moveTo>
                      <a:pt x="21" y="8"/>
                    </a:moveTo>
                    <a:cubicBezTo>
                      <a:pt x="20" y="7"/>
                      <a:pt x="18" y="6"/>
                      <a:pt x="18" y="6"/>
                    </a:cubicBezTo>
                    <a:cubicBezTo>
                      <a:pt x="15" y="4"/>
                      <a:pt x="12" y="2"/>
                      <a:pt x="10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4"/>
                      <a:pt x="8" y="8"/>
                      <a:pt x="12" y="10"/>
                    </a:cubicBezTo>
                    <a:cubicBezTo>
                      <a:pt x="13" y="11"/>
                      <a:pt x="15" y="12"/>
                      <a:pt x="18" y="12"/>
                    </a:cubicBezTo>
                    <a:cubicBezTo>
                      <a:pt x="24" y="9"/>
                      <a:pt x="24" y="9"/>
                      <a:pt x="24" y="9"/>
                    </a:cubicBezTo>
                    <a:lnTo>
                      <a:pt x="21" y="8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410" name="Google Shape;410;p11"/>
              <p:cNvSpPr/>
              <p:nvPr/>
            </p:nvSpPr>
            <p:spPr>
              <a:xfrm>
                <a:off x="2105025" y="1308100"/>
                <a:ext cx="357187" cy="239712"/>
              </a:xfrm>
              <a:custGeom>
                <a:rect b="b" l="l" r="r" t="t"/>
                <a:pathLst>
                  <a:path extrusionOk="0" h="89" w="133">
                    <a:moveTo>
                      <a:pt x="36" y="30"/>
                    </a:moveTo>
                    <a:cubicBezTo>
                      <a:pt x="39" y="30"/>
                      <a:pt x="42" y="30"/>
                      <a:pt x="45" y="29"/>
                    </a:cubicBezTo>
                    <a:cubicBezTo>
                      <a:pt x="53" y="27"/>
                      <a:pt x="60" y="24"/>
                      <a:pt x="67" y="21"/>
                    </a:cubicBezTo>
                    <a:cubicBezTo>
                      <a:pt x="66" y="22"/>
                      <a:pt x="64" y="24"/>
                      <a:pt x="63" y="25"/>
                    </a:cubicBezTo>
                    <a:cubicBezTo>
                      <a:pt x="60" y="28"/>
                      <a:pt x="56" y="31"/>
                      <a:pt x="53" y="33"/>
                    </a:cubicBezTo>
                    <a:cubicBezTo>
                      <a:pt x="58" y="39"/>
                      <a:pt x="58" y="39"/>
                      <a:pt x="58" y="39"/>
                    </a:cubicBezTo>
                    <a:cubicBezTo>
                      <a:pt x="55" y="38"/>
                      <a:pt x="51" y="37"/>
                      <a:pt x="48" y="37"/>
                    </a:cubicBezTo>
                    <a:cubicBezTo>
                      <a:pt x="45" y="36"/>
                      <a:pt x="42" y="36"/>
                      <a:pt x="38" y="36"/>
                    </a:cubicBezTo>
                    <a:cubicBezTo>
                      <a:pt x="35" y="42"/>
                      <a:pt x="35" y="42"/>
                      <a:pt x="35" y="42"/>
                    </a:cubicBezTo>
                    <a:cubicBezTo>
                      <a:pt x="41" y="44"/>
                      <a:pt x="41" y="44"/>
                      <a:pt x="41" y="44"/>
                    </a:cubicBezTo>
                    <a:cubicBezTo>
                      <a:pt x="39" y="50"/>
                      <a:pt x="39" y="50"/>
                      <a:pt x="39" y="50"/>
                    </a:cubicBezTo>
                    <a:cubicBezTo>
                      <a:pt x="51" y="50"/>
                      <a:pt x="51" y="50"/>
                      <a:pt x="51" y="50"/>
                    </a:cubicBezTo>
                    <a:cubicBezTo>
                      <a:pt x="45" y="54"/>
                      <a:pt x="45" y="54"/>
                      <a:pt x="45" y="54"/>
                    </a:cubicBezTo>
                    <a:cubicBezTo>
                      <a:pt x="37" y="54"/>
                      <a:pt x="37" y="54"/>
                      <a:pt x="37" y="5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35" y="62"/>
                      <a:pt x="35" y="62"/>
                      <a:pt x="35" y="62"/>
                    </a:cubicBezTo>
                    <a:cubicBezTo>
                      <a:pt x="40" y="70"/>
                      <a:pt x="40" y="70"/>
                      <a:pt x="40" y="70"/>
                    </a:cubicBezTo>
                    <a:cubicBezTo>
                      <a:pt x="36" y="71"/>
                      <a:pt x="36" y="71"/>
                      <a:pt x="36" y="71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1" y="74"/>
                      <a:pt x="21" y="74"/>
                      <a:pt x="21" y="74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2" y="83"/>
                      <a:pt x="4" y="84"/>
                      <a:pt x="6" y="86"/>
                    </a:cubicBezTo>
                    <a:cubicBezTo>
                      <a:pt x="7" y="87"/>
                      <a:pt x="8" y="88"/>
                      <a:pt x="9" y="89"/>
                    </a:cubicBezTo>
                    <a:cubicBezTo>
                      <a:pt x="13" y="86"/>
                      <a:pt x="13" y="86"/>
                      <a:pt x="13" y="86"/>
                    </a:cubicBezTo>
                    <a:cubicBezTo>
                      <a:pt x="29" y="88"/>
                      <a:pt x="29" y="88"/>
                      <a:pt x="29" y="88"/>
                    </a:cubicBezTo>
                    <a:cubicBezTo>
                      <a:pt x="34" y="81"/>
                      <a:pt x="34" y="81"/>
                      <a:pt x="34" y="81"/>
                    </a:cubicBezTo>
                    <a:cubicBezTo>
                      <a:pt x="51" y="82"/>
                      <a:pt x="51" y="82"/>
                      <a:pt x="51" y="82"/>
                    </a:cubicBezTo>
                    <a:cubicBezTo>
                      <a:pt x="51" y="87"/>
                      <a:pt x="51" y="87"/>
                      <a:pt x="51" y="87"/>
                    </a:cubicBezTo>
                    <a:cubicBezTo>
                      <a:pt x="64" y="86"/>
                      <a:pt x="64" y="86"/>
                      <a:pt x="64" y="86"/>
                    </a:cubicBezTo>
                    <a:cubicBezTo>
                      <a:pt x="77" y="77"/>
                      <a:pt x="77" y="77"/>
                      <a:pt x="77" y="77"/>
                    </a:cubicBezTo>
                    <a:cubicBezTo>
                      <a:pt x="69" y="71"/>
                      <a:pt x="69" y="71"/>
                      <a:pt x="69" y="71"/>
                    </a:cubicBezTo>
                    <a:cubicBezTo>
                      <a:pt x="61" y="71"/>
                      <a:pt x="61" y="71"/>
                      <a:pt x="61" y="71"/>
                    </a:cubicBezTo>
                    <a:cubicBezTo>
                      <a:pt x="66" y="67"/>
                      <a:pt x="66" y="67"/>
                      <a:pt x="66" y="67"/>
                    </a:cubicBezTo>
                    <a:cubicBezTo>
                      <a:pt x="70" y="66"/>
                      <a:pt x="75" y="66"/>
                      <a:pt x="79" y="65"/>
                    </a:cubicBezTo>
                    <a:cubicBezTo>
                      <a:pt x="82" y="65"/>
                      <a:pt x="84" y="65"/>
                      <a:pt x="86" y="66"/>
                    </a:cubicBezTo>
                    <a:cubicBezTo>
                      <a:pt x="90" y="62"/>
                      <a:pt x="90" y="62"/>
                      <a:pt x="90" y="62"/>
                    </a:cubicBezTo>
                    <a:cubicBezTo>
                      <a:pt x="82" y="58"/>
                      <a:pt x="82" y="58"/>
                      <a:pt x="82" y="58"/>
                    </a:cubicBezTo>
                    <a:cubicBezTo>
                      <a:pt x="87" y="56"/>
                      <a:pt x="87" y="56"/>
                      <a:pt x="87" y="56"/>
                    </a:cubicBezTo>
                    <a:cubicBezTo>
                      <a:pt x="96" y="57"/>
                      <a:pt x="96" y="57"/>
                      <a:pt x="96" y="57"/>
                    </a:cubicBezTo>
                    <a:cubicBezTo>
                      <a:pt x="102" y="51"/>
                      <a:pt x="102" y="51"/>
                      <a:pt x="102" y="51"/>
                    </a:cubicBezTo>
                    <a:cubicBezTo>
                      <a:pt x="93" y="49"/>
                      <a:pt x="93" y="49"/>
                      <a:pt x="93" y="49"/>
                    </a:cubicBezTo>
                    <a:cubicBezTo>
                      <a:pt x="97" y="46"/>
                      <a:pt x="97" y="46"/>
                      <a:pt x="97" y="46"/>
                    </a:cubicBezTo>
                    <a:cubicBezTo>
                      <a:pt x="110" y="46"/>
                      <a:pt x="110" y="46"/>
                      <a:pt x="110" y="46"/>
                    </a:cubicBezTo>
                    <a:cubicBezTo>
                      <a:pt x="113" y="44"/>
                      <a:pt x="115" y="42"/>
                      <a:pt x="117" y="40"/>
                    </a:cubicBezTo>
                    <a:cubicBezTo>
                      <a:pt x="122" y="34"/>
                      <a:pt x="128" y="29"/>
                      <a:pt x="133" y="23"/>
                    </a:cubicBezTo>
                    <a:cubicBezTo>
                      <a:pt x="124" y="19"/>
                      <a:pt x="124" y="19"/>
                      <a:pt x="124" y="19"/>
                    </a:cubicBezTo>
                    <a:cubicBezTo>
                      <a:pt x="133" y="15"/>
                      <a:pt x="133" y="15"/>
                      <a:pt x="133" y="15"/>
                    </a:cubicBezTo>
                    <a:cubicBezTo>
                      <a:pt x="132" y="8"/>
                      <a:pt x="132" y="8"/>
                      <a:pt x="132" y="8"/>
                    </a:cubicBezTo>
                    <a:cubicBezTo>
                      <a:pt x="130" y="7"/>
                      <a:pt x="128" y="6"/>
                      <a:pt x="125" y="5"/>
                    </a:cubicBezTo>
                    <a:cubicBezTo>
                      <a:pt x="117" y="3"/>
                      <a:pt x="109" y="1"/>
                      <a:pt x="101" y="0"/>
                    </a:cubicBezTo>
                    <a:cubicBezTo>
                      <a:pt x="68" y="5"/>
                      <a:pt x="68" y="5"/>
                      <a:pt x="68" y="5"/>
                    </a:cubicBezTo>
                    <a:cubicBezTo>
                      <a:pt x="64" y="8"/>
                      <a:pt x="60" y="10"/>
                      <a:pt x="56" y="11"/>
                    </a:cubicBezTo>
                    <a:cubicBezTo>
                      <a:pt x="53" y="12"/>
                      <a:pt x="51" y="12"/>
                      <a:pt x="48" y="13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39" y="16"/>
                      <a:pt x="35" y="16"/>
                      <a:pt x="29" y="16"/>
                    </a:cubicBezTo>
                    <a:cubicBezTo>
                      <a:pt x="28" y="16"/>
                      <a:pt x="26" y="17"/>
                      <a:pt x="24" y="18"/>
                    </a:cubicBezTo>
                    <a:cubicBezTo>
                      <a:pt x="29" y="26"/>
                      <a:pt x="29" y="26"/>
                      <a:pt x="29" y="26"/>
                    </a:cubicBezTo>
                    <a:lnTo>
                      <a:pt x="36" y="30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411" name="Google Shape;411;p11"/>
              <p:cNvSpPr/>
              <p:nvPr/>
            </p:nvSpPr>
            <p:spPr>
              <a:xfrm>
                <a:off x="2058987" y="1636713"/>
                <a:ext cx="649287" cy="477837"/>
              </a:xfrm>
              <a:custGeom>
                <a:rect b="b" l="l" r="r" t="t"/>
                <a:pathLst>
                  <a:path extrusionOk="0" h="178" w="242">
                    <a:moveTo>
                      <a:pt x="133" y="27"/>
                    </a:moveTo>
                    <a:cubicBezTo>
                      <a:pt x="128" y="21"/>
                      <a:pt x="128" y="21"/>
                      <a:pt x="128" y="21"/>
                    </a:cubicBezTo>
                    <a:cubicBezTo>
                      <a:pt x="123" y="22"/>
                      <a:pt x="123" y="22"/>
                      <a:pt x="123" y="22"/>
                    </a:cubicBezTo>
                    <a:cubicBezTo>
                      <a:pt x="123" y="14"/>
                      <a:pt x="123" y="14"/>
                      <a:pt x="123" y="14"/>
                    </a:cubicBezTo>
                    <a:cubicBezTo>
                      <a:pt x="118" y="10"/>
                      <a:pt x="118" y="10"/>
                      <a:pt x="118" y="10"/>
                    </a:cubicBezTo>
                    <a:cubicBezTo>
                      <a:pt x="110" y="12"/>
                      <a:pt x="101" y="13"/>
                      <a:pt x="93" y="15"/>
                    </a:cubicBezTo>
                    <a:cubicBezTo>
                      <a:pt x="96" y="19"/>
                      <a:pt x="96" y="19"/>
                      <a:pt x="96" y="19"/>
                    </a:cubicBezTo>
                    <a:cubicBezTo>
                      <a:pt x="90" y="24"/>
                      <a:pt x="90" y="24"/>
                      <a:pt x="90" y="24"/>
                    </a:cubicBezTo>
                    <a:cubicBezTo>
                      <a:pt x="77" y="22"/>
                      <a:pt x="77" y="22"/>
                      <a:pt x="77" y="22"/>
                    </a:cubicBezTo>
                    <a:cubicBezTo>
                      <a:pt x="70" y="25"/>
                      <a:pt x="70" y="25"/>
                      <a:pt x="70" y="25"/>
                    </a:cubicBezTo>
                    <a:cubicBezTo>
                      <a:pt x="72" y="21"/>
                      <a:pt x="72" y="15"/>
                      <a:pt x="72" y="10"/>
                    </a:cubicBezTo>
                    <a:cubicBezTo>
                      <a:pt x="72" y="7"/>
                      <a:pt x="71" y="4"/>
                      <a:pt x="70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9"/>
                      <a:pt x="39" y="19"/>
                      <a:pt x="39" y="19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0" y="27"/>
                      <a:pt x="38" y="23"/>
                      <a:pt x="35" y="19"/>
                    </a:cubicBezTo>
                    <a:cubicBezTo>
                      <a:pt x="34" y="18"/>
                      <a:pt x="33" y="15"/>
                      <a:pt x="32" y="13"/>
                    </a:cubicBezTo>
                    <a:cubicBezTo>
                      <a:pt x="40" y="2"/>
                      <a:pt x="40" y="2"/>
                      <a:pt x="40" y="2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28" y="4"/>
                      <a:pt x="20" y="8"/>
                      <a:pt x="12" y="13"/>
                    </a:cubicBezTo>
                    <a:cubicBezTo>
                      <a:pt x="7" y="15"/>
                      <a:pt x="4" y="18"/>
                      <a:pt x="0" y="22"/>
                    </a:cubicBezTo>
                    <a:cubicBezTo>
                      <a:pt x="11" y="33"/>
                      <a:pt x="11" y="33"/>
                      <a:pt x="11" y="33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24" y="41"/>
                      <a:pt x="32" y="44"/>
                      <a:pt x="39" y="48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9" y="51"/>
                      <a:pt x="56" y="52"/>
                      <a:pt x="63" y="53"/>
                    </a:cubicBezTo>
                    <a:cubicBezTo>
                      <a:pt x="63" y="47"/>
                      <a:pt x="63" y="47"/>
                      <a:pt x="63" y="47"/>
                    </a:cubicBezTo>
                    <a:cubicBezTo>
                      <a:pt x="69" y="53"/>
                      <a:pt x="69" y="53"/>
                      <a:pt x="69" y="53"/>
                    </a:cubicBezTo>
                    <a:cubicBezTo>
                      <a:pt x="77" y="49"/>
                      <a:pt x="77" y="49"/>
                      <a:pt x="77" y="49"/>
                    </a:cubicBezTo>
                    <a:cubicBezTo>
                      <a:pt x="87" y="53"/>
                      <a:pt x="87" y="53"/>
                      <a:pt x="87" y="53"/>
                    </a:cubicBezTo>
                    <a:cubicBezTo>
                      <a:pt x="93" y="51"/>
                      <a:pt x="93" y="51"/>
                      <a:pt x="93" y="51"/>
                    </a:cubicBezTo>
                    <a:cubicBezTo>
                      <a:pt x="92" y="44"/>
                      <a:pt x="92" y="44"/>
                      <a:pt x="92" y="44"/>
                    </a:cubicBezTo>
                    <a:cubicBezTo>
                      <a:pt x="98" y="46"/>
                      <a:pt x="98" y="46"/>
                      <a:pt x="98" y="46"/>
                    </a:cubicBezTo>
                    <a:cubicBezTo>
                      <a:pt x="100" y="56"/>
                      <a:pt x="100" y="56"/>
                      <a:pt x="100" y="56"/>
                    </a:cubicBezTo>
                    <a:cubicBezTo>
                      <a:pt x="107" y="60"/>
                      <a:pt x="107" y="60"/>
                      <a:pt x="107" y="60"/>
                    </a:cubicBezTo>
                    <a:cubicBezTo>
                      <a:pt x="110" y="67"/>
                      <a:pt x="110" y="67"/>
                      <a:pt x="110" y="67"/>
                    </a:cubicBezTo>
                    <a:cubicBezTo>
                      <a:pt x="113" y="66"/>
                      <a:pt x="113" y="66"/>
                      <a:pt x="113" y="66"/>
                    </a:cubicBezTo>
                    <a:cubicBezTo>
                      <a:pt x="117" y="68"/>
                      <a:pt x="117" y="68"/>
                      <a:pt x="117" y="68"/>
                    </a:cubicBezTo>
                    <a:cubicBezTo>
                      <a:pt x="117" y="73"/>
                      <a:pt x="117" y="73"/>
                      <a:pt x="117" y="73"/>
                    </a:cubicBezTo>
                    <a:cubicBezTo>
                      <a:pt x="123" y="70"/>
                      <a:pt x="123" y="70"/>
                      <a:pt x="123" y="70"/>
                    </a:cubicBezTo>
                    <a:cubicBezTo>
                      <a:pt x="130" y="82"/>
                      <a:pt x="136" y="94"/>
                      <a:pt x="143" y="107"/>
                    </a:cubicBezTo>
                    <a:cubicBezTo>
                      <a:pt x="134" y="117"/>
                      <a:pt x="134" y="117"/>
                      <a:pt x="134" y="117"/>
                    </a:cubicBezTo>
                    <a:cubicBezTo>
                      <a:pt x="136" y="123"/>
                      <a:pt x="136" y="123"/>
                      <a:pt x="136" y="123"/>
                    </a:cubicBezTo>
                    <a:cubicBezTo>
                      <a:pt x="113" y="122"/>
                      <a:pt x="113" y="122"/>
                      <a:pt x="113" y="122"/>
                    </a:cubicBezTo>
                    <a:cubicBezTo>
                      <a:pt x="111" y="118"/>
                      <a:pt x="111" y="118"/>
                      <a:pt x="111" y="118"/>
                    </a:cubicBezTo>
                    <a:cubicBezTo>
                      <a:pt x="104" y="116"/>
                      <a:pt x="104" y="116"/>
                      <a:pt x="104" y="116"/>
                    </a:cubicBezTo>
                    <a:cubicBezTo>
                      <a:pt x="102" y="120"/>
                      <a:pt x="102" y="120"/>
                      <a:pt x="102" y="120"/>
                    </a:cubicBezTo>
                    <a:cubicBezTo>
                      <a:pt x="103" y="125"/>
                      <a:pt x="103" y="125"/>
                      <a:pt x="103" y="125"/>
                    </a:cubicBezTo>
                    <a:cubicBezTo>
                      <a:pt x="97" y="131"/>
                      <a:pt x="97" y="131"/>
                      <a:pt x="97" y="131"/>
                    </a:cubicBezTo>
                    <a:cubicBezTo>
                      <a:pt x="97" y="138"/>
                      <a:pt x="97" y="138"/>
                      <a:pt x="97" y="138"/>
                    </a:cubicBezTo>
                    <a:cubicBezTo>
                      <a:pt x="99" y="139"/>
                      <a:pt x="102" y="140"/>
                      <a:pt x="105" y="141"/>
                    </a:cubicBezTo>
                    <a:cubicBezTo>
                      <a:pt x="107" y="142"/>
                      <a:pt x="110" y="142"/>
                      <a:pt x="112" y="142"/>
                    </a:cubicBezTo>
                    <a:cubicBezTo>
                      <a:pt x="116" y="137"/>
                      <a:pt x="116" y="137"/>
                      <a:pt x="116" y="137"/>
                    </a:cubicBezTo>
                    <a:cubicBezTo>
                      <a:pt x="119" y="137"/>
                      <a:pt x="122" y="137"/>
                      <a:pt x="124" y="137"/>
                    </a:cubicBezTo>
                    <a:cubicBezTo>
                      <a:pt x="126" y="137"/>
                      <a:pt x="128" y="136"/>
                      <a:pt x="129" y="136"/>
                    </a:cubicBezTo>
                    <a:cubicBezTo>
                      <a:pt x="136" y="144"/>
                      <a:pt x="144" y="152"/>
                      <a:pt x="151" y="160"/>
                    </a:cubicBezTo>
                    <a:cubicBezTo>
                      <a:pt x="153" y="160"/>
                      <a:pt x="154" y="160"/>
                      <a:pt x="156" y="161"/>
                    </a:cubicBezTo>
                    <a:cubicBezTo>
                      <a:pt x="159" y="163"/>
                      <a:pt x="162" y="164"/>
                      <a:pt x="165" y="166"/>
                    </a:cubicBezTo>
                    <a:cubicBezTo>
                      <a:pt x="168" y="164"/>
                      <a:pt x="168" y="164"/>
                      <a:pt x="168" y="164"/>
                    </a:cubicBezTo>
                    <a:cubicBezTo>
                      <a:pt x="175" y="169"/>
                      <a:pt x="181" y="173"/>
                      <a:pt x="187" y="178"/>
                    </a:cubicBezTo>
                    <a:cubicBezTo>
                      <a:pt x="190" y="177"/>
                      <a:pt x="192" y="177"/>
                      <a:pt x="194" y="177"/>
                    </a:cubicBezTo>
                    <a:cubicBezTo>
                      <a:pt x="197" y="177"/>
                      <a:pt x="200" y="178"/>
                      <a:pt x="203" y="178"/>
                    </a:cubicBezTo>
                    <a:cubicBezTo>
                      <a:pt x="203" y="173"/>
                      <a:pt x="203" y="173"/>
                      <a:pt x="203" y="173"/>
                    </a:cubicBezTo>
                    <a:cubicBezTo>
                      <a:pt x="197" y="166"/>
                      <a:pt x="190" y="160"/>
                      <a:pt x="184" y="152"/>
                    </a:cubicBezTo>
                    <a:cubicBezTo>
                      <a:pt x="197" y="157"/>
                      <a:pt x="197" y="157"/>
                      <a:pt x="197" y="157"/>
                    </a:cubicBezTo>
                    <a:cubicBezTo>
                      <a:pt x="199" y="162"/>
                      <a:pt x="199" y="162"/>
                      <a:pt x="199" y="162"/>
                    </a:cubicBezTo>
                    <a:cubicBezTo>
                      <a:pt x="217" y="172"/>
                      <a:pt x="217" y="172"/>
                      <a:pt x="217" y="172"/>
                    </a:cubicBezTo>
                    <a:cubicBezTo>
                      <a:pt x="217" y="171"/>
                      <a:pt x="217" y="170"/>
                      <a:pt x="217" y="169"/>
                    </a:cubicBezTo>
                    <a:cubicBezTo>
                      <a:pt x="217" y="167"/>
                      <a:pt x="217" y="166"/>
                      <a:pt x="217" y="164"/>
                    </a:cubicBezTo>
                    <a:cubicBezTo>
                      <a:pt x="221" y="163"/>
                      <a:pt x="221" y="163"/>
                      <a:pt x="221" y="163"/>
                    </a:cubicBezTo>
                    <a:cubicBezTo>
                      <a:pt x="215" y="155"/>
                      <a:pt x="215" y="155"/>
                      <a:pt x="215" y="155"/>
                    </a:cubicBezTo>
                    <a:cubicBezTo>
                      <a:pt x="215" y="150"/>
                      <a:pt x="215" y="150"/>
                      <a:pt x="215" y="150"/>
                    </a:cubicBezTo>
                    <a:cubicBezTo>
                      <a:pt x="211" y="147"/>
                      <a:pt x="211" y="147"/>
                      <a:pt x="211" y="147"/>
                    </a:cubicBezTo>
                    <a:cubicBezTo>
                      <a:pt x="206" y="147"/>
                      <a:pt x="206" y="147"/>
                      <a:pt x="206" y="147"/>
                    </a:cubicBezTo>
                    <a:cubicBezTo>
                      <a:pt x="206" y="142"/>
                      <a:pt x="206" y="142"/>
                      <a:pt x="206" y="142"/>
                    </a:cubicBezTo>
                    <a:cubicBezTo>
                      <a:pt x="191" y="129"/>
                      <a:pt x="191" y="129"/>
                      <a:pt x="191" y="129"/>
                    </a:cubicBezTo>
                    <a:cubicBezTo>
                      <a:pt x="184" y="108"/>
                      <a:pt x="184" y="108"/>
                      <a:pt x="184" y="108"/>
                    </a:cubicBezTo>
                    <a:cubicBezTo>
                      <a:pt x="189" y="108"/>
                      <a:pt x="189" y="108"/>
                      <a:pt x="189" y="108"/>
                    </a:cubicBezTo>
                    <a:cubicBezTo>
                      <a:pt x="197" y="114"/>
                      <a:pt x="206" y="120"/>
                      <a:pt x="214" y="125"/>
                    </a:cubicBezTo>
                    <a:cubicBezTo>
                      <a:pt x="222" y="129"/>
                      <a:pt x="229" y="131"/>
                      <a:pt x="238" y="134"/>
                    </a:cubicBezTo>
                    <a:cubicBezTo>
                      <a:pt x="240" y="128"/>
                      <a:pt x="240" y="128"/>
                      <a:pt x="240" y="128"/>
                    </a:cubicBezTo>
                    <a:cubicBezTo>
                      <a:pt x="233" y="123"/>
                      <a:pt x="233" y="123"/>
                      <a:pt x="233" y="123"/>
                    </a:cubicBezTo>
                    <a:cubicBezTo>
                      <a:pt x="242" y="113"/>
                      <a:pt x="242" y="113"/>
                      <a:pt x="242" y="113"/>
                    </a:cubicBezTo>
                    <a:cubicBezTo>
                      <a:pt x="241" y="108"/>
                      <a:pt x="241" y="108"/>
                      <a:pt x="241" y="108"/>
                    </a:cubicBezTo>
                    <a:cubicBezTo>
                      <a:pt x="227" y="107"/>
                      <a:pt x="227" y="107"/>
                      <a:pt x="227" y="107"/>
                    </a:cubicBezTo>
                    <a:cubicBezTo>
                      <a:pt x="228" y="101"/>
                      <a:pt x="228" y="101"/>
                      <a:pt x="228" y="101"/>
                    </a:cubicBezTo>
                    <a:cubicBezTo>
                      <a:pt x="233" y="100"/>
                      <a:pt x="233" y="100"/>
                      <a:pt x="233" y="100"/>
                    </a:cubicBezTo>
                    <a:cubicBezTo>
                      <a:pt x="227" y="94"/>
                      <a:pt x="227" y="94"/>
                      <a:pt x="227" y="94"/>
                    </a:cubicBezTo>
                    <a:cubicBezTo>
                      <a:pt x="221" y="97"/>
                      <a:pt x="221" y="97"/>
                      <a:pt x="221" y="97"/>
                    </a:cubicBezTo>
                    <a:cubicBezTo>
                      <a:pt x="214" y="95"/>
                      <a:pt x="208" y="92"/>
                      <a:pt x="202" y="88"/>
                    </a:cubicBezTo>
                    <a:cubicBezTo>
                      <a:pt x="198" y="86"/>
                      <a:pt x="194" y="82"/>
                      <a:pt x="191" y="78"/>
                    </a:cubicBezTo>
                    <a:cubicBezTo>
                      <a:pt x="198" y="78"/>
                      <a:pt x="198" y="78"/>
                      <a:pt x="198" y="78"/>
                    </a:cubicBezTo>
                    <a:cubicBezTo>
                      <a:pt x="198" y="73"/>
                      <a:pt x="198" y="73"/>
                      <a:pt x="198" y="73"/>
                    </a:cubicBezTo>
                    <a:cubicBezTo>
                      <a:pt x="188" y="69"/>
                      <a:pt x="188" y="69"/>
                      <a:pt x="188" y="69"/>
                    </a:cubicBezTo>
                    <a:cubicBezTo>
                      <a:pt x="185" y="71"/>
                      <a:pt x="185" y="71"/>
                      <a:pt x="185" y="71"/>
                    </a:cubicBezTo>
                    <a:cubicBezTo>
                      <a:pt x="180" y="65"/>
                      <a:pt x="180" y="65"/>
                      <a:pt x="180" y="65"/>
                    </a:cubicBezTo>
                    <a:cubicBezTo>
                      <a:pt x="188" y="59"/>
                      <a:pt x="188" y="59"/>
                      <a:pt x="188" y="59"/>
                    </a:cubicBezTo>
                    <a:cubicBezTo>
                      <a:pt x="185" y="56"/>
                      <a:pt x="184" y="53"/>
                      <a:pt x="182" y="50"/>
                    </a:cubicBezTo>
                    <a:cubicBezTo>
                      <a:pt x="180" y="48"/>
                      <a:pt x="180" y="46"/>
                      <a:pt x="179" y="43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5" y="39"/>
                      <a:pt x="175" y="39"/>
                      <a:pt x="175" y="39"/>
                    </a:cubicBezTo>
                    <a:cubicBezTo>
                      <a:pt x="160" y="33"/>
                      <a:pt x="160" y="33"/>
                      <a:pt x="160" y="33"/>
                    </a:cubicBezTo>
                    <a:cubicBezTo>
                      <a:pt x="154" y="39"/>
                      <a:pt x="154" y="39"/>
                      <a:pt x="154" y="39"/>
                    </a:cubicBezTo>
                    <a:cubicBezTo>
                      <a:pt x="154" y="31"/>
                      <a:pt x="154" y="31"/>
                      <a:pt x="154" y="31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45" y="30"/>
                      <a:pt x="138" y="31"/>
                      <a:pt x="131" y="32"/>
                    </a:cubicBezTo>
                    <a:lnTo>
                      <a:pt x="133" y="27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412" name="Google Shape;412;p11"/>
              <p:cNvSpPr/>
              <p:nvPr/>
            </p:nvSpPr>
            <p:spPr>
              <a:xfrm>
                <a:off x="1541462" y="1489075"/>
                <a:ext cx="252412" cy="109537"/>
              </a:xfrm>
              <a:custGeom>
                <a:rect b="b" l="l" r="r" t="t"/>
                <a:pathLst>
                  <a:path extrusionOk="0" h="41" w="94">
                    <a:moveTo>
                      <a:pt x="36" y="9"/>
                    </a:moveTo>
                    <a:cubicBezTo>
                      <a:pt x="36" y="4"/>
                      <a:pt x="36" y="4"/>
                      <a:pt x="36" y="4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7" y="26"/>
                      <a:pt x="14" y="28"/>
                      <a:pt x="22" y="31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0" y="31"/>
                      <a:pt x="32" y="34"/>
                      <a:pt x="25" y="36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34" y="41"/>
                      <a:pt x="41" y="39"/>
                      <a:pt x="48" y="37"/>
                    </a:cubicBezTo>
                    <a:cubicBezTo>
                      <a:pt x="53" y="36"/>
                      <a:pt x="57" y="34"/>
                      <a:pt x="61" y="31"/>
                    </a:cubicBezTo>
                    <a:cubicBezTo>
                      <a:pt x="63" y="36"/>
                      <a:pt x="63" y="36"/>
                      <a:pt x="63" y="36"/>
                    </a:cubicBezTo>
                    <a:cubicBezTo>
                      <a:pt x="80" y="36"/>
                      <a:pt x="80" y="36"/>
                      <a:pt x="80" y="36"/>
                    </a:cubicBezTo>
                    <a:cubicBezTo>
                      <a:pt x="83" y="28"/>
                      <a:pt x="83" y="28"/>
                      <a:pt x="83" y="28"/>
                    </a:cubicBezTo>
                    <a:cubicBezTo>
                      <a:pt x="89" y="26"/>
                      <a:pt x="89" y="26"/>
                      <a:pt x="89" y="26"/>
                    </a:cubicBezTo>
                    <a:cubicBezTo>
                      <a:pt x="94" y="19"/>
                      <a:pt x="94" y="19"/>
                      <a:pt x="94" y="19"/>
                    </a:cubicBezTo>
                    <a:cubicBezTo>
                      <a:pt x="89" y="13"/>
                      <a:pt x="89" y="13"/>
                      <a:pt x="89" y="13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83" y="2"/>
                      <a:pt x="83" y="2"/>
                      <a:pt x="83" y="2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69" y="5"/>
                      <a:pt x="69" y="5"/>
                      <a:pt x="69" y="5"/>
                    </a:cubicBezTo>
                    <a:cubicBezTo>
                      <a:pt x="69" y="10"/>
                      <a:pt x="69" y="10"/>
                      <a:pt x="69" y="10"/>
                    </a:cubicBezTo>
                    <a:cubicBezTo>
                      <a:pt x="64" y="14"/>
                      <a:pt x="64" y="14"/>
                      <a:pt x="64" y="14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5" y="21"/>
                      <a:pt x="65" y="21"/>
                      <a:pt x="65" y="21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54" y="21"/>
                      <a:pt x="54" y="21"/>
                      <a:pt x="54" y="21"/>
                    </a:cubicBezTo>
                    <a:cubicBezTo>
                      <a:pt x="42" y="10"/>
                      <a:pt x="42" y="10"/>
                      <a:pt x="42" y="10"/>
                    </a:cubicBezTo>
                    <a:lnTo>
                      <a:pt x="36" y="9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413" name="Google Shape;413;p11"/>
              <p:cNvSpPr/>
              <p:nvPr/>
            </p:nvSpPr>
            <p:spPr>
              <a:xfrm>
                <a:off x="1414462" y="1622425"/>
                <a:ext cx="361950" cy="209550"/>
              </a:xfrm>
              <a:custGeom>
                <a:rect b="b" l="l" r="r" t="t"/>
                <a:pathLst>
                  <a:path extrusionOk="0" h="78" w="135">
                    <a:moveTo>
                      <a:pt x="135" y="55"/>
                    </a:moveTo>
                    <a:cubicBezTo>
                      <a:pt x="129" y="48"/>
                      <a:pt x="124" y="41"/>
                      <a:pt x="121" y="32"/>
                    </a:cubicBezTo>
                    <a:cubicBezTo>
                      <a:pt x="119" y="27"/>
                      <a:pt x="118" y="21"/>
                      <a:pt x="119" y="15"/>
                    </a:cubicBezTo>
                    <a:cubicBezTo>
                      <a:pt x="108" y="3"/>
                      <a:pt x="108" y="3"/>
                      <a:pt x="108" y="3"/>
                    </a:cubicBezTo>
                    <a:cubicBezTo>
                      <a:pt x="104" y="7"/>
                      <a:pt x="104" y="7"/>
                      <a:pt x="104" y="7"/>
                    </a:cubicBezTo>
                    <a:cubicBezTo>
                      <a:pt x="103" y="15"/>
                      <a:pt x="103" y="15"/>
                      <a:pt x="103" y="15"/>
                    </a:cubicBezTo>
                    <a:cubicBezTo>
                      <a:pt x="92" y="26"/>
                      <a:pt x="92" y="26"/>
                      <a:pt x="92" y="26"/>
                    </a:cubicBezTo>
                    <a:cubicBezTo>
                      <a:pt x="89" y="21"/>
                      <a:pt x="89" y="21"/>
                      <a:pt x="89" y="21"/>
                    </a:cubicBezTo>
                    <a:cubicBezTo>
                      <a:pt x="93" y="15"/>
                      <a:pt x="93" y="15"/>
                      <a:pt x="93" y="15"/>
                    </a:cubicBezTo>
                    <a:cubicBezTo>
                      <a:pt x="92" y="13"/>
                      <a:pt x="91" y="12"/>
                      <a:pt x="90" y="10"/>
                    </a:cubicBezTo>
                    <a:cubicBezTo>
                      <a:pt x="89" y="9"/>
                      <a:pt x="87" y="8"/>
                      <a:pt x="86" y="7"/>
                    </a:cubicBezTo>
                    <a:cubicBezTo>
                      <a:pt x="75" y="13"/>
                      <a:pt x="75" y="13"/>
                      <a:pt x="75" y="13"/>
                    </a:cubicBezTo>
                    <a:cubicBezTo>
                      <a:pt x="63" y="2"/>
                      <a:pt x="63" y="2"/>
                      <a:pt x="63" y="2"/>
                    </a:cubicBezTo>
                    <a:cubicBezTo>
                      <a:pt x="60" y="4"/>
                      <a:pt x="60" y="4"/>
                      <a:pt x="60" y="4"/>
                    </a:cubicBezTo>
                    <a:cubicBezTo>
                      <a:pt x="61" y="9"/>
                      <a:pt x="61" y="9"/>
                      <a:pt x="61" y="9"/>
                    </a:cubicBezTo>
                    <a:cubicBezTo>
                      <a:pt x="57" y="13"/>
                      <a:pt x="57" y="13"/>
                      <a:pt x="57" y="13"/>
                    </a:cubicBezTo>
                    <a:cubicBezTo>
                      <a:pt x="57" y="18"/>
                      <a:pt x="57" y="18"/>
                      <a:pt x="57" y="18"/>
                    </a:cubicBezTo>
                    <a:cubicBezTo>
                      <a:pt x="50" y="19"/>
                      <a:pt x="50" y="19"/>
                      <a:pt x="50" y="19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52" y="3"/>
                      <a:pt x="52" y="3"/>
                      <a:pt x="52" y="3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35" y="5"/>
                      <a:pt x="25" y="9"/>
                      <a:pt x="14" y="14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5" y="22"/>
                      <a:pt x="5" y="22"/>
                      <a:pt x="5" y="22"/>
                    </a:cubicBezTo>
                    <a:cubicBezTo>
                      <a:pt x="3" y="27"/>
                      <a:pt x="3" y="27"/>
                      <a:pt x="3" y="27"/>
                    </a:cubicBezTo>
                    <a:cubicBezTo>
                      <a:pt x="11" y="32"/>
                      <a:pt x="11" y="32"/>
                      <a:pt x="11" y="32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3" y="39"/>
                      <a:pt x="3" y="39"/>
                      <a:pt x="3" y="39"/>
                    </a:cubicBezTo>
                    <a:cubicBezTo>
                      <a:pt x="7" y="40"/>
                      <a:pt x="12" y="40"/>
                      <a:pt x="17" y="40"/>
                    </a:cubicBezTo>
                    <a:cubicBezTo>
                      <a:pt x="20" y="40"/>
                      <a:pt x="22" y="39"/>
                      <a:pt x="25" y="38"/>
                    </a:cubicBezTo>
                    <a:cubicBezTo>
                      <a:pt x="38" y="40"/>
                      <a:pt x="50" y="42"/>
                      <a:pt x="63" y="43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57" y="49"/>
                      <a:pt x="50" y="50"/>
                      <a:pt x="43" y="50"/>
                    </a:cubicBezTo>
                    <a:cubicBezTo>
                      <a:pt x="37" y="50"/>
                      <a:pt x="32" y="50"/>
                      <a:pt x="26" y="48"/>
                    </a:cubicBezTo>
                    <a:cubicBezTo>
                      <a:pt x="22" y="51"/>
                      <a:pt x="22" y="51"/>
                      <a:pt x="22" y="51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4" y="54"/>
                      <a:pt x="4" y="54"/>
                      <a:pt x="4" y="54"/>
                    </a:cubicBezTo>
                    <a:cubicBezTo>
                      <a:pt x="19" y="67"/>
                      <a:pt x="19" y="67"/>
                      <a:pt x="19" y="67"/>
                    </a:cubicBezTo>
                    <a:cubicBezTo>
                      <a:pt x="26" y="65"/>
                      <a:pt x="26" y="65"/>
                      <a:pt x="26" y="65"/>
                    </a:cubicBezTo>
                    <a:cubicBezTo>
                      <a:pt x="31" y="68"/>
                      <a:pt x="31" y="68"/>
                      <a:pt x="31" y="68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36" y="78"/>
                      <a:pt x="46" y="77"/>
                      <a:pt x="56" y="76"/>
                    </a:cubicBezTo>
                    <a:cubicBezTo>
                      <a:pt x="70" y="74"/>
                      <a:pt x="84" y="72"/>
                      <a:pt x="97" y="68"/>
                    </a:cubicBezTo>
                    <a:cubicBezTo>
                      <a:pt x="104" y="59"/>
                      <a:pt x="104" y="59"/>
                      <a:pt x="104" y="59"/>
                    </a:cubicBezTo>
                    <a:cubicBezTo>
                      <a:pt x="107" y="60"/>
                      <a:pt x="107" y="60"/>
                      <a:pt x="107" y="60"/>
                    </a:cubicBezTo>
                    <a:cubicBezTo>
                      <a:pt x="104" y="67"/>
                      <a:pt x="104" y="67"/>
                      <a:pt x="104" y="67"/>
                    </a:cubicBezTo>
                    <a:cubicBezTo>
                      <a:pt x="110" y="70"/>
                      <a:pt x="116" y="71"/>
                      <a:pt x="121" y="73"/>
                    </a:cubicBezTo>
                    <a:cubicBezTo>
                      <a:pt x="123" y="73"/>
                      <a:pt x="126" y="73"/>
                      <a:pt x="129" y="73"/>
                    </a:cubicBezTo>
                    <a:cubicBezTo>
                      <a:pt x="130" y="66"/>
                      <a:pt x="130" y="66"/>
                      <a:pt x="130" y="66"/>
                    </a:cubicBezTo>
                    <a:cubicBezTo>
                      <a:pt x="123" y="64"/>
                      <a:pt x="123" y="64"/>
                      <a:pt x="123" y="64"/>
                    </a:cubicBezTo>
                    <a:cubicBezTo>
                      <a:pt x="123" y="60"/>
                      <a:pt x="123" y="60"/>
                      <a:pt x="123" y="60"/>
                    </a:cubicBezTo>
                    <a:cubicBezTo>
                      <a:pt x="135" y="61"/>
                      <a:pt x="135" y="61"/>
                      <a:pt x="135" y="61"/>
                    </a:cubicBezTo>
                    <a:lnTo>
                      <a:pt x="135" y="55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414" name="Google Shape;414;p11"/>
              <p:cNvSpPr/>
              <p:nvPr/>
            </p:nvSpPr>
            <p:spPr>
              <a:xfrm>
                <a:off x="815975" y="1700213"/>
                <a:ext cx="2024062" cy="1125537"/>
              </a:xfrm>
              <a:custGeom>
                <a:rect b="b" l="l" r="r" t="t"/>
                <a:pathLst>
                  <a:path extrusionOk="0" h="419" w="754">
                    <a:moveTo>
                      <a:pt x="732" y="299"/>
                    </a:moveTo>
                    <a:cubicBezTo>
                      <a:pt x="749" y="295"/>
                      <a:pt x="749" y="295"/>
                      <a:pt x="749" y="295"/>
                    </a:cubicBezTo>
                    <a:cubicBezTo>
                      <a:pt x="753" y="291"/>
                      <a:pt x="753" y="291"/>
                      <a:pt x="753" y="291"/>
                    </a:cubicBezTo>
                    <a:cubicBezTo>
                      <a:pt x="754" y="276"/>
                      <a:pt x="754" y="276"/>
                      <a:pt x="754" y="276"/>
                    </a:cubicBezTo>
                    <a:cubicBezTo>
                      <a:pt x="752" y="273"/>
                      <a:pt x="752" y="273"/>
                      <a:pt x="752" y="273"/>
                    </a:cubicBezTo>
                    <a:cubicBezTo>
                      <a:pt x="747" y="275"/>
                      <a:pt x="747" y="275"/>
                      <a:pt x="747" y="275"/>
                    </a:cubicBezTo>
                    <a:cubicBezTo>
                      <a:pt x="747" y="270"/>
                      <a:pt x="747" y="270"/>
                      <a:pt x="747" y="270"/>
                    </a:cubicBezTo>
                    <a:cubicBezTo>
                      <a:pt x="741" y="267"/>
                      <a:pt x="741" y="267"/>
                      <a:pt x="741" y="267"/>
                    </a:cubicBezTo>
                    <a:cubicBezTo>
                      <a:pt x="736" y="271"/>
                      <a:pt x="736" y="271"/>
                      <a:pt x="736" y="271"/>
                    </a:cubicBezTo>
                    <a:cubicBezTo>
                      <a:pt x="727" y="277"/>
                      <a:pt x="727" y="277"/>
                      <a:pt x="727" y="277"/>
                    </a:cubicBezTo>
                    <a:cubicBezTo>
                      <a:pt x="720" y="278"/>
                      <a:pt x="720" y="278"/>
                      <a:pt x="720" y="278"/>
                    </a:cubicBezTo>
                    <a:cubicBezTo>
                      <a:pt x="722" y="274"/>
                      <a:pt x="722" y="274"/>
                      <a:pt x="722" y="274"/>
                    </a:cubicBezTo>
                    <a:cubicBezTo>
                      <a:pt x="728" y="271"/>
                      <a:pt x="728" y="271"/>
                      <a:pt x="728" y="271"/>
                    </a:cubicBezTo>
                    <a:cubicBezTo>
                      <a:pt x="730" y="268"/>
                      <a:pt x="730" y="268"/>
                      <a:pt x="730" y="268"/>
                    </a:cubicBezTo>
                    <a:cubicBezTo>
                      <a:pt x="734" y="267"/>
                      <a:pt x="734" y="267"/>
                      <a:pt x="734" y="267"/>
                    </a:cubicBezTo>
                    <a:cubicBezTo>
                      <a:pt x="740" y="264"/>
                      <a:pt x="740" y="264"/>
                      <a:pt x="740" y="264"/>
                    </a:cubicBezTo>
                    <a:cubicBezTo>
                      <a:pt x="740" y="260"/>
                      <a:pt x="740" y="260"/>
                      <a:pt x="740" y="260"/>
                    </a:cubicBezTo>
                    <a:cubicBezTo>
                      <a:pt x="733" y="255"/>
                      <a:pt x="733" y="255"/>
                      <a:pt x="733" y="255"/>
                    </a:cubicBezTo>
                    <a:cubicBezTo>
                      <a:pt x="721" y="251"/>
                      <a:pt x="721" y="251"/>
                      <a:pt x="721" y="251"/>
                    </a:cubicBezTo>
                    <a:cubicBezTo>
                      <a:pt x="715" y="244"/>
                      <a:pt x="715" y="244"/>
                      <a:pt x="715" y="244"/>
                    </a:cubicBezTo>
                    <a:cubicBezTo>
                      <a:pt x="711" y="244"/>
                      <a:pt x="711" y="244"/>
                      <a:pt x="711" y="244"/>
                    </a:cubicBezTo>
                    <a:cubicBezTo>
                      <a:pt x="704" y="238"/>
                      <a:pt x="704" y="238"/>
                      <a:pt x="704" y="238"/>
                    </a:cubicBezTo>
                    <a:cubicBezTo>
                      <a:pt x="706" y="228"/>
                      <a:pt x="706" y="228"/>
                      <a:pt x="706" y="228"/>
                    </a:cubicBezTo>
                    <a:cubicBezTo>
                      <a:pt x="679" y="181"/>
                      <a:pt x="679" y="181"/>
                      <a:pt x="679" y="181"/>
                    </a:cubicBezTo>
                    <a:cubicBezTo>
                      <a:pt x="676" y="174"/>
                      <a:pt x="676" y="174"/>
                      <a:pt x="676" y="174"/>
                    </a:cubicBezTo>
                    <a:cubicBezTo>
                      <a:pt x="674" y="176"/>
                      <a:pt x="674" y="176"/>
                      <a:pt x="674" y="176"/>
                    </a:cubicBezTo>
                    <a:cubicBezTo>
                      <a:pt x="674" y="182"/>
                      <a:pt x="674" y="182"/>
                      <a:pt x="674" y="182"/>
                    </a:cubicBezTo>
                    <a:cubicBezTo>
                      <a:pt x="672" y="185"/>
                      <a:pt x="672" y="185"/>
                      <a:pt x="672" y="185"/>
                    </a:cubicBezTo>
                    <a:cubicBezTo>
                      <a:pt x="671" y="190"/>
                      <a:pt x="671" y="190"/>
                      <a:pt x="671" y="190"/>
                    </a:cubicBezTo>
                    <a:cubicBezTo>
                      <a:pt x="665" y="194"/>
                      <a:pt x="665" y="194"/>
                      <a:pt x="665" y="194"/>
                    </a:cubicBezTo>
                    <a:cubicBezTo>
                      <a:pt x="665" y="198"/>
                      <a:pt x="665" y="198"/>
                      <a:pt x="665" y="198"/>
                    </a:cubicBezTo>
                    <a:cubicBezTo>
                      <a:pt x="656" y="207"/>
                      <a:pt x="656" y="207"/>
                      <a:pt x="656" y="207"/>
                    </a:cubicBezTo>
                    <a:cubicBezTo>
                      <a:pt x="648" y="199"/>
                      <a:pt x="648" y="199"/>
                      <a:pt x="648" y="199"/>
                    </a:cubicBezTo>
                    <a:cubicBezTo>
                      <a:pt x="644" y="197"/>
                      <a:pt x="644" y="197"/>
                      <a:pt x="644" y="197"/>
                    </a:cubicBezTo>
                    <a:cubicBezTo>
                      <a:pt x="639" y="198"/>
                      <a:pt x="639" y="198"/>
                      <a:pt x="639" y="198"/>
                    </a:cubicBezTo>
                    <a:cubicBezTo>
                      <a:pt x="637" y="194"/>
                      <a:pt x="635" y="192"/>
                      <a:pt x="635" y="192"/>
                    </a:cubicBezTo>
                    <a:cubicBezTo>
                      <a:pt x="636" y="167"/>
                      <a:pt x="636" y="167"/>
                      <a:pt x="636" y="167"/>
                    </a:cubicBezTo>
                    <a:cubicBezTo>
                      <a:pt x="632" y="169"/>
                      <a:pt x="632" y="169"/>
                      <a:pt x="632" y="169"/>
                    </a:cubicBezTo>
                    <a:cubicBezTo>
                      <a:pt x="619" y="162"/>
                      <a:pt x="619" y="162"/>
                      <a:pt x="619" y="162"/>
                    </a:cubicBezTo>
                    <a:cubicBezTo>
                      <a:pt x="619" y="155"/>
                      <a:pt x="619" y="155"/>
                      <a:pt x="619" y="155"/>
                    </a:cubicBezTo>
                    <a:cubicBezTo>
                      <a:pt x="599" y="148"/>
                      <a:pt x="599" y="148"/>
                      <a:pt x="599" y="148"/>
                    </a:cubicBezTo>
                    <a:cubicBezTo>
                      <a:pt x="590" y="151"/>
                      <a:pt x="590" y="151"/>
                      <a:pt x="590" y="151"/>
                    </a:cubicBezTo>
                    <a:cubicBezTo>
                      <a:pt x="583" y="153"/>
                      <a:pt x="583" y="153"/>
                      <a:pt x="583" y="153"/>
                    </a:cubicBezTo>
                    <a:cubicBezTo>
                      <a:pt x="567" y="145"/>
                      <a:pt x="567" y="145"/>
                      <a:pt x="567" y="145"/>
                    </a:cubicBezTo>
                    <a:cubicBezTo>
                      <a:pt x="562" y="145"/>
                      <a:pt x="562" y="145"/>
                      <a:pt x="562" y="145"/>
                    </a:cubicBezTo>
                    <a:cubicBezTo>
                      <a:pt x="559" y="147"/>
                      <a:pt x="559" y="147"/>
                      <a:pt x="559" y="147"/>
                    </a:cubicBezTo>
                    <a:cubicBezTo>
                      <a:pt x="557" y="172"/>
                      <a:pt x="557" y="172"/>
                      <a:pt x="557" y="172"/>
                    </a:cubicBezTo>
                    <a:cubicBezTo>
                      <a:pt x="562" y="175"/>
                      <a:pt x="562" y="175"/>
                      <a:pt x="562" y="175"/>
                    </a:cubicBezTo>
                    <a:cubicBezTo>
                      <a:pt x="561" y="187"/>
                      <a:pt x="561" y="187"/>
                      <a:pt x="561" y="187"/>
                    </a:cubicBezTo>
                    <a:cubicBezTo>
                      <a:pt x="553" y="200"/>
                      <a:pt x="553" y="200"/>
                      <a:pt x="553" y="200"/>
                    </a:cubicBezTo>
                    <a:cubicBezTo>
                      <a:pt x="553" y="204"/>
                      <a:pt x="553" y="204"/>
                      <a:pt x="553" y="204"/>
                    </a:cubicBezTo>
                    <a:cubicBezTo>
                      <a:pt x="562" y="218"/>
                      <a:pt x="562" y="218"/>
                      <a:pt x="562" y="218"/>
                    </a:cubicBezTo>
                    <a:cubicBezTo>
                      <a:pt x="564" y="229"/>
                      <a:pt x="564" y="229"/>
                      <a:pt x="564" y="229"/>
                    </a:cubicBezTo>
                    <a:cubicBezTo>
                      <a:pt x="564" y="241"/>
                      <a:pt x="564" y="241"/>
                      <a:pt x="564" y="241"/>
                    </a:cubicBezTo>
                    <a:cubicBezTo>
                      <a:pt x="561" y="250"/>
                      <a:pt x="561" y="250"/>
                      <a:pt x="561" y="250"/>
                    </a:cubicBezTo>
                    <a:cubicBezTo>
                      <a:pt x="556" y="256"/>
                      <a:pt x="556" y="256"/>
                      <a:pt x="556" y="256"/>
                    </a:cubicBezTo>
                    <a:cubicBezTo>
                      <a:pt x="548" y="261"/>
                      <a:pt x="548" y="261"/>
                      <a:pt x="548" y="261"/>
                    </a:cubicBezTo>
                    <a:cubicBezTo>
                      <a:pt x="550" y="267"/>
                      <a:pt x="550" y="267"/>
                      <a:pt x="550" y="267"/>
                    </a:cubicBezTo>
                    <a:cubicBezTo>
                      <a:pt x="551" y="274"/>
                      <a:pt x="551" y="274"/>
                      <a:pt x="551" y="274"/>
                    </a:cubicBezTo>
                    <a:cubicBezTo>
                      <a:pt x="555" y="284"/>
                      <a:pt x="555" y="284"/>
                      <a:pt x="555" y="284"/>
                    </a:cubicBezTo>
                    <a:cubicBezTo>
                      <a:pt x="554" y="296"/>
                      <a:pt x="554" y="296"/>
                      <a:pt x="554" y="296"/>
                    </a:cubicBezTo>
                    <a:cubicBezTo>
                      <a:pt x="542" y="306"/>
                      <a:pt x="542" y="306"/>
                      <a:pt x="542" y="306"/>
                    </a:cubicBezTo>
                    <a:cubicBezTo>
                      <a:pt x="534" y="292"/>
                      <a:pt x="534" y="292"/>
                      <a:pt x="534" y="292"/>
                    </a:cubicBezTo>
                    <a:cubicBezTo>
                      <a:pt x="528" y="287"/>
                      <a:pt x="528" y="287"/>
                      <a:pt x="528" y="287"/>
                    </a:cubicBezTo>
                    <a:cubicBezTo>
                      <a:pt x="521" y="277"/>
                      <a:pt x="521" y="277"/>
                      <a:pt x="521" y="277"/>
                    </a:cubicBezTo>
                    <a:cubicBezTo>
                      <a:pt x="518" y="263"/>
                      <a:pt x="518" y="263"/>
                      <a:pt x="518" y="263"/>
                    </a:cubicBezTo>
                    <a:cubicBezTo>
                      <a:pt x="518" y="254"/>
                      <a:pt x="518" y="254"/>
                      <a:pt x="518" y="254"/>
                    </a:cubicBezTo>
                    <a:cubicBezTo>
                      <a:pt x="514" y="251"/>
                      <a:pt x="514" y="251"/>
                      <a:pt x="514" y="251"/>
                    </a:cubicBezTo>
                    <a:cubicBezTo>
                      <a:pt x="499" y="252"/>
                      <a:pt x="499" y="252"/>
                      <a:pt x="499" y="252"/>
                    </a:cubicBezTo>
                    <a:cubicBezTo>
                      <a:pt x="483" y="250"/>
                      <a:pt x="483" y="250"/>
                      <a:pt x="483" y="250"/>
                    </a:cubicBezTo>
                    <a:cubicBezTo>
                      <a:pt x="472" y="243"/>
                      <a:pt x="472" y="243"/>
                      <a:pt x="472" y="243"/>
                    </a:cubicBezTo>
                    <a:cubicBezTo>
                      <a:pt x="466" y="242"/>
                      <a:pt x="466" y="242"/>
                      <a:pt x="466" y="242"/>
                    </a:cubicBezTo>
                    <a:cubicBezTo>
                      <a:pt x="465" y="237"/>
                      <a:pt x="465" y="237"/>
                      <a:pt x="465" y="237"/>
                    </a:cubicBezTo>
                    <a:cubicBezTo>
                      <a:pt x="446" y="220"/>
                      <a:pt x="446" y="220"/>
                      <a:pt x="446" y="220"/>
                    </a:cubicBezTo>
                    <a:cubicBezTo>
                      <a:pt x="431" y="226"/>
                      <a:pt x="431" y="226"/>
                      <a:pt x="431" y="226"/>
                    </a:cubicBezTo>
                    <a:cubicBezTo>
                      <a:pt x="423" y="198"/>
                      <a:pt x="423" y="198"/>
                      <a:pt x="423" y="198"/>
                    </a:cubicBezTo>
                    <a:cubicBezTo>
                      <a:pt x="412" y="196"/>
                      <a:pt x="412" y="196"/>
                      <a:pt x="412" y="196"/>
                    </a:cubicBezTo>
                    <a:cubicBezTo>
                      <a:pt x="411" y="188"/>
                      <a:pt x="411" y="188"/>
                      <a:pt x="411" y="188"/>
                    </a:cubicBezTo>
                    <a:cubicBezTo>
                      <a:pt x="419" y="171"/>
                      <a:pt x="419" y="171"/>
                      <a:pt x="419" y="171"/>
                    </a:cubicBezTo>
                    <a:cubicBezTo>
                      <a:pt x="432" y="154"/>
                      <a:pt x="432" y="154"/>
                      <a:pt x="432" y="154"/>
                    </a:cubicBezTo>
                    <a:cubicBezTo>
                      <a:pt x="446" y="149"/>
                      <a:pt x="446" y="149"/>
                      <a:pt x="446" y="149"/>
                    </a:cubicBezTo>
                    <a:cubicBezTo>
                      <a:pt x="451" y="139"/>
                      <a:pt x="451" y="139"/>
                      <a:pt x="451" y="139"/>
                    </a:cubicBezTo>
                    <a:cubicBezTo>
                      <a:pt x="447" y="135"/>
                      <a:pt x="447" y="135"/>
                      <a:pt x="447" y="135"/>
                    </a:cubicBezTo>
                    <a:cubicBezTo>
                      <a:pt x="452" y="135"/>
                      <a:pt x="452" y="135"/>
                      <a:pt x="452" y="135"/>
                    </a:cubicBezTo>
                    <a:cubicBezTo>
                      <a:pt x="460" y="119"/>
                      <a:pt x="460" y="119"/>
                      <a:pt x="460" y="119"/>
                    </a:cubicBezTo>
                    <a:cubicBezTo>
                      <a:pt x="471" y="122"/>
                      <a:pt x="471" y="122"/>
                      <a:pt x="471" y="122"/>
                    </a:cubicBezTo>
                    <a:cubicBezTo>
                      <a:pt x="479" y="103"/>
                      <a:pt x="479" y="103"/>
                      <a:pt x="479" y="103"/>
                    </a:cubicBezTo>
                    <a:cubicBezTo>
                      <a:pt x="477" y="96"/>
                      <a:pt x="477" y="96"/>
                      <a:pt x="477" y="96"/>
                    </a:cubicBezTo>
                    <a:cubicBezTo>
                      <a:pt x="486" y="99"/>
                      <a:pt x="486" y="99"/>
                      <a:pt x="486" y="99"/>
                    </a:cubicBezTo>
                    <a:cubicBezTo>
                      <a:pt x="497" y="89"/>
                      <a:pt x="497" y="89"/>
                      <a:pt x="497" y="89"/>
                    </a:cubicBezTo>
                    <a:cubicBezTo>
                      <a:pt x="497" y="84"/>
                      <a:pt x="497" y="84"/>
                      <a:pt x="497" y="84"/>
                    </a:cubicBezTo>
                    <a:cubicBezTo>
                      <a:pt x="503" y="81"/>
                      <a:pt x="503" y="81"/>
                      <a:pt x="503" y="81"/>
                    </a:cubicBezTo>
                    <a:cubicBezTo>
                      <a:pt x="507" y="81"/>
                      <a:pt x="507" y="81"/>
                      <a:pt x="507" y="81"/>
                    </a:cubicBezTo>
                    <a:cubicBezTo>
                      <a:pt x="507" y="87"/>
                      <a:pt x="507" y="87"/>
                      <a:pt x="507" y="87"/>
                    </a:cubicBezTo>
                    <a:cubicBezTo>
                      <a:pt x="514" y="85"/>
                      <a:pt x="514" y="85"/>
                      <a:pt x="514" y="85"/>
                    </a:cubicBezTo>
                    <a:cubicBezTo>
                      <a:pt x="514" y="80"/>
                      <a:pt x="514" y="80"/>
                      <a:pt x="514" y="80"/>
                    </a:cubicBezTo>
                    <a:cubicBezTo>
                      <a:pt x="520" y="83"/>
                      <a:pt x="520" y="83"/>
                      <a:pt x="520" y="83"/>
                    </a:cubicBezTo>
                    <a:cubicBezTo>
                      <a:pt x="530" y="81"/>
                      <a:pt x="530" y="81"/>
                      <a:pt x="530" y="81"/>
                    </a:cubicBezTo>
                    <a:cubicBezTo>
                      <a:pt x="536" y="71"/>
                      <a:pt x="536" y="71"/>
                      <a:pt x="536" y="71"/>
                    </a:cubicBezTo>
                    <a:cubicBezTo>
                      <a:pt x="535" y="62"/>
                      <a:pt x="535" y="62"/>
                      <a:pt x="535" y="62"/>
                    </a:cubicBezTo>
                    <a:cubicBezTo>
                      <a:pt x="533" y="54"/>
                      <a:pt x="533" y="54"/>
                      <a:pt x="533" y="54"/>
                    </a:cubicBezTo>
                    <a:cubicBezTo>
                      <a:pt x="539" y="47"/>
                      <a:pt x="539" y="47"/>
                      <a:pt x="539" y="47"/>
                    </a:cubicBezTo>
                    <a:cubicBezTo>
                      <a:pt x="537" y="43"/>
                      <a:pt x="537" y="43"/>
                      <a:pt x="537" y="43"/>
                    </a:cubicBezTo>
                    <a:cubicBezTo>
                      <a:pt x="528" y="42"/>
                      <a:pt x="528" y="42"/>
                      <a:pt x="528" y="42"/>
                    </a:cubicBezTo>
                    <a:cubicBezTo>
                      <a:pt x="531" y="37"/>
                      <a:pt x="531" y="37"/>
                      <a:pt x="531" y="37"/>
                    </a:cubicBezTo>
                    <a:cubicBezTo>
                      <a:pt x="509" y="31"/>
                      <a:pt x="509" y="31"/>
                      <a:pt x="509" y="31"/>
                    </a:cubicBezTo>
                    <a:cubicBezTo>
                      <a:pt x="506" y="35"/>
                      <a:pt x="506" y="35"/>
                      <a:pt x="506" y="35"/>
                    </a:cubicBezTo>
                    <a:cubicBezTo>
                      <a:pt x="497" y="35"/>
                      <a:pt x="497" y="35"/>
                      <a:pt x="497" y="35"/>
                    </a:cubicBezTo>
                    <a:cubicBezTo>
                      <a:pt x="494" y="37"/>
                      <a:pt x="494" y="37"/>
                      <a:pt x="494" y="37"/>
                    </a:cubicBezTo>
                    <a:cubicBezTo>
                      <a:pt x="503" y="47"/>
                      <a:pt x="503" y="47"/>
                      <a:pt x="503" y="47"/>
                    </a:cubicBezTo>
                    <a:cubicBezTo>
                      <a:pt x="501" y="51"/>
                      <a:pt x="501" y="51"/>
                      <a:pt x="501" y="51"/>
                    </a:cubicBezTo>
                    <a:cubicBezTo>
                      <a:pt x="498" y="51"/>
                      <a:pt x="498" y="51"/>
                      <a:pt x="498" y="51"/>
                    </a:cubicBezTo>
                    <a:cubicBezTo>
                      <a:pt x="492" y="68"/>
                      <a:pt x="492" y="68"/>
                      <a:pt x="492" y="68"/>
                    </a:cubicBezTo>
                    <a:cubicBezTo>
                      <a:pt x="492" y="75"/>
                      <a:pt x="492" y="75"/>
                      <a:pt x="492" y="75"/>
                    </a:cubicBezTo>
                    <a:cubicBezTo>
                      <a:pt x="484" y="81"/>
                      <a:pt x="484" y="81"/>
                      <a:pt x="484" y="81"/>
                    </a:cubicBezTo>
                    <a:cubicBezTo>
                      <a:pt x="472" y="67"/>
                      <a:pt x="472" y="67"/>
                      <a:pt x="472" y="67"/>
                    </a:cubicBezTo>
                    <a:cubicBezTo>
                      <a:pt x="480" y="57"/>
                      <a:pt x="480" y="57"/>
                      <a:pt x="480" y="57"/>
                    </a:cubicBezTo>
                    <a:cubicBezTo>
                      <a:pt x="469" y="46"/>
                      <a:pt x="469" y="46"/>
                      <a:pt x="469" y="46"/>
                    </a:cubicBezTo>
                    <a:cubicBezTo>
                      <a:pt x="463" y="48"/>
                      <a:pt x="463" y="48"/>
                      <a:pt x="463" y="48"/>
                    </a:cubicBezTo>
                    <a:cubicBezTo>
                      <a:pt x="462" y="58"/>
                      <a:pt x="462" y="58"/>
                      <a:pt x="462" y="58"/>
                    </a:cubicBezTo>
                    <a:cubicBezTo>
                      <a:pt x="456" y="61"/>
                      <a:pt x="456" y="61"/>
                      <a:pt x="456" y="61"/>
                    </a:cubicBezTo>
                    <a:cubicBezTo>
                      <a:pt x="452" y="54"/>
                      <a:pt x="452" y="54"/>
                      <a:pt x="452" y="54"/>
                    </a:cubicBezTo>
                    <a:cubicBezTo>
                      <a:pt x="455" y="44"/>
                      <a:pt x="455" y="44"/>
                      <a:pt x="455" y="44"/>
                    </a:cubicBezTo>
                    <a:cubicBezTo>
                      <a:pt x="452" y="41"/>
                      <a:pt x="452" y="41"/>
                      <a:pt x="452" y="41"/>
                    </a:cubicBezTo>
                    <a:cubicBezTo>
                      <a:pt x="447" y="44"/>
                      <a:pt x="447" y="44"/>
                      <a:pt x="447" y="44"/>
                    </a:cubicBezTo>
                    <a:cubicBezTo>
                      <a:pt x="440" y="38"/>
                      <a:pt x="440" y="38"/>
                      <a:pt x="440" y="38"/>
                    </a:cubicBezTo>
                    <a:cubicBezTo>
                      <a:pt x="455" y="26"/>
                      <a:pt x="455" y="26"/>
                      <a:pt x="455" y="26"/>
                    </a:cubicBezTo>
                    <a:cubicBezTo>
                      <a:pt x="447" y="18"/>
                      <a:pt x="447" y="18"/>
                      <a:pt x="447" y="18"/>
                    </a:cubicBezTo>
                    <a:cubicBezTo>
                      <a:pt x="443" y="13"/>
                      <a:pt x="443" y="13"/>
                      <a:pt x="443" y="13"/>
                    </a:cubicBezTo>
                    <a:cubicBezTo>
                      <a:pt x="430" y="6"/>
                      <a:pt x="430" y="6"/>
                      <a:pt x="430" y="6"/>
                    </a:cubicBezTo>
                    <a:cubicBezTo>
                      <a:pt x="426" y="0"/>
                      <a:pt x="426" y="0"/>
                      <a:pt x="426" y="0"/>
                    </a:cubicBezTo>
                    <a:cubicBezTo>
                      <a:pt x="416" y="9"/>
                      <a:pt x="416" y="9"/>
                      <a:pt x="416" y="9"/>
                    </a:cubicBezTo>
                    <a:cubicBezTo>
                      <a:pt x="406" y="26"/>
                      <a:pt x="406" y="26"/>
                      <a:pt x="406" y="26"/>
                    </a:cubicBezTo>
                    <a:cubicBezTo>
                      <a:pt x="423" y="35"/>
                      <a:pt x="423" y="35"/>
                      <a:pt x="423" y="35"/>
                    </a:cubicBezTo>
                    <a:cubicBezTo>
                      <a:pt x="426" y="34"/>
                      <a:pt x="426" y="34"/>
                      <a:pt x="426" y="34"/>
                    </a:cubicBezTo>
                    <a:cubicBezTo>
                      <a:pt x="415" y="46"/>
                      <a:pt x="415" y="46"/>
                      <a:pt x="415" y="46"/>
                    </a:cubicBezTo>
                    <a:cubicBezTo>
                      <a:pt x="418" y="50"/>
                      <a:pt x="418" y="50"/>
                      <a:pt x="418" y="50"/>
                    </a:cubicBezTo>
                    <a:cubicBezTo>
                      <a:pt x="431" y="45"/>
                      <a:pt x="431" y="45"/>
                      <a:pt x="431" y="45"/>
                    </a:cubicBezTo>
                    <a:cubicBezTo>
                      <a:pt x="422" y="54"/>
                      <a:pt x="422" y="54"/>
                      <a:pt x="422" y="54"/>
                    </a:cubicBezTo>
                    <a:cubicBezTo>
                      <a:pt x="409" y="62"/>
                      <a:pt x="409" y="62"/>
                      <a:pt x="409" y="62"/>
                    </a:cubicBezTo>
                    <a:cubicBezTo>
                      <a:pt x="411" y="71"/>
                      <a:pt x="411" y="71"/>
                      <a:pt x="411" y="71"/>
                    </a:cubicBezTo>
                    <a:cubicBezTo>
                      <a:pt x="411" y="75"/>
                      <a:pt x="411" y="75"/>
                      <a:pt x="411" y="75"/>
                    </a:cubicBezTo>
                    <a:cubicBezTo>
                      <a:pt x="400" y="70"/>
                      <a:pt x="400" y="70"/>
                      <a:pt x="400" y="70"/>
                    </a:cubicBezTo>
                    <a:cubicBezTo>
                      <a:pt x="402" y="65"/>
                      <a:pt x="402" y="65"/>
                      <a:pt x="402" y="65"/>
                    </a:cubicBezTo>
                    <a:cubicBezTo>
                      <a:pt x="388" y="60"/>
                      <a:pt x="388" y="60"/>
                      <a:pt x="388" y="60"/>
                    </a:cubicBezTo>
                    <a:cubicBezTo>
                      <a:pt x="384" y="67"/>
                      <a:pt x="384" y="67"/>
                      <a:pt x="384" y="67"/>
                    </a:cubicBezTo>
                    <a:cubicBezTo>
                      <a:pt x="372" y="70"/>
                      <a:pt x="372" y="70"/>
                      <a:pt x="372" y="70"/>
                    </a:cubicBezTo>
                    <a:cubicBezTo>
                      <a:pt x="363" y="64"/>
                      <a:pt x="363" y="64"/>
                      <a:pt x="363" y="64"/>
                    </a:cubicBezTo>
                    <a:cubicBezTo>
                      <a:pt x="346" y="60"/>
                      <a:pt x="346" y="60"/>
                      <a:pt x="346" y="60"/>
                    </a:cubicBezTo>
                    <a:cubicBezTo>
                      <a:pt x="344" y="53"/>
                      <a:pt x="344" y="53"/>
                      <a:pt x="344" y="53"/>
                    </a:cubicBezTo>
                    <a:cubicBezTo>
                      <a:pt x="335" y="53"/>
                      <a:pt x="335" y="53"/>
                      <a:pt x="335" y="53"/>
                    </a:cubicBezTo>
                    <a:cubicBezTo>
                      <a:pt x="327" y="61"/>
                      <a:pt x="327" y="61"/>
                      <a:pt x="327" y="61"/>
                    </a:cubicBezTo>
                    <a:cubicBezTo>
                      <a:pt x="315" y="61"/>
                      <a:pt x="315" y="61"/>
                      <a:pt x="315" y="61"/>
                    </a:cubicBezTo>
                    <a:cubicBezTo>
                      <a:pt x="316" y="72"/>
                      <a:pt x="316" y="72"/>
                      <a:pt x="316" y="72"/>
                    </a:cubicBezTo>
                    <a:cubicBezTo>
                      <a:pt x="309" y="76"/>
                      <a:pt x="309" y="76"/>
                      <a:pt x="309" y="76"/>
                    </a:cubicBezTo>
                    <a:cubicBezTo>
                      <a:pt x="305" y="67"/>
                      <a:pt x="305" y="67"/>
                      <a:pt x="305" y="67"/>
                    </a:cubicBezTo>
                    <a:cubicBezTo>
                      <a:pt x="294" y="66"/>
                      <a:pt x="294" y="66"/>
                      <a:pt x="294" y="66"/>
                    </a:cubicBezTo>
                    <a:cubicBezTo>
                      <a:pt x="285" y="58"/>
                      <a:pt x="285" y="58"/>
                      <a:pt x="285" y="58"/>
                    </a:cubicBezTo>
                    <a:cubicBezTo>
                      <a:pt x="250" y="64"/>
                      <a:pt x="250" y="64"/>
                      <a:pt x="250" y="64"/>
                    </a:cubicBezTo>
                    <a:cubicBezTo>
                      <a:pt x="233" y="60"/>
                      <a:pt x="233" y="60"/>
                      <a:pt x="233" y="60"/>
                    </a:cubicBezTo>
                    <a:cubicBezTo>
                      <a:pt x="228" y="55"/>
                      <a:pt x="228" y="55"/>
                      <a:pt x="228" y="55"/>
                    </a:cubicBezTo>
                    <a:cubicBezTo>
                      <a:pt x="240" y="51"/>
                      <a:pt x="240" y="51"/>
                      <a:pt x="240" y="51"/>
                    </a:cubicBezTo>
                    <a:cubicBezTo>
                      <a:pt x="242" y="47"/>
                      <a:pt x="242" y="47"/>
                      <a:pt x="242" y="47"/>
                    </a:cubicBezTo>
                    <a:cubicBezTo>
                      <a:pt x="233" y="42"/>
                      <a:pt x="233" y="42"/>
                      <a:pt x="233" y="42"/>
                    </a:cubicBezTo>
                    <a:cubicBezTo>
                      <a:pt x="225" y="43"/>
                      <a:pt x="225" y="43"/>
                      <a:pt x="225" y="43"/>
                    </a:cubicBezTo>
                    <a:cubicBezTo>
                      <a:pt x="195" y="25"/>
                      <a:pt x="195" y="25"/>
                      <a:pt x="195" y="25"/>
                    </a:cubicBezTo>
                    <a:cubicBezTo>
                      <a:pt x="182" y="24"/>
                      <a:pt x="182" y="24"/>
                      <a:pt x="182" y="24"/>
                    </a:cubicBezTo>
                    <a:cubicBezTo>
                      <a:pt x="167" y="30"/>
                      <a:pt x="167" y="30"/>
                      <a:pt x="167" y="30"/>
                    </a:cubicBezTo>
                    <a:cubicBezTo>
                      <a:pt x="167" y="22"/>
                      <a:pt x="167" y="22"/>
                      <a:pt x="167" y="22"/>
                    </a:cubicBezTo>
                    <a:cubicBezTo>
                      <a:pt x="162" y="17"/>
                      <a:pt x="162" y="17"/>
                      <a:pt x="162" y="17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35" y="10"/>
                      <a:pt x="135" y="10"/>
                      <a:pt x="135" y="10"/>
                    </a:cubicBezTo>
                    <a:cubicBezTo>
                      <a:pt x="131" y="10"/>
                      <a:pt x="131" y="10"/>
                      <a:pt x="131" y="10"/>
                    </a:cubicBezTo>
                    <a:cubicBezTo>
                      <a:pt x="134" y="19"/>
                      <a:pt x="134" y="19"/>
                      <a:pt x="134" y="19"/>
                    </a:cubicBezTo>
                    <a:cubicBezTo>
                      <a:pt x="119" y="22"/>
                      <a:pt x="119" y="22"/>
                      <a:pt x="119" y="22"/>
                    </a:cubicBezTo>
                    <a:cubicBezTo>
                      <a:pt x="122" y="15"/>
                      <a:pt x="122" y="15"/>
                      <a:pt x="122" y="15"/>
                    </a:cubicBezTo>
                    <a:cubicBezTo>
                      <a:pt x="113" y="15"/>
                      <a:pt x="113" y="15"/>
                      <a:pt x="113" y="15"/>
                    </a:cubicBezTo>
                    <a:cubicBezTo>
                      <a:pt x="105" y="25"/>
                      <a:pt x="105" y="25"/>
                      <a:pt x="105" y="25"/>
                    </a:cubicBezTo>
                    <a:cubicBezTo>
                      <a:pt x="85" y="33"/>
                      <a:pt x="85" y="33"/>
                      <a:pt x="85" y="33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71" y="32"/>
                      <a:pt x="71" y="32"/>
                      <a:pt x="71" y="32"/>
                    </a:cubicBezTo>
                    <a:cubicBezTo>
                      <a:pt x="72" y="40"/>
                      <a:pt x="72" y="40"/>
                      <a:pt x="72" y="40"/>
                    </a:cubicBezTo>
                    <a:cubicBezTo>
                      <a:pt x="54" y="28"/>
                      <a:pt x="54" y="28"/>
                      <a:pt x="54" y="28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3" y="11"/>
                      <a:pt x="3" y="11"/>
                      <a:pt x="3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8" y="170"/>
                      <a:pt x="8" y="170"/>
                      <a:pt x="8" y="170"/>
                    </a:cubicBezTo>
                    <a:cubicBezTo>
                      <a:pt x="20" y="170"/>
                      <a:pt x="20" y="170"/>
                      <a:pt x="20" y="170"/>
                    </a:cubicBezTo>
                    <a:cubicBezTo>
                      <a:pt x="38" y="182"/>
                      <a:pt x="38" y="182"/>
                      <a:pt x="38" y="182"/>
                    </a:cubicBezTo>
                    <a:cubicBezTo>
                      <a:pt x="72" y="191"/>
                      <a:pt x="72" y="191"/>
                      <a:pt x="72" y="191"/>
                    </a:cubicBezTo>
                    <a:cubicBezTo>
                      <a:pt x="79" y="203"/>
                      <a:pt x="79" y="203"/>
                      <a:pt x="79" y="203"/>
                    </a:cubicBezTo>
                    <a:cubicBezTo>
                      <a:pt x="86" y="216"/>
                      <a:pt x="86" y="216"/>
                      <a:pt x="86" y="216"/>
                    </a:cubicBezTo>
                    <a:cubicBezTo>
                      <a:pt x="86" y="228"/>
                      <a:pt x="86" y="228"/>
                      <a:pt x="86" y="228"/>
                    </a:cubicBezTo>
                    <a:cubicBezTo>
                      <a:pt x="92" y="239"/>
                      <a:pt x="92" y="239"/>
                      <a:pt x="92" y="239"/>
                    </a:cubicBezTo>
                    <a:cubicBezTo>
                      <a:pt x="91" y="250"/>
                      <a:pt x="91" y="250"/>
                      <a:pt x="91" y="250"/>
                    </a:cubicBezTo>
                    <a:cubicBezTo>
                      <a:pt x="93" y="253"/>
                      <a:pt x="93" y="253"/>
                      <a:pt x="93" y="253"/>
                    </a:cubicBezTo>
                    <a:cubicBezTo>
                      <a:pt x="97" y="249"/>
                      <a:pt x="97" y="249"/>
                      <a:pt x="97" y="249"/>
                    </a:cubicBezTo>
                    <a:cubicBezTo>
                      <a:pt x="102" y="250"/>
                      <a:pt x="102" y="250"/>
                      <a:pt x="102" y="250"/>
                    </a:cubicBezTo>
                    <a:cubicBezTo>
                      <a:pt x="97" y="257"/>
                      <a:pt x="97" y="257"/>
                      <a:pt x="97" y="257"/>
                    </a:cubicBezTo>
                    <a:cubicBezTo>
                      <a:pt x="103" y="265"/>
                      <a:pt x="103" y="265"/>
                      <a:pt x="103" y="265"/>
                    </a:cubicBezTo>
                    <a:cubicBezTo>
                      <a:pt x="110" y="265"/>
                      <a:pt x="110" y="265"/>
                      <a:pt x="110" y="265"/>
                    </a:cubicBezTo>
                    <a:cubicBezTo>
                      <a:pt x="111" y="279"/>
                      <a:pt x="111" y="279"/>
                      <a:pt x="111" y="279"/>
                    </a:cubicBezTo>
                    <a:cubicBezTo>
                      <a:pt x="122" y="300"/>
                      <a:pt x="122" y="300"/>
                      <a:pt x="122" y="300"/>
                    </a:cubicBezTo>
                    <a:cubicBezTo>
                      <a:pt x="131" y="304"/>
                      <a:pt x="131" y="304"/>
                      <a:pt x="131" y="304"/>
                    </a:cubicBezTo>
                    <a:cubicBezTo>
                      <a:pt x="136" y="303"/>
                      <a:pt x="136" y="303"/>
                      <a:pt x="136" y="303"/>
                    </a:cubicBezTo>
                    <a:cubicBezTo>
                      <a:pt x="139" y="314"/>
                      <a:pt x="139" y="314"/>
                      <a:pt x="139" y="314"/>
                    </a:cubicBezTo>
                    <a:cubicBezTo>
                      <a:pt x="158" y="320"/>
                      <a:pt x="158" y="320"/>
                      <a:pt x="158" y="320"/>
                    </a:cubicBezTo>
                    <a:cubicBezTo>
                      <a:pt x="162" y="327"/>
                      <a:pt x="162" y="327"/>
                      <a:pt x="162" y="327"/>
                    </a:cubicBezTo>
                    <a:cubicBezTo>
                      <a:pt x="409" y="327"/>
                      <a:pt x="409" y="327"/>
                      <a:pt x="409" y="327"/>
                    </a:cubicBezTo>
                    <a:cubicBezTo>
                      <a:pt x="411" y="324"/>
                      <a:pt x="411" y="324"/>
                      <a:pt x="411" y="324"/>
                    </a:cubicBezTo>
                    <a:cubicBezTo>
                      <a:pt x="417" y="325"/>
                      <a:pt x="417" y="325"/>
                      <a:pt x="417" y="325"/>
                    </a:cubicBezTo>
                    <a:cubicBezTo>
                      <a:pt x="421" y="333"/>
                      <a:pt x="421" y="333"/>
                      <a:pt x="421" y="333"/>
                    </a:cubicBezTo>
                    <a:cubicBezTo>
                      <a:pt x="431" y="339"/>
                      <a:pt x="431" y="339"/>
                      <a:pt x="431" y="339"/>
                    </a:cubicBezTo>
                    <a:cubicBezTo>
                      <a:pt x="438" y="339"/>
                      <a:pt x="438" y="339"/>
                      <a:pt x="438" y="339"/>
                    </a:cubicBezTo>
                    <a:cubicBezTo>
                      <a:pt x="453" y="346"/>
                      <a:pt x="453" y="346"/>
                      <a:pt x="453" y="346"/>
                    </a:cubicBezTo>
                    <a:cubicBezTo>
                      <a:pt x="466" y="338"/>
                      <a:pt x="466" y="338"/>
                      <a:pt x="466" y="338"/>
                    </a:cubicBezTo>
                    <a:cubicBezTo>
                      <a:pt x="469" y="333"/>
                      <a:pt x="472" y="331"/>
                      <a:pt x="472" y="331"/>
                    </a:cubicBezTo>
                    <a:cubicBezTo>
                      <a:pt x="473" y="331"/>
                      <a:pt x="476" y="330"/>
                      <a:pt x="481" y="329"/>
                    </a:cubicBezTo>
                    <a:cubicBezTo>
                      <a:pt x="491" y="335"/>
                      <a:pt x="491" y="335"/>
                      <a:pt x="491" y="335"/>
                    </a:cubicBezTo>
                    <a:cubicBezTo>
                      <a:pt x="494" y="343"/>
                      <a:pt x="494" y="343"/>
                      <a:pt x="494" y="343"/>
                    </a:cubicBezTo>
                    <a:cubicBezTo>
                      <a:pt x="500" y="345"/>
                      <a:pt x="500" y="345"/>
                      <a:pt x="500" y="345"/>
                    </a:cubicBezTo>
                    <a:cubicBezTo>
                      <a:pt x="500" y="353"/>
                      <a:pt x="500" y="353"/>
                      <a:pt x="500" y="353"/>
                    </a:cubicBezTo>
                    <a:cubicBezTo>
                      <a:pt x="507" y="364"/>
                      <a:pt x="507" y="364"/>
                      <a:pt x="507" y="364"/>
                    </a:cubicBezTo>
                    <a:cubicBezTo>
                      <a:pt x="528" y="365"/>
                      <a:pt x="528" y="365"/>
                      <a:pt x="528" y="365"/>
                    </a:cubicBezTo>
                    <a:cubicBezTo>
                      <a:pt x="531" y="369"/>
                      <a:pt x="531" y="369"/>
                      <a:pt x="531" y="369"/>
                    </a:cubicBezTo>
                    <a:cubicBezTo>
                      <a:pt x="537" y="369"/>
                      <a:pt x="537" y="369"/>
                      <a:pt x="537" y="369"/>
                    </a:cubicBezTo>
                    <a:cubicBezTo>
                      <a:pt x="541" y="377"/>
                      <a:pt x="541" y="377"/>
                      <a:pt x="541" y="377"/>
                    </a:cubicBezTo>
                    <a:cubicBezTo>
                      <a:pt x="541" y="382"/>
                      <a:pt x="541" y="382"/>
                      <a:pt x="541" y="382"/>
                    </a:cubicBezTo>
                    <a:cubicBezTo>
                      <a:pt x="536" y="384"/>
                      <a:pt x="536" y="384"/>
                      <a:pt x="536" y="384"/>
                    </a:cubicBezTo>
                    <a:cubicBezTo>
                      <a:pt x="535" y="381"/>
                      <a:pt x="535" y="381"/>
                      <a:pt x="535" y="381"/>
                    </a:cubicBezTo>
                    <a:cubicBezTo>
                      <a:pt x="531" y="379"/>
                      <a:pt x="531" y="379"/>
                      <a:pt x="531" y="379"/>
                    </a:cubicBezTo>
                    <a:cubicBezTo>
                      <a:pt x="533" y="383"/>
                      <a:pt x="533" y="383"/>
                      <a:pt x="533" y="383"/>
                    </a:cubicBezTo>
                    <a:cubicBezTo>
                      <a:pt x="531" y="388"/>
                      <a:pt x="531" y="388"/>
                      <a:pt x="531" y="388"/>
                    </a:cubicBezTo>
                    <a:cubicBezTo>
                      <a:pt x="530" y="396"/>
                      <a:pt x="530" y="396"/>
                      <a:pt x="530" y="396"/>
                    </a:cubicBezTo>
                    <a:cubicBezTo>
                      <a:pt x="521" y="403"/>
                      <a:pt x="521" y="403"/>
                      <a:pt x="521" y="403"/>
                    </a:cubicBezTo>
                    <a:cubicBezTo>
                      <a:pt x="521" y="395"/>
                      <a:pt x="521" y="395"/>
                      <a:pt x="521" y="395"/>
                    </a:cubicBezTo>
                    <a:cubicBezTo>
                      <a:pt x="519" y="393"/>
                      <a:pt x="519" y="393"/>
                      <a:pt x="519" y="393"/>
                    </a:cubicBezTo>
                    <a:cubicBezTo>
                      <a:pt x="518" y="393"/>
                      <a:pt x="518" y="393"/>
                      <a:pt x="518" y="393"/>
                    </a:cubicBezTo>
                    <a:cubicBezTo>
                      <a:pt x="518" y="406"/>
                      <a:pt x="518" y="406"/>
                      <a:pt x="518" y="406"/>
                    </a:cubicBezTo>
                    <a:cubicBezTo>
                      <a:pt x="513" y="412"/>
                      <a:pt x="513" y="412"/>
                      <a:pt x="513" y="412"/>
                    </a:cubicBezTo>
                    <a:cubicBezTo>
                      <a:pt x="515" y="417"/>
                      <a:pt x="515" y="417"/>
                      <a:pt x="515" y="417"/>
                    </a:cubicBezTo>
                    <a:cubicBezTo>
                      <a:pt x="517" y="419"/>
                      <a:pt x="517" y="419"/>
                      <a:pt x="517" y="419"/>
                    </a:cubicBezTo>
                    <a:cubicBezTo>
                      <a:pt x="518" y="416"/>
                      <a:pt x="518" y="416"/>
                      <a:pt x="518" y="416"/>
                    </a:cubicBezTo>
                    <a:cubicBezTo>
                      <a:pt x="524" y="418"/>
                      <a:pt x="524" y="418"/>
                      <a:pt x="524" y="418"/>
                    </a:cubicBezTo>
                    <a:cubicBezTo>
                      <a:pt x="529" y="415"/>
                      <a:pt x="529" y="415"/>
                      <a:pt x="529" y="415"/>
                    </a:cubicBezTo>
                    <a:cubicBezTo>
                      <a:pt x="531" y="410"/>
                      <a:pt x="531" y="410"/>
                      <a:pt x="531" y="410"/>
                    </a:cubicBezTo>
                    <a:cubicBezTo>
                      <a:pt x="535" y="412"/>
                      <a:pt x="535" y="412"/>
                      <a:pt x="535" y="412"/>
                    </a:cubicBezTo>
                    <a:cubicBezTo>
                      <a:pt x="545" y="408"/>
                      <a:pt x="545" y="408"/>
                      <a:pt x="545" y="408"/>
                    </a:cubicBezTo>
                    <a:cubicBezTo>
                      <a:pt x="547" y="408"/>
                      <a:pt x="547" y="408"/>
                      <a:pt x="547" y="408"/>
                    </a:cubicBezTo>
                    <a:cubicBezTo>
                      <a:pt x="551" y="404"/>
                      <a:pt x="551" y="404"/>
                      <a:pt x="551" y="404"/>
                    </a:cubicBezTo>
                    <a:cubicBezTo>
                      <a:pt x="550" y="405"/>
                      <a:pt x="550" y="405"/>
                      <a:pt x="550" y="405"/>
                    </a:cubicBezTo>
                    <a:cubicBezTo>
                      <a:pt x="547" y="402"/>
                      <a:pt x="547" y="402"/>
                      <a:pt x="547" y="402"/>
                    </a:cubicBezTo>
                    <a:cubicBezTo>
                      <a:pt x="547" y="399"/>
                      <a:pt x="547" y="399"/>
                      <a:pt x="547" y="399"/>
                    </a:cubicBezTo>
                    <a:cubicBezTo>
                      <a:pt x="549" y="396"/>
                      <a:pt x="549" y="396"/>
                      <a:pt x="549" y="396"/>
                    </a:cubicBezTo>
                    <a:cubicBezTo>
                      <a:pt x="567" y="396"/>
                      <a:pt x="567" y="396"/>
                      <a:pt x="567" y="396"/>
                    </a:cubicBezTo>
                    <a:cubicBezTo>
                      <a:pt x="574" y="391"/>
                      <a:pt x="574" y="391"/>
                      <a:pt x="574" y="391"/>
                    </a:cubicBezTo>
                    <a:cubicBezTo>
                      <a:pt x="584" y="376"/>
                      <a:pt x="584" y="376"/>
                      <a:pt x="584" y="376"/>
                    </a:cubicBezTo>
                    <a:cubicBezTo>
                      <a:pt x="619" y="375"/>
                      <a:pt x="619" y="375"/>
                      <a:pt x="619" y="375"/>
                    </a:cubicBezTo>
                    <a:cubicBezTo>
                      <a:pt x="633" y="361"/>
                      <a:pt x="633" y="361"/>
                      <a:pt x="633" y="361"/>
                    </a:cubicBezTo>
                    <a:cubicBezTo>
                      <a:pt x="648" y="353"/>
                      <a:pt x="648" y="353"/>
                      <a:pt x="648" y="353"/>
                    </a:cubicBezTo>
                    <a:cubicBezTo>
                      <a:pt x="653" y="362"/>
                      <a:pt x="653" y="362"/>
                      <a:pt x="653" y="362"/>
                    </a:cubicBezTo>
                    <a:cubicBezTo>
                      <a:pt x="658" y="368"/>
                      <a:pt x="658" y="368"/>
                      <a:pt x="658" y="368"/>
                    </a:cubicBezTo>
                    <a:cubicBezTo>
                      <a:pt x="660" y="378"/>
                      <a:pt x="660" y="378"/>
                      <a:pt x="660" y="378"/>
                    </a:cubicBezTo>
                    <a:cubicBezTo>
                      <a:pt x="663" y="382"/>
                      <a:pt x="663" y="382"/>
                      <a:pt x="663" y="382"/>
                    </a:cubicBezTo>
                    <a:cubicBezTo>
                      <a:pt x="673" y="377"/>
                      <a:pt x="673" y="377"/>
                      <a:pt x="673" y="377"/>
                    </a:cubicBezTo>
                    <a:cubicBezTo>
                      <a:pt x="678" y="373"/>
                      <a:pt x="678" y="373"/>
                      <a:pt x="678" y="373"/>
                    </a:cubicBezTo>
                    <a:cubicBezTo>
                      <a:pt x="677" y="379"/>
                      <a:pt x="677" y="379"/>
                      <a:pt x="677" y="379"/>
                    </a:cubicBezTo>
                    <a:cubicBezTo>
                      <a:pt x="687" y="379"/>
                      <a:pt x="687" y="379"/>
                      <a:pt x="687" y="379"/>
                    </a:cubicBezTo>
                    <a:cubicBezTo>
                      <a:pt x="683" y="381"/>
                      <a:pt x="683" y="381"/>
                      <a:pt x="683" y="381"/>
                    </a:cubicBezTo>
                    <a:cubicBezTo>
                      <a:pt x="679" y="381"/>
                      <a:pt x="679" y="381"/>
                      <a:pt x="679" y="381"/>
                    </a:cubicBezTo>
                    <a:cubicBezTo>
                      <a:pt x="668" y="389"/>
                      <a:pt x="668" y="389"/>
                      <a:pt x="668" y="389"/>
                    </a:cubicBezTo>
                    <a:cubicBezTo>
                      <a:pt x="667" y="394"/>
                      <a:pt x="667" y="394"/>
                      <a:pt x="667" y="394"/>
                    </a:cubicBezTo>
                    <a:cubicBezTo>
                      <a:pt x="669" y="396"/>
                      <a:pt x="669" y="396"/>
                      <a:pt x="669" y="396"/>
                    </a:cubicBezTo>
                    <a:cubicBezTo>
                      <a:pt x="669" y="399"/>
                      <a:pt x="669" y="399"/>
                      <a:pt x="669" y="399"/>
                    </a:cubicBezTo>
                    <a:cubicBezTo>
                      <a:pt x="674" y="399"/>
                      <a:pt x="674" y="399"/>
                      <a:pt x="674" y="399"/>
                    </a:cubicBezTo>
                    <a:cubicBezTo>
                      <a:pt x="686" y="388"/>
                      <a:pt x="686" y="388"/>
                      <a:pt x="686" y="388"/>
                    </a:cubicBezTo>
                    <a:cubicBezTo>
                      <a:pt x="691" y="385"/>
                      <a:pt x="691" y="385"/>
                      <a:pt x="691" y="385"/>
                    </a:cubicBezTo>
                    <a:cubicBezTo>
                      <a:pt x="701" y="383"/>
                      <a:pt x="701" y="383"/>
                      <a:pt x="701" y="383"/>
                    </a:cubicBezTo>
                    <a:cubicBezTo>
                      <a:pt x="709" y="379"/>
                      <a:pt x="709" y="379"/>
                      <a:pt x="709" y="379"/>
                    </a:cubicBezTo>
                    <a:cubicBezTo>
                      <a:pt x="704" y="374"/>
                      <a:pt x="704" y="374"/>
                      <a:pt x="704" y="374"/>
                    </a:cubicBezTo>
                    <a:cubicBezTo>
                      <a:pt x="697" y="376"/>
                      <a:pt x="697" y="376"/>
                      <a:pt x="697" y="376"/>
                    </a:cubicBezTo>
                    <a:cubicBezTo>
                      <a:pt x="692" y="376"/>
                      <a:pt x="692" y="376"/>
                      <a:pt x="692" y="376"/>
                    </a:cubicBezTo>
                    <a:cubicBezTo>
                      <a:pt x="687" y="372"/>
                      <a:pt x="687" y="372"/>
                      <a:pt x="687" y="372"/>
                    </a:cubicBezTo>
                    <a:cubicBezTo>
                      <a:pt x="685" y="372"/>
                      <a:pt x="685" y="372"/>
                      <a:pt x="685" y="372"/>
                    </a:cubicBezTo>
                    <a:cubicBezTo>
                      <a:pt x="681" y="367"/>
                      <a:pt x="681" y="367"/>
                      <a:pt x="681" y="367"/>
                    </a:cubicBezTo>
                    <a:cubicBezTo>
                      <a:pt x="678" y="360"/>
                      <a:pt x="678" y="360"/>
                      <a:pt x="678" y="360"/>
                    </a:cubicBezTo>
                    <a:cubicBezTo>
                      <a:pt x="678" y="355"/>
                      <a:pt x="678" y="355"/>
                      <a:pt x="678" y="355"/>
                    </a:cubicBezTo>
                    <a:cubicBezTo>
                      <a:pt x="677" y="352"/>
                      <a:pt x="677" y="352"/>
                      <a:pt x="677" y="352"/>
                    </a:cubicBezTo>
                    <a:cubicBezTo>
                      <a:pt x="678" y="346"/>
                      <a:pt x="678" y="346"/>
                      <a:pt x="678" y="346"/>
                    </a:cubicBezTo>
                    <a:cubicBezTo>
                      <a:pt x="674" y="348"/>
                      <a:pt x="674" y="348"/>
                      <a:pt x="674" y="348"/>
                    </a:cubicBezTo>
                    <a:cubicBezTo>
                      <a:pt x="671" y="345"/>
                      <a:pt x="671" y="345"/>
                      <a:pt x="671" y="345"/>
                    </a:cubicBezTo>
                    <a:cubicBezTo>
                      <a:pt x="666" y="344"/>
                      <a:pt x="666" y="344"/>
                      <a:pt x="666" y="344"/>
                    </a:cubicBezTo>
                    <a:cubicBezTo>
                      <a:pt x="670" y="342"/>
                      <a:pt x="670" y="342"/>
                      <a:pt x="670" y="342"/>
                    </a:cubicBezTo>
                    <a:cubicBezTo>
                      <a:pt x="675" y="344"/>
                      <a:pt x="675" y="344"/>
                      <a:pt x="675" y="344"/>
                    </a:cubicBezTo>
                    <a:cubicBezTo>
                      <a:pt x="679" y="342"/>
                      <a:pt x="679" y="342"/>
                      <a:pt x="679" y="342"/>
                    </a:cubicBezTo>
                    <a:cubicBezTo>
                      <a:pt x="684" y="336"/>
                      <a:pt x="684" y="336"/>
                      <a:pt x="684" y="336"/>
                    </a:cubicBezTo>
                    <a:cubicBezTo>
                      <a:pt x="685" y="330"/>
                      <a:pt x="685" y="330"/>
                      <a:pt x="685" y="330"/>
                    </a:cubicBezTo>
                    <a:cubicBezTo>
                      <a:pt x="682" y="327"/>
                      <a:pt x="682" y="327"/>
                      <a:pt x="682" y="327"/>
                    </a:cubicBezTo>
                    <a:cubicBezTo>
                      <a:pt x="671" y="327"/>
                      <a:pt x="671" y="327"/>
                      <a:pt x="671" y="327"/>
                    </a:cubicBezTo>
                    <a:cubicBezTo>
                      <a:pt x="649" y="337"/>
                      <a:pt x="649" y="337"/>
                      <a:pt x="649" y="337"/>
                    </a:cubicBezTo>
                    <a:cubicBezTo>
                      <a:pt x="633" y="350"/>
                      <a:pt x="633" y="350"/>
                      <a:pt x="633" y="350"/>
                    </a:cubicBezTo>
                    <a:cubicBezTo>
                      <a:pt x="643" y="334"/>
                      <a:pt x="643" y="334"/>
                      <a:pt x="643" y="334"/>
                    </a:cubicBezTo>
                    <a:cubicBezTo>
                      <a:pt x="657" y="326"/>
                      <a:pt x="657" y="326"/>
                      <a:pt x="657" y="326"/>
                    </a:cubicBezTo>
                    <a:cubicBezTo>
                      <a:pt x="662" y="316"/>
                      <a:pt x="662" y="316"/>
                      <a:pt x="662" y="316"/>
                    </a:cubicBezTo>
                    <a:cubicBezTo>
                      <a:pt x="669" y="312"/>
                      <a:pt x="669" y="312"/>
                      <a:pt x="669" y="312"/>
                    </a:cubicBezTo>
                    <a:cubicBezTo>
                      <a:pt x="681" y="313"/>
                      <a:pt x="681" y="313"/>
                      <a:pt x="681" y="313"/>
                    </a:cubicBezTo>
                    <a:cubicBezTo>
                      <a:pt x="686" y="312"/>
                      <a:pt x="686" y="312"/>
                      <a:pt x="686" y="312"/>
                    </a:cubicBezTo>
                    <a:cubicBezTo>
                      <a:pt x="693" y="314"/>
                      <a:pt x="693" y="314"/>
                      <a:pt x="693" y="314"/>
                    </a:cubicBezTo>
                    <a:cubicBezTo>
                      <a:pt x="703" y="313"/>
                      <a:pt x="703" y="313"/>
                      <a:pt x="703" y="313"/>
                    </a:cubicBezTo>
                    <a:cubicBezTo>
                      <a:pt x="711" y="317"/>
                      <a:pt x="711" y="317"/>
                      <a:pt x="711" y="317"/>
                    </a:cubicBezTo>
                    <a:cubicBezTo>
                      <a:pt x="717" y="316"/>
                      <a:pt x="717" y="316"/>
                      <a:pt x="717" y="316"/>
                    </a:cubicBezTo>
                    <a:cubicBezTo>
                      <a:pt x="723" y="313"/>
                      <a:pt x="723" y="313"/>
                      <a:pt x="723" y="313"/>
                    </a:cubicBezTo>
                    <a:cubicBezTo>
                      <a:pt x="731" y="304"/>
                      <a:pt x="731" y="304"/>
                      <a:pt x="731" y="304"/>
                    </a:cubicBezTo>
                    <a:lnTo>
                      <a:pt x="732" y="299"/>
                    </a:lnTo>
                    <a:close/>
                    <a:moveTo>
                      <a:pt x="202" y="103"/>
                    </a:moveTo>
                    <a:cubicBezTo>
                      <a:pt x="198" y="100"/>
                      <a:pt x="198" y="100"/>
                      <a:pt x="198" y="100"/>
                    </a:cubicBezTo>
                    <a:cubicBezTo>
                      <a:pt x="183" y="112"/>
                      <a:pt x="183" y="112"/>
                      <a:pt x="183" y="112"/>
                    </a:cubicBezTo>
                    <a:cubicBezTo>
                      <a:pt x="177" y="112"/>
                      <a:pt x="177" y="112"/>
                      <a:pt x="177" y="112"/>
                    </a:cubicBezTo>
                    <a:cubicBezTo>
                      <a:pt x="177" y="110"/>
                      <a:pt x="177" y="110"/>
                      <a:pt x="177" y="110"/>
                    </a:cubicBezTo>
                    <a:cubicBezTo>
                      <a:pt x="188" y="102"/>
                      <a:pt x="188" y="102"/>
                      <a:pt x="188" y="102"/>
                    </a:cubicBezTo>
                    <a:cubicBezTo>
                      <a:pt x="188" y="99"/>
                      <a:pt x="188" y="99"/>
                      <a:pt x="188" y="99"/>
                    </a:cubicBezTo>
                    <a:cubicBezTo>
                      <a:pt x="182" y="99"/>
                      <a:pt x="182" y="99"/>
                      <a:pt x="182" y="99"/>
                    </a:cubicBezTo>
                    <a:cubicBezTo>
                      <a:pt x="177" y="101"/>
                      <a:pt x="177" y="101"/>
                      <a:pt x="177" y="101"/>
                    </a:cubicBezTo>
                    <a:cubicBezTo>
                      <a:pt x="172" y="107"/>
                      <a:pt x="172" y="107"/>
                      <a:pt x="172" y="107"/>
                    </a:cubicBezTo>
                    <a:cubicBezTo>
                      <a:pt x="170" y="107"/>
                      <a:pt x="170" y="107"/>
                      <a:pt x="170" y="107"/>
                    </a:cubicBezTo>
                    <a:cubicBezTo>
                      <a:pt x="166" y="102"/>
                      <a:pt x="166" y="102"/>
                      <a:pt x="166" y="102"/>
                    </a:cubicBezTo>
                    <a:cubicBezTo>
                      <a:pt x="159" y="102"/>
                      <a:pt x="159" y="102"/>
                      <a:pt x="159" y="102"/>
                    </a:cubicBezTo>
                    <a:cubicBezTo>
                      <a:pt x="156" y="99"/>
                      <a:pt x="156" y="99"/>
                      <a:pt x="156" y="99"/>
                    </a:cubicBezTo>
                    <a:cubicBezTo>
                      <a:pt x="161" y="96"/>
                      <a:pt x="161" y="96"/>
                      <a:pt x="161" y="96"/>
                    </a:cubicBezTo>
                    <a:cubicBezTo>
                      <a:pt x="165" y="93"/>
                      <a:pt x="168" y="91"/>
                      <a:pt x="168" y="91"/>
                    </a:cubicBezTo>
                    <a:cubicBezTo>
                      <a:pt x="169" y="91"/>
                      <a:pt x="173" y="92"/>
                      <a:pt x="179" y="93"/>
                    </a:cubicBezTo>
                    <a:cubicBezTo>
                      <a:pt x="181" y="90"/>
                      <a:pt x="181" y="90"/>
                      <a:pt x="181" y="90"/>
                    </a:cubicBezTo>
                    <a:cubicBezTo>
                      <a:pt x="180" y="88"/>
                      <a:pt x="180" y="88"/>
                      <a:pt x="180" y="88"/>
                    </a:cubicBezTo>
                    <a:cubicBezTo>
                      <a:pt x="171" y="86"/>
                      <a:pt x="171" y="86"/>
                      <a:pt x="171" y="86"/>
                    </a:cubicBezTo>
                    <a:cubicBezTo>
                      <a:pt x="167" y="87"/>
                      <a:pt x="167" y="87"/>
                      <a:pt x="167" y="87"/>
                    </a:cubicBezTo>
                    <a:cubicBezTo>
                      <a:pt x="155" y="87"/>
                      <a:pt x="155" y="87"/>
                      <a:pt x="155" y="87"/>
                    </a:cubicBezTo>
                    <a:cubicBezTo>
                      <a:pt x="153" y="87"/>
                      <a:pt x="153" y="87"/>
                      <a:pt x="153" y="87"/>
                    </a:cubicBezTo>
                    <a:cubicBezTo>
                      <a:pt x="169" y="78"/>
                      <a:pt x="169" y="78"/>
                      <a:pt x="169" y="78"/>
                    </a:cubicBezTo>
                    <a:cubicBezTo>
                      <a:pt x="180" y="77"/>
                      <a:pt x="180" y="77"/>
                      <a:pt x="180" y="77"/>
                    </a:cubicBezTo>
                    <a:cubicBezTo>
                      <a:pt x="196" y="67"/>
                      <a:pt x="196" y="67"/>
                      <a:pt x="196" y="67"/>
                    </a:cubicBezTo>
                    <a:cubicBezTo>
                      <a:pt x="203" y="67"/>
                      <a:pt x="203" y="67"/>
                      <a:pt x="203" y="67"/>
                    </a:cubicBezTo>
                    <a:cubicBezTo>
                      <a:pt x="203" y="70"/>
                      <a:pt x="203" y="70"/>
                      <a:pt x="203" y="70"/>
                    </a:cubicBezTo>
                    <a:cubicBezTo>
                      <a:pt x="191" y="81"/>
                      <a:pt x="191" y="81"/>
                      <a:pt x="191" y="81"/>
                    </a:cubicBezTo>
                    <a:cubicBezTo>
                      <a:pt x="191" y="84"/>
                      <a:pt x="191" y="84"/>
                      <a:pt x="191" y="84"/>
                    </a:cubicBezTo>
                    <a:cubicBezTo>
                      <a:pt x="197" y="87"/>
                      <a:pt x="197" y="87"/>
                      <a:pt x="197" y="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11" y="81"/>
                      <a:pt x="213" y="79"/>
                      <a:pt x="214" y="79"/>
                    </a:cubicBezTo>
                    <a:cubicBezTo>
                      <a:pt x="220" y="79"/>
                      <a:pt x="220" y="79"/>
                      <a:pt x="220" y="79"/>
                    </a:cubicBezTo>
                    <a:cubicBezTo>
                      <a:pt x="205" y="103"/>
                      <a:pt x="205" y="103"/>
                      <a:pt x="205" y="103"/>
                    </a:cubicBezTo>
                    <a:lnTo>
                      <a:pt x="202" y="103"/>
                    </a:lnTo>
                    <a:close/>
                    <a:moveTo>
                      <a:pt x="273" y="158"/>
                    </a:moveTo>
                    <a:cubicBezTo>
                      <a:pt x="259" y="159"/>
                      <a:pt x="259" y="159"/>
                      <a:pt x="259" y="159"/>
                    </a:cubicBezTo>
                    <a:cubicBezTo>
                      <a:pt x="253" y="168"/>
                      <a:pt x="253" y="168"/>
                      <a:pt x="253" y="168"/>
                    </a:cubicBezTo>
                    <a:cubicBezTo>
                      <a:pt x="250" y="168"/>
                      <a:pt x="250" y="168"/>
                      <a:pt x="250" y="168"/>
                    </a:cubicBezTo>
                    <a:cubicBezTo>
                      <a:pt x="239" y="167"/>
                      <a:pt x="239" y="167"/>
                      <a:pt x="239" y="167"/>
                    </a:cubicBezTo>
                    <a:cubicBezTo>
                      <a:pt x="235" y="171"/>
                      <a:pt x="235" y="171"/>
                      <a:pt x="235" y="171"/>
                    </a:cubicBezTo>
                    <a:cubicBezTo>
                      <a:pt x="221" y="171"/>
                      <a:pt x="221" y="171"/>
                      <a:pt x="221" y="171"/>
                    </a:cubicBezTo>
                    <a:cubicBezTo>
                      <a:pt x="213" y="164"/>
                      <a:pt x="213" y="164"/>
                      <a:pt x="213" y="164"/>
                    </a:cubicBezTo>
                    <a:cubicBezTo>
                      <a:pt x="208" y="161"/>
                      <a:pt x="208" y="161"/>
                      <a:pt x="208" y="161"/>
                    </a:cubicBezTo>
                    <a:cubicBezTo>
                      <a:pt x="208" y="160"/>
                      <a:pt x="208" y="160"/>
                      <a:pt x="208" y="160"/>
                    </a:cubicBezTo>
                    <a:cubicBezTo>
                      <a:pt x="221" y="161"/>
                      <a:pt x="221" y="161"/>
                      <a:pt x="221" y="161"/>
                    </a:cubicBezTo>
                    <a:cubicBezTo>
                      <a:pt x="224" y="157"/>
                      <a:pt x="224" y="157"/>
                      <a:pt x="224" y="157"/>
                    </a:cubicBezTo>
                    <a:cubicBezTo>
                      <a:pt x="232" y="156"/>
                      <a:pt x="232" y="156"/>
                      <a:pt x="232" y="156"/>
                    </a:cubicBezTo>
                    <a:cubicBezTo>
                      <a:pt x="233" y="154"/>
                      <a:pt x="233" y="154"/>
                      <a:pt x="233" y="154"/>
                    </a:cubicBezTo>
                    <a:cubicBezTo>
                      <a:pt x="223" y="138"/>
                      <a:pt x="223" y="138"/>
                      <a:pt x="223" y="138"/>
                    </a:cubicBezTo>
                    <a:cubicBezTo>
                      <a:pt x="224" y="135"/>
                      <a:pt x="224" y="135"/>
                      <a:pt x="224" y="135"/>
                    </a:cubicBezTo>
                    <a:cubicBezTo>
                      <a:pt x="231" y="140"/>
                      <a:pt x="231" y="140"/>
                      <a:pt x="231" y="140"/>
                    </a:cubicBezTo>
                    <a:cubicBezTo>
                      <a:pt x="234" y="141"/>
                      <a:pt x="234" y="141"/>
                      <a:pt x="234" y="141"/>
                    </a:cubicBezTo>
                    <a:cubicBezTo>
                      <a:pt x="236" y="146"/>
                      <a:pt x="236" y="146"/>
                      <a:pt x="236" y="146"/>
                    </a:cubicBezTo>
                    <a:cubicBezTo>
                      <a:pt x="249" y="154"/>
                      <a:pt x="249" y="154"/>
                      <a:pt x="249" y="154"/>
                    </a:cubicBezTo>
                    <a:cubicBezTo>
                      <a:pt x="253" y="154"/>
                      <a:pt x="255" y="154"/>
                      <a:pt x="255" y="154"/>
                    </a:cubicBezTo>
                    <a:cubicBezTo>
                      <a:pt x="256" y="153"/>
                      <a:pt x="258" y="152"/>
                      <a:pt x="260" y="150"/>
                    </a:cubicBezTo>
                    <a:cubicBezTo>
                      <a:pt x="261" y="150"/>
                      <a:pt x="265" y="150"/>
                      <a:pt x="272" y="150"/>
                    </a:cubicBezTo>
                    <a:cubicBezTo>
                      <a:pt x="285" y="153"/>
                      <a:pt x="285" y="153"/>
                      <a:pt x="285" y="153"/>
                    </a:cubicBezTo>
                    <a:lnTo>
                      <a:pt x="273" y="158"/>
                    </a:lnTo>
                    <a:close/>
                    <a:moveTo>
                      <a:pt x="403" y="308"/>
                    </a:moveTo>
                    <a:cubicBezTo>
                      <a:pt x="395" y="313"/>
                      <a:pt x="395" y="313"/>
                      <a:pt x="395" y="313"/>
                    </a:cubicBezTo>
                    <a:cubicBezTo>
                      <a:pt x="394" y="309"/>
                      <a:pt x="394" y="309"/>
                      <a:pt x="394" y="309"/>
                    </a:cubicBezTo>
                    <a:cubicBezTo>
                      <a:pt x="396" y="302"/>
                      <a:pt x="396" y="302"/>
                      <a:pt x="396" y="302"/>
                    </a:cubicBezTo>
                    <a:cubicBezTo>
                      <a:pt x="391" y="294"/>
                      <a:pt x="391" y="294"/>
                      <a:pt x="391" y="294"/>
                    </a:cubicBezTo>
                    <a:cubicBezTo>
                      <a:pt x="387" y="297"/>
                      <a:pt x="387" y="297"/>
                      <a:pt x="387" y="297"/>
                    </a:cubicBezTo>
                    <a:cubicBezTo>
                      <a:pt x="380" y="286"/>
                      <a:pt x="380" y="286"/>
                      <a:pt x="380" y="286"/>
                    </a:cubicBezTo>
                    <a:cubicBezTo>
                      <a:pt x="381" y="281"/>
                      <a:pt x="381" y="281"/>
                      <a:pt x="381" y="281"/>
                    </a:cubicBezTo>
                    <a:cubicBezTo>
                      <a:pt x="375" y="273"/>
                      <a:pt x="375" y="273"/>
                      <a:pt x="375" y="273"/>
                    </a:cubicBezTo>
                    <a:cubicBezTo>
                      <a:pt x="375" y="270"/>
                      <a:pt x="375" y="270"/>
                      <a:pt x="375" y="270"/>
                    </a:cubicBezTo>
                    <a:cubicBezTo>
                      <a:pt x="385" y="258"/>
                      <a:pt x="385" y="258"/>
                      <a:pt x="385" y="258"/>
                    </a:cubicBezTo>
                    <a:cubicBezTo>
                      <a:pt x="386" y="274"/>
                      <a:pt x="386" y="274"/>
                      <a:pt x="386" y="274"/>
                    </a:cubicBezTo>
                    <a:cubicBezTo>
                      <a:pt x="397" y="287"/>
                      <a:pt x="397" y="287"/>
                      <a:pt x="397" y="287"/>
                    </a:cubicBezTo>
                    <a:cubicBezTo>
                      <a:pt x="398" y="293"/>
                      <a:pt x="398" y="293"/>
                      <a:pt x="398" y="293"/>
                    </a:cubicBezTo>
                    <a:cubicBezTo>
                      <a:pt x="404" y="300"/>
                      <a:pt x="404" y="300"/>
                      <a:pt x="404" y="300"/>
                    </a:cubicBezTo>
                    <a:lnTo>
                      <a:pt x="403" y="308"/>
                    </a:lnTo>
                    <a:close/>
                  </a:path>
                </a:pathLst>
              </a:custGeom>
              <a:solidFill>
                <a:srgbClr val="DEDEDE"/>
              </a:solidFill>
              <a:ln cap="rnd" cmpd="sng" w="9525">
                <a:solidFill>
                  <a:srgbClr val="DEDED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</p:grpSp>
      <p:pic>
        <p:nvPicPr>
          <p:cNvPr id="415" name="Google Shape;41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55846" y="4852758"/>
            <a:ext cx="376081" cy="265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empty">
  <p:cSld name="Title + empty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2"/>
          <p:cNvSpPr txBox="1"/>
          <p:nvPr>
            <p:ph type="title"/>
          </p:nvPr>
        </p:nvSpPr>
        <p:spPr>
          <a:xfrm>
            <a:off x="251100" y="259200"/>
            <a:ext cx="86415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900" lIns="0" spcFirstLastPara="1" rIns="0" wrap="square" tIns="189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659F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8" name="Google Shape;418;p12"/>
          <p:cNvSpPr txBox="1"/>
          <p:nvPr>
            <p:ph idx="12" type="sldNum"/>
          </p:nvPr>
        </p:nvSpPr>
        <p:spPr>
          <a:xfrm>
            <a:off x="251528" y="4877597"/>
            <a:ext cx="3144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100" lIns="0" spcFirstLastPara="1" rIns="0" wrap="square" tIns="241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/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/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/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/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/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/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/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/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9" name="Google Shape;41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55846" y="4852758"/>
            <a:ext cx="376081" cy="265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2" name="Google Shape;42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 rtl="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 rtl="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23" name="Google Shape;423;p1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>
              <a:buNone/>
              <a:defRPr sz="1100"/>
            </a:lvl1pPr>
            <a:lvl2pPr lvl="1" rtl="0">
              <a:buNone/>
              <a:defRPr sz="1100"/>
            </a:lvl2pPr>
            <a:lvl3pPr lvl="2" rtl="0">
              <a:buNone/>
              <a:defRPr sz="1100"/>
            </a:lvl3pPr>
            <a:lvl4pPr lvl="3" rtl="0">
              <a:buNone/>
              <a:defRPr sz="1100"/>
            </a:lvl4pPr>
            <a:lvl5pPr lvl="4" rtl="0">
              <a:buNone/>
              <a:defRPr sz="1100"/>
            </a:lvl5pPr>
            <a:lvl6pPr lvl="5" rtl="0">
              <a:buNone/>
              <a:defRPr sz="1100"/>
            </a:lvl6pPr>
            <a:lvl7pPr lvl="6" rtl="0">
              <a:buNone/>
              <a:defRPr sz="1100"/>
            </a:lvl7pPr>
            <a:lvl8pPr lvl="7" rtl="0">
              <a:buNone/>
              <a:defRPr sz="1100"/>
            </a:lvl8pPr>
            <a:lvl9pPr lvl="8" rtl="0">
              <a:buNone/>
              <a:defRPr sz="11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26" name="Google Shape;42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27" name="Google Shape;42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/>
        </p:nvSpPr>
        <p:spPr>
          <a:xfrm>
            <a:off x="1096597" y="4887230"/>
            <a:ext cx="6859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50" lIns="68475" spcFirstLastPara="1" rIns="68475" wrap="square" tIns="34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4F545A"/>
                </a:solidFill>
                <a:latin typeface="Rambla"/>
                <a:ea typeface="Rambla"/>
                <a:cs typeface="Rambla"/>
                <a:sym typeface="Rambla"/>
              </a:rPr>
              <a:t>© ESSILOR – All rights reserved – do not disclose, copy or distribute</a:t>
            </a:r>
            <a:endParaRPr sz="600">
              <a:solidFill>
                <a:srgbClr val="4F545A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8601078" y="24459"/>
            <a:ext cx="4632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50" lIns="68475" spcFirstLastPara="1" rIns="68475" wrap="square" tIns="34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600" u="none">
                <a:solidFill>
                  <a:srgbClr val="888888"/>
                </a:solidFill>
                <a:latin typeface="Rambla"/>
                <a:ea typeface="Rambla"/>
                <a:cs typeface="Rambla"/>
                <a:sym typeface="Rambla"/>
              </a:rPr>
              <a:t>- </a:t>
            </a:r>
            <a:fld id="{00000000-1234-1234-1234-123412341234}" type="slidenum">
              <a:rPr b="0" lang="en" sz="600" u="none">
                <a:solidFill>
                  <a:srgbClr val="888888"/>
                </a:solidFill>
                <a:latin typeface="Rambla"/>
                <a:ea typeface="Rambla"/>
                <a:cs typeface="Rambla"/>
                <a:sym typeface="Rambla"/>
              </a:rPr>
              <a:t>‹#›</a:t>
            </a:fld>
            <a:r>
              <a:rPr b="0" lang="en" sz="600" u="none">
                <a:solidFill>
                  <a:srgbClr val="888888"/>
                </a:solidFill>
                <a:latin typeface="Rambla"/>
                <a:ea typeface="Rambla"/>
                <a:cs typeface="Rambla"/>
                <a:sym typeface="Rambla"/>
              </a:rPr>
              <a:t> -</a:t>
            </a:r>
            <a:endParaRPr b="0" sz="600" u="none">
              <a:solidFill>
                <a:srgbClr val="888888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pic>
        <p:nvPicPr>
          <p:cNvPr descr="C:\Users\ELMIRA\Desktop\My Essilor\BCD\Charte graphique\essilor logo grey.png" id="14" name="Google Shape;14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955788" y="4792581"/>
            <a:ext cx="1074031" cy="350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4792575"/>
            <a:ext cx="413466" cy="2923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presentation/d/1KvH3UEi5rKyx7IUZqDKbC8DBE39sTP3neut5__OWg44/edit?usp=sharing" TargetMode="External"/><Relationship Id="rId4" Type="http://schemas.openxmlformats.org/officeDocument/2006/relationships/hyperlink" Target="https://drive.google.com/file/d/1IuWaaX0bjcqLAwn0so69XgmO--mdwiyW/view" TargetMode="External"/><Relationship Id="rId9" Type="http://schemas.openxmlformats.org/officeDocument/2006/relationships/image" Target="../media/image10.png"/><Relationship Id="rId5" Type="http://schemas.openxmlformats.org/officeDocument/2006/relationships/hyperlink" Target="http://okapi.rxdigitalplatform.com/swagger_ui/latest/?url=http://okapi.rxdigitalplatform.com/api/documents/okapi/eyecloud/EyeCloud.V2.yaml#/Identifiers/ById_typePost" TargetMode="External"/><Relationship Id="rId6" Type="http://schemas.openxmlformats.org/officeDocument/2006/relationships/hyperlink" Target="https://in-ec-ppr.rxdigitalplatform.com/v3/ecid" TargetMode="External"/><Relationship Id="rId7" Type="http://schemas.openxmlformats.org/officeDocument/2006/relationships/hyperlink" Target="https://in-ec-ppr.rxdigitalplatform.com/v3/ecid" TargetMode="External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5"/>
          <p:cNvSpPr/>
          <p:nvPr/>
        </p:nvSpPr>
        <p:spPr>
          <a:xfrm>
            <a:off x="5880485" y="944162"/>
            <a:ext cx="2403000" cy="2403300"/>
          </a:xfrm>
          <a:prstGeom prst="ellipse">
            <a:avLst/>
          </a:prstGeom>
          <a:solidFill>
            <a:srgbClr val="C31A8B">
              <a:alpha val="5922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5"/>
          <p:cNvSpPr txBox="1"/>
          <p:nvPr/>
        </p:nvSpPr>
        <p:spPr>
          <a:xfrm>
            <a:off x="6183950" y="1224051"/>
            <a:ext cx="1850400" cy="1559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RxIT solutions</a:t>
            </a:r>
            <a:endParaRPr b="1" sz="3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October 2022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434" name="Google Shape;43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2600" y="3985050"/>
            <a:ext cx="3635800" cy="63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6"/>
          <p:cNvSpPr/>
          <p:nvPr/>
        </p:nvSpPr>
        <p:spPr>
          <a:xfrm>
            <a:off x="422825" y="2923925"/>
            <a:ext cx="3411900" cy="1644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45818E"/>
                </a:solidFill>
              </a:rPr>
              <a:t>What are the use cases to leverage EyeCloud ? </a:t>
            </a:r>
            <a:endParaRPr b="1" sz="1100">
              <a:solidFill>
                <a:srgbClr val="45818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Traceability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Calculation results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E Waranty card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E Delivery Note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… 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See </a:t>
            </a:r>
            <a:r>
              <a:rPr lang="en" sz="900" u="sng">
                <a:solidFill>
                  <a:schemeClr val="hlink"/>
                </a:solidFill>
                <a:hlinkClick r:id="rId3"/>
              </a:rPr>
              <a:t>here</a:t>
            </a:r>
            <a:r>
              <a:rPr lang="en" sz="900"/>
              <a:t> or contact Bruno Manuel for business use cases</a:t>
            </a:r>
            <a:endParaRPr sz="900"/>
          </a:p>
        </p:txBody>
      </p:sp>
      <p:sp>
        <p:nvSpPr>
          <p:cNvPr id="440" name="Google Shape;440;p16"/>
          <p:cNvSpPr txBox="1"/>
          <p:nvPr>
            <p:ph type="title"/>
          </p:nvPr>
        </p:nvSpPr>
        <p:spPr>
          <a:xfrm>
            <a:off x="0" y="33475"/>
            <a:ext cx="88923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00" lIns="83800" spcFirstLastPara="1" rIns="83800" wrap="square" tIns="4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233"/>
              </a:buClr>
              <a:buFont typeface="Calibri"/>
              <a:buNone/>
            </a:pPr>
            <a:r>
              <a:rPr lang="en" sz="2600">
                <a:latin typeface="Calibri"/>
                <a:ea typeface="Calibri"/>
                <a:cs typeface="Calibri"/>
                <a:sym typeface="Calibri"/>
              </a:rPr>
              <a:t>EyeCloud product sheet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422825" y="866525"/>
            <a:ext cx="3411900" cy="1644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45818E"/>
                </a:solidFill>
              </a:rPr>
              <a:t>What is it ? </a:t>
            </a:r>
            <a:endParaRPr b="1" sz="1100">
              <a:solidFill>
                <a:srgbClr val="45818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Highly available Restful API under RxIT Solutions - RxDS (Jean-Philippe Gonon).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Hosted on AWS.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3 versions: v1 (to be decomm’, v2 (current), v3 (target).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Reachable</a:t>
            </a:r>
            <a:r>
              <a:rPr lang="en" sz="900"/>
              <a:t> from internal and external network. 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Security based on a home made solution similar to API key named (keys”).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Architecture </a:t>
            </a:r>
            <a:r>
              <a:rPr lang="en" sz="900" u="sng">
                <a:solidFill>
                  <a:schemeClr val="hlink"/>
                </a:solidFill>
                <a:hlinkClick r:id="rId4"/>
              </a:rPr>
              <a:t>here</a:t>
            </a:r>
            <a:r>
              <a:rPr lang="en" sz="900"/>
              <a:t> → DynamoDb + S3 behind the scene</a:t>
            </a:r>
            <a:endParaRPr sz="900"/>
          </a:p>
        </p:txBody>
      </p:sp>
      <p:sp>
        <p:nvSpPr>
          <p:cNvPr id="442" name="Google Shape;442;p16"/>
          <p:cNvSpPr/>
          <p:nvPr/>
        </p:nvSpPr>
        <p:spPr>
          <a:xfrm>
            <a:off x="5319850" y="899975"/>
            <a:ext cx="3411900" cy="1577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45818E"/>
                </a:solidFill>
              </a:rPr>
              <a:t>What kind of services does EyeCloud provide ?</a:t>
            </a:r>
            <a:r>
              <a:rPr lang="en" sz="1000"/>
              <a:t> </a:t>
            </a:r>
            <a:endParaRPr sz="1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Provides </a:t>
            </a:r>
            <a:r>
              <a:rPr b="1" lang="en" sz="900"/>
              <a:t>Id</a:t>
            </a:r>
            <a:r>
              <a:rPr lang="en" sz="900"/>
              <a:t> (“Eyecloud ID”).</a:t>
            </a:r>
            <a:endParaRPr sz="9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Store documents which </a:t>
            </a:r>
            <a:r>
              <a:rPr b="1" lang="en" sz="900"/>
              <a:t>aims to be shared between </a:t>
            </a:r>
            <a:r>
              <a:rPr b="1" lang="en" sz="900"/>
              <a:t>several</a:t>
            </a:r>
            <a:r>
              <a:rPr b="1" lang="en" sz="900"/>
              <a:t> systems</a:t>
            </a:r>
            <a:r>
              <a:rPr lang="en" sz="900"/>
              <a:t>.</a:t>
            </a:r>
            <a:endParaRPr sz="9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EyeCloud is not a individual storage solution (System does not use EyeCloud to store its own files such as temp file, log, settings;...)</a:t>
            </a:r>
            <a:endParaRPr sz="9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EyeCloud does not provide multi criterias search capability. </a:t>
            </a:r>
            <a:r>
              <a:rPr lang="en" sz="1000"/>
              <a:t> </a:t>
            </a:r>
            <a:endParaRPr sz="1000"/>
          </a:p>
        </p:txBody>
      </p:sp>
      <p:sp>
        <p:nvSpPr>
          <p:cNvPr id="443" name="Google Shape;443;p16"/>
          <p:cNvSpPr/>
          <p:nvPr/>
        </p:nvSpPr>
        <p:spPr>
          <a:xfrm>
            <a:off x="5375400" y="2923925"/>
            <a:ext cx="3411900" cy="1644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45818E"/>
                </a:solidFill>
              </a:rPr>
              <a:t>Useful information </a:t>
            </a:r>
            <a:r>
              <a:rPr b="1" lang="en" sz="1100">
                <a:solidFill>
                  <a:srgbClr val="45818E"/>
                </a:solidFill>
              </a:rPr>
              <a:t>? </a:t>
            </a:r>
            <a:endParaRPr b="1" sz="1100">
              <a:solidFill>
                <a:srgbClr val="45818E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Point of contact during project phase: </a:t>
            </a:r>
            <a:r>
              <a:rPr b="1" lang="en" sz="900"/>
              <a:t>Lionel TCHAMFONG</a:t>
            </a:r>
            <a:endParaRPr sz="9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Point of contact once live for the project: WW - Rx IT - Calculation Support, Lionel in cc</a:t>
            </a:r>
            <a:endParaRPr sz="9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hlinkClick r:id="rId5"/>
              </a:rPr>
              <a:t>Swagger</a:t>
            </a:r>
            <a:r>
              <a:rPr lang="en" sz="900"/>
              <a:t> </a:t>
            </a:r>
            <a:endParaRPr sz="9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Internal URL ECv3 PPR: </a:t>
            </a:r>
            <a:r>
              <a:rPr lang="en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https://in-ec-ppr.rxdigitalplatform.com/v3/</a:t>
            </a:r>
            <a:endParaRPr sz="9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Internal URL ECv3PRD: </a:t>
            </a:r>
            <a:r>
              <a:rPr lang="en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https://in-ec.rxdigitalplatform.com/v3</a:t>
            </a:r>
            <a:endParaRPr sz="900"/>
          </a:p>
        </p:txBody>
      </p:sp>
      <p:pic>
        <p:nvPicPr>
          <p:cNvPr id="444" name="Google Shape;444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20950" y="4752900"/>
            <a:ext cx="2223049" cy="3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20950" y="1866848"/>
            <a:ext cx="2592225" cy="1556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125" y="529475"/>
            <a:ext cx="8839197" cy="4201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6F4A466F26046961D2FEADA0F794E" ma:contentTypeVersion="16" ma:contentTypeDescription="Crée un document." ma:contentTypeScope="" ma:versionID="029e64fe54d8b0768025a5c5bf4c8114">
  <xsd:schema xmlns:xsd="http://www.w3.org/2001/XMLSchema" xmlns:xs="http://www.w3.org/2001/XMLSchema" xmlns:p="http://schemas.microsoft.com/office/2006/metadata/properties" xmlns:ns2="71b77f45-859e-4a9f-b23d-c4b37bd56895" xmlns:ns3="7a69be49-e63e-4505-90ce-d18b3283f86f" targetNamespace="http://schemas.microsoft.com/office/2006/metadata/properties" ma:root="true" ma:fieldsID="9cb520361c8cb052414c7e9e9ff8c5db" ns2:_="" ns3:_="">
    <xsd:import namespace="71b77f45-859e-4a9f-b23d-c4b37bd56895"/>
    <xsd:import namespace="7a69be49-e63e-4505-90ce-d18b3283f8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Dat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b77f45-859e-4a9f-b23d-c4b37bd568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2" nillable="true" ma:taxonomy="true" ma:internalName="lcf76f155ced4ddcb4097134ff3c332f" ma:taxonomyFieldName="MediaServiceImageTags" ma:displayName="Balises d’images" ma:readOnly="false" ma:fieldId="{5cf76f15-5ced-4ddc-b409-7134ff3c332f}" ma:taxonomyMulti="true" ma:sspId="029e37f2-6469-464b-a75a-0b705c5d6e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Date" ma:index="21" nillable="true" ma:displayName="Date" ma:default="[today]" ma:format="DateTime" ma:internalName="Date">
      <xsd:simpleType>
        <xsd:restriction base="dms:DateTime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69be49-e63e-4505-90ce-d18b3283f86f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64030f8d-2af3-4553-87be-e676b21abbb9}" ma:internalName="TaxCatchAll" ma:showField="CatchAllData" ma:web="7a69be49-e63e-4505-90ce-d18b3283f8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a69be49-e63e-4505-90ce-d18b3283f86f" xsi:nil="true"/>
    <lcf76f155ced4ddcb4097134ff3c332f xmlns="71b77f45-859e-4a9f-b23d-c4b37bd56895">
      <Terms xmlns="http://schemas.microsoft.com/office/infopath/2007/PartnerControls"/>
    </lcf76f155ced4ddcb4097134ff3c332f>
    <Date xmlns="71b77f45-859e-4a9f-b23d-c4b37bd56895">2023-02-03T08:27:19+00:00</Date>
  </documentManagement>
</p:properties>
</file>

<file path=customXml/itemProps1.xml><?xml version="1.0" encoding="utf-8"?>
<ds:datastoreItem xmlns:ds="http://schemas.openxmlformats.org/officeDocument/2006/customXml" ds:itemID="{1940A038-E75F-465A-915D-84DDBBC2562B}"/>
</file>

<file path=customXml/itemProps2.xml><?xml version="1.0" encoding="utf-8"?>
<ds:datastoreItem xmlns:ds="http://schemas.openxmlformats.org/officeDocument/2006/customXml" ds:itemID="{7D3730D7-35AF-4AC7-A330-9A42B47B0379}"/>
</file>

<file path=customXml/itemProps3.xml><?xml version="1.0" encoding="utf-8"?>
<ds:datastoreItem xmlns:ds="http://schemas.openxmlformats.org/officeDocument/2006/customXml" ds:itemID="{D6106A83-B7B2-412D-BBEA-60957ACDDB43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0x010100FA86F4A466F26046961D2FEADA0F794E</vt:lpwstr>
  </property>
  <property fmtid="{D5CDD505-2E9C-101B-9397-08002B2CF9AE}" pid="3" name="MediaServiceImageTags">
    <vt:lpwstr/>
  </property>
</Properties>
</file>