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42.xml" ContentType="application/vnd.openxmlformats-officedocument.presentationml.tags+xml"/>
  <Override PartName="/ppt/slides/slide3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slides/slide5.xml" ContentType="application/vnd.openxmlformats-officedocument.presentationml.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01" r:id="rId2"/>
    <p:sldId id="267" r:id="rId3"/>
    <p:sldId id="257" r:id="rId4"/>
    <p:sldId id="302" r:id="rId5"/>
    <p:sldId id="303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ACAD"/>
    <a:srgbClr val="C2F0EC"/>
    <a:srgbClr val="E3C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8A3E9-04F7-BDCB-F758-8AD8FE29C41D}" v="1" dt="2024-09-24T07:42:45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CHAMFONG LIONEL" userId="S::tchamfl@ext.essilor.com::7ba41266-02c5-4eb4-be69-a4bf1727da15" providerId="AD" clId="Web-{7F8EE4B0-FC18-DE05-6B2E-7BF4FDB1B6F2}"/>
    <pc:docChg chg="modSld">
      <pc:chgData name="TCHAMFONG LIONEL" userId="S::tchamfl@ext.essilor.com::7ba41266-02c5-4eb4-be69-a4bf1727da15" providerId="AD" clId="Web-{7F8EE4B0-FC18-DE05-6B2E-7BF4FDB1B6F2}" dt="2024-08-26T13:30:04.300" v="38" actId="20577"/>
      <pc:docMkLst>
        <pc:docMk/>
      </pc:docMkLst>
      <pc:sldChg chg="modSp">
        <pc:chgData name="TCHAMFONG LIONEL" userId="S::tchamfl@ext.essilor.com::7ba41266-02c5-4eb4-be69-a4bf1727da15" providerId="AD" clId="Web-{7F8EE4B0-FC18-DE05-6B2E-7BF4FDB1B6F2}" dt="2024-08-26T13:30:04.300" v="38" actId="20577"/>
        <pc:sldMkLst>
          <pc:docMk/>
          <pc:sldMk cId="1709054280" sldId="267"/>
        </pc:sldMkLst>
        <pc:spChg chg="mod">
          <ac:chgData name="TCHAMFONG LIONEL" userId="S::tchamfl@ext.essilor.com::7ba41266-02c5-4eb4-be69-a4bf1727da15" providerId="AD" clId="Web-{7F8EE4B0-FC18-DE05-6B2E-7BF4FDB1B6F2}" dt="2024-08-26T13:29:46.206" v="35" actId="14100"/>
          <ac:spMkLst>
            <pc:docMk/>
            <pc:sldMk cId="1709054280" sldId="267"/>
            <ac:spMk id="2" creationId="{D2017EF7-E25D-71DD-0E6B-EDFACAC90191}"/>
          </ac:spMkLst>
        </pc:spChg>
        <pc:spChg chg="mod">
          <ac:chgData name="TCHAMFONG LIONEL" userId="S::tchamfl@ext.essilor.com::7ba41266-02c5-4eb4-be69-a4bf1727da15" providerId="AD" clId="Web-{7F8EE4B0-FC18-DE05-6B2E-7BF4FDB1B6F2}" dt="2024-08-26T13:30:04.300" v="38" actId="20577"/>
          <ac:spMkLst>
            <pc:docMk/>
            <pc:sldMk cId="1709054280" sldId="267"/>
            <ac:spMk id="26" creationId="{9D51A712-A1E7-1B93-1428-D9C44837C073}"/>
          </ac:spMkLst>
        </pc:spChg>
        <pc:spChg chg="mod">
          <ac:chgData name="TCHAMFONG LIONEL" userId="S::tchamfl@ext.essilor.com::7ba41266-02c5-4eb4-be69-a4bf1727da15" providerId="AD" clId="Web-{7F8EE4B0-FC18-DE05-6B2E-7BF4FDB1B6F2}" dt="2024-08-26T13:29:39.299" v="32" actId="20577"/>
          <ac:spMkLst>
            <pc:docMk/>
            <pc:sldMk cId="1709054280" sldId="267"/>
            <ac:spMk id="28" creationId="{0CD7DDE2-24B2-B4F8-E39E-853FE00FB72F}"/>
          </ac:spMkLst>
        </pc:spChg>
      </pc:sldChg>
    </pc:docChg>
  </pc:docChgLst>
  <pc:docChgLst>
    <pc:chgData name="TCHAMFONG LIONEL" userId="S::tchamfl@ext.essilor.com::7ba41266-02c5-4eb4-be69-a4bf1727da15" providerId="AD" clId="Web-{BB47189F-0E3D-357E-BBDB-03F2EC22CF6C}"/>
    <pc:docChg chg="addSld modSld">
      <pc:chgData name="TCHAMFONG LIONEL" userId="S::tchamfl@ext.essilor.com::7ba41266-02c5-4eb4-be69-a4bf1727da15" providerId="AD" clId="Web-{BB47189F-0E3D-357E-BBDB-03F2EC22CF6C}" dt="2024-08-26T13:21:49.208" v="112" actId="1076"/>
      <pc:docMkLst>
        <pc:docMk/>
      </pc:docMkLst>
      <pc:sldChg chg="addSp modSp">
        <pc:chgData name="TCHAMFONG LIONEL" userId="S::tchamfl@ext.essilor.com::7ba41266-02c5-4eb4-be69-a4bf1727da15" providerId="AD" clId="Web-{BB47189F-0E3D-357E-BBDB-03F2EC22CF6C}" dt="2024-08-26T13:21:49.208" v="112" actId="1076"/>
        <pc:sldMkLst>
          <pc:docMk/>
          <pc:sldMk cId="1709054280" sldId="267"/>
        </pc:sldMkLst>
        <pc:spChg chg="mod">
          <ac:chgData name="TCHAMFONG LIONEL" userId="S::tchamfl@ext.essilor.com::7ba41266-02c5-4eb4-be69-a4bf1727da15" providerId="AD" clId="Web-{BB47189F-0E3D-357E-BBDB-03F2EC22CF6C}" dt="2024-08-26T13:17:11.372" v="1" actId="14100"/>
          <ac:spMkLst>
            <pc:docMk/>
            <pc:sldMk cId="1709054280" sldId="267"/>
            <ac:spMk id="5" creationId="{1DEBFE31-9379-6FA5-0FFC-8859A9D82B0A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21:49.067" v="108" actId="1076"/>
          <ac:spMkLst>
            <pc:docMk/>
            <pc:sldMk cId="1709054280" sldId="267"/>
            <ac:spMk id="6" creationId="{B541092D-95A4-2A16-AB34-3D8628DEB244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21:49.099" v="109" actId="1076"/>
          <ac:spMkLst>
            <pc:docMk/>
            <pc:sldMk cId="1709054280" sldId="267"/>
            <ac:spMk id="8" creationId="{0EAA4DC9-D7B1-36E7-184F-216FB1616EA2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21:49.145" v="110" actId="1076"/>
          <ac:spMkLst>
            <pc:docMk/>
            <pc:sldMk cId="1709054280" sldId="267"/>
            <ac:spMk id="9" creationId="{9A35DC70-F232-2F4C-1EE0-B3C78EA9D4E3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21:49.177" v="111" actId="1076"/>
          <ac:spMkLst>
            <pc:docMk/>
            <pc:sldMk cId="1709054280" sldId="267"/>
            <ac:spMk id="13" creationId="{D5E7E9B4-3B6C-DDB0-2DC1-460217E36B7A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17:41.748" v="7" actId="1076"/>
          <ac:spMkLst>
            <pc:docMk/>
            <pc:sldMk cId="1709054280" sldId="267"/>
            <ac:spMk id="14" creationId="{533D7CE0-CB93-9F42-B750-8D75457437A5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21:49.208" v="112" actId="1076"/>
          <ac:spMkLst>
            <pc:docMk/>
            <pc:sldMk cId="1709054280" sldId="267"/>
            <ac:spMk id="18" creationId="{06A74431-C49C-A074-FD2E-4DA463AE8ABD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17:41.811" v="9" actId="1076"/>
          <ac:spMkLst>
            <pc:docMk/>
            <pc:sldMk cId="1709054280" sldId="267"/>
            <ac:spMk id="20" creationId="{02C86A51-6A3F-4D43-CA48-203974BA5813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21:10.738" v="104" actId="1076"/>
          <ac:spMkLst>
            <pc:docMk/>
            <pc:sldMk cId="1709054280" sldId="267"/>
            <ac:spMk id="21" creationId="{62E517C6-878A-5E5C-8E3A-FFA9A1505745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21:14.129" v="105" actId="1076"/>
          <ac:spMkLst>
            <pc:docMk/>
            <pc:sldMk cId="1709054280" sldId="267"/>
            <ac:spMk id="22" creationId="{CE9AC874-FC60-E78B-8621-5D6B680E92D4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17:41.904" v="12" actId="1076"/>
          <ac:spMkLst>
            <pc:docMk/>
            <pc:sldMk cId="1709054280" sldId="267"/>
            <ac:spMk id="23" creationId="{4E2F4C67-4A8F-58F4-7C86-C1EBFCE614D8}"/>
          </ac:spMkLst>
        </pc:spChg>
        <pc:spChg chg="mod">
          <ac:chgData name="TCHAMFONG LIONEL" userId="S::tchamfl@ext.essilor.com::7ba41266-02c5-4eb4-be69-a4bf1727da15" providerId="AD" clId="Web-{BB47189F-0E3D-357E-BBDB-03F2EC22CF6C}" dt="2024-08-26T13:17:41.936" v="13" actId="1076"/>
          <ac:spMkLst>
            <pc:docMk/>
            <pc:sldMk cId="1709054280" sldId="267"/>
            <ac:spMk id="24" creationId="{A5A6A34D-5399-F91C-7B93-9A3F0070992B}"/>
          </ac:spMkLst>
        </pc:spChg>
        <pc:spChg chg="add mod">
          <ac:chgData name="TCHAMFONG LIONEL" userId="S::tchamfl@ext.essilor.com::7ba41266-02c5-4eb4-be69-a4bf1727da15" providerId="AD" clId="Web-{BB47189F-0E3D-357E-BBDB-03F2EC22CF6C}" dt="2024-08-26T13:18:17.968" v="43" actId="20577"/>
          <ac:spMkLst>
            <pc:docMk/>
            <pc:sldMk cId="1709054280" sldId="267"/>
            <ac:spMk id="25" creationId="{3F08801A-850B-BF5E-2783-E58854826ED9}"/>
          </ac:spMkLst>
        </pc:spChg>
        <pc:spChg chg="add mod">
          <ac:chgData name="TCHAMFONG LIONEL" userId="S::tchamfl@ext.essilor.com::7ba41266-02c5-4eb4-be69-a4bf1727da15" providerId="AD" clId="Web-{BB47189F-0E3D-357E-BBDB-03F2EC22CF6C}" dt="2024-08-26T13:18:38.062" v="54" actId="20577"/>
          <ac:spMkLst>
            <pc:docMk/>
            <pc:sldMk cId="1709054280" sldId="267"/>
            <ac:spMk id="26" creationId="{9D51A712-A1E7-1B93-1428-D9C44837C073}"/>
          </ac:spMkLst>
        </pc:spChg>
        <pc:spChg chg="add mod">
          <ac:chgData name="TCHAMFONG LIONEL" userId="S::tchamfl@ext.essilor.com::7ba41266-02c5-4eb4-be69-a4bf1727da15" providerId="AD" clId="Web-{BB47189F-0E3D-357E-BBDB-03F2EC22CF6C}" dt="2024-08-26T13:21:26.192" v="106" actId="1076"/>
          <ac:spMkLst>
            <pc:docMk/>
            <pc:sldMk cId="1709054280" sldId="267"/>
            <ac:spMk id="27" creationId="{85A3FA3E-F994-BD6F-85CF-B3E69BD22E33}"/>
          </ac:spMkLst>
        </pc:spChg>
        <pc:spChg chg="add mod">
          <ac:chgData name="TCHAMFONG LIONEL" userId="S::tchamfl@ext.essilor.com::7ba41266-02c5-4eb4-be69-a4bf1727da15" providerId="AD" clId="Web-{BB47189F-0E3D-357E-BBDB-03F2EC22CF6C}" dt="2024-08-26T13:21:29.910" v="107" actId="1076"/>
          <ac:spMkLst>
            <pc:docMk/>
            <pc:sldMk cId="1709054280" sldId="267"/>
            <ac:spMk id="28" creationId="{0CD7DDE2-24B2-B4F8-E39E-853FE00FB72F}"/>
          </ac:spMkLst>
        </pc:spChg>
        <pc:spChg chg="add mod">
          <ac:chgData name="TCHAMFONG LIONEL" userId="S::tchamfl@ext.essilor.com::7ba41266-02c5-4eb4-be69-a4bf1727da15" providerId="AD" clId="Web-{BB47189F-0E3D-357E-BBDB-03F2EC22CF6C}" dt="2024-08-26T13:19:29.360" v="90" actId="20577"/>
          <ac:spMkLst>
            <pc:docMk/>
            <pc:sldMk cId="1709054280" sldId="267"/>
            <ac:spMk id="29" creationId="{B50F80AE-C521-E5A1-F295-8131D5846862}"/>
          </ac:spMkLst>
        </pc:spChg>
        <pc:spChg chg="add mod">
          <ac:chgData name="TCHAMFONG LIONEL" userId="S::tchamfl@ext.essilor.com::7ba41266-02c5-4eb4-be69-a4bf1727da15" providerId="AD" clId="Web-{BB47189F-0E3D-357E-BBDB-03F2EC22CF6C}" dt="2024-08-26T13:19:32.501" v="91" actId="20577"/>
          <ac:spMkLst>
            <pc:docMk/>
            <pc:sldMk cId="1709054280" sldId="267"/>
            <ac:spMk id="30" creationId="{20B8FA66-697B-8766-262B-93C8FAE81300}"/>
          </ac:spMkLst>
        </pc:spChg>
        <pc:cxnChg chg="mod">
          <ac:chgData name="TCHAMFONG LIONEL" userId="S::tchamfl@ext.essilor.com::7ba41266-02c5-4eb4-be69-a4bf1727da15" providerId="AD" clId="Web-{BB47189F-0E3D-357E-BBDB-03F2EC22CF6C}" dt="2024-08-26T13:17:41.779" v="8" actId="1076"/>
          <ac:cxnSpMkLst>
            <pc:docMk/>
            <pc:sldMk cId="1709054280" sldId="267"/>
            <ac:cxnSpMk id="19" creationId="{00F8B94D-EFA4-0020-DBDE-D08F0DCC21E9}"/>
          </ac:cxnSpMkLst>
        </pc:cxnChg>
        <pc:cxnChg chg="add mod">
          <ac:chgData name="TCHAMFONG LIONEL" userId="S::tchamfl@ext.essilor.com::7ba41266-02c5-4eb4-be69-a4bf1727da15" providerId="AD" clId="Web-{BB47189F-0E3D-357E-BBDB-03F2EC22CF6C}" dt="2024-08-26T13:19:41.814" v="93" actId="1076"/>
          <ac:cxnSpMkLst>
            <pc:docMk/>
            <pc:sldMk cId="1709054280" sldId="267"/>
            <ac:cxnSpMk id="31" creationId="{7840B4F9-2952-CE2C-FE8A-6314BDA64792}"/>
          </ac:cxnSpMkLst>
        </pc:cxnChg>
        <pc:cxnChg chg="mod">
          <ac:chgData name="TCHAMFONG LIONEL" userId="S::tchamfl@ext.essilor.com::7ba41266-02c5-4eb4-be69-a4bf1727da15" providerId="AD" clId="Web-{BB47189F-0E3D-357E-BBDB-03F2EC22CF6C}" dt="2024-08-26T13:20:00.517" v="95" actId="1076"/>
          <ac:cxnSpMkLst>
            <pc:docMk/>
            <pc:sldMk cId="1709054280" sldId="267"/>
            <ac:cxnSpMk id="329" creationId="{00000000-0000-0000-0000-000000000000}"/>
          </ac:cxnSpMkLst>
        </pc:cxnChg>
      </pc:sldChg>
      <pc:sldChg chg="add replId">
        <pc:chgData name="TCHAMFONG LIONEL" userId="S::tchamfl@ext.essilor.com::7ba41266-02c5-4eb4-be69-a4bf1727da15" providerId="AD" clId="Web-{BB47189F-0E3D-357E-BBDB-03F2EC22CF6C}" dt="2024-08-26T13:16:34.059" v="0"/>
        <pc:sldMkLst>
          <pc:docMk/>
          <pc:sldMk cId="2300429487" sldId="302"/>
        </pc:sldMkLst>
      </pc:sldChg>
    </pc:docChg>
  </pc:docChgLst>
  <pc:docChgLst>
    <pc:chgData name="TCHAMFONG LIONEL" userId="S::tchamfl@ext.essilor.com::7ba41266-02c5-4eb4-be69-a4bf1727da15" providerId="AD" clId="Web-{FA324950-DA51-3AA7-3FA9-B53C173B77C2}"/>
    <pc:docChg chg="modSld">
      <pc:chgData name="TCHAMFONG LIONEL" userId="S::tchamfl@ext.essilor.com::7ba41266-02c5-4eb4-be69-a4bf1727da15" providerId="AD" clId="Web-{FA324950-DA51-3AA7-3FA9-B53C173B77C2}" dt="2024-08-29T07:14:32.030" v="2"/>
      <pc:docMkLst>
        <pc:docMk/>
      </pc:docMkLst>
      <pc:sldChg chg="delSp">
        <pc:chgData name="TCHAMFONG LIONEL" userId="S::tchamfl@ext.essilor.com::7ba41266-02c5-4eb4-be69-a4bf1727da15" providerId="AD" clId="Web-{FA324950-DA51-3AA7-3FA9-B53C173B77C2}" dt="2024-08-29T07:14:32.030" v="2"/>
        <pc:sldMkLst>
          <pc:docMk/>
          <pc:sldMk cId="2300429487" sldId="302"/>
        </pc:sldMkLst>
        <pc:spChg chg="del">
          <ac:chgData name="TCHAMFONG LIONEL" userId="S::tchamfl@ext.essilor.com::7ba41266-02c5-4eb4-be69-a4bf1727da15" providerId="AD" clId="Web-{FA324950-DA51-3AA7-3FA9-B53C173B77C2}" dt="2024-08-29T07:14:32.030" v="1"/>
          <ac:spMkLst>
            <pc:docMk/>
            <pc:sldMk cId="2300429487" sldId="302"/>
            <ac:spMk id="22" creationId="{19CFE31D-6213-2308-D7AE-BDB36F43294A}"/>
          </ac:spMkLst>
        </pc:spChg>
        <pc:spChg chg="del">
          <ac:chgData name="TCHAMFONG LIONEL" userId="S::tchamfl@ext.essilor.com::7ba41266-02c5-4eb4-be69-a4bf1727da15" providerId="AD" clId="Web-{FA324950-DA51-3AA7-3FA9-B53C173B77C2}" dt="2024-08-29T07:14:32.030" v="2"/>
          <ac:spMkLst>
            <pc:docMk/>
            <pc:sldMk cId="2300429487" sldId="302"/>
            <ac:spMk id="64" creationId="{D17EC566-50B0-49D1-7E5F-ED5083D5DACA}"/>
          </ac:spMkLst>
        </pc:spChg>
        <pc:spChg chg="del">
          <ac:chgData name="TCHAMFONG LIONEL" userId="S::tchamfl@ext.essilor.com::7ba41266-02c5-4eb4-be69-a4bf1727da15" providerId="AD" clId="Web-{FA324950-DA51-3AA7-3FA9-B53C173B77C2}" dt="2024-08-29T07:14:32.030" v="0"/>
          <ac:spMkLst>
            <pc:docMk/>
            <pc:sldMk cId="2300429487" sldId="302"/>
            <ac:spMk id="94" creationId="{9461DB12-A5AC-9CDC-91DE-05133B414A0B}"/>
          </ac:spMkLst>
        </pc:spChg>
      </pc:sldChg>
    </pc:docChg>
  </pc:docChgLst>
  <pc:docChgLst>
    <pc:chgData name="TCHAMFONG LIONEL" userId="S::tchamfl@ext.essilor.com::7ba41266-02c5-4eb4-be69-a4bf1727da15" providerId="AD" clId="Web-{AB38A3E9-04F7-BDCB-F758-8AD8FE29C41D}"/>
    <pc:docChg chg="addSld">
      <pc:chgData name="TCHAMFONG LIONEL" userId="S::tchamfl@ext.essilor.com::7ba41266-02c5-4eb4-be69-a4bf1727da15" providerId="AD" clId="Web-{AB38A3E9-04F7-BDCB-F758-8AD8FE29C41D}" dt="2024-09-24T07:42:45.001" v="0"/>
      <pc:docMkLst>
        <pc:docMk/>
      </pc:docMkLst>
      <pc:sldChg chg="add replId">
        <pc:chgData name="TCHAMFONG LIONEL" userId="S::tchamfl@ext.essilor.com::7ba41266-02c5-4eb4-be69-a4bf1727da15" providerId="AD" clId="Web-{AB38A3E9-04F7-BDCB-F758-8AD8FE29C41D}" dt="2024-09-24T07:42:45.001" v="0"/>
        <pc:sldMkLst>
          <pc:docMk/>
          <pc:sldMk cId="3032298137" sldId="303"/>
        </pc:sldMkLst>
      </pc:sldChg>
    </pc:docChg>
  </pc:docChgLst>
  <pc:docChgLst>
    <pc:chgData name="TCHAMFONG LIONEL" userId="S::tchamfl@ext.essilor.com::7ba41266-02c5-4eb4-be69-a4bf1727da15" providerId="AD" clId="Web-{7705BACC-EEA0-D20C-4736-4A68B347A2C0}"/>
    <pc:docChg chg="mod addSld delSld modSld">
      <pc:chgData name="TCHAMFONG LIONEL" userId="S::tchamfl@ext.essilor.com::7ba41266-02c5-4eb4-be69-a4bf1727da15" providerId="AD" clId="Web-{7705BACC-EEA0-D20C-4736-4A68B347A2C0}" dt="2024-08-22T09:03:00.027" v="1408" actId="20577"/>
      <pc:docMkLst>
        <pc:docMk/>
      </pc:docMkLst>
      <pc:sldChg chg="del">
        <pc:chgData name="TCHAMFONG LIONEL" userId="S::tchamfl@ext.essilor.com::7ba41266-02c5-4eb4-be69-a4bf1727da15" providerId="AD" clId="Web-{7705BACC-EEA0-D20C-4736-4A68B347A2C0}" dt="2024-08-22T07:23:34.839" v="2"/>
        <pc:sldMkLst>
          <pc:docMk/>
          <pc:sldMk cId="3784089036" sldId="256"/>
        </pc:sldMkLst>
      </pc:sldChg>
      <pc:sldChg chg="addSp delSp modSp add del">
        <pc:chgData name="TCHAMFONG LIONEL" userId="S::tchamfl@ext.essilor.com::7ba41266-02c5-4eb4-be69-a4bf1727da15" providerId="AD" clId="Web-{7705BACC-EEA0-D20C-4736-4A68B347A2C0}" dt="2024-08-22T08:26:16.022" v="1302" actId="1076"/>
        <pc:sldMkLst>
          <pc:docMk/>
          <pc:sldMk cId="4196320131" sldId="257"/>
        </pc:sldMkLst>
        <pc:spChg chg="del">
          <ac:chgData name="TCHAMFONG LIONEL" userId="S::tchamfl@ext.essilor.com::7ba41266-02c5-4eb4-be69-a4bf1727da15" providerId="AD" clId="Web-{7705BACC-EEA0-D20C-4736-4A68B347A2C0}" dt="2024-08-22T08:08:52.257" v="952"/>
          <ac:spMkLst>
            <pc:docMk/>
            <pc:sldMk cId="4196320131" sldId="257"/>
            <ac:spMk id="2" creationId="{75D0FDDB-76DC-3F9E-27B0-024C0DC686E7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5.836" v="959"/>
          <ac:spMkLst>
            <pc:docMk/>
            <pc:sldMk cId="4196320131" sldId="257"/>
            <ac:spMk id="3" creationId="{76049475-6376-3481-5E96-D0337655D994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83"/>
          <ac:spMkLst>
            <pc:docMk/>
            <pc:sldMk cId="4196320131" sldId="257"/>
            <ac:spMk id="5" creationId="{E478DD2B-4600-8413-A282-2F656EF03B2C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82"/>
          <ac:spMkLst>
            <pc:docMk/>
            <pc:sldMk cId="4196320131" sldId="257"/>
            <ac:spMk id="6" creationId="{017F7DB6-6DD8-58F5-CF58-BA37A1FC6F5F}"/>
          </ac:spMkLst>
        </pc:spChg>
        <pc:spChg chg="del mod">
          <ac:chgData name="TCHAMFONG LIONEL" userId="S::tchamfl@ext.essilor.com::7ba41266-02c5-4eb4-be69-a4bf1727da15" providerId="AD" clId="Web-{7705BACC-EEA0-D20C-4736-4A68B347A2C0}" dt="2024-08-22T08:08:57.539" v="961"/>
          <ac:spMkLst>
            <pc:docMk/>
            <pc:sldMk cId="4196320131" sldId="257"/>
            <ac:spMk id="7" creationId="{5F5D7417-05F6-B72F-3306-4DF8D566EAA6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9:58.590" v="991" actId="20577"/>
          <ac:spMkLst>
            <pc:docMk/>
            <pc:sldMk cId="4196320131" sldId="257"/>
            <ac:spMk id="8" creationId="{702D68D6-BCEE-4CD6-A859-F8FEE9A04302}"/>
          </ac:spMkLst>
        </pc:spChg>
        <pc:spChg chg="add del mod">
          <ac:chgData name="TCHAMFONG LIONEL" userId="S::tchamfl@ext.essilor.com::7ba41266-02c5-4eb4-be69-a4bf1727da15" providerId="AD" clId="Web-{7705BACC-EEA0-D20C-4736-4A68B347A2C0}" dt="2024-08-22T08:10:18.873" v="996" actId="20577"/>
          <ac:spMkLst>
            <pc:docMk/>
            <pc:sldMk cId="4196320131" sldId="257"/>
            <ac:spMk id="9" creationId="{A17A889C-AF6D-42C1-8D05-20E9BED2C076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0:25.420" v="999" actId="20577"/>
          <ac:spMkLst>
            <pc:docMk/>
            <pc:sldMk cId="4196320131" sldId="257"/>
            <ac:spMk id="10" creationId="{0664328E-1473-4111-93BA-CD26B24A80B7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0:40.890" v="1002" actId="20577"/>
          <ac:spMkLst>
            <pc:docMk/>
            <pc:sldMk cId="4196320131" sldId="257"/>
            <ac:spMk id="11" creationId="{45870EA3-B0B6-458D-9DFE-2AA92AAFBE4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2:50.650" v="1029" actId="20577"/>
          <ac:spMkLst>
            <pc:docMk/>
            <pc:sldMk cId="4196320131" sldId="257"/>
            <ac:spMk id="12" creationId="{C77FF8A0-EB15-459F-8D7C-D7C7E966148F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2:58.682" v="1031" actId="20577"/>
          <ac:spMkLst>
            <pc:docMk/>
            <pc:sldMk cId="4196320131" sldId="257"/>
            <ac:spMk id="13" creationId="{44FB1FEC-6B05-4C2B-ADE0-DCA0A6867D6E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3:04.917" v="1033" actId="20577"/>
          <ac:spMkLst>
            <pc:docMk/>
            <pc:sldMk cId="4196320131" sldId="257"/>
            <ac:spMk id="14" creationId="{D785A5A7-BDB7-4BB4-8818-1933CDF03BC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3:10.276" v="1035" actId="20577"/>
          <ac:spMkLst>
            <pc:docMk/>
            <pc:sldMk cId="4196320131" sldId="257"/>
            <ac:spMk id="15" creationId="{CE6A966A-706B-484A-A6BC-E2FFC4BB5B28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3:18.199" v="1037" actId="20577"/>
          <ac:spMkLst>
            <pc:docMk/>
            <pc:sldMk cId="4196320131" sldId="257"/>
            <ac:spMk id="16" creationId="{F1FB3E25-1B4D-410C-8B09-983F0806CA87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6:30.744" v="1096" actId="20577"/>
          <ac:spMkLst>
            <pc:docMk/>
            <pc:sldMk cId="4196320131" sldId="257"/>
            <ac:spMk id="17" creationId="{B7DD6488-912F-42D7-B068-E78990AD1E3E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6:37.823" v="1098" actId="20577"/>
          <ac:spMkLst>
            <pc:docMk/>
            <pc:sldMk cId="4196320131" sldId="257"/>
            <ac:spMk id="18" creationId="{E69C1CAF-B0FF-4E74-BDDD-613033E6DACB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6:43.401" v="1099" actId="20577"/>
          <ac:spMkLst>
            <pc:docMk/>
            <pc:sldMk cId="4196320131" sldId="257"/>
            <ac:spMk id="19" creationId="{BD1E6707-9CF6-4681-83FB-0D3C21729A09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31.151" v="989"/>
          <ac:spMkLst>
            <pc:docMk/>
            <pc:sldMk cId="4196320131" sldId="257"/>
            <ac:spMk id="20" creationId="{52483671-8102-4C19-A8C6-320669D9DA12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31.151" v="988"/>
          <ac:spMkLst>
            <pc:docMk/>
            <pc:sldMk cId="4196320131" sldId="257"/>
            <ac:spMk id="21" creationId="{E3BFF9EC-AA19-81A2-EA85-8F2FD8F3B78F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02.446" v="966"/>
          <ac:spMkLst>
            <pc:docMk/>
            <pc:sldMk cId="4196320131" sldId="257"/>
            <ac:spMk id="22" creationId="{FECFBC0F-6C5E-42D3-5265-84E6204CAC7D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9.899" v="963"/>
          <ac:spMkLst>
            <pc:docMk/>
            <pc:sldMk cId="4196320131" sldId="257"/>
            <ac:spMk id="23" creationId="{BD4E496D-C749-7C64-BD1C-765708814851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8.930" v="962"/>
          <ac:spMkLst>
            <pc:docMk/>
            <pc:sldMk cId="4196320131" sldId="257"/>
            <ac:spMk id="24" creationId="{6FE8C3DB-C84D-73F7-94A9-CE232F1997D7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81"/>
          <ac:spMkLst>
            <pc:docMk/>
            <pc:sldMk cId="4196320131" sldId="257"/>
            <ac:spMk id="25" creationId="{913D8B7E-3F7C-5C8B-5B77-41A1319EB0AC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31.151" v="987"/>
          <ac:spMkLst>
            <pc:docMk/>
            <pc:sldMk cId="4196320131" sldId="257"/>
            <ac:spMk id="26" creationId="{FD6DB6A6-D254-0A9B-930E-7390A6AF0D16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80"/>
          <ac:spMkLst>
            <pc:docMk/>
            <pc:sldMk cId="4196320131" sldId="257"/>
            <ac:spMk id="27" creationId="{A77466A3-F379-C0C5-F975-3D218253F755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79"/>
          <ac:spMkLst>
            <pc:docMk/>
            <pc:sldMk cId="4196320131" sldId="257"/>
            <ac:spMk id="28" creationId="{8DEE4774-F147-6D99-9D13-88EA7A75E280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78"/>
          <ac:spMkLst>
            <pc:docMk/>
            <pc:sldMk cId="4196320131" sldId="257"/>
            <ac:spMk id="29" creationId="{C288F2B0-F916-8192-9F0F-03AC9ECCE403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77"/>
          <ac:spMkLst>
            <pc:docMk/>
            <pc:sldMk cId="4196320131" sldId="257"/>
            <ac:spMk id="30" creationId="{759F05FC-6B6E-AEF9-6EF4-2E6BB095146C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14:25.344" v="1060" actId="20577"/>
          <ac:spMkLst>
            <pc:docMk/>
            <pc:sldMk cId="4196320131" sldId="257"/>
            <ac:spMk id="31" creationId="{AB820FF0-7201-98F0-B096-0F4A76B21282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14:16.141" v="1057" actId="1076"/>
          <ac:spMkLst>
            <pc:docMk/>
            <pc:sldMk cId="4196320131" sldId="257"/>
            <ac:spMk id="32" creationId="{B10CB78F-DD9E-7EC7-5B33-5B917DA6FA7D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75"/>
          <ac:spMkLst>
            <pc:docMk/>
            <pc:sldMk cId="4196320131" sldId="257"/>
            <ac:spMk id="33" creationId="{EA3B9C86-CD20-4B9A-2A19-280129F587A7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7.068" v="1300"/>
          <ac:spMkLst>
            <pc:docMk/>
            <pc:sldMk cId="4196320131" sldId="257"/>
            <ac:spMk id="34" creationId="{17ECAE36-B466-2AC7-A773-E834B3E94E5E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76"/>
          <ac:spMkLst>
            <pc:docMk/>
            <pc:sldMk cId="4196320131" sldId="257"/>
            <ac:spMk id="35" creationId="{E2A7267C-4579-D69E-C56A-D027E95BADD2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77"/>
          <ac:spMkLst>
            <pc:docMk/>
            <pc:sldMk cId="4196320131" sldId="257"/>
            <ac:spMk id="36" creationId="{51AE36E4-1882-E673-FA25-3A496C499BC2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78"/>
          <ac:spMkLst>
            <pc:docMk/>
            <pc:sldMk cId="4196320131" sldId="257"/>
            <ac:spMk id="37" creationId="{EFBCD300-687B-4B2A-8F6C-A06FD9D1E830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79"/>
          <ac:spMkLst>
            <pc:docMk/>
            <pc:sldMk cId="4196320131" sldId="257"/>
            <ac:spMk id="38" creationId="{9E377978-560B-5F45-EC8E-F8E0BC0DFAAA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0"/>
          <ac:spMkLst>
            <pc:docMk/>
            <pc:sldMk cId="4196320131" sldId="257"/>
            <ac:spMk id="39" creationId="{0589BD4D-4929-24AA-1873-B686A049730D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1"/>
          <ac:spMkLst>
            <pc:docMk/>
            <pc:sldMk cId="4196320131" sldId="257"/>
            <ac:spMk id="40" creationId="{8188247A-C7F6-2611-90D4-1ED927182B30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2"/>
          <ac:spMkLst>
            <pc:docMk/>
            <pc:sldMk cId="4196320131" sldId="257"/>
            <ac:spMk id="41" creationId="{D473EDED-742D-D05B-ACDA-DCFF08CA16AF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3"/>
          <ac:spMkLst>
            <pc:docMk/>
            <pc:sldMk cId="4196320131" sldId="257"/>
            <ac:spMk id="42" creationId="{80003EC5-1E57-3115-6BA6-84A983769CC5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4"/>
          <ac:spMkLst>
            <pc:docMk/>
            <pc:sldMk cId="4196320131" sldId="257"/>
            <ac:spMk id="43" creationId="{46DE6EBA-0D07-2981-F64D-953AC5818E97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5"/>
          <ac:spMkLst>
            <pc:docMk/>
            <pc:sldMk cId="4196320131" sldId="257"/>
            <ac:spMk id="44" creationId="{03D35292-1A85-8A81-7E71-37C498699E79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3.945" v="957"/>
          <ac:spMkLst>
            <pc:docMk/>
            <pc:sldMk cId="4196320131" sldId="257"/>
            <ac:spMk id="45" creationId="{3C4DEEDF-5F2D-4EBB-B3ED-1D676F7391CE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6"/>
          <ac:spMkLst>
            <pc:docMk/>
            <pc:sldMk cId="4196320131" sldId="257"/>
            <ac:spMk id="46" creationId="{F920E81C-BB0F-2F6D-0C95-2C7D6BA8EB26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7"/>
          <ac:spMkLst>
            <pc:docMk/>
            <pc:sldMk cId="4196320131" sldId="257"/>
            <ac:spMk id="47" creationId="{4753E26B-405B-AC75-4DD9-7722965625AE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8"/>
          <ac:spMkLst>
            <pc:docMk/>
            <pc:sldMk cId="4196320131" sldId="257"/>
            <ac:spMk id="48" creationId="{6D228F62-4C3C-CA0A-6392-0E7A705E9D92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89"/>
          <ac:spMkLst>
            <pc:docMk/>
            <pc:sldMk cId="4196320131" sldId="257"/>
            <ac:spMk id="49" creationId="{4D0F4D8D-F9A4-6960-CEDD-7BCC4D5CD7F0}"/>
          </ac:spMkLst>
        </pc:spChg>
        <pc:spChg chg="add del mod">
          <ac:chgData name="TCHAMFONG LIONEL" userId="S::tchamfl@ext.essilor.com::7ba41266-02c5-4eb4-be69-a4bf1727da15" providerId="AD" clId="Web-{7705BACC-EEA0-D20C-4736-4A68B347A2C0}" dt="2024-08-22T08:20:45.357" v="1182"/>
          <ac:spMkLst>
            <pc:docMk/>
            <pc:sldMk cId="4196320131" sldId="257"/>
            <ac:spMk id="50" creationId="{CB2D4BC9-4628-EBE8-B17A-E4B89BC88AC9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2.257" v="954"/>
          <ac:spMkLst>
            <pc:docMk/>
            <pc:sldMk cId="4196320131" sldId="257"/>
            <ac:spMk id="51" creationId="{A01BF4FE-5FC6-49CF-8766-D1639130CAC0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90"/>
          <ac:spMkLst>
            <pc:docMk/>
            <pc:sldMk cId="4196320131" sldId="257"/>
            <ac:spMk id="52" creationId="{6415D800-E252-FD9C-B1B9-060BCF569A49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91"/>
          <ac:spMkLst>
            <pc:docMk/>
            <pc:sldMk cId="4196320131" sldId="257"/>
            <ac:spMk id="53" creationId="{0409C379-5841-B12F-3362-FFB4FAF0020D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92"/>
          <ac:spMkLst>
            <pc:docMk/>
            <pc:sldMk cId="4196320131" sldId="257"/>
            <ac:spMk id="54" creationId="{EA3581C7-2636-DC84-AA6A-E48B58A043D6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49" v="1293"/>
          <ac:spMkLst>
            <pc:docMk/>
            <pc:sldMk cId="4196320131" sldId="257"/>
            <ac:spMk id="55" creationId="{119B9FA5-E208-62EE-6ABF-B70E31A82C90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16.022" v="1302" actId="1076"/>
          <ac:spMkLst>
            <pc:docMk/>
            <pc:sldMk cId="4196320131" sldId="257"/>
            <ac:spMk id="56" creationId="{79156FA9-0641-43EF-6A55-3AE6FAC3CD9E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64" v="1295"/>
          <ac:spMkLst>
            <pc:docMk/>
            <pc:sldMk cId="4196320131" sldId="257"/>
            <ac:spMk id="61" creationId="{83279D19-4AF4-A56E-D399-E385799069A4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14.318" v="1301" actId="1076"/>
          <ac:spMkLst>
            <pc:docMk/>
            <pc:sldMk cId="4196320131" sldId="257"/>
            <ac:spMk id="62" creationId="{910691FB-1173-D207-32EE-297607DD3101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64" v="1297"/>
          <ac:spMkLst>
            <pc:docMk/>
            <pc:sldMk cId="4196320131" sldId="257"/>
            <ac:spMk id="63" creationId="{FA567B5E-5EFB-58FF-D175-9A1ABFD085C7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3.864" v="1298"/>
          <ac:spMkLst>
            <pc:docMk/>
            <pc:sldMk cId="4196320131" sldId="257"/>
            <ac:spMk id="64" creationId="{D17EC566-50B0-49D1-7E5F-ED5083D5DACA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26:04.333" v="1299"/>
          <ac:spMkLst>
            <pc:docMk/>
            <pc:sldMk cId="4196320131" sldId="257"/>
            <ac:spMk id="65" creationId="{8AB48DCB-6854-9587-B96E-49D0D65C1795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2.257" v="953"/>
          <ac:spMkLst>
            <pc:docMk/>
            <pc:sldMk cId="4196320131" sldId="257"/>
            <ac:spMk id="76" creationId="{565FABB2-73D6-4482-9DA2-E536F30A82BD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2.257" v="955"/>
          <ac:spMkLst>
            <pc:docMk/>
            <pc:sldMk cId="4196320131" sldId="257"/>
            <ac:spMk id="79" creationId="{318A2883-3FF9-BA39-A511-B20826CE75DB}"/>
          </ac:spMkLst>
        </pc:spChg>
        <pc:spChg chg="del mod">
          <ac:chgData name="TCHAMFONG LIONEL" userId="S::tchamfl@ext.essilor.com::7ba41266-02c5-4eb4-be69-a4bf1727da15" providerId="AD" clId="Web-{7705BACC-EEA0-D20C-4736-4A68B347A2C0}" dt="2024-08-22T08:09:14.009" v="976"/>
          <ac:spMkLst>
            <pc:docMk/>
            <pc:sldMk cId="4196320131" sldId="257"/>
            <ac:spMk id="80" creationId="{67AD9980-0BD4-D18F-3807-A6654D96006C}"/>
          </ac:spMkLst>
        </pc:spChg>
        <pc:spChg chg="del mod">
          <ac:chgData name="TCHAMFONG LIONEL" userId="S::tchamfl@ext.essilor.com::7ba41266-02c5-4eb4-be69-a4bf1727da15" providerId="AD" clId="Web-{7705BACC-EEA0-D20C-4736-4A68B347A2C0}" dt="2024-08-22T08:09:13.384" v="975"/>
          <ac:spMkLst>
            <pc:docMk/>
            <pc:sldMk cId="4196320131" sldId="257"/>
            <ac:spMk id="81" creationId="{197A7E14-DFBD-F49E-2A5F-5219EA85BB19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5.179" v="958"/>
          <ac:spMkLst>
            <pc:docMk/>
            <pc:sldMk cId="4196320131" sldId="257"/>
            <ac:spMk id="82" creationId="{91711CE8-5F64-3168-C1B4-467003A701EA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01.008" v="964"/>
          <ac:spMkLst>
            <pc:docMk/>
            <pc:sldMk cId="4196320131" sldId="257"/>
            <ac:spMk id="89" creationId="{8A2A7B8B-3525-CF99-72FE-459165840225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09.587" v="972"/>
          <ac:spMkLst>
            <pc:docMk/>
            <pc:sldMk cId="4196320131" sldId="257"/>
            <ac:spMk id="90" creationId="{420E15C4-4D5D-F300-9330-573F49060775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8:41.944" v="949" actId="1076"/>
          <ac:spMkLst>
            <pc:docMk/>
            <pc:sldMk cId="4196320131" sldId="257"/>
            <ac:spMk id="98" creationId="{94758DA5-DFB9-1EE1-D818-01B774ECFF0A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1:38.582" v="1016" actId="20577"/>
          <ac:spMkLst>
            <pc:docMk/>
            <pc:sldMk cId="4196320131" sldId="257"/>
            <ac:spMk id="101" creationId="{46DC83A7-1718-61F4-1C83-CF005A2E948D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2:10.553" v="1022" actId="20577"/>
          <ac:spMkLst>
            <pc:docMk/>
            <pc:sldMk cId="4196320131" sldId="257"/>
            <ac:spMk id="104" creationId="{0A049A09-8681-6B7A-66FB-02E70C1309C5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3:36.841" v="1044" actId="20577"/>
          <ac:spMkLst>
            <pc:docMk/>
            <pc:sldMk cId="4196320131" sldId="257"/>
            <ac:spMk id="107" creationId="{741AF407-873E-F57B-A203-C07CCA6E3D47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4:29.595" v="1061" actId="20577"/>
          <ac:spMkLst>
            <pc:docMk/>
            <pc:sldMk cId="4196320131" sldId="257"/>
            <ac:spMk id="113" creationId="{212BEB7B-BE10-42BF-515B-39EF4732DC11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14:00.014" v="1052"/>
          <ac:spMkLst>
            <pc:docMk/>
            <pc:sldMk cId="4196320131" sldId="257"/>
            <ac:spMk id="119" creationId="{39C34633-C131-592B-B14D-238253C86D16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14:01.280" v="1053"/>
          <ac:spMkLst>
            <pc:docMk/>
            <pc:sldMk cId="4196320131" sldId="257"/>
            <ac:spMk id="122" creationId="{F33A0759-CD3A-79A7-224C-AB9CB0D063A6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5:14.145" v="1071" actId="20577"/>
          <ac:spMkLst>
            <pc:docMk/>
            <pc:sldMk cId="4196320131" sldId="257"/>
            <ac:spMk id="125" creationId="{9E6560EB-72A8-C9FA-5FFF-A81B7051B611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5:26.239" v="1076" actId="20577"/>
          <ac:spMkLst>
            <pc:docMk/>
            <pc:sldMk cId="4196320131" sldId="257"/>
            <ac:spMk id="129" creationId="{BD2E8E2E-DCBC-FB06-6342-0C27B5C51F71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5:44.350" v="1084" actId="20577"/>
          <ac:spMkLst>
            <pc:docMk/>
            <pc:sldMk cId="4196320131" sldId="257"/>
            <ac:spMk id="131" creationId="{38F1DA67-CF3D-6265-601E-F6F85AA2648F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6:01.039" v="1090" actId="20577"/>
          <ac:spMkLst>
            <pc:docMk/>
            <pc:sldMk cId="4196320131" sldId="257"/>
            <ac:spMk id="133" creationId="{35CC0FBC-5116-6D4C-858C-A96274809B95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16:23.259" v="1094" actId="20577"/>
          <ac:spMkLst>
            <pc:docMk/>
            <pc:sldMk cId="4196320131" sldId="257"/>
            <ac:spMk id="137" creationId="{8C872775-C326-7E48-4947-AE9AE5D48501}"/>
          </ac:spMkLst>
        </pc:spChg>
        <pc:spChg chg="add del mod">
          <ac:chgData name="TCHAMFONG LIONEL" userId="S::tchamfl@ext.essilor.com::7ba41266-02c5-4eb4-be69-a4bf1727da15" providerId="AD" clId="Web-{7705BACC-EEA0-D20C-4736-4A68B347A2C0}" dt="2024-08-22T08:17:06.762" v="1108" actId="20577"/>
          <ac:spMkLst>
            <pc:docMk/>
            <pc:sldMk cId="4196320131" sldId="257"/>
            <ac:spMk id="139" creationId="{F4C3EF20-D20C-B963-8A59-2AB31557936E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03.868" v="968"/>
          <ac:spMkLst>
            <pc:docMk/>
            <pc:sldMk cId="4196320131" sldId="257"/>
            <ac:spMk id="141" creationId="{5BA2D527-6D90-4C13-59B2-7B1D44CE93DE}"/>
          </ac:spMkLst>
        </pc:spChg>
        <pc:spChg chg="del mod">
          <ac:chgData name="TCHAMFONG LIONEL" userId="S::tchamfl@ext.essilor.com::7ba41266-02c5-4eb4-be69-a4bf1727da15" providerId="AD" clId="Web-{7705BACC-EEA0-D20C-4736-4A68B347A2C0}" dt="2024-08-22T08:09:06.555" v="970"/>
          <ac:spMkLst>
            <pc:docMk/>
            <pc:sldMk cId="4196320131" sldId="257"/>
            <ac:spMk id="144" creationId="{FC3C19EF-0098-A4C6-8E33-E97934F7A8EC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01.711" v="965"/>
          <ac:spMkLst>
            <pc:docMk/>
            <pc:sldMk cId="4196320131" sldId="257"/>
            <ac:spMk id="149" creationId="{15B4F824-AF95-FBEB-94DE-F4E536BF9A06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03.102" v="967"/>
          <ac:spMkLst>
            <pc:docMk/>
            <pc:sldMk cId="4196320131" sldId="257"/>
            <ac:spMk id="153" creationId="{35668028-B8C3-0B6E-5460-1B13A8AC34CC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2.257" v="956"/>
          <ac:spMkLst>
            <pc:docMk/>
            <pc:sldMk cId="4196320131" sldId="257"/>
            <ac:spMk id="155" creationId="{5A1C57ED-8145-1CDC-A512-E25B0F63D915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86"/>
          <ac:spMkLst>
            <pc:docMk/>
            <pc:sldMk cId="4196320131" sldId="257"/>
            <ac:spMk id="156" creationId="{69B948AC-478C-C341-D9AB-B5F934EC5D26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2.257" v="951"/>
          <ac:spMkLst>
            <pc:docMk/>
            <pc:sldMk cId="4196320131" sldId="257"/>
            <ac:spMk id="161" creationId="{5A14DFE4-66BF-7B9C-D52A-2F3D722EBF9F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23:53.917" v="1238"/>
          <ac:spMkLst>
            <pc:docMk/>
            <pc:sldMk cId="4196320131" sldId="257"/>
            <ac:spMk id="162" creationId="{71F9B728-84DC-04BD-F89E-E327F44B6581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24:21.701" v="1242" actId="1076"/>
          <ac:spMkLst>
            <pc:docMk/>
            <pc:sldMk cId="4196320131" sldId="257"/>
            <ac:spMk id="164" creationId="{8002EF12-DE16-02BE-8432-2FEA3026FDDC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24:24.748" v="1243" actId="1076"/>
          <ac:spMkLst>
            <pc:docMk/>
            <pc:sldMk cId="4196320131" sldId="257"/>
            <ac:spMk id="165" creationId="{7E01BAD0-01FB-27A2-CC08-F92DB33F0282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24:39.749" v="1245" actId="1076"/>
          <ac:spMkLst>
            <pc:docMk/>
            <pc:sldMk cId="4196320131" sldId="257"/>
            <ac:spMk id="168" creationId="{93296F58-EC2D-61F2-755B-2B9AB2CDDD55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85"/>
          <ac:spMkLst>
            <pc:docMk/>
            <pc:sldMk cId="4196320131" sldId="257"/>
            <ac:spMk id="172" creationId="{2713B0E3-1DD1-9882-5389-5360671FD2B8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8:52.257" v="950"/>
          <ac:spMkLst>
            <pc:docMk/>
            <pc:sldMk cId="4196320131" sldId="257"/>
            <ac:spMk id="173" creationId="{CFBF3BCE-8DEB-B133-860B-14CC527A987A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08.571" v="971"/>
          <ac:spMkLst>
            <pc:docMk/>
            <pc:sldMk cId="4196320131" sldId="257"/>
            <ac:spMk id="176" creationId="{7BE85539-2FA3-022F-059F-11B2FE46F6BB}"/>
          </ac:spMkLst>
        </pc:spChg>
        <pc:spChg chg="del">
          <ac:chgData name="TCHAMFONG LIONEL" userId="S::tchamfl@ext.essilor.com::7ba41266-02c5-4eb4-be69-a4bf1727da15" providerId="AD" clId="Web-{7705BACC-EEA0-D20C-4736-4A68B347A2C0}" dt="2024-08-22T08:09:27.838" v="984"/>
          <ac:spMkLst>
            <pc:docMk/>
            <pc:sldMk cId="4196320131" sldId="257"/>
            <ac:spMk id="177" creationId="{30CB5143-C409-3A76-6D8F-C49D54C7F45C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24:52.422" v="1247" actId="14100"/>
          <ac:spMkLst>
            <pc:docMk/>
            <pc:sldMk cId="4196320131" sldId="257"/>
            <ac:spMk id="212" creationId="{CDB2FF1F-063A-4956-AEC3-B0105D22CD44}"/>
          </ac:spMkLst>
        </pc:spChg>
      </pc:sldChg>
      <pc:sldChg chg="addSp modSp add del">
        <pc:chgData name="TCHAMFONG LIONEL" userId="S::tchamfl@ext.essilor.com::7ba41266-02c5-4eb4-be69-a4bf1727da15" providerId="AD" clId="Web-{7705BACC-EEA0-D20C-4736-4A68B347A2C0}" dt="2024-08-22T09:03:00.027" v="1408" actId="20577"/>
        <pc:sldMkLst>
          <pc:docMk/>
          <pc:sldMk cId="1709054280" sldId="267"/>
        </pc:sldMkLst>
        <pc:spChg chg="add mod">
          <ac:chgData name="TCHAMFONG LIONEL" userId="S::tchamfl@ext.essilor.com::7ba41266-02c5-4eb4-be69-a4bf1727da15" providerId="AD" clId="Web-{7705BACC-EEA0-D20C-4736-4A68B347A2C0}" dt="2024-08-22T08:04:25.269" v="855" actId="1076"/>
          <ac:spMkLst>
            <pc:docMk/>
            <pc:sldMk cId="1709054280" sldId="267"/>
            <ac:spMk id="2" creationId="{D2017EF7-E25D-71DD-0E6B-EDFACAC90191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300" v="856" actId="1076"/>
          <ac:spMkLst>
            <pc:docMk/>
            <pc:sldMk cId="1709054280" sldId="267"/>
            <ac:spMk id="3" creationId="{7B46ABAC-A625-CA9C-8074-72FB8FD3CBED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331" v="857" actId="1076"/>
          <ac:spMkLst>
            <pc:docMk/>
            <pc:sldMk cId="1709054280" sldId="267"/>
            <ac:spMk id="4" creationId="{EBC2009F-1001-8A82-4D61-181DDB877181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347" v="858" actId="1076"/>
          <ac:spMkLst>
            <pc:docMk/>
            <pc:sldMk cId="1709054280" sldId="267"/>
            <ac:spMk id="5" creationId="{1DEBFE31-9379-6FA5-0FFC-8859A9D82B0A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378" v="859" actId="1076"/>
          <ac:spMkLst>
            <pc:docMk/>
            <pc:sldMk cId="1709054280" sldId="267"/>
            <ac:spMk id="6" creationId="{B541092D-95A4-2A16-AB34-3D8628DEB244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441" v="861" actId="1076"/>
          <ac:spMkLst>
            <pc:docMk/>
            <pc:sldMk cId="1709054280" sldId="267"/>
            <ac:spMk id="8" creationId="{0EAA4DC9-D7B1-36E7-184F-216FB1616EA2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472" v="862" actId="1076"/>
          <ac:spMkLst>
            <pc:docMk/>
            <pc:sldMk cId="1709054280" sldId="267"/>
            <ac:spMk id="9" creationId="{9A35DC70-F232-2F4C-1EE0-B3C78EA9D4E3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503" v="863" actId="1076"/>
          <ac:spMkLst>
            <pc:docMk/>
            <pc:sldMk cId="1709054280" sldId="267"/>
            <ac:spMk id="10" creationId="{C552C224-BFBA-40D1-3685-82A47D6A112C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535" v="864" actId="1076"/>
          <ac:spMkLst>
            <pc:docMk/>
            <pc:sldMk cId="1709054280" sldId="267"/>
            <ac:spMk id="11" creationId="{B8907FD8-70F9-6CC8-548B-0ED90B098E2C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566" v="865" actId="1076"/>
          <ac:spMkLst>
            <pc:docMk/>
            <pc:sldMk cId="1709054280" sldId="267"/>
            <ac:spMk id="12" creationId="{3AEBB6B0-3DE5-934E-C226-CC223348D85F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45:08.167" v="1398" actId="20577"/>
          <ac:spMkLst>
            <pc:docMk/>
            <pc:sldMk cId="1709054280" sldId="267"/>
            <ac:spMk id="13" creationId="{D5E7E9B4-3B6C-DDB0-2DC1-460217E36B7A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7:48.065" v="941" actId="14100"/>
          <ac:spMkLst>
            <pc:docMk/>
            <pc:sldMk cId="1709054280" sldId="267"/>
            <ac:spMk id="14" creationId="{533D7CE0-CB93-9F42-B750-8D75457437A5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644" v="867" actId="1076"/>
          <ac:spMkLst>
            <pc:docMk/>
            <pc:sldMk cId="1709054280" sldId="267"/>
            <ac:spMk id="15" creationId="{33588789-7D87-A2F2-C2E8-7DEA208E26F9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675" v="868" actId="1076"/>
          <ac:spMkLst>
            <pc:docMk/>
            <pc:sldMk cId="1709054280" sldId="267"/>
            <ac:spMk id="16" creationId="{000CB441-769C-8C12-D500-FDB8424D3949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706" v="869" actId="1076"/>
          <ac:spMkLst>
            <pc:docMk/>
            <pc:sldMk cId="1709054280" sldId="267"/>
            <ac:spMk id="17" creationId="{6A1C1FD7-0949-74C8-25B2-0A92E75153ED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4:25.738" v="870" actId="1076"/>
          <ac:spMkLst>
            <pc:docMk/>
            <pc:sldMk cId="1709054280" sldId="267"/>
            <ac:spMk id="18" creationId="{06A74431-C49C-A074-FD2E-4DA463AE8ABD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9:03:00.027" v="1408" actId="20577"/>
          <ac:spMkLst>
            <pc:docMk/>
            <pc:sldMk cId="1709054280" sldId="267"/>
            <ac:spMk id="20" creationId="{02C86A51-6A3F-4D43-CA48-203974BA5813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6:18.324" v="914" actId="20577"/>
          <ac:spMkLst>
            <pc:docMk/>
            <pc:sldMk cId="1709054280" sldId="267"/>
            <ac:spMk id="21" creationId="{62E517C6-878A-5E5C-8E3A-FFA9A1505745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6:37.497" v="922" actId="20577"/>
          <ac:spMkLst>
            <pc:docMk/>
            <pc:sldMk cId="1709054280" sldId="267"/>
            <ac:spMk id="22" creationId="{CE9AC874-FC60-E78B-8621-5D6B680E92D4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7:21.157" v="934" actId="20577"/>
          <ac:spMkLst>
            <pc:docMk/>
            <pc:sldMk cId="1709054280" sldId="267"/>
            <ac:spMk id="23" creationId="{4E2F4C67-4A8F-58F4-7C86-C1EBFCE614D8}"/>
          </ac:spMkLst>
        </pc:spChg>
        <pc:spChg chg="add mod">
          <ac:chgData name="TCHAMFONG LIONEL" userId="S::tchamfl@ext.essilor.com::7ba41266-02c5-4eb4-be69-a4bf1727da15" providerId="AD" clId="Web-{7705BACC-EEA0-D20C-4736-4A68B347A2C0}" dt="2024-08-22T08:07:27.767" v="938" actId="20577"/>
          <ac:spMkLst>
            <pc:docMk/>
            <pc:sldMk cId="1709054280" sldId="267"/>
            <ac:spMk id="24" creationId="{A5A6A34D-5399-F91C-7B93-9A3F0070992B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3:36.328" v="831" actId="1076"/>
          <ac:spMkLst>
            <pc:docMk/>
            <pc:sldMk cId="1709054280" sldId="267"/>
            <ac:spMk id="318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4:24.910" v="843" actId="1076"/>
          <ac:spMkLst>
            <pc:docMk/>
            <pc:sldMk cId="1709054280" sldId="267"/>
            <ac:spMk id="319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4:24.941" v="844" actId="1076"/>
          <ac:spMkLst>
            <pc:docMk/>
            <pc:sldMk cId="1709054280" sldId="267"/>
            <ac:spMk id="320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4:24.972" v="845" actId="1076"/>
          <ac:spMkLst>
            <pc:docMk/>
            <pc:sldMk cId="1709054280" sldId="267"/>
            <ac:spMk id="321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4:25.003" v="846" actId="1076"/>
          <ac:spMkLst>
            <pc:docMk/>
            <pc:sldMk cId="1709054280" sldId="267"/>
            <ac:spMk id="322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4:25.035" v="847" actId="1076"/>
          <ac:spMkLst>
            <pc:docMk/>
            <pc:sldMk cId="1709054280" sldId="267"/>
            <ac:spMk id="323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4:28.316" v="878" actId="1076"/>
          <ac:spMkLst>
            <pc:docMk/>
            <pc:sldMk cId="1709054280" sldId="267"/>
            <ac:spMk id="324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4:25.066" v="848" actId="1076"/>
          <ac:spMkLst>
            <pc:docMk/>
            <pc:sldMk cId="1709054280" sldId="267"/>
            <ac:spMk id="325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7:58.316" v="942"/>
          <ac:spMkLst>
            <pc:docMk/>
            <pc:sldMk cId="1709054280" sldId="267"/>
            <ac:spMk id="326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5:01.631" v="885" actId="20577"/>
          <ac:spMkLst>
            <pc:docMk/>
            <pc:sldMk cId="1709054280" sldId="267"/>
            <ac:spMk id="327" creationId="{00000000-0000-0000-0000-000000000000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04:25.160" v="851" actId="1076"/>
          <ac:spMkLst>
            <pc:docMk/>
            <pc:sldMk cId="1709054280" sldId="267"/>
            <ac:spMk id="328" creationId="{00000000-0000-0000-0000-000000000000}"/>
          </ac:spMkLst>
        </pc:spChg>
        <pc:cxnChg chg="add mod">
          <ac:chgData name="TCHAMFONG LIONEL" userId="S::tchamfl@ext.essilor.com::7ba41266-02c5-4eb4-be69-a4bf1727da15" providerId="AD" clId="Web-{7705BACC-EEA0-D20C-4736-4A68B347A2C0}" dt="2024-08-22T08:04:25.410" v="860" actId="1076"/>
          <ac:cxnSpMkLst>
            <pc:docMk/>
            <pc:sldMk cId="1709054280" sldId="267"/>
            <ac:cxnSpMk id="7" creationId="{617DB1AC-AAF7-BDFC-2E83-C2C3EDF287E0}"/>
          </ac:cxnSpMkLst>
        </pc:cxnChg>
        <pc:cxnChg chg="add mod">
          <ac:chgData name="TCHAMFONG LIONEL" userId="S::tchamfl@ext.essilor.com::7ba41266-02c5-4eb4-be69-a4bf1727da15" providerId="AD" clId="Web-{7705BACC-EEA0-D20C-4736-4A68B347A2C0}" dt="2024-08-22T08:07:38.143" v="940" actId="1076"/>
          <ac:cxnSpMkLst>
            <pc:docMk/>
            <pc:sldMk cId="1709054280" sldId="267"/>
            <ac:cxnSpMk id="19" creationId="{00F8B94D-EFA4-0020-DBDE-D08F0DCC21E9}"/>
          </ac:cxnSpMkLst>
        </pc:cxnChg>
        <pc:cxnChg chg="mod">
          <ac:chgData name="TCHAMFONG LIONEL" userId="S::tchamfl@ext.essilor.com::7ba41266-02c5-4eb4-be69-a4bf1727da15" providerId="AD" clId="Web-{7705BACC-EEA0-D20C-4736-4A68B347A2C0}" dt="2024-08-22T08:04:25.191" v="852" actId="1076"/>
          <ac:cxnSpMkLst>
            <pc:docMk/>
            <pc:sldMk cId="1709054280" sldId="267"/>
            <ac:cxnSpMk id="32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7705BACC-EEA0-D20C-4736-4A68B347A2C0}" dt="2024-08-22T08:04:25.206" v="853" actId="1076"/>
          <ac:cxnSpMkLst>
            <pc:docMk/>
            <pc:sldMk cId="1709054280" sldId="267"/>
            <ac:cxnSpMk id="330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7705BACC-EEA0-D20C-4736-4A68B347A2C0}" dt="2024-08-22T08:07:33.845" v="939" actId="1076"/>
          <ac:cxnSpMkLst>
            <pc:docMk/>
            <pc:sldMk cId="1709054280" sldId="267"/>
            <ac:cxnSpMk id="331" creationId="{00000000-0000-0000-0000-000000000000}"/>
          </ac:cxnSpMkLst>
        </pc:cxnChg>
      </pc:sldChg>
      <pc:sldChg chg="modSp add">
        <pc:chgData name="TCHAMFONG LIONEL" userId="S::tchamfl@ext.essilor.com::7ba41266-02c5-4eb4-be69-a4bf1727da15" providerId="AD" clId="Web-{7705BACC-EEA0-D20C-4736-4A68B347A2C0}" dt="2024-08-22T08:27:39.371" v="1324" actId="20577"/>
        <pc:sldMkLst>
          <pc:docMk/>
          <pc:sldMk cId="1742024956" sldId="301"/>
        </pc:sldMkLst>
        <pc:spChg chg="mod">
          <ac:chgData name="TCHAMFONG LIONEL" userId="S::tchamfl@ext.essilor.com::7ba41266-02c5-4eb4-be69-a4bf1727da15" providerId="AD" clId="Web-{7705BACC-EEA0-D20C-4736-4A68B347A2C0}" dt="2024-08-22T08:27:39.371" v="1324" actId="20577"/>
          <ac:spMkLst>
            <pc:docMk/>
            <pc:sldMk cId="1742024956" sldId="301"/>
            <ac:spMk id="2" creationId="{3A6A8DD8-9E25-4D93-941C-55990C6D39FA}"/>
          </ac:spMkLst>
        </pc:spChg>
        <pc:spChg chg="mod">
          <ac:chgData name="TCHAMFONG LIONEL" userId="S::tchamfl@ext.essilor.com::7ba41266-02c5-4eb4-be69-a4bf1727da15" providerId="AD" clId="Web-{7705BACC-EEA0-D20C-4736-4A68B347A2C0}" dt="2024-08-22T08:27:16.588" v="1316" actId="20577"/>
          <ac:spMkLst>
            <pc:docMk/>
            <pc:sldMk cId="1742024956" sldId="301"/>
            <ac:spMk id="3" creationId="{52F6BA1E-C61F-43FC-BD6B-8C8D038C7096}"/>
          </ac:spMkLst>
        </pc:spChg>
      </pc:sldChg>
      <pc:sldMasterChg chg="addSldLayout">
        <pc:chgData name="TCHAMFONG LIONEL" userId="S::tchamfl@ext.essilor.com::7ba41266-02c5-4eb4-be69-a4bf1727da15" providerId="AD" clId="Web-{7705BACC-EEA0-D20C-4736-4A68B347A2C0}" dt="2024-08-22T08:26:52.759" v="1303"/>
        <pc:sldMasterMkLst>
          <pc:docMk/>
          <pc:sldMasterMk cId="3071127875" sldId="2147483648"/>
        </pc:sldMasterMkLst>
        <pc:sldLayoutChg chg="add">
          <pc:chgData name="TCHAMFONG LIONEL" userId="S::tchamfl@ext.essilor.com::7ba41266-02c5-4eb4-be69-a4bf1727da15" providerId="AD" clId="Web-{7705BACC-EEA0-D20C-4736-4A68B347A2C0}" dt="2024-08-22T08:26:52.759" v="1303"/>
          <pc:sldLayoutMkLst>
            <pc:docMk/>
            <pc:sldMasterMk cId="3071127875" sldId="2147483648"/>
            <pc:sldLayoutMk cId="2579787014" sldId="2147483660"/>
          </pc:sldLayoutMkLst>
        </pc:sldLayoutChg>
      </pc:sldMasterChg>
    </pc:docChg>
  </pc:docChgLst>
  <pc:docChgLst>
    <pc:chgData name="TCHAMFONG LIONEL" userId="S::tchamfl@ext.essilor.com::7ba41266-02c5-4eb4-be69-a4bf1727da15" providerId="AD" clId="Web-{96054C09-6415-35A1-5D40-A2ED0B458123}"/>
    <pc:docChg chg="modSld">
      <pc:chgData name="TCHAMFONG LIONEL" userId="S::tchamfl@ext.essilor.com::7ba41266-02c5-4eb4-be69-a4bf1727da15" providerId="AD" clId="Web-{96054C09-6415-35A1-5D40-A2ED0B458123}" dt="2024-08-29T13:00:09.214" v="363" actId="20577"/>
      <pc:docMkLst>
        <pc:docMk/>
      </pc:docMkLst>
      <pc:sldChg chg="addSp delSp modSp">
        <pc:chgData name="TCHAMFONG LIONEL" userId="S::tchamfl@ext.essilor.com::7ba41266-02c5-4eb4-be69-a4bf1727da15" providerId="AD" clId="Web-{96054C09-6415-35A1-5D40-A2ED0B458123}" dt="2024-08-29T12:59:36.713" v="351" actId="20577"/>
        <pc:sldMkLst>
          <pc:docMk/>
          <pc:sldMk cId="4196320131" sldId="257"/>
        </pc:sldMkLst>
        <pc:spChg chg="add mod">
          <ac:chgData name="TCHAMFONG LIONEL" userId="S::tchamfl@ext.essilor.com::7ba41266-02c5-4eb4-be69-a4bf1727da15" providerId="AD" clId="Web-{96054C09-6415-35A1-5D40-A2ED0B458123}" dt="2024-08-29T09:12:42.980" v="309"/>
          <ac:spMkLst>
            <pc:docMk/>
            <pc:sldMk cId="4196320131" sldId="257"/>
            <ac:spMk id="2" creationId="{5831CBAC-DEB7-23F2-3D64-08603CEB52D3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2:07.213" v="305" actId="1076"/>
          <ac:spMkLst>
            <pc:docMk/>
            <pc:sldMk cId="4196320131" sldId="257"/>
            <ac:spMk id="3" creationId="{BBBA97AA-F3A6-78F1-A734-188D45C68B5F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8:16.616" v="328" actId="20577"/>
          <ac:spMkLst>
            <pc:docMk/>
            <pc:sldMk cId="4196320131" sldId="257"/>
            <ac:spMk id="8" creationId="{702D68D6-BCEE-4CD6-A859-F8FEE9A04302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8:20.882" v="329" actId="20577"/>
          <ac:spMkLst>
            <pc:docMk/>
            <pc:sldMk cId="4196320131" sldId="257"/>
            <ac:spMk id="9" creationId="{A17A889C-AF6D-42C1-8D05-20E9BED2C076}"/>
          </ac:spMkLst>
        </pc:spChg>
        <pc:spChg chg="add del mod">
          <ac:chgData name="TCHAMFONG LIONEL" userId="S::tchamfl@ext.essilor.com::7ba41266-02c5-4eb4-be69-a4bf1727da15" providerId="AD" clId="Web-{96054C09-6415-35A1-5D40-A2ED0B458123}" dt="2024-08-29T12:58:32.429" v="332" actId="20577"/>
          <ac:spMkLst>
            <pc:docMk/>
            <pc:sldMk cId="4196320131" sldId="257"/>
            <ac:spMk id="10" creationId="{0664328E-1473-4111-93BA-CD26B24A80B7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8:36.695" v="334" actId="20577"/>
          <ac:spMkLst>
            <pc:docMk/>
            <pc:sldMk cId="4196320131" sldId="257"/>
            <ac:spMk id="11" creationId="{45870EA3-B0B6-458D-9DFE-2AA92AAFBE4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8:41.743" v="335" actId="20577"/>
          <ac:spMkLst>
            <pc:docMk/>
            <pc:sldMk cId="4196320131" sldId="257"/>
            <ac:spMk id="12" creationId="{C77FF8A0-EB15-459F-8D7C-D7C7E966148F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8:46.930" v="338" actId="20577"/>
          <ac:spMkLst>
            <pc:docMk/>
            <pc:sldMk cId="4196320131" sldId="257"/>
            <ac:spMk id="13" creationId="{44FB1FEC-6B05-4C2B-ADE0-DCA0A6867D6E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8:53.321" v="339" actId="20577"/>
          <ac:spMkLst>
            <pc:docMk/>
            <pc:sldMk cId="4196320131" sldId="257"/>
            <ac:spMk id="14" creationId="{D785A5A7-BDB7-4BB4-8818-1933CDF03BC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8:58.758" v="340" actId="20577"/>
          <ac:spMkLst>
            <pc:docMk/>
            <pc:sldMk cId="4196320131" sldId="257"/>
            <ac:spMk id="15" creationId="{CE6A966A-706B-484A-A6BC-E2FFC4BB5B28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9:01.759" v="341" actId="20577"/>
          <ac:spMkLst>
            <pc:docMk/>
            <pc:sldMk cId="4196320131" sldId="257"/>
            <ac:spMk id="16" creationId="{F1FB3E25-1B4D-410C-8B09-983F0806CA87}"/>
          </ac:spMkLst>
        </pc:spChg>
        <pc:spChg chg="add del mod">
          <ac:chgData name="TCHAMFONG LIONEL" userId="S::tchamfl@ext.essilor.com::7ba41266-02c5-4eb4-be69-a4bf1727da15" providerId="AD" clId="Web-{96054C09-6415-35A1-5D40-A2ED0B458123}" dt="2024-08-29T12:59:20.119" v="346" actId="20577"/>
          <ac:spMkLst>
            <pc:docMk/>
            <pc:sldMk cId="4196320131" sldId="257"/>
            <ac:spMk id="17" creationId="{B7DD6488-912F-42D7-B068-E78990AD1E3E}"/>
          </ac:spMkLst>
        </pc:spChg>
        <pc:spChg chg="add del mod">
          <ac:chgData name="TCHAMFONG LIONEL" userId="S::tchamfl@ext.essilor.com::7ba41266-02c5-4eb4-be69-a4bf1727da15" providerId="AD" clId="Web-{96054C09-6415-35A1-5D40-A2ED0B458123}" dt="2024-08-29T12:59:33.072" v="350" actId="20577"/>
          <ac:spMkLst>
            <pc:docMk/>
            <pc:sldMk cId="4196320131" sldId="257"/>
            <ac:spMk id="18" creationId="{E69C1CAF-B0FF-4E74-BDDD-613033E6DACB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9:36.713" v="351" actId="20577"/>
          <ac:spMkLst>
            <pc:docMk/>
            <pc:sldMk cId="4196320131" sldId="257"/>
            <ac:spMk id="19" creationId="{BD1E6707-9CF6-4681-83FB-0D3C21729A09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12:13.510" v="306" actId="1076"/>
          <ac:spMkLst>
            <pc:docMk/>
            <pc:sldMk cId="4196320131" sldId="257"/>
            <ac:spMk id="168" creationId="{93296F58-EC2D-61F2-755B-2B9AB2CDDD55}"/>
          </ac:spMkLst>
        </pc:spChg>
      </pc:sldChg>
      <pc:sldChg chg="addSp modSp">
        <pc:chgData name="TCHAMFONG LIONEL" userId="S::tchamfl@ext.essilor.com::7ba41266-02c5-4eb4-be69-a4bf1727da15" providerId="AD" clId="Web-{96054C09-6415-35A1-5D40-A2ED0B458123}" dt="2024-08-29T09:12:25.276" v="308"/>
        <pc:sldMkLst>
          <pc:docMk/>
          <pc:sldMk cId="1709054280" sldId="267"/>
        </pc:sldMkLst>
        <pc:spChg chg="mod">
          <ac:chgData name="TCHAMFONG LIONEL" userId="S::tchamfl@ext.essilor.com::7ba41266-02c5-4eb4-be69-a4bf1727da15" providerId="AD" clId="Web-{96054C09-6415-35A1-5D40-A2ED0B458123}" dt="2024-08-29T09:06:47.828" v="141" actId="1076"/>
          <ac:spMkLst>
            <pc:docMk/>
            <pc:sldMk cId="1709054280" sldId="267"/>
            <ac:spMk id="2" creationId="{D2017EF7-E25D-71DD-0E6B-EDFACAC90191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875" v="142" actId="1076"/>
          <ac:spMkLst>
            <pc:docMk/>
            <pc:sldMk cId="1709054280" sldId="267"/>
            <ac:spMk id="3" creationId="{7B46ABAC-A625-CA9C-8074-72FB8FD3CBED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922" v="143" actId="1076"/>
          <ac:spMkLst>
            <pc:docMk/>
            <pc:sldMk cId="1709054280" sldId="267"/>
            <ac:spMk id="4" creationId="{EBC2009F-1001-8A82-4D61-181DDB877181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04.093" v="131" actId="1076"/>
          <ac:spMkLst>
            <pc:docMk/>
            <pc:sldMk cId="1709054280" sldId="267"/>
            <ac:spMk id="5" creationId="{1DEBFE31-9379-6FA5-0FFC-8859A9D82B0A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969" v="144" actId="1076"/>
          <ac:spMkLst>
            <pc:docMk/>
            <pc:sldMk cId="1709054280" sldId="267"/>
            <ac:spMk id="6" creationId="{B541092D-95A4-2A16-AB34-3D8628DEB244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016" v="145" actId="1076"/>
          <ac:spMkLst>
            <pc:docMk/>
            <pc:sldMk cId="1709054280" sldId="267"/>
            <ac:spMk id="8" creationId="{0EAA4DC9-D7B1-36E7-184F-216FB1616EA2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067" v="146" actId="1076"/>
          <ac:spMkLst>
            <pc:docMk/>
            <pc:sldMk cId="1709054280" sldId="267"/>
            <ac:spMk id="9" creationId="{9A35DC70-F232-2F4C-1EE0-B3C78EA9D4E3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110" v="147" actId="1076"/>
          <ac:spMkLst>
            <pc:docMk/>
            <pc:sldMk cId="1709054280" sldId="267"/>
            <ac:spMk id="10" creationId="{C552C224-BFBA-40D1-3685-82A47D6A112C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157" v="148" actId="1076"/>
          <ac:spMkLst>
            <pc:docMk/>
            <pc:sldMk cId="1709054280" sldId="267"/>
            <ac:spMk id="11" creationId="{B8907FD8-70F9-6CC8-548B-0ED90B098E2C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203" v="149" actId="1076"/>
          <ac:spMkLst>
            <pc:docMk/>
            <pc:sldMk cId="1709054280" sldId="267"/>
            <ac:spMk id="12" creationId="{3AEBB6B0-3DE5-934E-C226-CC223348D85F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250" v="150" actId="1076"/>
          <ac:spMkLst>
            <pc:docMk/>
            <pc:sldMk cId="1709054280" sldId="267"/>
            <ac:spMk id="13" creationId="{D5E7E9B4-3B6C-DDB0-2DC1-460217E36B7A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04.155" v="132" actId="1076"/>
          <ac:spMkLst>
            <pc:docMk/>
            <pc:sldMk cId="1709054280" sldId="267"/>
            <ac:spMk id="14" creationId="{533D7CE0-CB93-9F42-B750-8D75457437A5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7:30.127" v="200" actId="1076"/>
          <ac:spMkLst>
            <pc:docMk/>
            <pc:sldMk cId="1709054280" sldId="267"/>
            <ac:spMk id="15" creationId="{33588789-7D87-A2F2-C2E8-7DEA208E26F9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7:30.173" v="201" actId="1076"/>
          <ac:spMkLst>
            <pc:docMk/>
            <pc:sldMk cId="1709054280" sldId="267"/>
            <ac:spMk id="16" creationId="{000CB441-769C-8C12-D500-FDB8424D3949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7:30.205" v="202" actId="1076"/>
          <ac:spMkLst>
            <pc:docMk/>
            <pc:sldMk cId="1709054280" sldId="267"/>
            <ac:spMk id="17" creationId="{6A1C1FD7-0949-74C8-25B2-0A92E75153ED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7:30.252" v="203" actId="1076"/>
          <ac:spMkLst>
            <pc:docMk/>
            <pc:sldMk cId="1709054280" sldId="267"/>
            <ac:spMk id="18" creationId="{06A74431-C49C-A074-FD2E-4DA463AE8ABD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516" v="155" actId="1076"/>
          <ac:spMkLst>
            <pc:docMk/>
            <pc:sldMk cId="1709054280" sldId="267"/>
            <ac:spMk id="20" creationId="{02C86A51-6A3F-4D43-CA48-203974BA5813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563" v="156" actId="1076"/>
          <ac:spMkLst>
            <pc:docMk/>
            <pc:sldMk cId="1709054280" sldId="267"/>
            <ac:spMk id="21" creationId="{62E517C6-878A-5E5C-8E3A-FFA9A1505745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594" v="157" actId="1076"/>
          <ac:spMkLst>
            <pc:docMk/>
            <pc:sldMk cId="1709054280" sldId="267"/>
            <ac:spMk id="22" creationId="{CE9AC874-FC60-E78B-8621-5D6B680E92D4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641" v="158" actId="1076"/>
          <ac:spMkLst>
            <pc:docMk/>
            <pc:sldMk cId="1709054280" sldId="267"/>
            <ac:spMk id="23" creationId="{4E2F4C67-4A8F-58F4-7C86-C1EBFCE614D8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7:30.298" v="204" actId="1076"/>
          <ac:spMkLst>
            <pc:docMk/>
            <pc:sldMk cId="1709054280" sldId="267"/>
            <ac:spMk id="24" creationId="{A5A6A34D-5399-F91C-7B93-9A3F0070992B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11:00.727" v="293" actId="1076"/>
          <ac:spMkLst>
            <pc:docMk/>
            <pc:sldMk cId="1709054280" sldId="267"/>
            <ac:spMk id="25" creationId="{3F08801A-850B-BF5E-2783-E58854826ED9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735" v="160" actId="1076"/>
          <ac:spMkLst>
            <pc:docMk/>
            <pc:sldMk cId="1709054280" sldId="267"/>
            <ac:spMk id="26" creationId="{9D51A712-A1E7-1B93-1428-D9C44837C073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797" v="161" actId="1076"/>
          <ac:spMkLst>
            <pc:docMk/>
            <pc:sldMk cId="1709054280" sldId="267"/>
            <ac:spMk id="27" creationId="{85A3FA3E-F994-BD6F-85CF-B3E69BD22E33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844" v="162" actId="1076"/>
          <ac:spMkLst>
            <pc:docMk/>
            <pc:sldMk cId="1709054280" sldId="267"/>
            <ac:spMk id="28" creationId="{0CD7DDE2-24B2-B4F8-E39E-853FE00FB72F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8.891" v="163" actId="1076"/>
          <ac:spMkLst>
            <pc:docMk/>
            <pc:sldMk cId="1709054280" sldId="267"/>
            <ac:spMk id="29" creationId="{B50F80AE-C521-E5A1-F295-8131D5846862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7:30.345" v="205" actId="1076"/>
          <ac:spMkLst>
            <pc:docMk/>
            <pc:sldMk cId="1709054280" sldId="267"/>
            <ac:spMk id="30" creationId="{20B8FA66-697B-8766-262B-93C8FAE81300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2:25.276" v="308"/>
          <ac:spMkLst>
            <pc:docMk/>
            <pc:sldMk cId="1709054280" sldId="267"/>
            <ac:spMk id="32" creationId="{C6CF0C11-CCBE-D2F6-7502-7D4CD8001BD3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1:20.493" v="295" actId="14100"/>
          <ac:spMkLst>
            <pc:docMk/>
            <pc:sldMk cId="1709054280" sldId="267"/>
            <ac:spMk id="33" creationId="{DB3E8594-4F00-0611-C25E-7D872DE1CB04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1:20.540" v="296" actId="14100"/>
          <ac:spMkLst>
            <pc:docMk/>
            <pc:sldMk cId="1709054280" sldId="267"/>
            <ac:spMk id="34" creationId="{C1E58F39-87B4-9E1D-618A-CF668D67A38C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1:20.602" v="297" actId="14100"/>
          <ac:spMkLst>
            <pc:docMk/>
            <pc:sldMk cId="1709054280" sldId="267"/>
            <ac:spMk id="35" creationId="{1FDE3CD6-3CA2-12B5-3500-1C9C7101A867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1:20.743" v="299" actId="14100"/>
          <ac:spMkLst>
            <pc:docMk/>
            <pc:sldMk cId="1709054280" sldId="267"/>
            <ac:spMk id="36" creationId="{91AB30E0-9CC6-E0C8-630F-B52DB7404C3B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1:20.665" v="298" actId="14100"/>
          <ac:spMkLst>
            <pc:docMk/>
            <pc:sldMk cId="1709054280" sldId="267"/>
            <ac:spMk id="37" creationId="{C41479EA-BA49-9F1A-F565-635313ECD823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3:37.307" v="8" actId="1076"/>
          <ac:spMkLst>
            <pc:docMk/>
            <pc:sldMk cId="1709054280" sldId="267"/>
            <ac:spMk id="318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594" v="135" actId="1076"/>
          <ac:spMkLst>
            <pc:docMk/>
            <pc:sldMk cId="1709054280" sldId="267"/>
            <ac:spMk id="319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641" v="136" actId="1076"/>
          <ac:spMkLst>
            <pc:docMk/>
            <pc:sldMk cId="1709054280" sldId="267"/>
            <ac:spMk id="320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672" v="137" actId="1076"/>
          <ac:spMkLst>
            <pc:docMk/>
            <pc:sldMk cId="1709054280" sldId="267"/>
            <ac:spMk id="321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719" v="138" actId="1076"/>
          <ac:spMkLst>
            <pc:docMk/>
            <pc:sldMk cId="1709054280" sldId="267"/>
            <ac:spMk id="322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750" v="139" actId="1076"/>
          <ac:spMkLst>
            <pc:docMk/>
            <pc:sldMk cId="1709054280" sldId="267"/>
            <ac:spMk id="323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5:05.372" v="111" actId="14100"/>
          <ac:spMkLst>
            <pc:docMk/>
            <pc:sldMk cId="1709054280" sldId="267"/>
            <ac:spMk id="324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47.797" v="140" actId="1076"/>
          <ac:spMkLst>
            <pc:docMk/>
            <pc:sldMk cId="1709054280" sldId="267"/>
            <ac:spMk id="325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03.952" v="128" actId="1076"/>
          <ac:spMkLst>
            <pc:docMk/>
            <pc:sldMk cId="1709054280" sldId="267"/>
            <ac:spMk id="326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03.999" v="129" actId="1076"/>
          <ac:spMkLst>
            <pc:docMk/>
            <pc:sldMk cId="1709054280" sldId="267"/>
            <ac:spMk id="327" creationId="{00000000-0000-0000-0000-000000000000}"/>
          </ac:spMkLst>
        </pc:spChg>
        <pc:spChg chg="mod">
          <ac:chgData name="TCHAMFONG LIONEL" userId="S::tchamfl@ext.essilor.com::7ba41266-02c5-4eb4-be69-a4bf1727da15" providerId="AD" clId="Web-{96054C09-6415-35A1-5D40-A2ED0B458123}" dt="2024-08-29T09:06:04.046" v="130" actId="1076"/>
          <ac:spMkLst>
            <pc:docMk/>
            <pc:sldMk cId="1709054280" sldId="267"/>
            <ac:spMk id="328" creationId="{00000000-0000-0000-0000-000000000000}"/>
          </ac:spMkLst>
        </pc:spChg>
        <pc:cxnChg chg="mod">
          <ac:chgData name="TCHAMFONG LIONEL" userId="S::tchamfl@ext.essilor.com::7ba41266-02c5-4eb4-be69-a4bf1727da15" providerId="AD" clId="Web-{96054C09-6415-35A1-5D40-A2ED0B458123}" dt="2024-08-29T09:04:27.902" v="82" actId="1076"/>
          <ac:cxnSpMkLst>
            <pc:docMk/>
            <pc:sldMk cId="1709054280" sldId="267"/>
            <ac:cxnSpMk id="7" creationId="{617DB1AC-AAF7-BDFC-2E83-C2C3EDF287E0}"/>
          </ac:cxnSpMkLst>
        </pc:cxnChg>
        <pc:cxnChg chg="mod">
          <ac:chgData name="TCHAMFONG LIONEL" userId="S::tchamfl@ext.essilor.com::7ba41266-02c5-4eb4-be69-a4bf1727da15" providerId="AD" clId="Web-{96054C09-6415-35A1-5D40-A2ED0B458123}" dt="2024-08-29T09:04:27.949" v="83" actId="1076"/>
          <ac:cxnSpMkLst>
            <pc:docMk/>
            <pc:sldMk cId="1709054280" sldId="267"/>
            <ac:cxnSpMk id="19" creationId="{00F8B94D-EFA4-0020-DBDE-D08F0DCC21E9}"/>
          </ac:cxnSpMkLst>
        </pc:cxnChg>
        <pc:cxnChg chg="mod">
          <ac:chgData name="TCHAMFONG LIONEL" userId="S::tchamfl@ext.essilor.com::7ba41266-02c5-4eb4-be69-a4bf1727da15" providerId="AD" clId="Web-{96054C09-6415-35A1-5D40-A2ED0B458123}" dt="2024-08-29T09:04:27.996" v="84" actId="1076"/>
          <ac:cxnSpMkLst>
            <pc:docMk/>
            <pc:sldMk cId="1709054280" sldId="267"/>
            <ac:cxnSpMk id="31" creationId="{7840B4F9-2952-CE2C-FE8A-6314BDA64792}"/>
          </ac:cxnSpMkLst>
        </pc:cxnChg>
        <pc:cxnChg chg="mod">
          <ac:chgData name="TCHAMFONG LIONEL" userId="S::tchamfl@ext.essilor.com::7ba41266-02c5-4eb4-be69-a4bf1727da15" providerId="AD" clId="Web-{96054C09-6415-35A1-5D40-A2ED0B458123}" dt="2024-08-29T09:06:22.796" v="134" actId="1076"/>
          <ac:cxnSpMkLst>
            <pc:docMk/>
            <pc:sldMk cId="1709054280" sldId="267"/>
            <ac:cxnSpMk id="32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96054C09-6415-35A1-5D40-A2ED0B458123}" dt="2024-08-29T09:04:27.809" v="80" actId="1076"/>
          <ac:cxnSpMkLst>
            <pc:docMk/>
            <pc:sldMk cId="1709054280" sldId="267"/>
            <ac:cxnSpMk id="330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96054C09-6415-35A1-5D40-A2ED0B458123}" dt="2024-08-29T09:04:27.855" v="81" actId="1076"/>
          <ac:cxnSpMkLst>
            <pc:docMk/>
            <pc:sldMk cId="1709054280" sldId="267"/>
            <ac:cxnSpMk id="331" creationId="{00000000-0000-0000-0000-000000000000}"/>
          </ac:cxnSpMkLst>
        </pc:cxnChg>
      </pc:sldChg>
      <pc:sldChg chg="addSp modSp">
        <pc:chgData name="TCHAMFONG LIONEL" userId="S::tchamfl@ext.essilor.com::7ba41266-02c5-4eb4-be69-a4bf1727da15" providerId="AD" clId="Web-{96054C09-6415-35A1-5D40-A2ED0B458123}" dt="2024-08-29T13:00:09.214" v="363" actId="20577"/>
        <pc:sldMkLst>
          <pc:docMk/>
          <pc:sldMk cId="2300429487" sldId="302"/>
        </pc:sldMkLst>
        <pc:spChg chg="mod">
          <ac:chgData name="TCHAMFONG LIONEL" userId="S::tchamfl@ext.essilor.com::7ba41266-02c5-4eb4-be69-a4bf1727da15" providerId="AD" clId="Web-{96054C09-6415-35A1-5D40-A2ED0B458123}" dt="2024-08-29T12:59:40.057" v="352" actId="20577"/>
          <ac:spMkLst>
            <pc:docMk/>
            <pc:sldMk cId="2300429487" sldId="302"/>
            <ac:spMk id="8" creationId="{702D68D6-BCEE-4CD6-A859-F8FEE9A04302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9:49.885" v="357" actId="20577"/>
          <ac:spMkLst>
            <pc:docMk/>
            <pc:sldMk cId="2300429487" sldId="302"/>
            <ac:spMk id="9" creationId="{A17A889C-AF6D-42C1-8D05-20E9BED2C076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2:59:54.542" v="358" actId="20577"/>
          <ac:spMkLst>
            <pc:docMk/>
            <pc:sldMk cId="2300429487" sldId="302"/>
            <ac:spMk id="11" creationId="{45870EA3-B0B6-458D-9DFE-2AA92AAFBE40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3:04.887" v="311" actId="1076"/>
          <ac:spMkLst>
            <pc:docMk/>
            <pc:sldMk cId="2300429487" sldId="302"/>
            <ac:spMk id="12" creationId="{76B163F3-9CE8-608A-B6F7-09055A2D4E9C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3:00:01.573" v="360" actId="20577"/>
          <ac:spMkLst>
            <pc:docMk/>
            <pc:sldMk cId="2300429487" sldId="302"/>
            <ac:spMk id="13" creationId="{44FB1FEC-6B05-4C2B-ADE0-DCA0A6867D6E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3:33.653" v="321" actId="1076"/>
          <ac:spMkLst>
            <pc:docMk/>
            <pc:sldMk cId="2300429487" sldId="302"/>
            <ac:spMk id="14" creationId="{FAC79F3B-A522-C3D8-1E04-A482F27DD97C}"/>
          </ac:spMkLst>
        </pc:spChg>
        <pc:spChg chg="mod">
          <ac:chgData name="TCHAMFONG LIONEL" userId="S::tchamfl@ext.essilor.com::7ba41266-02c5-4eb4-be69-a4bf1727da15" providerId="AD" clId="Web-{96054C09-6415-35A1-5D40-A2ED0B458123}" dt="2024-08-29T13:00:09.214" v="363" actId="20577"/>
          <ac:spMkLst>
            <pc:docMk/>
            <pc:sldMk cId="2300429487" sldId="302"/>
            <ac:spMk id="15" creationId="{CE6A966A-706B-484A-A6BC-E2FFC4BB5B28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3:41.654" v="327" actId="20577"/>
          <ac:spMkLst>
            <pc:docMk/>
            <pc:sldMk cId="2300429487" sldId="302"/>
            <ac:spMk id="16" creationId="{2ED9DA0C-ABF5-508B-BFC9-D7E538ACA5A1}"/>
          </ac:spMkLst>
        </pc:spChg>
        <pc:spChg chg="add mod">
          <ac:chgData name="TCHAMFONG LIONEL" userId="S::tchamfl@ext.essilor.com::7ba41266-02c5-4eb4-be69-a4bf1727da15" providerId="AD" clId="Web-{96054C09-6415-35A1-5D40-A2ED0B458123}" dt="2024-08-29T09:13:39.169" v="324" actId="1076"/>
          <ac:spMkLst>
            <pc:docMk/>
            <pc:sldMk cId="2300429487" sldId="302"/>
            <ac:spMk id="17" creationId="{D99CD8EA-2C29-5F57-7019-D2453CF5B9F3}"/>
          </ac:spMkLst>
        </pc:spChg>
      </pc:sldChg>
    </pc:docChg>
  </pc:docChgLst>
  <pc:docChgLst>
    <pc:chgData name="TCHAMFONG LIONEL" userId="S::tchamfl@ext.essilor.com::7ba41266-02c5-4eb4-be69-a4bf1727da15" providerId="AD" clId="Web-{D005AEC9-6EA6-DAFB-30EA-DA8AAB5A442D}"/>
    <pc:docChg chg="modSld">
      <pc:chgData name="TCHAMFONG LIONEL" userId="S::tchamfl@ext.essilor.com::7ba41266-02c5-4eb4-be69-a4bf1727da15" providerId="AD" clId="Web-{D005AEC9-6EA6-DAFB-30EA-DA8AAB5A442D}" dt="2024-08-28T09:22:54.545" v="438" actId="1076"/>
      <pc:docMkLst>
        <pc:docMk/>
      </pc:docMkLst>
      <pc:sldChg chg="modSp">
        <pc:chgData name="TCHAMFONG LIONEL" userId="S::tchamfl@ext.essilor.com::7ba41266-02c5-4eb4-be69-a4bf1727da15" providerId="AD" clId="Web-{D005AEC9-6EA6-DAFB-30EA-DA8AAB5A442D}" dt="2024-08-28T09:02:15.610" v="294" actId="1076"/>
        <pc:sldMkLst>
          <pc:docMk/>
          <pc:sldMk cId="4196320131" sldId="257"/>
        </pc:sldMkLst>
        <pc:spChg chg="mod">
          <ac:chgData name="TCHAMFONG LIONEL" userId="S::tchamfl@ext.essilor.com::7ba41266-02c5-4eb4-be69-a4bf1727da15" providerId="AD" clId="Web-{D005AEC9-6EA6-DAFB-30EA-DA8AAB5A442D}" dt="2024-08-28T09:02:15.610" v="294" actId="1076"/>
          <ac:spMkLst>
            <pc:docMk/>
            <pc:sldMk cId="4196320131" sldId="257"/>
            <ac:spMk id="212" creationId="{CDB2FF1F-063A-4956-AEC3-B0105D22CD44}"/>
          </ac:spMkLst>
        </pc:spChg>
      </pc:sldChg>
      <pc:sldChg chg="modSp">
        <pc:chgData name="TCHAMFONG LIONEL" userId="S::tchamfl@ext.essilor.com::7ba41266-02c5-4eb4-be69-a4bf1727da15" providerId="AD" clId="Web-{D005AEC9-6EA6-DAFB-30EA-DA8AAB5A442D}" dt="2024-08-28T09:03:30.066" v="296" actId="1076"/>
        <pc:sldMkLst>
          <pc:docMk/>
          <pc:sldMk cId="1709054280" sldId="267"/>
        </pc:sldMkLst>
        <pc:spChg chg="mod">
          <ac:chgData name="TCHAMFONG LIONEL" userId="S::tchamfl@ext.essilor.com::7ba41266-02c5-4eb4-be69-a4bf1727da15" providerId="AD" clId="Web-{D005AEC9-6EA6-DAFB-30EA-DA8AAB5A442D}" dt="2024-08-28T09:03:26.582" v="295" actId="1076"/>
          <ac:spMkLst>
            <pc:docMk/>
            <pc:sldMk cId="1709054280" sldId="267"/>
            <ac:spMk id="26" creationId="{9D51A712-A1E7-1B93-1428-D9C44837C073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9:03:30.066" v="296" actId="1076"/>
          <ac:spMkLst>
            <pc:docMk/>
            <pc:sldMk cId="1709054280" sldId="267"/>
            <ac:spMk id="27" creationId="{85A3FA3E-F994-BD6F-85CF-B3E69BD22E33}"/>
          </ac:spMkLst>
        </pc:spChg>
      </pc:sldChg>
      <pc:sldChg chg="addSp delSp modSp">
        <pc:chgData name="TCHAMFONG LIONEL" userId="S::tchamfl@ext.essilor.com::7ba41266-02c5-4eb4-be69-a4bf1727da15" providerId="AD" clId="Web-{D005AEC9-6EA6-DAFB-30EA-DA8AAB5A442D}" dt="2024-08-28T09:22:54.545" v="438" actId="1076"/>
        <pc:sldMkLst>
          <pc:docMk/>
          <pc:sldMk cId="2300429487" sldId="302"/>
        </pc:sldMkLst>
        <pc:spChg chg="add mod">
          <ac:chgData name="TCHAMFONG LIONEL" userId="S::tchamfl@ext.essilor.com::7ba41266-02c5-4eb4-be69-a4bf1727da15" providerId="AD" clId="Web-{D005AEC9-6EA6-DAFB-30EA-DA8AAB5A442D}" dt="2024-08-28T08:58:32.618" v="241" actId="1076"/>
          <ac:spMkLst>
            <pc:docMk/>
            <pc:sldMk cId="2300429487" sldId="302"/>
            <ac:spMk id="2" creationId="{741AF407-873E-F57B-A203-C07CCA6E3D47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634" v="242" actId="1076"/>
          <ac:spMkLst>
            <pc:docMk/>
            <pc:sldMk cId="2300429487" sldId="302"/>
            <ac:spMk id="3" creationId="{BD11BDF2-0506-EE67-7B2C-2ED5D042D5E5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774" v="253" actId="1076"/>
          <ac:spMkLst>
            <pc:docMk/>
            <pc:sldMk cId="2300429487" sldId="302"/>
            <ac:spMk id="4" creationId="{D63FBF83-3ECB-4340-91E5-C6B27495F0A0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649" v="243" actId="1076"/>
          <ac:spMkLst>
            <pc:docMk/>
            <pc:sldMk cId="2300429487" sldId="302"/>
            <ac:spMk id="5" creationId="{30F59DDE-7966-B81A-E35C-3C6E94388D29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665" v="244" actId="1076"/>
          <ac:spMkLst>
            <pc:docMk/>
            <pc:sldMk cId="2300429487" sldId="302"/>
            <ac:spMk id="6" creationId="{26A98444-A244-AE61-B9C4-C68E14621470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665" v="245" actId="1076"/>
          <ac:spMkLst>
            <pc:docMk/>
            <pc:sldMk cId="2300429487" sldId="302"/>
            <ac:spMk id="7" creationId="{F0AFF171-FA65-23F6-5069-7808EFB5B467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305" v="216" actId="1076"/>
          <ac:spMkLst>
            <pc:docMk/>
            <pc:sldMk cId="2300429487" sldId="302"/>
            <ac:spMk id="8" creationId="{702D68D6-BCEE-4CD6-A859-F8FEE9A04302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321" v="217" actId="1076"/>
          <ac:spMkLst>
            <pc:docMk/>
            <pc:sldMk cId="2300429487" sldId="302"/>
            <ac:spMk id="9" creationId="{A17A889C-AF6D-42C1-8D05-20E9BED2C076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47:29.782" v="30"/>
          <ac:spMkLst>
            <pc:docMk/>
            <pc:sldMk cId="2300429487" sldId="302"/>
            <ac:spMk id="10" creationId="{0664328E-1473-4111-93BA-CD26B24A80B7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337" v="218" actId="1076"/>
          <ac:spMkLst>
            <pc:docMk/>
            <pc:sldMk cId="2300429487" sldId="302"/>
            <ac:spMk id="11" creationId="{45870EA3-B0B6-458D-9DFE-2AA92AAFBE40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49:00.707" v="52"/>
          <ac:spMkLst>
            <pc:docMk/>
            <pc:sldMk cId="2300429487" sldId="302"/>
            <ac:spMk id="12" creationId="{C77FF8A0-EB15-459F-8D7C-D7C7E966148F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352" v="219" actId="1076"/>
          <ac:spMkLst>
            <pc:docMk/>
            <pc:sldMk cId="2300429487" sldId="302"/>
            <ac:spMk id="13" creationId="{44FB1FEC-6B05-4C2B-ADE0-DCA0A6867D6E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3:38.107" v="104"/>
          <ac:spMkLst>
            <pc:docMk/>
            <pc:sldMk cId="2300429487" sldId="302"/>
            <ac:spMk id="14" creationId="{D785A5A7-BDB7-4BB4-8818-1933CDF03BC0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352" v="220" actId="1076"/>
          <ac:spMkLst>
            <pc:docMk/>
            <pc:sldMk cId="2300429487" sldId="302"/>
            <ac:spMk id="15" creationId="{CE6A966A-706B-484A-A6BC-E2FFC4BB5B28}"/>
          </ac:spMkLst>
        </pc:spChg>
        <pc:spChg chg="del mod">
          <ac:chgData name="TCHAMFONG LIONEL" userId="S::tchamfl@ext.essilor.com::7ba41266-02c5-4eb4-be69-a4bf1727da15" providerId="AD" clId="Web-{D005AEC9-6EA6-DAFB-30EA-DA8AAB5A442D}" dt="2024-08-28T08:54:58.438" v="124"/>
          <ac:spMkLst>
            <pc:docMk/>
            <pc:sldMk cId="2300429487" sldId="302"/>
            <ac:spMk id="16" creationId="{F1FB3E25-1B4D-410C-8B09-983F0806CA87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40.132" v="169"/>
          <ac:spMkLst>
            <pc:docMk/>
            <pc:sldMk cId="2300429487" sldId="302"/>
            <ac:spMk id="17" creationId="{B7DD6488-912F-42D7-B068-E78990AD1E3E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40.132" v="168"/>
          <ac:spMkLst>
            <pc:docMk/>
            <pc:sldMk cId="2300429487" sldId="302"/>
            <ac:spMk id="18" creationId="{E69C1CAF-B0FF-4E74-BDDD-613033E6DACB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40.132" v="167"/>
          <ac:spMkLst>
            <pc:docMk/>
            <pc:sldMk cId="2300429487" sldId="302"/>
            <ac:spMk id="19" creationId="{BD1E6707-9CF6-4681-83FB-0D3C21729A09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680" v="246" actId="1076"/>
          <ac:spMkLst>
            <pc:docMk/>
            <pc:sldMk cId="2300429487" sldId="302"/>
            <ac:spMk id="20" creationId="{C71E15E9-C4ED-DDD8-5649-71ACB17FC3F4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696" v="247" actId="1076"/>
          <ac:spMkLst>
            <pc:docMk/>
            <pc:sldMk cId="2300429487" sldId="302"/>
            <ac:spMk id="21" creationId="{7C319E42-ADC9-FC7A-6F10-833E2611ADB5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712" v="248" actId="1076"/>
          <ac:spMkLst>
            <pc:docMk/>
            <pc:sldMk cId="2300429487" sldId="302"/>
            <ac:spMk id="22" creationId="{19CFE31D-6213-2308-D7AE-BDB36F43294A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712" v="249" actId="1076"/>
          <ac:spMkLst>
            <pc:docMk/>
            <pc:sldMk cId="2300429487" sldId="302"/>
            <ac:spMk id="23" creationId="{5662D491-7810-804E-D819-9F6B022AEFD1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727" v="250" actId="1076"/>
          <ac:spMkLst>
            <pc:docMk/>
            <pc:sldMk cId="2300429487" sldId="302"/>
            <ac:spMk id="24" creationId="{C8572DE6-E9DB-990E-4BBB-75209D0034B6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8:58:32.743" v="251" actId="1076"/>
          <ac:spMkLst>
            <pc:docMk/>
            <pc:sldMk cId="2300429487" sldId="302"/>
            <ac:spMk id="25" creationId="{961FA372-A10C-F90D-71A8-798624B0A9E4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20:50.650" v="432" actId="1076"/>
          <ac:spMkLst>
            <pc:docMk/>
            <pc:sldMk cId="2300429487" sldId="302"/>
            <ac:spMk id="26" creationId="{36750B28-291A-3B0F-A6BB-316472C3ACC3}"/>
          </ac:spMkLst>
        </pc:spChg>
        <pc:spChg chg="add del mod">
          <ac:chgData name="TCHAMFONG LIONEL" userId="S::tchamfl@ext.essilor.com::7ba41266-02c5-4eb4-be69-a4bf1727da15" providerId="AD" clId="Web-{D005AEC9-6EA6-DAFB-30EA-DA8AAB5A442D}" dt="2024-08-28T08:59:20.541" v="257"/>
          <ac:spMkLst>
            <pc:docMk/>
            <pc:sldMk cId="2300429487" sldId="302"/>
            <ac:spMk id="27" creationId="{77283756-E917-24C0-7CB1-DD0B58E02B77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20:50.666" v="433" actId="1076"/>
          <ac:spMkLst>
            <pc:docMk/>
            <pc:sldMk cId="2300429487" sldId="302"/>
            <ac:spMk id="28" creationId="{EB11606C-10D9-2D43-7EAE-05F8C99F8B05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00:03.856" v="263"/>
          <ac:spMkLst>
            <pc:docMk/>
            <pc:sldMk cId="2300429487" sldId="302"/>
            <ac:spMk id="29" creationId="{EB3BBCA3-8CA1-7417-6BD4-401DF9D0D7B6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20:50.697" v="434" actId="1076"/>
          <ac:spMkLst>
            <pc:docMk/>
            <pc:sldMk cId="2300429487" sldId="302"/>
            <ac:spMk id="30" creationId="{48451896-B3C5-2835-77EC-1A7219D93FC2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78"/>
          <ac:spMkLst>
            <pc:docMk/>
            <pc:sldMk cId="2300429487" sldId="302"/>
            <ac:spMk id="31" creationId="{AB820FF0-7201-98F0-B096-0F4A76B21282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77"/>
          <ac:spMkLst>
            <pc:docMk/>
            <pc:sldMk cId="2300429487" sldId="302"/>
            <ac:spMk id="32" creationId="{B10CB78F-DD9E-7EC7-5B33-5B917DA6FA7D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09:36.657" v="336"/>
          <ac:spMkLst>
            <pc:docMk/>
            <pc:sldMk cId="2300429487" sldId="302"/>
            <ac:spMk id="33" creationId="{B08B04FA-0235-1680-1609-077714EBAECA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34:31.366" v="16"/>
          <ac:spMkLst>
            <pc:docMk/>
            <pc:sldMk cId="2300429487" sldId="302"/>
            <ac:spMk id="33" creationId="{EA3B9C86-CD20-4B9A-2A19-280129F587A7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446" v="228" actId="1076"/>
          <ac:spMkLst>
            <pc:docMk/>
            <pc:sldMk cId="2300429487" sldId="302"/>
            <ac:spMk id="34" creationId="{17ECAE36-B466-2AC7-A773-E834B3E94E5E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462" v="229" actId="1076"/>
          <ac:spMkLst>
            <pc:docMk/>
            <pc:sldMk cId="2300429487" sldId="302"/>
            <ac:spMk id="35" creationId="{E2A7267C-4579-D69E-C56A-D027E95BADD2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477" v="230" actId="1076"/>
          <ac:spMkLst>
            <pc:docMk/>
            <pc:sldMk cId="2300429487" sldId="302"/>
            <ac:spMk id="36" creationId="{51AE36E4-1882-E673-FA25-3A496C499BC2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493" v="231" actId="1076"/>
          <ac:spMkLst>
            <pc:docMk/>
            <pc:sldMk cId="2300429487" sldId="302"/>
            <ac:spMk id="37" creationId="{EFBCD300-687B-4B2A-8F6C-A06FD9D1E830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509" v="232" actId="1076"/>
          <ac:spMkLst>
            <pc:docMk/>
            <pc:sldMk cId="2300429487" sldId="302"/>
            <ac:spMk id="38" creationId="{9E377978-560B-5F45-EC8E-F8E0BC0DFAAA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524" v="233" actId="1076"/>
          <ac:spMkLst>
            <pc:docMk/>
            <pc:sldMk cId="2300429487" sldId="302"/>
            <ac:spMk id="39" creationId="{0589BD4D-4929-24AA-1873-B686A049730D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524" v="234" actId="1076"/>
          <ac:spMkLst>
            <pc:docMk/>
            <pc:sldMk cId="2300429487" sldId="302"/>
            <ac:spMk id="40" creationId="{8188247A-C7F6-2611-90D4-1ED927182B30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540" v="235" actId="1076"/>
          <ac:spMkLst>
            <pc:docMk/>
            <pc:sldMk cId="2300429487" sldId="302"/>
            <ac:spMk id="41" creationId="{D473EDED-742D-D05B-ACDA-DCFF08CA16AF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32.366" v="165"/>
          <ac:spMkLst>
            <pc:docMk/>
            <pc:sldMk cId="2300429487" sldId="302"/>
            <ac:spMk id="42" creationId="{80003EC5-1E57-3115-6BA6-84A983769CC5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9:09:41.845" v="337" actId="20577"/>
          <ac:spMkLst>
            <pc:docMk/>
            <pc:sldMk cId="2300429487" sldId="302"/>
            <ac:spMk id="43" creationId="{46DE6EBA-0D07-2981-F64D-953AC5818E97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49:42.130" v="61"/>
          <ac:spMkLst>
            <pc:docMk/>
            <pc:sldMk cId="2300429487" sldId="302"/>
            <ac:spMk id="44" creationId="{03D35292-1A85-8A81-7E71-37C498699E79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09:45.267" v="339"/>
          <ac:spMkLst>
            <pc:docMk/>
            <pc:sldMk cId="2300429487" sldId="302"/>
            <ac:spMk id="45" creationId="{E103D452-B8B5-534B-5777-FD09C7AEC0E8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571" v="237" actId="1076"/>
          <ac:spMkLst>
            <pc:docMk/>
            <pc:sldMk cId="2300429487" sldId="302"/>
            <ac:spMk id="46" creationId="{F920E81C-BB0F-2F6D-0C95-2C7D6BA8EB26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6:38.379" v="149"/>
          <ac:spMkLst>
            <pc:docMk/>
            <pc:sldMk cId="2300429487" sldId="302"/>
            <ac:spMk id="47" creationId="{4753E26B-405B-AC75-4DD9-7722965625AE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32.366" v="164"/>
          <ac:spMkLst>
            <pc:docMk/>
            <pc:sldMk cId="2300429487" sldId="302"/>
            <ac:spMk id="48" creationId="{6D228F62-4C3C-CA0A-6392-0E7A705E9D92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32.366" v="163"/>
          <ac:spMkLst>
            <pc:docMk/>
            <pc:sldMk cId="2300429487" sldId="302"/>
            <ac:spMk id="49" creationId="{4D0F4D8D-F9A4-6960-CEDD-7BCC4D5CD7F0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09:53.267" v="341"/>
          <ac:spMkLst>
            <pc:docMk/>
            <pc:sldMk cId="2300429487" sldId="302"/>
            <ac:spMk id="50" creationId="{BB913837-6475-A0FF-4BDC-B2B4B4690EFF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0:03.861" v="344" actId="1076"/>
          <ac:spMkLst>
            <pc:docMk/>
            <pc:sldMk cId="2300429487" sldId="302"/>
            <ac:spMk id="51" creationId="{DA1635D5-23AE-B4E7-E139-FF79A9B5326B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48:41.050" v="50"/>
          <ac:spMkLst>
            <pc:docMk/>
            <pc:sldMk cId="2300429487" sldId="302"/>
            <ac:spMk id="52" creationId="{6415D800-E252-FD9C-B1B9-060BCF569A49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6:42.692" v="150"/>
          <ac:spMkLst>
            <pc:docMk/>
            <pc:sldMk cId="2300429487" sldId="302"/>
            <ac:spMk id="53" creationId="{0409C379-5841-B12F-3362-FFB4FAF0020D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9:20:50.619" v="431" actId="1076"/>
          <ac:spMkLst>
            <pc:docMk/>
            <pc:sldMk cId="2300429487" sldId="302"/>
            <ac:spMk id="54" creationId="{EA3581C7-2636-DC84-AA6A-E48B58A043D6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13.865" v="157"/>
          <ac:spMkLst>
            <pc:docMk/>
            <pc:sldMk cId="2300429487" sldId="302"/>
            <ac:spMk id="55" creationId="{119B9FA5-E208-62EE-6ABF-B70E31A82C90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32.366" v="162"/>
          <ac:spMkLst>
            <pc:docMk/>
            <pc:sldMk cId="2300429487" sldId="302"/>
            <ac:spMk id="56" creationId="{79156FA9-0641-43EF-6A55-3AE6FAC3CD9E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32.366" v="161"/>
          <ac:spMkLst>
            <pc:docMk/>
            <pc:sldMk cId="2300429487" sldId="302"/>
            <ac:spMk id="61" creationId="{83279D19-4AF4-A56E-D399-E385799069A4}"/>
          </ac:spMkLst>
        </pc:spChg>
        <pc:spChg chg="del mod">
          <ac:chgData name="TCHAMFONG LIONEL" userId="S::tchamfl@ext.essilor.com::7ba41266-02c5-4eb4-be69-a4bf1727da15" providerId="AD" clId="Web-{D005AEC9-6EA6-DAFB-30EA-DA8AAB5A442D}" dt="2024-08-28T08:57:32.366" v="160"/>
          <ac:spMkLst>
            <pc:docMk/>
            <pc:sldMk cId="2300429487" sldId="302"/>
            <ac:spMk id="62" creationId="{910691FB-1173-D207-32EE-297607DD3101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7:32.366" v="159"/>
          <ac:spMkLst>
            <pc:docMk/>
            <pc:sldMk cId="2300429487" sldId="302"/>
            <ac:spMk id="63" creationId="{FA567B5E-5EFB-58FF-D175-9A1ABFD085C7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602" v="239" actId="1076"/>
          <ac:spMkLst>
            <pc:docMk/>
            <pc:sldMk cId="2300429487" sldId="302"/>
            <ac:spMk id="64" creationId="{D17EC566-50B0-49D1-7E5F-ED5083D5DACA}"/>
          </ac:spMkLst>
        </pc:spChg>
        <pc:spChg chg="del mod">
          <ac:chgData name="TCHAMFONG LIONEL" userId="S::tchamfl@ext.essilor.com::7ba41266-02c5-4eb4-be69-a4bf1727da15" providerId="AD" clId="Web-{D005AEC9-6EA6-DAFB-30EA-DA8AAB5A442D}" dt="2024-08-28T08:59:21.526" v="258"/>
          <ac:spMkLst>
            <pc:docMk/>
            <pc:sldMk cId="2300429487" sldId="302"/>
            <ac:spMk id="65" creationId="{8AB48DCB-6854-9587-B96E-49D0D65C1795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0:44.582" v="363" actId="1076"/>
          <ac:spMkLst>
            <pc:docMk/>
            <pc:sldMk cId="2300429487" sldId="302"/>
            <ac:spMk id="66" creationId="{A3941396-0BF2-45FC-C8D6-7B2105D54702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7:53.644" v="368" actId="20577"/>
          <ac:spMkLst>
            <pc:docMk/>
            <pc:sldMk cId="2300429487" sldId="302"/>
            <ac:spMk id="67" creationId="{42E511AA-4C9F-0662-925A-D8A3CDDDEE4C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8:11.910" v="375" actId="1076"/>
          <ac:spMkLst>
            <pc:docMk/>
            <pc:sldMk cId="2300429487" sldId="302"/>
            <ac:spMk id="68" creationId="{14FF9096-0F8E-BDA6-DDEB-2ADD34DAB524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8:24.707" v="378" actId="1076"/>
          <ac:spMkLst>
            <pc:docMk/>
            <pc:sldMk cId="2300429487" sldId="302"/>
            <ac:spMk id="75" creationId="{17B4B1B9-2433-ED9D-0EDC-B68158F35987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8:24.739" v="379" actId="1076"/>
          <ac:spMkLst>
            <pc:docMk/>
            <pc:sldMk cId="2300429487" sldId="302"/>
            <ac:spMk id="76" creationId="{D5073615-8BFE-6A70-3E72-0A228B339DAF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8:33.348" v="382" actId="1076"/>
          <ac:spMkLst>
            <pc:docMk/>
            <pc:sldMk cId="2300429487" sldId="302"/>
            <ac:spMk id="79" creationId="{FD3CA6C6-B33D-9116-FED2-9B2CCEDDAA53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8:33.379" v="383" actId="1076"/>
          <ac:spMkLst>
            <pc:docMk/>
            <pc:sldMk cId="2300429487" sldId="302"/>
            <ac:spMk id="80" creationId="{C86E61D7-F392-606D-CE7A-84590C14F45B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8:42.942" v="386" actId="1076"/>
          <ac:spMkLst>
            <pc:docMk/>
            <pc:sldMk cId="2300429487" sldId="302"/>
            <ac:spMk id="81" creationId="{501262EF-9C7F-B1DF-8FA7-4F30104DA712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8:42.958" v="387" actId="1076"/>
          <ac:spMkLst>
            <pc:docMk/>
            <pc:sldMk cId="2300429487" sldId="302"/>
            <ac:spMk id="82" creationId="{809A2FD8-949C-587B-949C-0B147977BF62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18:49.583" v="391"/>
          <ac:spMkLst>
            <pc:docMk/>
            <pc:sldMk cId="2300429487" sldId="302"/>
            <ac:spMk id="83" creationId="{A68AF340-5F07-3368-DBA7-02145E2034A5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18:49.583" v="390"/>
          <ac:spMkLst>
            <pc:docMk/>
            <pc:sldMk cId="2300429487" sldId="302"/>
            <ac:spMk id="84" creationId="{45C9AC0A-5268-DEAE-9461-A315B9D7794C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18:55.740" v="395"/>
          <ac:spMkLst>
            <pc:docMk/>
            <pc:sldMk cId="2300429487" sldId="302"/>
            <ac:spMk id="85" creationId="{8C65BC53-0019-5E50-00A5-AE2B16A0CB42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18:55.740" v="394"/>
          <ac:spMkLst>
            <pc:docMk/>
            <pc:sldMk cId="2300429487" sldId="302"/>
            <ac:spMk id="86" creationId="{BAC6AB39-28D4-C7E8-8B15-D8A2EB6136EB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19:02.193" v="399"/>
          <ac:spMkLst>
            <pc:docMk/>
            <pc:sldMk cId="2300429487" sldId="302"/>
            <ac:spMk id="87" creationId="{C5C8B727-629D-A2BD-99F9-D1C915808CDF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19:02.193" v="398"/>
          <ac:spMkLst>
            <pc:docMk/>
            <pc:sldMk cId="2300429487" sldId="302"/>
            <ac:spMk id="88" creationId="{AFC7ECAA-E68C-C796-8D0B-82F1002771ED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19:34.710" v="407" actId="1076"/>
          <ac:spMkLst>
            <pc:docMk/>
            <pc:sldMk cId="2300429487" sldId="302"/>
            <ac:spMk id="89" creationId="{BC6AA1C8-8C50-465F-B3D8-059043468261}"/>
          </ac:spMkLst>
        </pc:spChg>
        <pc:spChg chg="add del">
          <ac:chgData name="TCHAMFONG LIONEL" userId="S::tchamfl@ext.essilor.com::7ba41266-02c5-4eb4-be69-a4bf1727da15" providerId="AD" clId="Web-{D005AEC9-6EA6-DAFB-30EA-DA8AAB5A442D}" dt="2024-08-28T09:19:41.569" v="409"/>
          <ac:spMkLst>
            <pc:docMk/>
            <pc:sldMk cId="2300429487" sldId="302"/>
            <ac:spMk id="90" creationId="{6B40DAE2-FDBC-E292-A2EB-22FC8EAC93C7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20:28.899" v="430" actId="20577"/>
          <ac:spMkLst>
            <pc:docMk/>
            <pc:sldMk cId="2300429487" sldId="302"/>
            <ac:spMk id="91" creationId="{7B4A668F-ACE6-F219-117B-D38BDF311BB9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20:50.713" v="435" actId="1076"/>
          <ac:spMkLst>
            <pc:docMk/>
            <pc:sldMk cId="2300429487" sldId="302"/>
            <ac:spMk id="92" creationId="{3A1ACE33-248D-CDDA-B49B-558623B2C0F6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20:50.728" v="436" actId="1076"/>
          <ac:spMkLst>
            <pc:docMk/>
            <pc:sldMk cId="2300429487" sldId="302"/>
            <ac:spMk id="93" creationId="{A6F23F3E-878C-3166-7C95-8230923302B0}"/>
          </ac:spMkLst>
        </pc:spChg>
        <pc:spChg chg="add mod">
          <ac:chgData name="TCHAMFONG LIONEL" userId="S::tchamfl@ext.essilor.com::7ba41266-02c5-4eb4-be69-a4bf1727da15" providerId="AD" clId="Web-{D005AEC9-6EA6-DAFB-30EA-DA8AAB5A442D}" dt="2024-08-28T09:22:54.545" v="438" actId="1076"/>
          <ac:spMkLst>
            <pc:docMk/>
            <pc:sldMk cId="2300429487" sldId="302"/>
            <ac:spMk id="94" creationId="{9461DB12-A5AC-9CDC-91DE-05133B414A0B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100"/>
          <ac:spMkLst>
            <pc:docMk/>
            <pc:sldMk cId="2300429487" sldId="302"/>
            <ac:spMk id="98" creationId="{94758DA5-DFB9-1EE1-D818-01B774ECFF0A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99"/>
          <ac:spMkLst>
            <pc:docMk/>
            <pc:sldMk cId="2300429487" sldId="302"/>
            <ac:spMk id="100" creationId="{20694B98-2EF9-4D1A-FB3E-B63500AEF9AE}"/>
          </ac:spMkLst>
        </pc:spChg>
        <pc:spChg chg="del mod">
          <ac:chgData name="TCHAMFONG LIONEL" userId="S::tchamfl@ext.essilor.com::7ba41266-02c5-4eb4-be69-a4bf1727da15" providerId="AD" clId="Web-{D005AEC9-6EA6-DAFB-30EA-DA8AAB5A442D}" dt="2024-08-28T08:52:35.621" v="98"/>
          <ac:spMkLst>
            <pc:docMk/>
            <pc:sldMk cId="2300429487" sldId="302"/>
            <ac:spMk id="101" creationId="{46DC83A7-1718-61F4-1C83-CF005A2E948D}"/>
          </ac:spMkLst>
        </pc:spChg>
        <pc:spChg chg="del mod">
          <ac:chgData name="TCHAMFONG LIONEL" userId="S::tchamfl@ext.essilor.com::7ba41266-02c5-4eb4-be69-a4bf1727da15" providerId="AD" clId="Web-{D005AEC9-6EA6-DAFB-30EA-DA8AAB5A442D}" dt="2024-08-28T08:52:35.621" v="97"/>
          <ac:spMkLst>
            <pc:docMk/>
            <pc:sldMk cId="2300429487" sldId="302"/>
            <ac:spMk id="103" creationId="{9D05D425-8992-55C4-FD85-7D039C7C5259}"/>
          </ac:spMkLst>
        </pc:spChg>
        <pc:spChg chg="del mod">
          <ac:chgData name="TCHAMFONG LIONEL" userId="S::tchamfl@ext.essilor.com::7ba41266-02c5-4eb4-be69-a4bf1727da15" providerId="AD" clId="Web-{D005AEC9-6EA6-DAFB-30EA-DA8AAB5A442D}" dt="2024-08-28T08:52:35.621" v="96"/>
          <ac:spMkLst>
            <pc:docMk/>
            <pc:sldMk cId="2300429487" sldId="302"/>
            <ac:spMk id="104" creationId="{0A049A09-8681-6B7A-66FB-02E70C1309C5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95"/>
          <ac:spMkLst>
            <pc:docMk/>
            <pc:sldMk cId="2300429487" sldId="302"/>
            <ac:spMk id="106" creationId="{96148415-4FED-F3A0-C051-2305F7AA49DC}"/>
          </ac:spMkLst>
        </pc:spChg>
        <pc:spChg chg="add del mod">
          <ac:chgData name="TCHAMFONG LIONEL" userId="S::tchamfl@ext.essilor.com::7ba41266-02c5-4eb4-be69-a4bf1727da15" providerId="AD" clId="Web-{D005AEC9-6EA6-DAFB-30EA-DA8AAB5A442D}" dt="2024-08-28T08:52:35.621" v="94"/>
          <ac:spMkLst>
            <pc:docMk/>
            <pc:sldMk cId="2300429487" sldId="302"/>
            <ac:spMk id="107" creationId="{741AF407-873E-F57B-A203-C07CCA6E3D47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93"/>
          <ac:spMkLst>
            <pc:docMk/>
            <pc:sldMk cId="2300429487" sldId="302"/>
            <ac:spMk id="110" creationId="{38744992-D4A1-AA4C-9184-7F83AB25EE8D}"/>
          </ac:spMkLst>
        </pc:spChg>
        <pc:spChg chg="del mod">
          <ac:chgData name="TCHAMFONG LIONEL" userId="S::tchamfl@ext.essilor.com::7ba41266-02c5-4eb4-be69-a4bf1727da15" providerId="AD" clId="Web-{D005AEC9-6EA6-DAFB-30EA-DA8AAB5A442D}" dt="2024-08-28T08:52:35.621" v="92"/>
          <ac:spMkLst>
            <pc:docMk/>
            <pc:sldMk cId="2300429487" sldId="302"/>
            <ac:spMk id="113" creationId="{212BEB7B-BE10-42BF-515B-39EF4732DC11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91"/>
          <ac:spMkLst>
            <pc:docMk/>
            <pc:sldMk cId="2300429487" sldId="302"/>
            <ac:spMk id="116" creationId="{921D78B8-8834-3A39-7CB9-71ACD6D03ED0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90"/>
          <ac:spMkLst>
            <pc:docMk/>
            <pc:sldMk cId="2300429487" sldId="302"/>
            <ac:spMk id="125" creationId="{9E6560EB-72A8-C9FA-5FFF-A81B7051B611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9"/>
          <ac:spMkLst>
            <pc:docMk/>
            <pc:sldMk cId="2300429487" sldId="302"/>
            <ac:spMk id="128" creationId="{8918912C-874F-E567-8255-AE9186E4EC07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8"/>
          <ac:spMkLst>
            <pc:docMk/>
            <pc:sldMk cId="2300429487" sldId="302"/>
            <ac:spMk id="129" creationId="{BD2E8E2E-DCBC-FB06-6342-0C27B5C51F71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7"/>
          <ac:spMkLst>
            <pc:docMk/>
            <pc:sldMk cId="2300429487" sldId="302"/>
            <ac:spMk id="130" creationId="{9AEF6F16-4F0E-C3B3-A3D6-7A24AAEB6437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6"/>
          <ac:spMkLst>
            <pc:docMk/>
            <pc:sldMk cId="2300429487" sldId="302"/>
            <ac:spMk id="131" creationId="{38F1DA67-CF3D-6265-601E-F6F85AA2648F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5"/>
          <ac:spMkLst>
            <pc:docMk/>
            <pc:sldMk cId="2300429487" sldId="302"/>
            <ac:spMk id="132" creationId="{18D6F425-6475-9EE4-8E93-9D081D6FF709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4"/>
          <ac:spMkLst>
            <pc:docMk/>
            <pc:sldMk cId="2300429487" sldId="302"/>
            <ac:spMk id="133" creationId="{35CC0FBC-5116-6D4C-858C-A96274809B95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3"/>
          <ac:spMkLst>
            <pc:docMk/>
            <pc:sldMk cId="2300429487" sldId="302"/>
            <ac:spMk id="136" creationId="{A03A95D9-F5E3-3985-DC3F-BB6BB0C5AEFA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2"/>
          <ac:spMkLst>
            <pc:docMk/>
            <pc:sldMk cId="2300429487" sldId="302"/>
            <ac:spMk id="137" creationId="{8C872775-C326-7E48-4947-AE9AE5D48501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1"/>
          <ac:spMkLst>
            <pc:docMk/>
            <pc:sldMk cId="2300429487" sldId="302"/>
            <ac:spMk id="138" creationId="{52406C16-1946-9993-13C2-373F8271095C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80"/>
          <ac:spMkLst>
            <pc:docMk/>
            <pc:sldMk cId="2300429487" sldId="302"/>
            <ac:spMk id="139" creationId="{F4C3EF20-D20C-B963-8A59-2AB31557936E}"/>
          </ac:spMkLst>
        </pc:spChg>
        <pc:spChg chg="del">
          <ac:chgData name="TCHAMFONG LIONEL" userId="S::tchamfl@ext.essilor.com::7ba41266-02c5-4eb4-be69-a4bf1727da15" providerId="AD" clId="Web-{D005AEC9-6EA6-DAFB-30EA-DA8AAB5A442D}" dt="2024-08-28T08:52:35.621" v="79"/>
          <ac:spMkLst>
            <pc:docMk/>
            <pc:sldMk cId="2300429487" sldId="302"/>
            <ac:spMk id="140" creationId="{55A5E8EA-C4C4-9323-52E6-F3D0FFF55729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9:08:59.671" v="334"/>
          <ac:spMkLst>
            <pc:docMk/>
            <pc:sldMk cId="2300429487" sldId="302"/>
            <ac:spMk id="162" creationId="{71F9B728-84DC-04BD-F89E-E327F44B6581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415" v="225" actId="1076"/>
          <ac:spMkLst>
            <pc:docMk/>
            <pc:sldMk cId="2300429487" sldId="302"/>
            <ac:spMk id="164" creationId="{8002EF12-DE16-02BE-8432-2FEA3026FDDC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430" v="226" actId="1076"/>
          <ac:spMkLst>
            <pc:docMk/>
            <pc:sldMk cId="2300429487" sldId="302"/>
            <ac:spMk id="165" creationId="{7E01BAD0-01FB-27A2-CC08-F92DB33F0282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8:58:32.446" v="227" actId="1076"/>
          <ac:spMkLst>
            <pc:docMk/>
            <pc:sldMk cId="2300429487" sldId="302"/>
            <ac:spMk id="168" creationId="{93296F58-EC2D-61F2-755B-2B9AB2CDDD55}"/>
          </ac:spMkLst>
        </pc:spChg>
        <pc:spChg chg="mod">
          <ac:chgData name="TCHAMFONG LIONEL" userId="S::tchamfl@ext.essilor.com::7ba41266-02c5-4eb4-be69-a4bf1727da15" providerId="AD" clId="Web-{D005AEC9-6EA6-DAFB-30EA-DA8AAB5A442D}" dt="2024-08-28T09:05:08.570" v="333" actId="20577"/>
          <ac:spMkLst>
            <pc:docMk/>
            <pc:sldMk cId="2300429487" sldId="302"/>
            <ac:spMk id="212" creationId="{CDB2FF1F-063A-4956-AEC3-B0105D22CD44}"/>
          </ac:spMkLst>
        </pc:spChg>
        <pc:cxnChg chg="mod">
          <ac:chgData name="TCHAMFONG LIONEL" userId="S::tchamfl@ext.essilor.com::7ba41266-02c5-4eb4-be69-a4bf1727da15" providerId="AD" clId="Web-{D005AEC9-6EA6-DAFB-30EA-DA8AAB5A442D}" dt="2024-08-28T08:58:32.290" v="214" actId="1076"/>
          <ac:cxnSpMkLst>
            <pc:docMk/>
            <pc:sldMk cId="2300429487" sldId="302"/>
            <ac:cxnSpMk id="57" creationId="{039554A7-6790-48F0-94DA-E4319F8B8615}"/>
          </ac:cxnSpMkLst>
        </pc:cxnChg>
        <pc:cxnChg chg="del">
          <ac:chgData name="TCHAMFONG LIONEL" userId="S::tchamfl@ext.essilor.com::7ba41266-02c5-4eb4-be69-a4bf1727da15" providerId="AD" clId="Web-{D005AEC9-6EA6-DAFB-30EA-DA8AAB5A442D}" dt="2024-08-28T08:47:29.157" v="29"/>
          <ac:cxnSpMkLst>
            <pc:docMk/>
            <pc:sldMk cId="2300429487" sldId="302"/>
            <ac:cxnSpMk id="58" creationId="{6D225C7A-A90B-4E39-9671-079B3B3213E1}"/>
          </ac:cxnSpMkLst>
        </pc:cxnChg>
        <pc:cxnChg chg="mod">
          <ac:chgData name="TCHAMFONG LIONEL" userId="S::tchamfl@ext.essilor.com::7ba41266-02c5-4eb4-be69-a4bf1727da15" providerId="AD" clId="Web-{D005AEC9-6EA6-DAFB-30EA-DA8AAB5A442D}" dt="2024-08-28T08:58:32.290" v="215" actId="1076"/>
          <ac:cxnSpMkLst>
            <pc:docMk/>
            <pc:sldMk cId="2300429487" sldId="302"/>
            <ac:cxnSpMk id="59" creationId="{793D65A5-5BE5-4707-AFDD-F9C5B977E55E}"/>
          </ac:cxnSpMkLst>
        </pc:cxnChg>
        <pc:cxnChg chg="del">
          <ac:chgData name="TCHAMFONG LIONEL" userId="S::tchamfl@ext.essilor.com::7ba41266-02c5-4eb4-be69-a4bf1727da15" providerId="AD" clId="Web-{D005AEC9-6EA6-DAFB-30EA-DA8AAB5A442D}" dt="2024-08-28T08:48:54.754" v="51"/>
          <ac:cxnSpMkLst>
            <pc:docMk/>
            <pc:sldMk cId="2300429487" sldId="302"/>
            <ac:cxnSpMk id="60" creationId="{53A4A52A-F432-4D5A-9511-11A2135E846E}"/>
          </ac:cxnSpMkLst>
        </pc:cxnChg>
        <pc:cxnChg chg="del">
          <ac:chgData name="TCHAMFONG LIONEL" userId="S::tchamfl@ext.essilor.com::7ba41266-02c5-4eb4-be69-a4bf1727da15" providerId="AD" clId="Web-{D005AEC9-6EA6-DAFB-30EA-DA8AAB5A442D}" dt="2024-08-28T08:54:36.156" v="119"/>
          <ac:cxnSpMkLst>
            <pc:docMk/>
            <pc:sldMk cId="2300429487" sldId="302"/>
            <ac:cxnSpMk id="69" creationId="{30DB9022-EC26-41B1-DC68-2871CACDF4AC}"/>
          </ac:cxnSpMkLst>
        </pc:cxnChg>
        <pc:cxnChg chg="del">
          <ac:chgData name="TCHAMFONG LIONEL" userId="S::tchamfl@ext.essilor.com::7ba41266-02c5-4eb4-be69-a4bf1727da15" providerId="AD" clId="Web-{D005AEC9-6EA6-DAFB-30EA-DA8AAB5A442D}" dt="2024-08-28T08:53:29.498" v="103"/>
          <ac:cxnSpMkLst>
            <pc:docMk/>
            <pc:sldMk cId="2300429487" sldId="302"/>
            <ac:cxnSpMk id="70" creationId="{611C280A-15A8-0A5B-1511-5F440A3F9677}"/>
          </ac:cxnSpMkLst>
        </pc:cxnChg>
        <pc:cxnChg chg="mod">
          <ac:chgData name="TCHAMFONG LIONEL" userId="S::tchamfl@ext.essilor.com::7ba41266-02c5-4eb4-be69-a4bf1727da15" providerId="AD" clId="Web-{D005AEC9-6EA6-DAFB-30EA-DA8AAB5A442D}" dt="2024-08-28T08:58:32.368" v="221" actId="1076"/>
          <ac:cxnSpMkLst>
            <pc:docMk/>
            <pc:sldMk cId="2300429487" sldId="302"/>
            <ac:cxnSpMk id="71" creationId="{928E9F7F-2F16-672F-DD39-7891F5CA2F39}"/>
          </ac:cxnSpMkLst>
        </pc:cxnChg>
        <pc:cxnChg chg="del">
          <ac:chgData name="TCHAMFONG LIONEL" userId="S::tchamfl@ext.essilor.com::7ba41266-02c5-4eb4-be69-a4bf1727da15" providerId="AD" clId="Web-{D005AEC9-6EA6-DAFB-30EA-DA8AAB5A442D}" dt="2024-08-28T08:54:34.250" v="118"/>
          <ac:cxnSpMkLst>
            <pc:docMk/>
            <pc:sldMk cId="2300429487" sldId="302"/>
            <ac:cxnSpMk id="72" creationId="{1F7EE36D-85C9-8CD3-C784-055AF47020C3}"/>
          </ac:cxnSpMkLst>
        </pc:cxnChg>
        <pc:cxnChg chg="mod">
          <ac:chgData name="TCHAMFONG LIONEL" userId="S::tchamfl@ext.essilor.com::7ba41266-02c5-4eb4-be69-a4bf1727da15" providerId="AD" clId="Web-{D005AEC9-6EA6-DAFB-30EA-DA8AAB5A442D}" dt="2024-08-28T08:58:32.384" v="222" actId="1076"/>
          <ac:cxnSpMkLst>
            <pc:docMk/>
            <pc:sldMk cId="2300429487" sldId="302"/>
            <ac:cxnSpMk id="73" creationId="{B973916E-59D0-7343-1789-8763C1D64C1E}"/>
          </ac:cxnSpMkLst>
        </pc:cxnChg>
        <pc:cxnChg chg="mod">
          <ac:chgData name="TCHAMFONG LIONEL" userId="S::tchamfl@ext.essilor.com::7ba41266-02c5-4eb4-be69-a4bf1727da15" providerId="AD" clId="Web-{D005AEC9-6EA6-DAFB-30EA-DA8AAB5A442D}" dt="2024-08-28T08:58:32.384" v="223" actId="1076"/>
          <ac:cxnSpMkLst>
            <pc:docMk/>
            <pc:sldMk cId="2300429487" sldId="302"/>
            <ac:cxnSpMk id="74" creationId="{58D7C7BA-6C6A-C461-C8EC-C70A30E0A9FF}"/>
          </ac:cxnSpMkLst>
        </pc:cxnChg>
        <pc:cxnChg chg="del">
          <ac:chgData name="TCHAMFONG LIONEL" userId="S::tchamfl@ext.essilor.com::7ba41266-02c5-4eb4-be69-a4bf1727da15" providerId="AD" clId="Web-{D005AEC9-6EA6-DAFB-30EA-DA8AAB5A442D}" dt="2024-08-28T08:57:32.366" v="166"/>
          <ac:cxnSpMkLst>
            <pc:docMk/>
            <pc:sldMk cId="2300429487" sldId="302"/>
            <ac:cxnSpMk id="77" creationId="{E5CACDBB-9728-5220-F865-B59DB27B6505}"/>
          </ac:cxnSpMkLst>
        </pc:cxnChg>
        <pc:cxnChg chg="mod">
          <ac:chgData name="TCHAMFONG LIONEL" userId="S::tchamfl@ext.essilor.com::7ba41266-02c5-4eb4-be69-a4bf1727da15" providerId="AD" clId="Web-{D005AEC9-6EA6-DAFB-30EA-DA8AAB5A442D}" dt="2024-08-28T08:58:32.774" v="254" actId="1076"/>
          <ac:cxnSpMkLst>
            <pc:docMk/>
            <pc:sldMk cId="2300429487" sldId="302"/>
            <ac:cxnSpMk id="78" creationId="{B9265590-35BC-B7D1-D38B-1CE55AB7613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C61EF-7F50-44F0-BC3F-CA120E7B7C63}" type="datetimeFigureOut">
              <a:t>24/09/2024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3C6D8-4499-40CE-8D5A-E13610B8571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68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f48fcc38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0f48fcc388_0_5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10f48fcc388_0_5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3548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is_cover_black"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FC986EB-EA53-4831-97B0-833F41A66B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6865861-41D4-4D02-866A-F601627AD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2000" y="6228000"/>
            <a:ext cx="4788694" cy="187359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fr-FR"/>
              <a:t>Date (e.g. April, 2021)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78B624B0-2BE4-4517-99D7-32C77D8742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37912"/>
            <a:ext cx="12192000" cy="4605689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6DD2180-4393-4285-98E2-EA0900C7A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2000" y="288000"/>
            <a:ext cx="4693444" cy="553998"/>
          </a:xfrm>
        </p:spPr>
        <p:txBody>
          <a:bodyPr anchor="t" anchorCtr="0"/>
          <a:lstStyle>
            <a:lvl1pPr>
              <a:defRPr sz="2000"/>
            </a:lvl1pPr>
          </a:lstStyle>
          <a:p>
            <a:r>
              <a:rPr lang="en-US"/>
              <a:t>Title Presentation could be written</a:t>
            </a:r>
            <a:br>
              <a:rPr lang="en-US"/>
            </a:br>
            <a:r>
              <a:rPr lang="en-US"/>
              <a:t>in more than one line.</a:t>
            </a:r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E42703E-50A3-4E7D-AF69-BED0C7F006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288000"/>
            <a:ext cx="2407307" cy="26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7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69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pos="4464">
          <p15:clr>
            <a:srgbClr val="FBAE40"/>
          </p15:clr>
        </p15:guide>
        <p15:guide id="6" pos="3217">
          <p15:clr>
            <a:srgbClr val="FBAE40"/>
          </p15:clr>
        </p15:guide>
        <p15:guide id="7" pos="200">
          <p15:clr>
            <a:srgbClr val="FBAE40"/>
          </p15:clr>
        </p15:guide>
        <p15:guide id="8" pos="74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24/09/2024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uxotticagroup.sharepoint.com/:p:/r/sites/RxDSRxCalculationteam/Documenti%20condivisi/General/02.%20Build%20-%20Products%20%26%20Projects/EyeCloud/Roadmaps%20%26%20Activities/Eyecloud%20Activities.pptx?d=wfe4764a280254c58b551591d79196e8c&amp;csf=1&amp;web=1&amp;e=7TTP5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tags" Target="../tags/tag4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26" Type="http://schemas.openxmlformats.org/officeDocument/2006/relationships/tags" Target="../tags/tag69.xml"/><Relationship Id="rId39" Type="http://schemas.openxmlformats.org/officeDocument/2006/relationships/tags" Target="../tags/tag82.xml"/><Relationship Id="rId21" Type="http://schemas.openxmlformats.org/officeDocument/2006/relationships/tags" Target="../tags/tag64.xml"/><Relationship Id="rId34" Type="http://schemas.openxmlformats.org/officeDocument/2006/relationships/tags" Target="../tags/tag77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tags" Target="../tags/tag63.xml"/><Relationship Id="rId29" Type="http://schemas.openxmlformats.org/officeDocument/2006/relationships/tags" Target="../tags/tag72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40" Type="http://schemas.openxmlformats.org/officeDocument/2006/relationships/tags" Target="../tags/tag83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31" Type="http://schemas.openxmlformats.org/officeDocument/2006/relationships/tags" Target="../tags/tag74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96.xml"/><Relationship Id="rId18" Type="http://schemas.openxmlformats.org/officeDocument/2006/relationships/tags" Target="../tags/tag101.xml"/><Relationship Id="rId26" Type="http://schemas.openxmlformats.org/officeDocument/2006/relationships/tags" Target="../tags/tag109.xml"/><Relationship Id="rId39" Type="http://schemas.openxmlformats.org/officeDocument/2006/relationships/tags" Target="../tags/tag122.xml"/><Relationship Id="rId21" Type="http://schemas.openxmlformats.org/officeDocument/2006/relationships/tags" Target="../tags/tag104.xml"/><Relationship Id="rId34" Type="http://schemas.openxmlformats.org/officeDocument/2006/relationships/tags" Target="../tags/tag117.xml"/><Relationship Id="rId7" Type="http://schemas.openxmlformats.org/officeDocument/2006/relationships/tags" Target="../tags/tag90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20" Type="http://schemas.openxmlformats.org/officeDocument/2006/relationships/tags" Target="../tags/tag103.xml"/><Relationship Id="rId29" Type="http://schemas.openxmlformats.org/officeDocument/2006/relationships/tags" Target="../tags/tag112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24" Type="http://schemas.openxmlformats.org/officeDocument/2006/relationships/tags" Target="../tags/tag107.xml"/><Relationship Id="rId32" Type="http://schemas.openxmlformats.org/officeDocument/2006/relationships/tags" Target="../tags/tag115.xml"/><Relationship Id="rId37" Type="http://schemas.openxmlformats.org/officeDocument/2006/relationships/tags" Target="../tags/tag120.xml"/><Relationship Id="rId40" Type="http://schemas.openxmlformats.org/officeDocument/2006/relationships/tags" Target="../tags/tag123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23" Type="http://schemas.openxmlformats.org/officeDocument/2006/relationships/tags" Target="../tags/tag106.xml"/><Relationship Id="rId28" Type="http://schemas.openxmlformats.org/officeDocument/2006/relationships/tags" Target="../tags/tag111.xml"/><Relationship Id="rId36" Type="http://schemas.openxmlformats.org/officeDocument/2006/relationships/tags" Target="../tags/tag119.xml"/><Relationship Id="rId10" Type="http://schemas.openxmlformats.org/officeDocument/2006/relationships/tags" Target="../tags/tag93.xml"/><Relationship Id="rId19" Type="http://schemas.openxmlformats.org/officeDocument/2006/relationships/tags" Target="../tags/tag102.xml"/><Relationship Id="rId31" Type="http://schemas.openxmlformats.org/officeDocument/2006/relationships/tags" Target="../tags/tag114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Relationship Id="rId22" Type="http://schemas.openxmlformats.org/officeDocument/2006/relationships/tags" Target="../tags/tag105.xml"/><Relationship Id="rId27" Type="http://schemas.openxmlformats.org/officeDocument/2006/relationships/tags" Target="../tags/tag110.xml"/><Relationship Id="rId30" Type="http://schemas.openxmlformats.org/officeDocument/2006/relationships/tags" Target="../tags/tag113.xml"/><Relationship Id="rId35" Type="http://schemas.openxmlformats.org/officeDocument/2006/relationships/tags" Target="../tags/tag118.xml"/><Relationship Id="rId8" Type="http://schemas.openxmlformats.org/officeDocument/2006/relationships/tags" Target="../tags/tag91.xml"/><Relationship Id="rId3" Type="http://schemas.openxmlformats.org/officeDocument/2006/relationships/tags" Target="../tags/tag86.xml"/><Relationship Id="rId12" Type="http://schemas.openxmlformats.org/officeDocument/2006/relationships/tags" Target="../tags/tag95.xml"/><Relationship Id="rId17" Type="http://schemas.openxmlformats.org/officeDocument/2006/relationships/tags" Target="../tags/tag100.xml"/><Relationship Id="rId25" Type="http://schemas.openxmlformats.org/officeDocument/2006/relationships/tags" Target="../tags/tag108.xml"/><Relationship Id="rId33" Type="http://schemas.openxmlformats.org/officeDocument/2006/relationships/tags" Target="../tags/tag116.xml"/><Relationship Id="rId38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A8DD8-9E25-4D93-941C-55990C6D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622" y="313564"/>
            <a:ext cx="5070071" cy="830997"/>
          </a:xfrm>
        </p:spPr>
        <p:txBody>
          <a:bodyPr/>
          <a:lstStyle/>
          <a:p>
            <a:r>
              <a:rPr lang="fr-FR" sz="2200" b="1" err="1">
                <a:solidFill>
                  <a:srgbClr val="FFFFFF"/>
                </a:solidFill>
                <a:latin typeface="Arial"/>
                <a:cs typeface="Arial"/>
              </a:rPr>
              <a:t>Eyecloud</a:t>
            </a:r>
            <a:r>
              <a:rPr lang="fr-FR" sz="2200" b="1">
                <a:solidFill>
                  <a:srgbClr val="FFFFFF"/>
                </a:solidFill>
                <a:latin typeface="Arial"/>
                <a:cs typeface="Arial"/>
              </a:rPr>
              <a:t> Meetings &amp; Timeline </a:t>
            </a:r>
            <a:br>
              <a:rPr lang="fr-FR"/>
            </a:br>
            <a:endParaRPr lang="fr-FR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F6BA1E-C61F-43FC-BD6B-8C8D038C70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90688" y="6240492"/>
            <a:ext cx="4788694" cy="166199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22nd of August 2024</a:t>
            </a:r>
            <a:endParaRPr lang="fr-FR">
              <a:solidFill>
                <a:srgbClr val="FFFFFF"/>
              </a:solidFill>
            </a:endParaRPr>
          </a:p>
        </p:txBody>
      </p:sp>
      <p:pic>
        <p:nvPicPr>
          <p:cNvPr id="6" name="Espace réservé pour une image  5" descr="Une image contenant miroir, accessoire, loupe, lunettes&#10;&#10;Description générée automatiquement">
            <a:extLst>
              <a:ext uri="{FF2B5EF4-FFF2-40B4-BE49-F238E27FC236}">
                <a16:creationId xmlns:a16="http://schemas.microsoft.com/office/drawing/2014/main" id="{FB73FCD3-5377-4F3C-98E1-85468B5810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70" b="21670"/>
          <a:stretch>
            <a:fillRect/>
          </a:stretch>
        </p:blipFill>
        <p:spPr/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A6A8DD8-9E25-4D93-941C-55990C6D39FA}"/>
              </a:ext>
            </a:extLst>
          </p:cNvPr>
          <p:cNvSpPr txBox="1">
            <a:spLocks/>
          </p:cNvSpPr>
          <p:nvPr/>
        </p:nvSpPr>
        <p:spPr>
          <a:xfrm>
            <a:off x="341050" y="313564"/>
            <a:ext cx="4788694" cy="5262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200"/>
              <a:t> </a:t>
            </a:r>
            <a:br>
              <a:rPr lang="fr-FR"/>
            </a:br>
            <a:r>
              <a:rPr lang="fr-FR" sz="1600" err="1"/>
              <a:t>RxIT</a:t>
            </a:r>
            <a:r>
              <a:rPr lang="fr-FR" sz="1600"/>
              <a:t> Digital Services</a:t>
            </a:r>
          </a:p>
        </p:txBody>
      </p:sp>
    </p:spTree>
    <p:extLst>
      <p:ext uri="{BB962C8B-B14F-4D97-AF65-F5344CB8AC3E}">
        <p14:creationId xmlns:p14="http://schemas.microsoft.com/office/powerpoint/2010/main" val="174202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>
            <a:spLocks noGrp="1"/>
          </p:cNvSpPr>
          <p:nvPr>
            <p:ph type="sldNum" idx="12"/>
          </p:nvPr>
        </p:nvSpPr>
        <p:spPr>
          <a:xfrm>
            <a:off x="10191567" y="6314484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sp>
        <p:nvSpPr>
          <p:cNvPr id="319" name="Google Shape;319;p37"/>
          <p:cNvSpPr/>
          <p:nvPr/>
        </p:nvSpPr>
        <p:spPr>
          <a:xfrm>
            <a:off x="1990602" y="427473"/>
            <a:ext cx="1495219" cy="782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/>
              <a:t>Sprint Grooming </a:t>
            </a:r>
            <a:endParaRPr sz="1400" b="1"/>
          </a:p>
        </p:txBody>
      </p:sp>
      <p:sp>
        <p:nvSpPr>
          <p:cNvPr id="320" name="Google Shape;320;p37"/>
          <p:cNvSpPr/>
          <p:nvPr/>
        </p:nvSpPr>
        <p:spPr>
          <a:xfrm>
            <a:off x="3678360" y="427473"/>
            <a:ext cx="1566657" cy="75888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/>
              <a:t>Sprint Demo</a:t>
            </a:r>
          </a:p>
        </p:txBody>
      </p:sp>
      <p:sp>
        <p:nvSpPr>
          <p:cNvPr id="321" name="Google Shape;321;p37"/>
          <p:cNvSpPr/>
          <p:nvPr/>
        </p:nvSpPr>
        <p:spPr>
          <a:xfrm>
            <a:off x="1990602" y="1446615"/>
            <a:ext cx="1495219" cy="622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Each two weeks </a:t>
            </a:r>
            <a:endParaRPr sz="1400"/>
          </a:p>
        </p:txBody>
      </p:sp>
      <p:sp>
        <p:nvSpPr>
          <p:cNvPr id="322" name="Google Shape;322;p37"/>
          <p:cNvSpPr/>
          <p:nvPr/>
        </p:nvSpPr>
        <p:spPr>
          <a:xfrm>
            <a:off x="3678360" y="2317543"/>
            <a:ext cx="1566657" cy="15546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/>
              <a:t>RIDE/RIFT</a:t>
            </a:r>
            <a:endParaRPr lang="en-US" sz="1200"/>
          </a:p>
          <a:p>
            <a:pPr algn="ctr"/>
            <a:r>
              <a:rPr lang="en-US" sz="1200" b="1"/>
              <a:t>PO (Lionel)</a:t>
            </a:r>
          </a:p>
          <a:p>
            <a:pPr algn="ctr"/>
            <a:r>
              <a:rPr lang="en-US" sz="1200"/>
              <a:t>Product &amp; technical management (Noel/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Gaetan)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RIOS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/>
          </a:p>
        </p:txBody>
      </p:sp>
      <p:sp>
        <p:nvSpPr>
          <p:cNvPr id="323" name="Google Shape;323;p37"/>
          <p:cNvSpPr/>
          <p:nvPr/>
        </p:nvSpPr>
        <p:spPr>
          <a:xfrm>
            <a:off x="3678360" y="1446615"/>
            <a:ext cx="1566657" cy="61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Each two weeks</a:t>
            </a:r>
            <a:endParaRPr lang="fr-FR"/>
          </a:p>
        </p:txBody>
      </p:sp>
      <p:sp>
        <p:nvSpPr>
          <p:cNvPr id="324" name="Google Shape;324;p37"/>
          <p:cNvSpPr txBox="1">
            <a:spLocks noGrp="1"/>
          </p:cNvSpPr>
          <p:nvPr>
            <p:ph type="title" idx="4294967295"/>
          </p:nvPr>
        </p:nvSpPr>
        <p:spPr>
          <a:xfrm>
            <a:off x="123824" y="-106362"/>
            <a:ext cx="3142059" cy="5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Scheduled Meetings</a:t>
            </a:r>
            <a:endParaRPr b="0" i="1">
              <a:solidFill>
                <a:schemeClr val="dk2"/>
              </a:solidFill>
            </a:endParaRPr>
          </a:p>
        </p:txBody>
      </p:sp>
      <p:sp>
        <p:nvSpPr>
          <p:cNvPr id="325" name="Google Shape;325;p37"/>
          <p:cNvSpPr/>
          <p:nvPr/>
        </p:nvSpPr>
        <p:spPr>
          <a:xfrm>
            <a:off x="1986169" y="2305637"/>
            <a:ext cx="1483313" cy="15546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 b="1"/>
              <a:t>PO (Lionel)</a:t>
            </a:r>
            <a:endParaRPr lang="fr-FR" b="1"/>
          </a:p>
          <a:p>
            <a:pPr algn="ctr"/>
            <a:r>
              <a:rPr lang="en-US" sz="1400"/>
              <a:t>RIDE/RIFT</a:t>
            </a:r>
            <a:endParaRPr lang="fr-FR"/>
          </a:p>
          <a:p>
            <a:pPr algn="ctr"/>
            <a:r>
              <a:rPr lang="en-US" sz="1400"/>
              <a:t>technical management (Noel)</a:t>
            </a:r>
          </a:p>
          <a:p>
            <a:pPr algn="ctr"/>
            <a:endParaRPr lang="en-US" sz="1400" b="1"/>
          </a:p>
        </p:txBody>
      </p:sp>
      <p:sp>
        <p:nvSpPr>
          <p:cNvPr id="326" name="Google Shape;326;p37"/>
          <p:cNvSpPr/>
          <p:nvPr/>
        </p:nvSpPr>
        <p:spPr>
          <a:xfrm>
            <a:off x="48731" y="464344"/>
            <a:ext cx="1674581" cy="7827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/>
              <a:t>Meeting </a:t>
            </a:r>
            <a:endParaRPr sz="2300"/>
          </a:p>
        </p:txBody>
      </p:sp>
      <p:sp>
        <p:nvSpPr>
          <p:cNvPr id="327" name="Google Shape;327;p37"/>
          <p:cNvSpPr/>
          <p:nvPr/>
        </p:nvSpPr>
        <p:spPr>
          <a:xfrm>
            <a:off x="48731" y="1483486"/>
            <a:ext cx="1674581" cy="622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Frequency</a:t>
            </a:r>
            <a:endParaRPr sz="1600"/>
          </a:p>
        </p:txBody>
      </p:sp>
      <p:sp>
        <p:nvSpPr>
          <p:cNvPr id="328" name="Google Shape;328;p37"/>
          <p:cNvSpPr/>
          <p:nvPr/>
        </p:nvSpPr>
        <p:spPr>
          <a:xfrm>
            <a:off x="41598" y="2340744"/>
            <a:ext cx="1681724" cy="14205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Who</a:t>
            </a:r>
            <a:endParaRPr sz="1600"/>
          </a:p>
        </p:txBody>
      </p:sp>
      <p:cxnSp>
        <p:nvCxnSpPr>
          <p:cNvPr id="329" name="Google Shape;329;p37"/>
          <p:cNvCxnSpPr/>
          <p:nvPr/>
        </p:nvCxnSpPr>
        <p:spPr>
          <a:xfrm flipH="1">
            <a:off x="1868761" y="397457"/>
            <a:ext cx="18989" cy="61855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37"/>
          <p:cNvCxnSpPr/>
          <p:nvPr/>
        </p:nvCxnSpPr>
        <p:spPr>
          <a:xfrm flipV="1">
            <a:off x="310472" y="1308029"/>
            <a:ext cx="11444830" cy="3601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37"/>
          <p:cNvCxnSpPr/>
          <p:nvPr/>
        </p:nvCxnSpPr>
        <p:spPr>
          <a:xfrm>
            <a:off x="310472" y="2187011"/>
            <a:ext cx="11444830" cy="354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" name="Google Shape;320;p37">
            <a:extLst>
              <a:ext uri="{FF2B5EF4-FFF2-40B4-BE49-F238E27FC236}">
                <a16:creationId xmlns:a16="http://schemas.microsoft.com/office/drawing/2014/main" id="{D2017EF7-E25D-71DD-0E6B-EDFACAC90191}"/>
              </a:ext>
            </a:extLst>
          </p:cNvPr>
          <p:cNvSpPr/>
          <p:nvPr/>
        </p:nvSpPr>
        <p:spPr>
          <a:xfrm>
            <a:off x="5452390" y="410623"/>
            <a:ext cx="1566657" cy="7588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/>
              <a:t>Roadmap review </a:t>
            </a:r>
          </a:p>
        </p:txBody>
      </p:sp>
      <p:sp>
        <p:nvSpPr>
          <p:cNvPr id="3" name="Google Shape;322;p37">
            <a:extLst>
              <a:ext uri="{FF2B5EF4-FFF2-40B4-BE49-F238E27FC236}">
                <a16:creationId xmlns:a16="http://schemas.microsoft.com/office/drawing/2014/main" id="{7B46ABAC-A625-CA9C-8074-72FB8FD3CBED}"/>
              </a:ext>
            </a:extLst>
          </p:cNvPr>
          <p:cNvSpPr/>
          <p:nvPr/>
        </p:nvSpPr>
        <p:spPr>
          <a:xfrm>
            <a:off x="5452390" y="2305637"/>
            <a:ext cx="1566657" cy="15546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/>
              <a:t>PO (Lionel)</a:t>
            </a:r>
            <a:endParaRPr lang="fr-FR" b="1"/>
          </a:p>
          <a:p>
            <a:pPr algn="ctr"/>
            <a:r>
              <a:rPr lang="en-US" sz="1200"/>
              <a:t>Jean Philippe</a:t>
            </a:r>
            <a:endParaRPr lang="fr-FR"/>
          </a:p>
          <a:p>
            <a:pPr algn="ctr"/>
            <a:r>
              <a:rPr lang="en-US" sz="1200"/>
              <a:t>Yoann</a:t>
            </a:r>
          </a:p>
          <a:p>
            <a:pPr algn="ctr"/>
            <a:r>
              <a:rPr lang="en-US" sz="1200"/>
              <a:t>Jean Paul</a:t>
            </a:r>
          </a:p>
          <a:p>
            <a:pPr algn="ctr"/>
            <a:r>
              <a:rPr lang="en-US" sz="1200"/>
              <a:t>Gaetan</a:t>
            </a:r>
          </a:p>
          <a:p>
            <a:pPr algn="ctr"/>
            <a:r>
              <a:rPr lang="en-US" sz="1200" err="1"/>
              <a:t>Nöel</a:t>
            </a:r>
            <a:endParaRPr lang="en-US" sz="1200"/>
          </a:p>
          <a:p>
            <a:pPr algn="ctr"/>
            <a:r>
              <a:rPr lang="en-US" sz="1400"/>
              <a:t>Basavaraj</a:t>
            </a:r>
          </a:p>
        </p:txBody>
      </p:sp>
      <p:sp>
        <p:nvSpPr>
          <p:cNvPr id="4" name="Google Shape;323;p37">
            <a:extLst>
              <a:ext uri="{FF2B5EF4-FFF2-40B4-BE49-F238E27FC236}">
                <a16:creationId xmlns:a16="http://schemas.microsoft.com/office/drawing/2014/main" id="{EBC2009F-1001-8A82-4D61-181DDB877181}"/>
              </a:ext>
            </a:extLst>
          </p:cNvPr>
          <p:cNvSpPr/>
          <p:nvPr/>
        </p:nvSpPr>
        <p:spPr>
          <a:xfrm>
            <a:off x="5452390" y="1458521"/>
            <a:ext cx="1566657" cy="6108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Each six weeks</a:t>
            </a:r>
            <a:endParaRPr lang="fr-FR"/>
          </a:p>
        </p:txBody>
      </p:sp>
      <p:sp>
        <p:nvSpPr>
          <p:cNvPr id="5" name="Google Shape;328;p37">
            <a:extLst>
              <a:ext uri="{FF2B5EF4-FFF2-40B4-BE49-F238E27FC236}">
                <a16:creationId xmlns:a16="http://schemas.microsoft.com/office/drawing/2014/main" id="{1DEBFE31-9379-6FA5-0FFC-8859A9D82B0A}"/>
              </a:ext>
            </a:extLst>
          </p:cNvPr>
          <p:cNvSpPr/>
          <p:nvPr/>
        </p:nvSpPr>
        <p:spPr>
          <a:xfrm>
            <a:off x="41597" y="4138587"/>
            <a:ext cx="1681724" cy="11617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Goals</a:t>
            </a:r>
            <a:endParaRPr lang="fr-FR" sz="1200"/>
          </a:p>
        </p:txBody>
      </p:sp>
      <p:sp>
        <p:nvSpPr>
          <p:cNvPr id="6" name="Google Shape;325;p37">
            <a:extLst>
              <a:ext uri="{FF2B5EF4-FFF2-40B4-BE49-F238E27FC236}">
                <a16:creationId xmlns:a16="http://schemas.microsoft.com/office/drawing/2014/main" id="{B541092D-95A4-2A16-AB34-3D8628DEB244}"/>
              </a:ext>
            </a:extLst>
          </p:cNvPr>
          <p:cNvSpPr/>
          <p:nvPr/>
        </p:nvSpPr>
        <p:spPr>
          <a:xfrm>
            <a:off x="1986168" y="4060349"/>
            <a:ext cx="1483313" cy="12671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1200"/>
          </a:p>
          <a:p>
            <a:r>
              <a:rPr lang="en-US" sz="1200"/>
              <a:t>Discussion about :</a:t>
            </a:r>
            <a:endParaRPr lang="fr-FR"/>
          </a:p>
          <a:p>
            <a:pPr marL="171450" indent="-171450">
              <a:buFont typeface="Arial"/>
              <a:buChar char="•"/>
            </a:pPr>
            <a:r>
              <a:rPr lang="en-US" sz="1200"/>
              <a:t>the status of the current sprint  </a:t>
            </a:r>
            <a:endParaRPr lang="fr-FR"/>
          </a:p>
          <a:p>
            <a:pPr marL="171450" indent="-171450">
              <a:buFont typeface="Arial"/>
              <a:buChar char="•"/>
            </a:pPr>
            <a:r>
              <a:rPr lang="en-US" sz="1200"/>
              <a:t>Work items to be considered for the next sprint</a:t>
            </a:r>
            <a:endParaRPr lang="fr-FR"/>
          </a:p>
          <a:p>
            <a:pPr algn="ctr"/>
            <a:endParaRPr lang="en-US" sz="1400" b="1"/>
          </a:p>
        </p:txBody>
      </p:sp>
      <p:cxnSp>
        <p:nvCxnSpPr>
          <p:cNvPr id="7" name="Google Shape;331;p37">
            <a:extLst>
              <a:ext uri="{FF2B5EF4-FFF2-40B4-BE49-F238E27FC236}">
                <a16:creationId xmlns:a16="http://schemas.microsoft.com/office/drawing/2014/main" id="{617DB1AC-AAF7-BDFC-2E83-C2C3EDF287E0}"/>
              </a:ext>
            </a:extLst>
          </p:cNvPr>
          <p:cNvCxnSpPr>
            <a:cxnSpLocks/>
          </p:cNvCxnSpPr>
          <p:nvPr/>
        </p:nvCxnSpPr>
        <p:spPr>
          <a:xfrm flipV="1">
            <a:off x="310471" y="3960741"/>
            <a:ext cx="11444830" cy="360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Google Shape;322;p37">
            <a:extLst>
              <a:ext uri="{FF2B5EF4-FFF2-40B4-BE49-F238E27FC236}">
                <a16:creationId xmlns:a16="http://schemas.microsoft.com/office/drawing/2014/main" id="{0EAA4DC9-D7B1-36E7-184F-216FB1616EA2}"/>
              </a:ext>
            </a:extLst>
          </p:cNvPr>
          <p:cNvSpPr/>
          <p:nvPr/>
        </p:nvSpPr>
        <p:spPr>
          <a:xfrm>
            <a:off x="3678359" y="4060349"/>
            <a:ext cx="1566657" cy="1267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endParaRPr lang="en-US" sz="1100"/>
          </a:p>
          <a:p>
            <a:pPr marL="171450" indent="-171450">
              <a:buFont typeface="Arial"/>
              <a:buChar char="•"/>
            </a:pPr>
            <a:endParaRPr lang="en-US" sz="1100"/>
          </a:p>
          <a:p>
            <a:pPr marL="171450" indent="-171450">
              <a:buFont typeface="Arial"/>
              <a:buChar char="•"/>
            </a:pPr>
            <a:endParaRPr lang="en-US" sz="1100"/>
          </a:p>
          <a:p>
            <a:pPr marL="171450" indent="-171450">
              <a:buFont typeface="Arial"/>
              <a:buChar char="•"/>
            </a:pPr>
            <a:r>
              <a:rPr lang="en-US" sz="1100"/>
              <a:t>Review of the </a:t>
            </a:r>
            <a:r>
              <a:rPr lang="en-US" sz="1100" err="1"/>
              <a:t>dashbord</a:t>
            </a:r>
            <a:r>
              <a:rPr lang="en-US" sz="1100"/>
              <a:t> of the project 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100"/>
              <a:t> Presentation of the Works items implemented during the sprint</a:t>
            </a:r>
            <a:endParaRPr lang="fr-FR" sz="1100"/>
          </a:p>
          <a:p>
            <a:pPr marL="171450" marR="0" lvl="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-US" sz="1200" b="1"/>
          </a:p>
          <a:p>
            <a:pPr algn="ctr"/>
            <a:endParaRPr lang="en-US" sz="1400"/>
          </a:p>
        </p:txBody>
      </p:sp>
      <p:sp>
        <p:nvSpPr>
          <p:cNvPr id="9" name="Google Shape;322;p37">
            <a:extLst>
              <a:ext uri="{FF2B5EF4-FFF2-40B4-BE49-F238E27FC236}">
                <a16:creationId xmlns:a16="http://schemas.microsoft.com/office/drawing/2014/main" id="{9A35DC70-F232-2F4C-1EE0-B3C78EA9D4E3}"/>
              </a:ext>
            </a:extLst>
          </p:cNvPr>
          <p:cNvSpPr/>
          <p:nvPr/>
        </p:nvSpPr>
        <p:spPr>
          <a:xfrm>
            <a:off x="5452390" y="4072255"/>
            <a:ext cx="1566657" cy="12671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>Review of past, current and next </a:t>
            </a:r>
            <a:r>
              <a:rPr lang="en-US" sz="1100" err="1"/>
              <a:t>activies</a:t>
            </a:r>
            <a:r>
              <a:rPr lang="en-US" sz="1100"/>
              <a:t> :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100"/>
              <a:t>Run  </a:t>
            </a:r>
          </a:p>
          <a:p>
            <a:pPr marL="171450" indent="-171450">
              <a:buFont typeface="Arial"/>
              <a:buChar char="•"/>
            </a:pPr>
            <a:r>
              <a:rPr lang="en-US" sz="1100"/>
              <a:t>Infra &amp; security</a:t>
            </a:r>
          </a:p>
          <a:p>
            <a:pPr marL="171450" indent="-171450">
              <a:buFont typeface="Arial"/>
              <a:buChar char="•"/>
            </a:pPr>
            <a:r>
              <a:rPr lang="en-US" sz="1100"/>
              <a:t>Build</a:t>
            </a:r>
          </a:p>
          <a:p>
            <a:pPr marL="171450" indent="-171450">
              <a:buFont typeface="Arial"/>
              <a:buChar char="•"/>
            </a:pPr>
            <a:r>
              <a:rPr lang="en-US" sz="1100"/>
              <a:t>Discussion with users if any</a:t>
            </a:r>
          </a:p>
          <a:p>
            <a:pPr marL="171450" indent="-171450">
              <a:buFont typeface="Arial"/>
              <a:buChar char="•"/>
            </a:pPr>
            <a:endParaRPr lang="en-US" sz="1200"/>
          </a:p>
          <a:p>
            <a:pPr algn="ctr"/>
            <a:endParaRPr lang="en-US" sz="1400"/>
          </a:p>
        </p:txBody>
      </p:sp>
      <p:sp>
        <p:nvSpPr>
          <p:cNvPr id="10" name="Google Shape;320;p37">
            <a:extLst>
              <a:ext uri="{FF2B5EF4-FFF2-40B4-BE49-F238E27FC236}">
                <a16:creationId xmlns:a16="http://schemas.microsoft.com/office/drawing/2014/main" id="{C552C224-BFBA-40D1-3685-82A47D6A112C}"/>
              </a:ext>
            </a:extLst>
          </p:cNvPr>
          <p:cNvSpPr/>
          <p:nvPr/>
        </p:nvSpPr>
        <p:spPr>
          <a:xfrm>
            <a:off x="7214515" y="427472"/>
            <a:ext cx="1566657" cy="7588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/>
              <a:t>Dev Sprint Update</a:t>
            </a:r>
          </a:p>
        </p:txBody>
      </p:sp>
      <p:sp>
        <p:nvSpPr>
          <p:cNvPr id="11" name="Google Shape;322;p37">
            <a:extLst>
              <a:ext uri="{FF2B5EF4-FFF2-40B4-BE49-F238E27FC236}">
                <a16:creationId xmlns:a16="http://schemas.microsoft.com/office/drawing/2014/main" id="{B8907FD8-70F9-6CC8-548B-0ED90B098E2C}"/>
              </a:ext>
            </a:extLst>
          </p:cNvPr>
          <p:cNvSpPr/>
          <p:nvPr/>
        </p:nvSpPr>
        <p:spPr>
          <a:xfrm>
            <a:off x="7214515" y="2317543"/>
            <a:ext cx="1566657" cy="15546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en-US" sz="1000" b="1"/>
          </a:p>
          <a:p>
            <a:pPr algn="ctr"/>
            <a:r>
              <a:rPr lang="en-US" sz="1000" b="1" err="1"/>
              <a:t>Nöel</a:t>
            </a:r>
          </a:p>
          <a:p>
            <a:pPr algn="ctr"/>
            <a:r>
              <a:rPr lang="en-US" sz="1000" b="1"/>
              <a:t>Basavaraj</a:t>
            </a:r>
          </a:p>
          <a:p>
            <a:pPr algn="ctr"/>
            <a:r>
              <a:rPr lang="en-US" sz="1000" b="1"/>
              <a:t>Jon</a:t>
            </a:r>
          </a:p>
          <a:p>
            <a:pPr algn="ctr"/>
            <a:r>
              <a:rPr lang="en-US" sz="1000" b="1"/>
              <a:t>Fabrice</a:t>
            </a:r>
          </a:p>
          <a:p>
            <a:pPr algn="ctr"/>
            <a:r>
              <a:rPr lang="en-US" sz="1000" b="1"/>
              <a:t>Afif</a:t>
            </a:r>
          </a:p>
          <a:p>
            <a:pPr algn="ctr"/>
            <a:r>
              <a:rPr lang="en-US" sz="1000" b="1"/>
              <a:t>Younes</a:t>
            </a:r>
          </a:p>
          <a:p>
            <a:pPr algn="ctr"/>
            <a:r>
              <a:rPr lang="en-US" sz="1000"/>
              <a:t>Moctar</a:t>
            </a:r>
          </a:p>
          <a:p>
            <a:pPr algn="ctr"/>
            <a:r>
              <a:rPr lang="en-US" sz="1000"/>
              <a:t>Lionel</a:t>
            </a:r>
          </a:p>
          <a:p>
            <a:pPr algn="ctr"/>
            <a:r>
              <a:rPr lang="en-US" sz="1000"/>
              <a:t>Françoise</a:t>
            </a:r>
          </a:p>
          <a:p>
            <a:pPr algn="ctr"/>
            <a:r>
              <a:rPr lang="en-US" sz="900"/>
              <a:t>Gaetan</a:t>
            </a:r>
          </a:p>
          <a:p>
            <a:pPr algn="ctr"/>
            <a:endParaRPr lang="en-US" sz="1400"/>
          </a:p>
        </p:txBody>
      </p:sp>
      <p:sp>
        <p:nvSpPr>
          <p:cNvPr id="12" name="Google Shape;323;p37">
            <a:extLst>
              <a:ext uri="{FF2B5EF4-FFF2-40B4-BE49-F238E27FC236}">
                <a16:creationId xmlns:a16="http://schemas.microsoft.com/office/drawing/2014/main" id="{3AEBB6B0-3DE5-934E-C226-CC223348D85F}"/>
              </a:ext>
            </a:extLst>
          </p:cNvPr>
          <p:cNvSpPr/>
          <p:nvPr/>
        </p:nvSpPr>
        <p:spPr>
          <a:xfrm>
            <a:off x="7214515" y="1446615"/>
            <a:ext cx="1566657" cy="6108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Once a week (Monday)</a:t>
            </a:r>
            <a:endParaRPr lang="fr-FR"/>
          </a:p>
        </p:txBody>
      </p:sp>
      <p:sp>
        <p:nvSpPr>
          <p:cNvPr id="13" name="Google Shape;322;p37">
            <a:extLst>
              <a:ext uri="{FF2B5EF4-FFF2-40B4-BE49-F238E27FC236}">
                <a16:creationId xmlns:a16="http://schemas.microsoft.com/office/drawing/2014/main" id="{D5E7E9B4-3B6C-DDB0-2DC1-460217E36B7A}"/>
              </a:ext>
            </a:extLst>
          </p:cNvPr>
          <p:cNvSpPr/>
          <p:nvPr/>
        </p:nvSpPr>
        <p:spPr>
          <a:xfrm>
            <a:off x="7214515" y="4060349"/>
            <a:ext cx="1566657" cy="12671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sz="1400" err="1"/>
              <a:t>Discusson</a:t>
            </a:r>
            <a:r>
              <a:rPr lang="fr-FR" sz="1400"/>
              <a:t> </a:t>
            </a:r>
            <a:r>
              <a:rPr lang="fr-FR" sz="1400" err="1"/>
              <a:t>with</a:t>
            </a:r>
            <a:r>
              <a:rPr lang="fr-FR" sz="1400"/>
              <a:t> all the dev team about dev </a:t>
            </a:r>
            <a:r>
              <a:rPr lang="fr-FR" sz="1400" err="1"/>
              <a:t>status</a:t>
            </a:r>
            <a:r>
              <a:rPr lang="fr-FR" sz="1400"/>
              <a:t> </a:t>
            </a:r>
          </a:p>
        </p:txBody>
      </p:sp>
      <p:sp>
        <p:nvSpPr>
          <p:cNvPr id="14" name="Google Shape;327;p37">
            <a:extLst>
              <a:ext uri="{FF2B5EF4-FFF2-40B4-BE49-F238E27FC236}">
                <a16:creationId xmlns:a16="http://schemas.microsoft.com/office/drawing/2014/main" id="{533D7CE0-CB93-9F42-B750-8D75457437A5}"/>
              </a:ext>
            </a:extLst>
          </p:cNvPr>
          <p:cNvSpPr/>
          <p:nvPr/>
        </p:nvSpPr>
        <p:spPr>
          <a:xfrm>
            <a:off x="48731" y="5562610"/>
            <a:ext cx="1674580" cy="44420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/>
              <a:t>Next </a:t>
            </a:r>
            <a:r>
              <a:rPr lang="en-US" sz="1600" err="1"/>
              <a:t>occurence</a:t>
            </a:r>
            <a:endParaRPr lang="fr-FR" sz="1600"/>
          </a:p>
        </p:txBody>
      </p:sp>
      <p:sp>
        <p:nvSpPr>
          <p:cNvPr id="15" name="Google Shape;320;p37">
            <a:extLst>
              <a:ext uri="{FF2B5EF4-FFF2-40B4-BE49-F238E27FC236}">
                <a16:creationId xmlns:a16="http://schemas.microsoft.com/office/drawing/2014/main" id="{33588789-7D87-A2F2-C2E8-7DEA208E26F9}"/>
              </a:ext>
            </a:extLst>
          </p:cNvPr>
          <p:cNvSpPr/>
          <p:nvPr/>
        </p:nvSpPr>
        <p:spPr>
          <a:xfrm>
            <a:off x="8887242" y="415566"/>
            <a:ext cx="1566657" cy="75888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/>
              <a:t>Discussion about Electra</a:t>
            </a:r>
          </a:p>
        </p:txBody>
      </p:sp>
      <p:sp>
        <p:nvSpPr>
          <p:cNvPr id="16" name="Google Shape;322;p37">
            <a:extLst>
              <a:ext uri="{FF2B5EF4-FFF2-40B4-BE49-F238E27FC236}">
                <a16:creationId xmlns:a16="http://schemas.microsoft.com/office/drawing/2014/main" id="{000CB441-769C-8C12-D500-FDB8424D3949}"/>
              </a:ext>
            </a:extLst>
          </p:cNvPr>
          <p:cNvSpPr/>
          <p:nvPr/>
        </p:nvSpPr>
        <p:spPr>
          <a:xfrm>
            <a:off x="8887242" y="2305637"/>
            <a:ext cx="1566657" cy="1554657"/>
          </a:xfrm>
          <a:prstGeom prst="rect">
            <a:avLst/>
          </a:prstGeom>
          <a:solidFill>
            <a:srgbClr val="E3CC6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en-US" sz="1000" b="1"/>
          </a:p>
          <a:p>
            <a:pPr algn="ctr"/>
            <a:r>
              <a:rPr lang="en-US" sz="1000" b="1"/>
              <a:t>Jean Philippe</a:t>
            </a:r>
            <a:endParaRPr lang="en-US"/>
          </a:p>
          <a:p>
            <a:pPr algn="ctr"/>
            <a:r>
              <a:rPr lang="en-US" sz="1000" b="1"/>
              <a:t>Bruno Manuel</a:t>
            </a:r>
          </a:p>
          <a:p>
            <a:pPr algn="ctr"/>
            <a:r>
              <a:rPr lang="en-US" sz="1000" b="1"/>
              <a:t>Lionel</a:t>
            </a:r>
          </a:p>
          <a:p>
            <a:pPr algn="ctr"/>
            <a:r>
              <a:rPr lang="en-US" sz="1000" b="1"/>
              <a:t>Moctar</a:t>
            </a:r>
          </a:p>
          <a:p>
            <a:pPr algn="ctr"/>
            <a:r>
              <a:rPr lang="en-US" sz="1000" b="1"/>
              <a:t>Gaetan</a:t>
            </a:r>
          </a:p>
          <a:p>
            <a:pPr algn="ctr"/>
            <a:endParaRPr lang="en-US" sz="1400"/>
          </a:p>
        </p:txBody>
      </p:sp>
      <p:sp>
        <p:nvSpPr>
          <p:cNvPr id="17" name="Google Shape;323;p37">
            <a:extLst>
              <a:ext uri="{FF2B5EF4-FFF2-40B4-BE49-F238E27FC236}">
                <a16:creationId xmlns:a16="http://schemas.microsoft.com/office/drawing/2014/main" id="{6A1C1FD7-0949-74C8-25B2-0A92E75153ED}"/>
              </a:ext>
            </a:extLst>
          </p:cNvPr>
          <p:cNvSpPr/>
          <p:nvPr/>
        </p:nvSpPr>
        <p:spPr>
          <a:xfrm>
            <a:off x="8887242" y="1434709"/>
            <a:ext cx="1566657" cy="610894"/>
          </a:xfrm>
          <a:prstGeom prst="rect">
            <a:avLst/>
          </a:prstGeom>
          <a:solidFill>
            <a:srgbClr val="E3CC6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Each two months</a:t>
            </a:r>
          </a:p>
        </p:txBody>
      </p:sp>
      <p:sp>
        <p:nvSpPr>
          <p:cNvPr id="18" name="Google Shape;322;p37">
            <a:extLst>
              <a:ext uri="{FF2B5EF4-FFF2-40B4-BE49-F238E27FC236}">
                <a16:creationId xmlns:a16="http://schemas.microsoft.com/office/drawing/2014/main" id="{06A74431-C49C-A074-FD2E-4DA463AE8ABD}"/>
              </a:ext>
            </a:extLst>
          </p:cNvPr>
          <p:cNvSpPr/>
          <p:nvPr/>
        </p:nvSpPr>
        <p:spPr>
          <a:xfrm>
            <a:off x="8887242" y="4048443"/>
            <a:ext cx="1566657" cy="1267109"/>
          </a:xfrm>
          <a:prstGeom prst="rect">
            <a:avLst/>
          </a:prstGeom>
          <a:solidFill>
            <a:srgbClr val="E3CC6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1100"/>
          </a:p>
          <a:p>
            <a:r>
              <a:rPr lang="en-US" sz="1100"/>
              <a:t>Discussion about </a:t>
            </a:r>
            <a:r>
              <a:rPr lang="en-US" sz="1100">
                <a:ea typeface="+mn-lt"/>
                <a:cs typeface="+mn-lt"/>
              </a:rPr>
              <a:t>Coordination  on Electra interfaces with our  eco-system  (GDP, </a:t>
            </a:r>
            <a:r>
              <a:rPr lang="en-US" sz="1100" err="1">
                <a:ea typeface="+mn-lt"/>
                <a:cs typeface="+mn-lt"/>
              </a:rPr>
              <a:t>Eyecloud</a:t>
            </a:r>
            <a:r>
              <a:rPr lang="en-US" sz="1100">
                <a:ea typeface="+mn-lt"/>
                <a:cs typeface="+mn-lt"/>
              </a:rPr>
              <a:t>, </a:t>
            </a:r>
            <a:r>
              <a:rPr lang="en-US" sz="1100" err="1">
                <a:ea typeface="+mn-lt"/>
                <a:cs typeface="+mn-lt"/>
              </a:rPr>
              <a:t>Lsw</a:t>
            </a:r>
            <a:r>
              <a:rPr lang="en-US" sz="1100">
                <a:ea typeface="+mn-lt"/>
                <a:cs typeface="+mn-lt"/>
              </a:rPr>
              <a:t>)</a:t>
            </a:r>
            <a:endParaRPr lang="en-US" sz="1100"/>
          </a:p>
          <a:p>
            <a:pPr marL="171450" indent="-171450">
              <a:buFont typeface="Arial"/>
              <a:buChar char="•"/>
            </a:pPr>
            <a:endParaRPr lang="en-US" sz="1200"/>
          </a:p>
          <a:p>
            <a:pPr algn="ctr"/>
            <a:endParaRPr lang="en-US" sz="1400"/>
          </a:p>
        </p:txBody>
      </p:sp>
      <p:cxnSp>
        <p:nvCxnSpPr>
          <p:cNvPr id="19" name="Google Shape;331;p37">
            <a:extLst>
              <a:ext uri="{FF2B5EF4-FFF2-40B4-BE49-F238E27FC236}">
                <a16:creationId xmlns:a16="http://schemas.microsoft.com/office/drawing/2014/main" id="{00F8B94D-EFA4-0020-DBDE-D08F0DCC21E9}"/>
              </a:ext>
            </a:extLst>
          </p:cNvPr>
          <p:cNvCxnSpPr>
            <a:cxnSpLocks/>
          </p:cNvCxnSpPr>
          <p:nvPr/>
        </p:nvCxnSpPr>
        <p:spPr>
          <a:xfrm flipV="1">
            <a:off x="322376" y="5408587"/>
            <a:ext cx="11444830" cy="360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Google Shape;321;p37">
            <a:extLst>
              <a:ext uri="{FF2B5EF4-FFF2-40B4-BE49-F238E27FC236}">
                <a16:creationId xmlns:a16="http://schemas.microsoft.com/office/drawing/2014/main" id="{02C86A51-6A3F-4D43-CA48-203974BA5813}"/>
              </a:ext>
            </a:extLst>
          </p:cNvPr>
          <p:cNvSpPr/>
          <p:nvPr/>
        </p:nvSpPr>
        <p:spPr>
          <a:xfrm>
            <a:off x="1990601" y="5537646"/>
            <a:ext cx="1495219" cy="43230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/>
              <a:t>Wednesday, 04th of Sept 2024</a:t>
            </a:r>
            <a:endParaRPr lang="fr-FR" sz="1200"/>
          </a:p>
        </p:txBody>
      </p:sp>
      <p:sp>
        <p:nvSpPr>
          <p:cNvPr id="21" name="Google Shape;323;p37">
            <a:extLst>
              <a:ext uri="{FF2B5EF4-FFF2-40B4-BE49-F238E27FC236}">
                <a16:creationId xmlns:a16="http://schemas.microsoft.com/office/drawing/2014/main" id="{62E517C6-878A-5E5C-8E3A-FFA9A1505745}"/>
              </a:ext>
            </a:extLst>
          </p:cNvPr>
          <p:cNvSpPr/>
          <p:nvPr/>
        </p:nvSpPr>
        <p:spPr>
          <a:xfrm>
            <a:off x="3680381" y="5540119"/>
            <a:ext cx="1566657" cy="4561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Thursday, 05th of Sept 2024</a:t>
            </a:r>
            <a:endParaRPr lang="fr-FR"/>
          </a:p>
        </p:txBody>
      </p:sp>
      <p:sp>
        <p:nvSpPr>
          <p:cNvPr id="22" name="Google Shape;323;p37">
            <a:extLst>
              <a:ext uri="{FF2B5EF4-FFF2-40B4-BE49-F238E27FC236}">
                <a16:creationId xmlns:a16="http://schemas.microsoft.com/office/drawing/2014/main" id="{CE9AC874-FC60-E78B-8621-5D6B680E92D4}"/>
              </a:ext>
            </a:extLst>
          </p:cNvPr>
          <p:cNvSpPr/>
          <p:nvPr/>
        </p:nvSpPr>
        <p:spPr>
          <a:xfrm>
            <a:off x="5454412" y="5525741"/>
            <a:ext cx="1566657" cy="4561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Thursday, 29th of August 2024</a:t>
            </a:r>
            <a:endParaRPr lang="fr-FR"/>
          </a:p>
        </p:txBody>
      </p:sp>
      <p:sp>
        <p:nvSpPr>
          <p:cNvPr id="23" name="Google Shape;323;p37">
            <a:extLst>
              <a:ext uri="{FF2B5EF4-FFF2-40B4-BE49-F238E27FC236}">
                <a16:creationId xmlns:a16="http://schemas.microsoft.com/office/drawing/2014/main" id="{4E2F4C67-4A8F-58F4-7C86-C1EBFCE614D8}"/>
              </a:ext>
            </a:extLst>
          </p:cNvPr>
          <p:cNvSpPr/>
          <p:nvPr/>
        </p:nvSpPr>
        <p:spPr>
          <a:xfrm>
            <a:off x="7214515" y="5537648"/>
            <a:ext cx="1566657" cy="4561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Monday, 26th of august 2024</a:t>
            </a:r>
          </a:p>
        </p:txBody>
      </p:sp>
      <p:sp>
        <p:nvSpPr>
          <p:cNvPr id="24" name="Google Shape;323;p37">
            <a:extLst>
              <a:ext uri="{FF2B5EF4-FFF2-40B4-BE49-F238E27FC236}">
                <a16:creationId xmlns:a16="http://schemas.microsoft.com/office/drawing/2014/main" id="{A5A6A34D-5399-F91C-7B93-9A3F0070992B}"/>
              </a:ext>
            </a:extLst>
          </p:cNvPr>
          <p:cNvSpPr/>
          <p:nvPr/>
        </p:nvSpPr>
        <p:spPr>
          <a:xfrm>
            <a:off x="8887242" y="5537648"/>
            <a:ext cx="1566657" cy="456114"/>
          </a:xfrm>
          <a:prstGeom prst="rect">
            <a:avLst/>
          </a:prstGeom>
          <a:solidFill>
            <a:srgbClr val="E3CC6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To be checked</a:t>
            </a:r>
            <a:endParaRPr lang="fr-FR"/>
          </a:p>
        </p:txBody>
      </p:sp>
      <p:sp>
        <p:nvSpPr>
          <p:cNvPr id="25" name="Google Shape;327;p37">
            <a:extLst>
              <a:ext uri="{FF2B5EF4-FFF2-40B4-BE49-F238E27FC236}">
                <a16:creationId xmlns:a16="http://schemas.microsoft.com/office/drawing/2014/main" id="{3F08801A-850B-BF5E-2783-E58854826ED9}"/>
              </a:ext>
            </a:extLst>
          </p:cNvPr>
          <p:cNvSpPr/>
          <p:nvPr/>
        </p:nvSpPr>
        <p:spPr>
          <a:xfrm>
            <a:off x="40201" y="6195213"/>
            <a:ext cx="1674580" cy="44420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/>
              <a:t>Items to prepare before the meeting</a:t>
            </a:r>
          </a:p>
        </p:txBody>
      </p:sp>
      <p:sp>
        <p:nvSpPr>
          <p:cNvPr id="26" name="Google Shape;321;p37">
            <a:extLst>
              <a:ext uri="{FF2B5EF4-FFF2-40B4-BE49-F238E27FC236}">
                <a16:creationId xmlns:a16="http://schemas.microsoft.com/office/drawing/2014/main" id="{9D51A712-A1E7-1B93-1428-D9C44837C073}"/>
              </a:ext>
            </a:extLst>
          </p:cNvPr>
          <p:cNvSpPr/>
          <p:nvPr/>
        </p:nvSpPr>
        <p:spPr>
          <a:xfrm>
            <a:off x="2021442" y="6170249"/>
            <a:ext cx="1495219" cy="43230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/>
              <a:t>Work items have to be written</a:t>
            </a:r>
            <a:endParaRPr lang="fr-FR"/>
          </a:p>
        </p:txBody>
      </p:sp>
      <p:sp>
        <p:nvSpPr>
          <p:cNvPr id="27" name="Google Shape;323;p37">
            <a:extLst>
              <a:ext uri="{FF2B5EF4-FFF2-40B4-BE49-F238E27FC236}">
                <a16:creationId xmlns:a16="http://schemas.microsoft.com/office/drawing/2014/main" id="{85A3FA3E-F994-BD6F-85CF-B3E69BD22E33}"/>
              </a:ext>
            </a:extLst>
          </p:cNvPr>
          <p:cNvSpPr/>
          <p:nvPr/>
        </p:nvSpPr>
        <p:spPr>
          <a:xfrm>
            <a:off x="3704960" y="6143968"/>
            <a:ext cx="1566657" cy="4561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N/A</a:t>
            </a:r>
            <a:endParaRPr lang="fr-FR"/>
          </a:p>
        </p:txBody>
      </p:sp>
      <p:sp>
        <p:nvSpPr>
          <p:cNvPr id="28" name="Google Shape;323;p37">
            <a:extLst>
              <a:ext uri="{FF2B5EF4-FFF2-40B4-BE49-F238E27FC236}">
                <a16:creationId xmlns:a16="http://schemas.microsoft.com/office/drawing/2014/main" id="{0CD7DDE2-24B2-B4F8-E39E-853FE00FB72F}"/>
              </a:ext>
            </a:extLst>
          </p:cNvPr>
          <p:cNvSpPr/>
          <p:nvPr/>
        </p:nvSpPr>
        <p:spPr>
          <a:xfrm>
            <a:off x="5454411" y="6158344"/>
            <a:ext cx="1566657" cy="4561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/>
              <a:t>Slides </a:t>
            </a:r>
            <a:r>
              <a:rPr lang="en-US" sz="1200">
                <a:hlinkClick r:id="rId3"/>
              </a:rPr>
              <a:t>Presentation</a:t>
            </a:r>
            <a:r>
              <a:rPr lang="en-US" sz="1200"/>
              <a:t> has to be done</a:t>
            </a:r>
            <a:endParaRPr lang="fr-FR" sz="1200"/>
          </a:p>
        </p:txBody>
      </p:sp>
      <p:sp>
        <p:nvSpPr>
          <p:cNvPr id="29" name="Google Shape;323;p37">
            <a:extLst>
              <a:ext uri="{FF2B5EF4-FFF2-40B4-BE49-F238E27FC236}">
                <a16:creationId xmlns:a16="http://schemas.microsoft.com/office/drawing/2014/main" id="{B50F80AE-C521-E5A1-F295-8131D5846862}"/>
              </a:ext>
            </a:extLst>
          </p:cNvPr>
          <p:cNvSpPr/>
          <p:nvPr/>
        </p:nvSpPr>
        <p:spPr>
          <a:xfrm>
            <a:off x="7257646" y="6170251"/>
            <a:ext cx="1566657" cy="4561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N/A</a:t>
            </a:r>
          </a:p>
        </p:txBody>
      </p:sp>
      <p:sp>
        <p:nvSpPr>
          <p:cNvPr id="30" name="Google Shape;323;p37">
            <a:extLst>
              <a:ext uri="{FF2B5EF4-FFF2-40B4-BE49-F238E27FC236}">
                <a16:creationId xmlns:a16="http://schemas.microsoft.com/office/drawing/2014/main" id="{20B8FA66-697B-8766-262B-93C8FAE81300}"/>
              </a:ext>
            </a:extLst>
          </p:cNvPr>
          <p:cNvSpPr/>
          <p:nvPr/>
        </p:nvSpPr>
        <p:spPr>
          <a:xfrm>
            <a:off x="8930374" y="6170251"/>
            <a:ext cx="1566657" cy="456114"/>
          </a:xfrm>
          <a:prstGeom prst="rect">
            <a:avLst/>
          </a:prstGeom>
          <a:solidFill>
            <a:srgbClr val="E3CC6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N/A</a:t>
            </a:r>
            <a:endParaRPr lang="fr-FR"/>
          </a:p>
        </p:txBody>
      </p:sp>
      <p:cxnSp>
        <p:nvCxnSpPr>
          <p:cNvPr id="31" name="Google Shape;331;p37">
            <a:extLst>
              <a:ext uri="{FF2B5EF4-FFF2-40B4-BE49-F238E27FC236}">
                <a16:creationId xmlns:a16="http://schemas.microsoft.com/office/drawing/2014/main" id="{7840B4F9-2952-CE2C-FE8A-6314BDA64792}"/>
              </a:ext>
            </a:extLst>
          </p:cNvPr>
          <p:cNvCxnSpPr>
            <a:cxnSpLocks/>
          </p:cNvCxnSpPr>
          <p:nvPr/>
        </p:nvCxnSpPr>
        <p:spPr>
          <a:xfrm flipV="1">
            <a:off x="466149" y="6055568"/>
            <a:ext cx="11444830" cy="360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Google Shape;320;p37">
            <a:extLst>
              <a:ext uri="{FF2B5EF4-FFF2-40B4-BE49-F238E27FC236}">
                <a16:creationId xmlns:a16="http://schemas.microsoft.com/office/drawing/2014/main" id="{C6CF0C11-CCBE-D2F6-7502-7D4CD8001BD3}"/>
              </a:ext>
            </a:extLst>
          </p:cNvPr>
          <p:cNvSpPr/>
          <p:nvPr/>
        </p:nvSpPr>
        <p:spPr>
          <a:xfrm>
            <a:off x="10574765" y="415566"/>
            <a:ext cx="1463335" cy="758888"/>
          </a:xfrm>
          <a:prstGeom prst="rect">
            <a:avLst/>
          </a:prstGeom>
          <a:solidFill>
            <a:srgbClr val="72ACA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/>
              <a:t>Monthly PO</a:t>
            </a:r>
            <a:endParaRPr lang="fr-FR"/>
          </a:p>
        </p:txBody>
      </p:sp>
      <p:sp>
        <p:nvSpPr>
          <p:cNvPr id="33" name="Google Shape;322;p37">
            <a:extLst>
              <a:ext uri="{FF2B5EF4-FFF2-40B4-BE49-F238E27FC236}">
                <a16:creationId xmlns:a16="http://schemas.microsoft.com/office/drawing/2014/main" id="{DB3E8594-4F00-0611-C25E-7D872DE1CB04}"/>
              </a:ext>
            </a:extLst>
          </p:cNvPr>
          <p:cNvSpPr/>
          <p:nvPr/>
        </p:nvSpPr>
        <p:spPr>
          <a:xfrm>
            <a:off x="10574765" y="2305636"/>
            <a:ext cx="1463335" cy="1554657"/>
          </a:xfrm>
          <a:prstGeom prst="rect">
            <a:avLst/>
          </a:prstGeom>
          <a:solidFill>
            <a:srgbClr val="C2F0E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en-US" sz="1000" b="1"/>
          </a:p>
          <a:p>
            <a:pPr algn="ctr"/>
            <a:r>
              <a:rPr lang="en-US" sz="1000" b="1"/>
              <a:t>Gaetan</a:t>
            </a:r>
            <a:endParaRPr lang="en-US"/>
          </a:p>
          <a:p>
            <a:pPr algn="ctr"/>
            <a:r>
              <a:rPr lang="en-US" sz="1000" b="1"/>
              <a:t>Noel</a:t>
            </a:r>
            <a:endParaRPr lang="en-US"/>
          </a:p>
          <a:p>
            <a:pPr algn="ctr"/>
            <a:r>
              <a:rPr lang="en-US" sz="1000" b="1"/>
              <a:t>Yoann</a:t>
            </a:r>
          </a:p>
          <a:p>
            <a:pPr algn="ctr"/>
            <a:r>
              <a:rPr lang="en-US" sz="1000" b="1"/>
              <a:t>Lionel</a:t>
            </a:r>
          </a:p>
          <a:p>
            <a:pPr algn="ctr"/>
            <a:r>
              <a:rPr lang="en-US" sz="1000" b="1"/>
              <a:t>Moctar</a:t>
            </a:r>
          </a:p>
          <a:p>
            <a:pPr algn="ctr"/>
            <a:r>
              <a:rPr lang="en-US" sz="1000" b="1"/>
              <a:t>Gaetan</a:t>
            </a:r>
          </a:p>
          <a:p>
            <a:pPr algn="ctr"/>
            <a:endParaRPr lang="en-US" sz="1400"/>
          </a:p>
        </p:txBody>
      </p:sp>
      <p:sp>
        <p:nvSpPr>
          <p:cNvPr id="34" name="Google Shape;323;p37">
            <a:extLst>
              <a:ext uri="{FF2B5EF4-FFF2-40B4-BE49-F238E27FC236}">
                <a16:creationId xmlns:a16="http://schemas.microsoft.com/office/drawing/2014/main" id="{C1E58F39-87B4-9E1D-618A-CF668D67A38C}"/>
              </a:ext>
            </a:extLst>
          </p:cNvPr>
          <p:cNvSpPr/>
          <p:nvPr/>
        </p:nvSpPr>
        <p:spPr>
          <a:xfrm>
            <a:off x="10574765" y="1434708"/>
            <a:ext cx="1463335" cy="610894"/>
          </a:xfrm>
          <a:prstGeom prst="rect">
            <a:avLst/>
          </a:prstGeom>
          <a:solidFill>
            <a:srgbClr val="C2F0E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Once a month</a:t>
            </a:r>
            <a:endParaRPr lang="fr-FR"/>
          </a:p>
        </p:txBody>
      </p:sp>
      <p:sp>
        <p:nvSpPr>
          <p:cNvPr id="35" name="Google Shape;322;p37">
            <a:extLst>
              <a:ext uri="{FF2B5EF4-FFF2-40B4-BE49-F238E27FC236}">
                <a16:creationId xmlns:a16="http://schemas.microsoft.com/office/drawing/2014/main" id="{1FDE3CD6-3CA2-12B5-3500-1C9C7101A867}"/>
              </a:ext>
            </a:extLst>
          </p:cNvPr>
          <p:cNvSpPr/>
          <p:nvPr/>
        </p:nvSpPr>
        <p:spPr>
          <a:xfrm>
            <a:off x="10574765" y="4048442"/>
            <a:ext cx="1463335" cy="1267109"/>
          </a:xfrm>
          <a:prstGeom prst="rect">
            <a:avLst/>
          </a:prstGeom>
          <a:solidFill>
            <a:srgbClr val="C2F0E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1100"/>
          </a:p>
          <a:p>
            <a:r>
              <a:rPr lang="en-US" sz="1100"/>
              <a:t>Discussion About the process. Share how we feel. </a:t>
            </a:r>
          </a:p>
          <a:p>
            <a:pPr marL="171450" indent="-171450">
              <a:buFont typeface="Arial"/>
              <a:buChar char="•"/>
            </a:pPr>
            <a:endParaRPr lang="en-US" sz="1200"/>
          </a:p>
          <a:p>
            <a:pPr algn="ctr"/>
            <a:endParaRPr lang="en-US" sz="1400"/>
          </a:p>
        </p:txBody>
      </p:sp>
      <p:sp>
        <p:nvSpPr>
          <p:cNvPr id="36" name="Google Shape;323;p37">
            <a:extLst>
              <a:ext uri="{FF2B5EF4-FFF2-40B4-BE49-F238E27FC236}">
                <a16:creationId xmlns:a16="http://schemas.microsoft.com/office/drawing/2014/main" id="{91AB30E0-9CC6-E0C8-630F-B52DB7404C3B}"/>
              </a:ext>
            </a:extLst>
          </p:cNvPr>
          <p:cNvSpPr/>
          <p:nvPr/>
        </p:nvSpPr>
        <p:spPr>
          <a:xfrm>
            <a:off x="10574765" y="5537647"/>
            <a:ext cx="1463335" cy="456114"/>
          </a:xfrm>
          <a:prstGeom prst="rect">
            <a:avLst/>
          </a:prstGeom>
          <a:solidFill>
            <a:srgbClr val="C2F0E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Thursday, 12th of Sept 2024</a:t>
            </a:r>
            <a:endParaRPr lang="fr-FR"/>
          </a:p>
        </p:txBody>
      </p:sp>
      <p:sp>
        <p:nvSpPr>
          <p:cNvPr id="37" name="Google Shape;323;p37">
            <a:extLst>
              <a:ext uri="{FF2B5EF4-FFF2-40B4-BE49-F238E27FC236}">
                <a16:creationId xmlns:a16="http://schemas.microsoft.com/office/drawing/2014/main" id="{C41479EA-BA49-9F1A-F565-635313ECD823}"/>
              </a:ext>
            </a:extLst>
          </p:cNvPr>
          <p:cNvSpPr/>
          <p:nvPr/>
        </p:nvSpPr>
        <p:spPr>
          <a:xfrm>
            <a:off x="10617897" y="6170250"/>
            <a:ext cx="1463335" cy="456114"/>
          </a:xfrm>
          <a:prstGeom prst="rect">
            <a:avLst/>
          </a:prstGeom>
          <a:solidFill>
            <a:srgbClr val="C2F0E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400"/>
              <a:t>N/A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05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D63FBF83-3ECB-4340-91E5-C6B27495F0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05917" y="1090396"/>
            <a:ext cx="10736825" cy="278581"/>
          </a:xfrm>
          <a:prstGeom prst="round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OTLSHAPE_G_00000000000000000000000000000000_ShapeBelow0">
            <a:extLst>
              <a:ext uri="{FF2B5EF4-FFF2-40B4-BE49-F238E27FC236}">
                <a16:creationId xmlns:a16="http://schemas.microsoft.com/office/drawing/2014/main" id="{039554A7-6790-48F0-94DA-E4319F8B861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797959" y="1393559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8" name="OTLSHAPE_G_00000000000000000000000000000000_ShapeBelow1">
            <a:extLst>
              <a:ext uri="{FF2B5EF4-FFF2-40B4-BE49-F238E27FC236}">
                <a16:creationId xmlns:a16="http://schemas.microsoft.com/office/drawing/2014/main" id="{6D225C7A-A90B-4E39-9671-079B3B3213E1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2603673" y="141814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OTLSHAPE_G_00000000000000000000000000000000_ShapeBelow2">
            <a:extLst>
              <a:ext uri="{FF2B5EF4-FFF2-40B4-BE49-F238E27FC236}">
                <a16:creationId xmlns:a16="http://schemas.microsoft.com/office/drawing/2014/main" id="{793D65A5-5BE5-4707-AFDD-F9C5B977E55E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flipH="1">
            <a:off x="3495715" y="1418140"/>
            <a:ext cx="0" cy="549628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0" name="OTLSHAPE_G_00000000000000000000000000000000_ShapeBelow3">
            <a:extLst>
              <a:ext uri="{FF2B5EF4-FFF2-40B4-BE49-F238E27FC236}">
                <a16:creationId xmlns:a16="http://schemas.microsoft.com/office/drawing/2014/main" id="{53A4A52A-F432-4D5A-9511-11A2135E846E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358981" y="141814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702D68D6-BCEE-4CD6-A859-F8FEE9A0430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092321" y="1103918"/>
            <a:ext cx="498548" cy="36215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W35</a:t>
            </a:r>
            <a:endParaRPr lang="en-US" sz="1200" spc="-2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id="{A17A889C-AF6D-42C1-8D05-20E9BED2C07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106112" y="1128882"/>
            <a:ext cx="273392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W36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TLSHAPE_TB_00000000000000000000000000000000_TimescaleInterval3">
            <a:extLst>
              <a:ext uri="{FF2B5EF4-FFF2-40B4-BE49-F238E27FC236}">
                <a16:creationId xmlns:a16="http://schemas.microsoft.com/office/drawing/2014/main" id="{0664328E-1473-4111-93BA-CD26B24A80B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839239" y="1140788"/>
            <a:ext cx="270374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W37</a:t>
            </a:r>
            <a:endParaRPr lang="fr-FR" dirty="0"/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id="{45870EA3-B0B6-458D-9DFE-2AA92AAFBE4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780441" y="1153078"/>
            <a:ext cx="235108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W38</a:t>
            </a:r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12" name="OTLSHAPE_TB_00000000000000000000000000000000_TimescaleInterval5">
            <a:extLst>
              <a:ext uri="{FF2B5EF4-FFF2-40B4-BE49-F238E27FC236}">
                <a16:creationId xmlns:a16="http://schemas.microsoft.com/office/drawing/2014/main" id="{C77FF8A0-EB15-459F-8D7C-D7C7E966148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692868" y="1140788"/>
            <a:ext cx="283518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W39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OTLSHAPE_TB_00000000000000000000000000000000_TimescaleInterval6">
            <a:extLst>
              <a:ext uri="{FF2B5EF4-FFF2-40B4-BE49-F238E27FC236}">
                <a16:creationId xmlns:a16="http://schemas.microsoft.com/office/drawing/2014/main" id="{44FB1FEC-6B05-4C2B-ADE0-DCA0A6867D6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84910" y="1140788"/>
            <a:ext cx="222284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W40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OTLSHAPE_TB_00000000000000000000000000000000_TimescaleInterval7">
            <a:extLst>
              <a:ext uri="{FF2B5EF4-FFF2-40B4-BE49-F238E27FC236}">
                <a16:creationId xmlns:a16="http://schemas.microsoft.com/office/drawing/2014/main" id="{D785A5A7-BDB7-4BB4-8818-1933CDF03BC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534208" y="1140788"/>
            <a:ext cx="170475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W41</a:t>
            </a:r>
            <a:endParaRPr lang="en-US" sz="1200" spc="-2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OTLSHAPE_TB_00000000000000000000000000000000_TimescaleInterval8">
            <a:extLst>
              <a:ext uri="{FF2B5EF4-FFF2-40B4-BE49-F238E27FC236}">
                <a16:creationId xmlns:a16="http://schemas.microsoft.com/office/drawing/2014/main" id="{CE6A966A-706B-484A-A6BC-E2FFC4BB5B2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7413959" y="1153078"/>
            <a:ext cx="254344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W42</a:t>
            </a:r>
            <a:endParaRPr lang="fr-FR" dirty="0"/>
          </a:p>
        </p:txBody>
      </p:sp>
      <p:sp>
        <p:nvSpPr>
          <p:cNvPr id="16" name="OTLSHAPE_TB_00000000000000000000000000000000_TimescaleInterval9">
            <a:extLst>
              <a:ext uri="{FF2B5EF4-FFF2-40B4-BE49-F238E27FC236}">
                <a16:creationId xmlns:a16="http://schemas.microsoft.com/office/drawing/2014/main" id="{F1FB3E25-1B4D-410C-8B09-983F0806CA8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404324" y="1153078"/>
            <a:ext cx="239916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W43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OTLSHAPE_TB_00000000000000000000000000000000_TimescaleInterval10">
            <a:extLst>
              <a:ext uri="{FF2B5EF4-FFF2-40B4-BE49-F238E27FC236}">
                <a16:creationId xmlns:a16="http://schemas.microsoft.com/office/drawing/2014/main" id="{B7DD6488-912F-42D7-B068-E78990AD1E3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16366" y="1140788"/>
            <a:ext cx="223438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 dirty="0">
                <a:solidFill>
                  <a:schemeClr val="lt1"/>
                </a:solidFill>
                <a:latin typeface="Calibri"/>
                <a:cs typeface="Calibri"/>
              </a:rPr>
              <a:t>W44</a:t>
            </a:r>
            <a:endParaRPr lang="fr-FR" dirty="0"/>
          </a:p>
        </p:txBody>
      </p:sp>
      <p:sp>
        <p:nvSpPr>
          <p:cNvPr id="18" name="OTLSHAPE_TB_00000000000000000000000000000000_TimescaleInterval11">
            <a:extLst>
              <a:ext uri="{FF2B5EF4-FFF2-40B4-BE49-F238E27FC236}">
                <a16:creationId xmlns:a16="http://schemas.microsoft.com/office/drawing/2014/main" id="{E69C1CAF-B0FF-4E74-BDDD-613033E6DACB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196503" y="1140788"/>
            <a:ext cx="261654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W45</a:t>
            </a:r>
            <a:endParaRPr lang="en-US" sz="1200" spc="-2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TLSHAPE_TB_00000000000000000000000000000000_TimescaleInterval12">
            <a:extLst>
              <a:ext uri="{FF2B5EF4-FFF2-40B4-BE49-F238E27FC236}">
                <a16:creationId xmlns:a16="http://schemas.microsoft.com/office/drawing/2014/main" id="{BD1E6707-9CF6-4681-83FB-0D3C21729A09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1072059" y="1128498"/>
            <a:ext cx="347856" cy="2761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 dirty="0">
                <a:solidFill>
                  <a:schemeClr val="lt1"/>
                </a:solidFill>
                <a:latin typeface="Calibri"/>
                <a:cs typeface="Calibri"/>
              </a:rPr>
              <a:t>W46</a:t>
            </a:r>
            <a:endParaRPr lang="fr-FR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DB2FF1F-063A-4956-AEC3-B0105D22CD44}"/>
              </a:ext>
            </a:extLst>
          </p:cNvPr>
          <p:cNvSpPr txBox="1"/>
          <p:nvPr/>
        </p:nvSpPr>
        <p:spPr>
          <a:xfrm>
            <a:off x="5104" y="-1999"/>
            <a:ext cx="289760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>
                <a:latin typeface="Segoe UI"/>
                <a:cs typeface="Segoe UI"/>
              </a:rPr>
              <a:t>Meeting frequency</a:t>
            </a:r>
            <a:endParaRPr lang="fr-FR"/>
          </a:p>
        </p:txBody>
      </p:sp>
      <p:cxnSp>
        <p:nvCxnSpPr>
          <p:cNvPr id="69" name="OTLSHAPE_G_00000000000000000000000000000000_ShapeBelow3">
            <a:extLst>
              <a:ext uri="{FF2B5EF4-FFF2-40B4-BE49-F238E27FC236}">
                <a16:creationId xmlns:a16="http://schemas.microsoft.com/office/drawing/2014/main" id="{30DB9022-EC26-41B1-DC68-2871CACDF4AC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9926496" y="143043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0" name="OTLSHAPE_G_00000000000000000000000000000000_ShapeBelow3">
            <a:extLst>
              <a:ext uri="{FF2B5EF4-FFF2-40B4-BE49-F238E27FC236}">
                <a16:creationId xmlns:a16="http://schemas.microsoft.com/office/drawing/2014/main" id="{611C280A-15A8-0A5B-1511-5F440A3F9677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>
            <a:off x="6276271" y="1418139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1" name="OTLSHAPE_G_00000000000000000000000000000000_ShapeBelow3">
            <a:extLst>
              <a:ext uri="{FF2B5EF4-FFF2-40B4-BE49-F238E27FC236}">
                <a16:creationId xmlns:a16="http://schemas.microsoft.com/office/drawing/2014/main" id="{928E9F7F-2F16-672F-DD39-7891F5CA2F39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7124303" y="144272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OTLSHAPE_G_00000000000000000000000000000000_ShapeBelow3">
            <a:extLst>
              <a:ext uri="{FF2B5EF4-FFF2-40B4-BE49-F238E27FC236}">
                <a16:creationId xmlns:a16="http://schemas.microsoft.com/office/drawing/2014/main" id="{1F7EE36D-85C9-8CD3-C784-055AF47020C3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>
          <a:xfrm>
            <a:off x="8082949" y="143043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3" name="OTLSHAPE_G_00000000000000000000000000000000_ShapeBelow3">
            <a:extLst>
              <a:ext uri="{FF2B5EF4-FFF2-40B4-BE49-F238E27FC236}">
                <a16:creationId xmlns:a16="http://schemas.microsoft.com/office/drawing/2014/main" id="{B973916E-59D0-7343-1789-8763C1D64C1E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9029303" y="1467301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OTLSHAPE_G_00000000000000000000000000000000_ShapeBelow3">
            <a:extLst>
              <a:ext uri="{FF2B5EF4-FFF2-40B4-BE49-F238E27FC236}">
                <a16:creationId xmlns:a16="http://schemas.microsoft.com/office/drawing/2014/main" id="{58D7C7BA-6C6A-C461-C8EC-C70A30E0A9FF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5231594" y="141814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7" name="OTLSHAPE_G_00000000000000000000000000000000_ShapeBelow3">
            <a:extLst>
              <a:ext uri="{FF2B5EF4-FFF2-40B4-BE49-F238E27FC236}">
                <a16:creationId xmlns:a16="http://schemas.microsoft.com/office/drawing/2014/main" id="{E5CACDBB-9728-5220-F865-B59DB27B6505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>
            <a:off x="10860562" y="1442721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OTLSHAPE_G_00000000000000000000000000000000_ShapeBelow3">
            <a:extLst>
              <a:ext uri="{FF2B5EF4-FFF2-40B4-BE49-F238E27FC236}">
                <a16:creationId xmlns:a16="http://schemas.microsoft.com/office/drawing/2014/main" id="{B9265590-35BC-B7D1-D38B-1CE55AB76132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>
            <a:off x="905400" y="1147752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OTLSHAPE_TB_00000000000000000000000000000000_TimescaleInterval1">
            <a:extLst>
              <a:ext uri="{FF2B5EF4-FFF2-40B4-BE49-F238E27FC236}">
                <a16:creationId xmlns:a16="http://schemas.microsoft.com/office/drawing/2014/main" id="{94758DA5-DFB9-1EE1-D818-01B774ECFF0A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960583" y="563143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26th of August</a:t>
            </a:r>
            <a:endParaRPr lang="fr-FR"/>
          </a:p>
        </p:txBody>
      </p:sp>
      <p:sp>
        <p:nvSpPr>
          <p:cNvPr id="100" name="Organigramme : Décision 99">
            <a:extLst>
              <a:ext uri="{FF2B5EF4-FFF2-40B4-BE49-F238E27FC236}">
                <a16:creationId xmlns:a16="http://schemas.microsoft.com/office/drawing/2014/main" id="{20694B98-2EF9-4D1A-FB3E-B63500AEF9AE}"/>
              </a:ext>
            </a:extLst>
          </p:cNvPr>
          <p:cNvSpPr/>
          <p:nvPr/>
        </p:nvSpPr>
        <p:spPr>
          <a:xfrm>
            <a:off x="1259755" y="865237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OTLSHAPE_TB_00000000000000000000000000000000_TimescaleInterval1">
            <a:extLst>
              <a:ext uri="{FF2B5EF4-FFF2-40B4-BE49-F238E27FC236}">
                <a16:creationId xmlns:a16="http://schemas.microsoft.com/office/drawing/2014/main" id="{46DC83A7-1718-61F4-1C83-CF005A2E948D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842029" y="599245"/>
            <a:ext cx="719772" cy="27612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02 </a:t>
            </a:r>
            <a:r>
              <a:rPr lang="en-US" sz="1050" spc="-20" err="1">
                <a:solidFill>
                  <a:srgbClr val="000000"/>
                </a:solidFill>
                <a:latin typeface="Calibri"/>
                <a:cs typeface="Calibri"/>
              </a:rPr>
              <a:t>nd</a:t>
            </a:r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 of Sept</a:t>
            </a:r>
          </a:p>
        </p:txBody>
      </p:sp>
      <p:sp>
        <p:nvSpPr>
          <p:cNvPr id="103" name="Organigramme : Décision 102">
            <a:extLst>
              <a:ext uri="{FF2B5EF4-FFF2-40B4-BE49-F238E27FC236}">
                <a16:creationId xmlns:a16="http://schemas.microsoft.com/office/drawing/2014/main" id="{9D05D425-8992-55C4-FD85-7D039C7C5259}"/>
              </a:ext>
            </a:extLst>
          </p:cNvPr>
          <p:cNvSpPr/>
          <p:nvPr/>
        </p:nvSpPr>
        <p:spPr>
          <a:xfrm>
            <a:off x="2107787" y="865236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OTLSHAPE_TB_00000000000000000000000000000000_TimescaleInterval1">
            <a:extLst>
              <a:ext uri="{FF2B5EF4-FFF2-40B4-BE49-F238E27FC236}">
                <a16:creationId xmlns:a16="http://schemas.microsoft.com/office/drawing/2014/main" id="{0A049A09-8681-6B7A-66FB-02E70C1309C5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2689596" y="567569"/>
            <a:ext cx="716062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09th of Sept</a:t>
            </a:r>
            <a:endParaRPr lang="fr-FR"/>
          </a:p>
        </p:txBody>
      </p:sp>
      <p:sp>
        <p:nvSpPr>
          <p:cNvPr id="106" name="Organigramme : Décision 105">
            <a:extLst>
              <a:ext uri="{FF2B5EF4-FFF2-40B4-BE49-F238E27FC236}">
                <a16:creationId xmlns:a16="http://schemas.microsoft.com/office/drawing/2014/main" id="{96148415-4FED-F3A0-C051-2305F7AA49DC}"/>
              </a:ext>
            </a:extLst>
          </p:cNvPr>
          <p:cNvSpPr/>
          <p:nvPr/>
        </p:nvSpPr>
        <p:spPr>
          <a:xfrm>
            <a:off x="2968109" y="877525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OTLSHAPE_TB_00000000000000000000000000000000_TimescaleInterval1">
            <a:extLst>
              <a:ext uri="{FF2B5EF4-FFF2-40B4-BE49-F238E27FC236}">
                <a16:creationId xmlns:a16="http://schemas.microsoft.com/office/drawing/2014/main" id="{741AF407-873E-F57B-A203-C07CCA6E3D47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589940" y="581546"/>
            <a:ext cx="715164" cy="38711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16th of Sept</a:t>
            </a:r>
            <a:endParaRPr lang="fr-FR"/>
          </a:p>
        </p:txBody>
      </p:sp>
      <p:sp>
        <p:nvSpPr>
          <p:cNvPr id="110" name="Organigramme : Décision 109">
            <a:extLst>
              <a:ext uri="{FF2B5EF4-FFF2-40B4-BE49-F238E27FC236}">
                <a16:creationId xmlns:a16="http://schemas.microsoft.com/office/drawing/2014/main" id="{38744992-D4A1-AA4C-9184-7F83AB25EE8D}"/>
              </a:ext>
            </a:extLst>
          </p:cNvPr>
          <p:cNvSpPr/>
          <p:nvPr/>
        </p:nvSpPr>
        <p:spPr>
          <a:xfrm>
            <a:off x="3840721" y="889814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OTLSHAPE_TB_00000000000000000000000000000000_TimescaleInterval1">
            <a:extLst>
              <a:ext uri="{FF2B5EF4-FFF2-40B4-BE49-F238E27FC236}">
                <a16:creationId xmlns:a16="http://schemas.microsoft.com/office/drawing/2014/main" id="{212BEB7B-BE10-42BF-515B-39EF4732DC11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4545897" y="548271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23th of  Sept</a:t>
            </a:r>
            <a:endParaRPr lang="fr-FR"/>
          </a:p>
        </p:txBody>
      </p:sp>
      <p:sp>
        <p:nvSpPr>
          <p:cNvPr id="116" name="Organigramme : Décision 115">
            <a:extLst>
              <a:ext uri="{FF2B5EF4-FFF2-40B4-BE49-F238E27FC236}">
                <a16:creationId xmlns:a16="http://schemas.microsoft.com/office/drawing/2014/main" id="{921D78B8-8834-3A39-7CB9-71ACD6D03ED0}"/>
              </a:ext>
            </a:extLst>
          </p:cNvPr>
          <p:cNvSpPr/>
          <p:nvPr/>
        </p:nvSpPr>
        <p:spPr>
          <a:xfrm>
            <a:off x="4676461" y="893988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OTLSHAPE_TB_00000000000000000000000000000000_TimescaleInterval1">
            <a:extLst>
              <a:ext uri="{FF2B5EF4-FFF2-40B4-BE49-F238E27FC236}">
                <a16:creationId xmlns:a16="http://schemas.microsoft.com/office/drawing/2014/main" id="{9E6560EB-72A8-C9FA-5FFF-A81B7051B61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6414408" y="564289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07th of Oct</a:t>
            </a:r>
            <a:endParaRPr lang="fr-FR"/>
          </a:p>
        </p:txBody>
      </p:sp>
      <p:sp>
        <p:nvSpPr>
          <p:cNvPr id="128" name="Organigramme : Décision 127">
            <a:extLst>
              <a:ext uri="{FF2B5EF4-FFF2-40B4-BE49-F238E27FC236}">
                <a16:creationId xmlns:a16="http://schemas.microsoft.com/office/drawing/2014/main" id="{8918912C-874F-E567-8255-AE9186E4EC07}"/>
              </a:ext>
            </a:extLst>
          </p:cNvPr>
          <p:cNvSpPr/>
          <p:nvPr/>
        </p:nvSpPr>
        <p:spPr>
          <a:xfrm>
            <a:off x="6618330" y="889811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TLSHAPE_TB_00000000000000000000000000000000_TimescaleInterval1">
            <a:extLst>
              <a:ext uri="{FF2B5EF4-FFF2-40B4-BE49-F238E27FC236}">
                <a16:creationId xmlns:a16="http://schemas.microsoft.com/office/drawing/2014/main" id="{BD2E8E2E-DCBC-FB06-6342-0C27B5C51F71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7311216" y="564671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14th of Oct</a:t>
            </a:r>
            <a:endParaRPr lang="fr-FR"/>
          </a:p>
        </p:txBody>
      </p:sp>
      <p:sp>
        <p:nvSpPr>
          <p:cNvPr id="130" name="Organigramme : Décision 129">
            <a:extLst>
              <a:ext uri="{FF2B5EF4-FFF2-40B4-BE49-F238E27FC236}">
                <a16:creationId xmlns:a16="http://schemas.microsoft.com/office/drawing/2014/main" id="{9AEF6F16-4F0E-C3B3-A3D6-7A24AAEB6437}"/>
              </a:ext>
            </a:extLst>
          </p:cNvPr>
          <p:cNvSpPr/>
          <p:nvPr/>
        </p:nvSpPr>
        <p:spPr>
          <a:xfrm>
            <a:off x="7503232" y="902100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OTLSHAPE_TB_00000000000000000000000000000000_TimescaleInterval1">
            <a:extLst>
              <a:ext uri="{FF2B5EF4-FFF2-40B4-BE49-F238E27FC236}">
                <a16:creationId xmlns:a16="http://schemas.microsoft.com/office/drawing/2014/main" id="{38F1DA67-CF3D-6265-601E-F6F85AA2648F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8319406" y="564670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21st of Oct</a:t>
            </a:r>
            <a:endParaRPr lang="en-US" sz="1050" spc="-2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rganigramme : Décision 131">
            <a:extLst>
              <a:ext uri="{FF2B5EF4-FFF2-40B4-BE49-F238E27FC236}">
                <a16:creationId xmlns:a16="http://schemas.microsoft.com/office/drawing/2014/main" id="{18D6F425-6475-9EE4-8E93-9D081D6FF709}"/>
              </a:ext>
            </a:extLst>
          </p:cNvPr>
          <p:cNvSpPr/>
          <p:nvPr/>
        </p:nvSpPr>
        <p:spPr>
          <a:xfrm>
            <a:off x="8523328" y="902099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OTLSHAPE_TB_00000000000000000000000000000000_TimescaleInterval1">
            <a:extLst>
              <a:ext uri="{FF2B5EF4-FFF2-40B4-BE49-F238E27FC236}">
                <a16:creationId xmlns:a16="http://schemas.microsoft.com/office/drawing/2014/main" id="{35CC0FBC-5116-6D4C-858C-A96274809B95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9228505" y="552763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28th of Oct</a:t>
            </a:r>
            <a:endParaRPr lang="fr-FR"/>
          </a:p>
        </p:txBody>
      </p:sp>
      <p:sp>
        <p:nvSpPr>
          <p:cNvPr id="136" name="Organigramme : Décision 135">
            <a:extLst>
              <a:ext uri="{FF2B5EF4-FFF2-40B4-BE49-F238E27FC236}">
                <a16:creationId xmlns:a16="http://schemas.microsoft.com/office/drawing/2014/main" id="{A03A95D9-F5E3-3985-DC3F-BB6BB0C5AEFA}"/>
              </a:ext>
            </a:extLst>
          </p:cNvPr>
          <p:cNvSpPr/>
          <p:nvPr/>
        </p:nvSpPr>
        <p:spPr>
          <a:xfrm>
            <a:off x="9420521" y="902098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OTLSHAPE_TB_00000000000000000000000000000000_TimescaleInterval1">
            <a:extLst>
              <a:ext uri="{FF2B5EF4-FFF2-40B4-BE49-F238E27FC236}">
                <a16:creationId xmlns:a16="http://schemas.microsoft.com/office/drawing/2014/main" id="{8C872775-C326-7E48-4947-AE9AE5D48501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9993577" y="541240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04th of Nov</a:t>
            </a:r>
            <a:endParaRPr lang="fr-FR"/>
          </a:p>
        </p:txBody>
      </p:sp>
      <p:sp>
        <p:nvSpPr>
          <p:cNvPr id="138" name="Organigramme : Décision 137">
            <a:extLst>
              <a:ext uri="{FF2B5EF4-FFF2-40B4-BE49-F238E27FC236}">
                <a16:creationId xmlns:a16="http://schemas.microsoft.com/office/drawing/2014/main" id="{52406C16-1946-9993-13C2-373F8271095C}"/>
              </a:ext>
            </a:extLst>
          </p:cNvPr>
          <p:cNvSpPr/>
          <p:nvPr/>
        </p:nvSpPr>
        <p:spPr>
          <a:xfrm>
            <a:off x="10280843" y="914387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OTLSHAPE_TB_00000000000000000000000000000000_TimescaleInterval1">
            <a:extLst>
              <a:ext uri="{FF2B5EF4-FFF2-40B4-BE49-F238E27FC236}">
                <a16:creationId xmlns:a16="http://schemas.microsoft.com/office/drawing/2014/main" id="{F4C3EF20-D20C-B963-8A59-2AB31557936E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10998310" y="552762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11st of Nov</a:t>
            </a:r>
            <a:endParaRPr lang="fr-FR"/>
          </a:p>
        </p:txBody>
      </p:sp>
      <p:sp>
        <p:nvSpPr>
          <p:cNvPr id="140" name="Organigramme : Décision 139">
            <a:extLst>
              <a:ext uri="{FF2B5EF4-FFF2-40B4-BE49-F238E27FC236}">
                <a16:creationId xmlns:a16="http://schemas.microsoft.com/office/drawing/2014/main" id="{55A5E8EA-C4C4-9323-52E6-F3D0FFF55729}"/>
              </a:ext>
            </a:extLst>
          </p:cNvPr>
          <p:cNvSpPr/>
          <p:nvPr/>
        </p:nvSpPr>
        <p:spPr>
          <a:xfrm>
            <a:off x="11190326" y="902096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OTLSHAPE_SL_8911bceb679441adb3756a794b682f31_BackgroundRectangle">
            <a:extLst>
              <a:ext uri="{FF2B5EF4-FFF2-40B4-BE49-F238E27FC236}">
                <a16:creationId xmlns:a16="http://schemas.microsoft.com/office/drawing/2014/main" id="{71F9B728-84DC-04BD-F89E-E327F44B6581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88077" y="1557014"/>
            <a:ext cx="769402" cy="7684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000000"/>
                </a:solidFill>
                <a:cs typeface="Calibri"/>
              </a:rPr>
              <a:t>Dev Sprint Update</a:t>
            </a:r>
            <a:endParaRPr lang="fr-FR" sz="1100" b="1"/>
          </a:p>
        </p:txBody>
      </p:sp>
      <p:sp>
        <p:nvSpPr>
          <p:cNvPr id="164" name="OTLSHAPE_SL_8911bceb679441adb3756a794b682f31_BackgroundRectangle">
            <a:extLst>
              <a:ext uri="{FF2B5EF4-FFF2-40B4-BE49-F238E27FC236}">
                <a16:creationId xmlns:a16="http://schemas.microsoft.com/office/drawing/2014/main" id="{8002EF12-DE16-02BE-8432-2FEA3026FDDC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63881" y="2564439"/>
            <a:ext cx="769401" cy="75806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Grooming</a:t>
            </a:r>
            <a:endParaRPr lang="fr-FR" sz="1000" b="1">
              <a:solidFill>
                <a:schemeClr val="tx1"/>
              </a:solidFill>
            </a:endParaRPr>
          </a:p>
        </p:txBody>
      </p:sp>
      <p:sp>
        <p:nvSpPr>
          <p:cNvPr id="165" name="OTLSHAPE_SL_8911bceb679441adb3756a794b682f31_BackgroundRectangle">
            <a:extLst>
              <a:ext uri="{FF2B5EF4-FFF2-40B4-BE49-F238E27FC236}">
                <a16:creationId xmlns:a16="http://schemas.microsoft.com/office/drawing/2014/main" id="{7E01BAD0-01FB-27A2-CC08-F92DB33F0282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87692" y="3633695"/>
            <a:ext cx="757495" cy="86099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000000"/>
                </a:solidFill>
              </a:rPr>
              <a:t>Demo</a:t>
            </a:r>
            <a:endParaRPr lang="fr-FR" sz="1600"/>
          </a:p>
        </p:txBody>
      </p:sp>
      <p:sp>
        <p:nvSpPr>
          <p:cNvPr id="168" name="OTLSHAPE_SL_8911bceb679441adb3756a794b682f31_BackgroundRectangle">
            <a:extLst>
              <a:ext uri="{FF2B5EF4-FFF2-40B4-BE49-F238E27FC236}">
                <a16:creationId xmlns:a16="http://schemas.microsoft.com/office/drawing/2014/main" id="{93296F58-EC2D-61F2-755B-2B9AB2CDDD55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88075" y="4718263"/>
            <a:ext cx="757495" cy="871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Roadmap</a:t>
            </a:r>
            <a:endParaRPr lang="fr-FR" sz="1000" b="1">
              <a:solidFill>
                <a:srgbClr val="000000"/>
              </a:solidFill>
            </a:endParaRPr>
          </a:p>
        </p:txBody>
      </p:sp>
      <p:sp>
        <p:nvSpPr>
          <p:cNvPr id="31" name="OTLSHAPE_TB_00000000000000000000000000000000_TimescaleInterval1">
            <a:extLst>
              <a:ext uri="{FF2B5EF4-FFF2-40B4-BE49-F238E27FC236}">
                <a16:creationId xmlns:a16="http://schemas.microsoft.com/office/drawing/2014/main" id="{AB820FF0-7201-98F0-B096-0F4A76B21282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5498396" y="548271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30th of  Sept</a:t>
            </a:r>
            <a:endParaRPr lang="fr-FR"/>
          </a:p>
        </p:txBody>
      </p:sp>
      <p:sp>
        <p:nvSpPr>
          <p:cNvPr id="32" name="Organigramme : Décision 115">
            <a:extLst>
              <a:ext uri="{FF2B5EF4-FFF2-40B4-BE49-F238E27FC236}">
                <a16:creationId xmlns:a16="http://schemas.microsoft.com/office/drawing/2014/main" id="{B10CB78F-DD9E-7EC7-5B33-5B917DA6FA7D}"/>
              </a:ext>
            </a:extLst>
          </p:cNvPr>
          <p:cNvSpPr/>
          <p:nvPr/>
        </p:nvSpPr>
        <p:spPr>
          <a:xfrm>
            <a:off x="5628961" y="893988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Étoile : 5 branches 32">
            <a:extLst>
              <a:ext uri="{FF2B5EF4-FFF2-40B4-BE49-F238E27FC236}">
                <a16:creationId xmlns:a16="http://schemas.microsoft.com/office/drawing/2014/main" id="{EA3B9C86-CD20-4B9A-2A19-280129F587A7}"/>
              </a:ext>
            </a:extLst>
          </p:cNvPr>
          <p:cNvSpPr/>
          <p:nvPr/>
        </p:nvSpPr>
        <p:spPr>
          <a:xfrm>
            <a:off x="1176541" y="1761778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Étoile : 5 branches 33">
            <a:extLst>
              <a:ext uri="{FF2B5EF4-FFF2-40B4-BE49-F238E27FC236}">
                <a16:creationId xmlns:a16="http://schemas.microsoft.com/office/drawing/2014/main" id="{17ECAE36-B466-2AC7-A773-E834B3E94E5E}"/>
              </a:ext>
            </a:extLst>
          </p:cNvPr>
          <p:cNvSpPr/>
          <p:nvPr/>
        </p:nvSpPr>
        <p:spPr>
          <a:xfrm>
            <a:off x="1879009" y="1761777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Étoile : 5 branches 34">
            <a:extLst>
              <a:ext uri="{FF2B5EF4-FFF2-40B4-BE49-F238E27FC236}">
                <a16:creationId xmlns:a16="http://schemas.microsoft.com/office/drawing/2014/main" id="{E2A7267C-4579-D69E-C56A-D027E95BADD2}"/>
              </a:ext>
            </a:extLst>
          </p:cNvPr>
          <p:cNvSpPr/>
          <p:nvPr/>
        </p:nvSpPr>
        <p:spPr>
          <a:xfrm>
            <a:off x="2771978" y="1761777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Étoile : 5 branches 35">
            <a:extLst>
              <a:ext uri="{FF2B5EF4-FFF2-40B4-BE49-F238E27FC236}">
                <a16:creationId xmlns:a16="http://schemas.microsoft.com/office/drawing/2014/main" id="{51AE36E4-1882-E673-FA25-3A496C499BC2}"/>
              </a:ext>
            </a:extLst>
          </p:cNvPr>
          <p:cNvSpPr/>
          <p:nvPr/>
        </p:nvSpPr>
        <p:spPr>
          <a:xfrm>
            <a:off x="3724478" y="1761777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Étoile : 5 branches 36">
            <a:extLst>
              <a:ext uri="{FF2B5EF4-FFF2-40B4-BE49-F238E27FC236}">
                <a16:creationId xmlns:a16="http://schemas.microsoft.com/office/drawing/2014/main" id="{EFBCD300-687B-4B2A-8F6C-A06FD9D1E830}"/>
              </a:ext>
            </a:extLst>
          </p:cNvPr>
          <p:cNvSpPr/>
          <p:nvPr/>
        </p:nvSpPr>
        <p:spPr>
          <a:xfrm>
            <a:off x="4557915" y="1761777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Étoile : 5 branches 37">
            <a:extLst>
              <a:ext uri="{FF2B5EF4-FFF2-40B4-BE49-F238E27FC236}">
                <a16:creationId xmlns:a16="http://schemas.microsoft.com/office/drawing/2014/main" id="{9E377978-560B-5F45-EC8E-F8E0BC0DFAAA}"/>
              </a:ext>
            </a:extLst>
          </p:cNvPr>
          <p:cNvSpPr/>
          <p:nvPr/>
        </p:nvSpPr>
        <p:spPr>
          <a:xfrm>
            <a:off x="5403259" y="1737964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Étoile : 5 branches 38">
            <a:extLst>
              <a:ext uri="{FF2B5EF4-FFF2-40B4-BE49-F238E27FC236}">
                <a16:creationId xmlns:a16="http://schemas.microsoft.com/office/drawing/2014/main" id="{0589BD4D-4929-24AA-1873-B686A049730D}"/>
              </a:ext>
            </a:extLst>
          </p:cNvPr>
          <p:cNvSpPr/>
          <p:nvPr/>
        </p:nvSpPr>
        <p:spPr>
          <a:xfrm>
            <a:off x="6320040" y="1749870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Étoile : 5 branches 39">
            <a:extLst>
              <a:ext uri="{FF2B5EF4-FFF2-40B4-BE49-F238E27FC236}">
                <a16:creationId xmlns:a16="http://schemas.microsoft.com/office/drawing/2014/main" id="{8188247A-C7F6-2611-90D4-1ED927182B30}"/>
              </a:ext>
            </a:extLst>
          </p:cNvPr>
          <p:cNvSpPr/>
          <p:nvPr/>
        </p:nvSpPr>
        <p:spPr>
          <a:xfrm>
            <a:off x="7177291" y="1761777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Étoile : 5 branches 40">
            <a:extLst>
              <a:ext uri="{FF2B5EF4-FFF2-40B4-BE49-F238E27FC236}">
                <a16:creationId xmlns:a16="http://schemas.microsoft.com/office/drawing/2014/main" id="{D473EDED-742D-D05B-ACDA-DCFF08CA16AF}"/>
              </a:ext>
            </a:extLst>
          </p:cNvPr>
          <p:cNvSpPr/>
          <p:nvPr/>
        </p:nvSpPr>
        <p:spPr>
          <a:xfrm>
            <a:off x="8189322" y="1737964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Étoile : 5 branches 41">
            <a:extLst>
              <a:ext uri="{FF2B5EF4-FFF2-40B4-BE49-F238E27FC236}">
                <a16:creationId xmlns:a16="http://schemas.microsoft.com/office/drawing/2014/main" id="{80003EC5-1E57-3115-6BA6-84A983769CC5}"/>
              </a:ext>
            </a:extLst>
          </p:cNvPr>
          <p:cNvSpPr/>
          <p:nvPr/>
        </p:nvSpPr>
        <p:spPr>
          <a:xfrm>
            <a:off x="9165634" y="1761777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Étoile : 5 branches 32">
            <a:extLst>
              <a:ext uri="{FF2B5EF4-FFF2-40B4-BE49-F238E27FC236}">
                <a16:creationId xmlns:a16="http://schemas.microsoft.com/office/drawing/2014/main" id="{46DE6EBA-0D07-2981-F64D-953AC5818E97}"/>
              </a:ext>
            </a:extLst>
          </p:cNvPr>
          <p:cNvSpPr/>
          <p:nvPr/>
        </p:nvSpPr>
        <p:spPr>
          <a:xfrm>
            <a:off x="1843290" y="2797620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Étoile : 5 branches 32">
            <a:extLst>
              <a:ext uri="{FF2B5EF4-FFF2-40B4-BE49-F238E27FC236}">
                <a16:creationId xmlns:a16="http://schemas.microsoft.com/office/drawing/2014/main" id="{03D35292-1A85-8A81-7E71-37C498699E79}"/>
              </a:ext>
            </a:extLst>
          </p:cNvPr>
          <p:cNvSpPr/>
          <p:nvPr/>
        </p:nvSpPr>
        <p:spPr>
          <a:xfrm>
            <a:off x="3641134" y="2797620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Étoile : 5 branches 32">
            <a:extLst>
              <a:ext uri="{FF2B5EF4-FFF2-40B4-BE49-F238E27FC236}">
                <a16:creationId xmlns:a16="http://schemas.microsoft.com/office/drawing/2014/main" id="{F920E81C-BB0F-2F6D-0C95-2C7D6BA8EB26}"/>
              </a:ext>
            </a:extLst>
          </p:cNvPr>
          <p:cNvSpPr/>
          <p:nvPr/>
        </p:nvSpPr>
        <p:spPr>
          <a:xfrm>
            <a:off x="5379446" y="2797620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Étoile : 5 branches 32">
            <a:extLst>
              <a:ext uri="{FF2B5EF4-FFF2-40B4-BE49-F238E27FC236}">
                <a16:creationId xmlns:a16="http://schemas.microsoft.com/office/drawing/2014/main" id="{4753E26B-405B-AC75-4DD9-7722965625AE}"/>
              </a:ext>
            </a:extLst>
          </p:cNvPr>
          <p:cNvSpPr/>
          <p:nvPr/>
        </p:nvSpPr>
        <p:spPr>
          <a:xfrm>
            <a:off x="7165384" y="2797620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Étoile : 5 branches 32">
            <a:extLst>
              <a:ext uri="{FF2B5EF4-FFF2-40B4-BE49-F238E27FC236}">
                <a16:creationId xmlns:a16="http://schemas.microsoft.com/office/drawing/2014/main" id="{6D228F62-4C3C-CA0A-6392-0E7A705E9D92}"/>
              </a:ext>
            </a:extLst>
          </p:cNvPr>
          <p:cNvSpPr/>
          <p:nvPr/>
        </p:nvSpPr>
        <p:spPr>
          <a:xfrm>
            <a:off x="10201477" y="1761777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Étoile : 5 branches 32">
            <a:extLst>
              <a:ext uri="{FF2B5EF4-FFF2-40B4-BE49-F238E27FC236}">
                <a16:creationId xmlns:a16="http://schemas.microsoft.com/office/drawing/2014/main" id="{4D0F4D8D-F9A4-6960-CEDD-7BCC4D5CD7F0}"/>
              </a:ext>
            </a:extLst>
          </p:cNvPr>
          <p:cNvSpPr/>
          <p:nvPr/>
        </p:nvSpPr>
        <p:spPr>
          <a:xfrm>
            <a:off x="11070634" y="2797620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Étoile : 5 branches 32">
            <a:extLst>
              <a:ext uri="{FF2B5EF4-FFF2-40B4-BE49-F238E27FC236}">
                <a16:creationId xmlns:a16="http://schemas.microsoft.com/office/drawing/2014/main" id="{6415D800-E252-FD9C-B1B9-060BCF569A49}"/>
              </a:ext>
            </a:extLst>
          </p:cNvPr>
          <p:cNvSpPr/>
          <p:nvPr/>
        </p:nvSpPr>
        <p:spPr>
          <a:xfrm>
            <a:off x="1819478" y="3892995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Étoile : 5 branches 32">
            <a:extLst>
              <a:ext uri="{FF2B5EF4-FFF2-40B4-BE49-F238E27FC236}">
                <a16:creationId xmlns:a16="http://schemas.microsoft.com/office/drawing/2014/main" id="{0409C379-5841-B12F-3362-FFB4FAF0020D}"/>
              </a:ext>
            </a:extLst>
          </p:cNvPr>
          <p:cNvSpPr/>
          <p:nvPr/>
        </p:nvSpPr>
        <p:spPr>
          <a:xfrm>
            <a:off x="3617322" y="3892995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Étoile : 5 branches 32">
            <a:extLst>
              <a:ext uri="{FF2B5EF4-FFF2-40B4-BE49-F238E27FC236}">
                <a16:creationId xmlns:a16="http://schemas.microsoft.com/office/drawing/2014/main" id="{EA3581C7-2636-DC84-AA6A-E48B58A043D6}"/>
              </a:ext>
            </a:extLst>
          </p:cNvPr>
          <p:cNvSpPr/>
          <p:nvPr/>
        </p:nvSpPr>
        <p:spPr>
          <a:xfrm>
            <a:off x="5355634" y="3892995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Étoile : 5 branches 32">
            <a:extLst>
              <a:ext uri="{FF2B5EF4-FFF2-40B4-BE49-F238E27FC236}">
                <a16:creationId xmlns:a16="http://schemas.microsoft.com/office/drawing/2014/main" id="{119B9FA5-E208-62EE-6ABF-B70E31A82C90}"/>
              </a:ext>
            </a:extLst>
          </p:cNvPr>
          <p:cNvSpPr/>
          <p:nvPr/>
        </p:nvSpPr>
        <p:spPr>
          <a:xfrm>
            <a:off x="7141572" y="3892995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Étoile : 5 branches 32">
            <a:extLst>
              <a:ext uri="{FF2B5EF4-FFF2-40B4-BE49-F238E27FC236}">
                <a16:creationId xmlns:a16="http://schemas.microsoft.com/office/drawing/2014/main" id="{79156FA9-0641-43EF-6A55-3AE6FAC3CD9E}"/>
              </a:ext>
            </a:extLst>
          </p:cNvPr>
          <p:cNvSpPr/>
          <p:nvPr/>
        </p:nvSpPr>
        <p:spPr>
          <a:xfrm>
            <a:off x="9165634" y="3857276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Étoile : 5 branches 32">
            <a:extLst>
              <a:ext uri="{FF2B5EF4-FFF2-40B4-BE49-F238E27FC236}">
                <a16:creationId xmlns:a16="http://schemas.microsoft.com/office/drawing/2014/main" id="{83279D19-4AF4-A56E-D399-E385799069A4}"/>
              </a:ext>
            </a:extLst>
          </p:cNvPr>
          <p:cNvSpPr/>
          <p:nvPr/>
        </p:nvSpPr>
        <p:spPr>
          <a:xfrm>
            <a:off x="11046822" y="3892995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Étoile : 5 branches 32">
            <a:extLst>
              <a:ext uri="{FF2B5EF4-FFF2-40B4-BE49-F238E27FC236}">
                <a16:creationId xmlns:a16="http://schemas.microsoft.com/office/drawing/2014/main" id="{910691FB-1173-D207-32EE-297607DD3101}"/>
              </a:ext>
            </a:extLst>
          </p:cNvPr>
          <p:cNvSpPr/>
          <p:nvPr/>
        </p:nvSpPr>
        <p:spPr>
          <a:xfrm>
            <a:off x="9213257" y="2940495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Étoile : 5 branches 32">
            <a:extLst>
              <a:ext uri="{FF2B5EF4-FFF2-40B4-BE49-F238E27FC236}">
                <a16:creationId xmlns:a16="http://schemas.microsoft.com/office/drawing/2014/main" id="{FA567B5E-5EFB-58FF-D175-9A1ABFD085C7}"/>
              </a:ext>
            </a:extLst>
          </p:cNvPr>
          <p:cNvSpPr/>
          <p:nvPr/>
        </p:nvSpPr>
        <p:spPr>
          <a:xfrm>
            <a:off x="11023008" y="1773683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Étoile : 5 branches 32">
            <a:extLst>
              <a:ext uri="{FF2B5EF4-FFF2-40B4-BE49-F238E27FC236}">
                <a16:creationId xmlns:a16="http://schemas.microsoft.com/office/drawing/2014/main" id="{D17EC566-50B0-49D1-7E5F-ED5083D5DACA}"/>
              </a:ext>
            </a:extLst>
          </p:cNvPr>
          <p:cNvSpPr/>
          <p:nvPr/>
        </p:nvSpPr>
        <p:spPr>
          <a:xfrm>
            <a:off x="1093196" y="4940745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Étoile : 5 branches 32">
            <a:extLst>
              <a:ext uri="{FF2B5EF4-FFF2-40B4-BE49-F238E27FC236}">
                <a16:creationId xmlns:a16="http://schemas.microsoft.com/office/drawing/2014/main" id="{8AB48DCB-6854-9587-B96E-49D0D65C1795}"/>
              </a:ext>
            </a:extLst>
          </p:cNvPr>
          <p:cNvSpPr/>
          <p:nvPr/>
        </p:nvSpPr>
        <p:spPr>
          <a:xfrm>
            <a:off x="6367665" y="4940745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TLSHAPE_SL_8911bceb679441adb3756a794b682f31_BackgroundRectangle">
            <a:extLst>
              <a:ext uri="{FF2B5EF4-FFF2-40B4-BE49-F238E27FC236}">
                <a16:creationId xmlns:a16="http://schemas.microsoft.com/office/drawing/2014/main" id="{5831CBAC-DEB7-23F2-3D64-08603CEB52D3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100990" y="5777314"/>
            <a:ext cx="757495" cy="871368"/>
          </a:xfrm>
          <a:prstGeom prst="rect">
            <a:avLst/>
          </a:prstGeom>
          <a:solidFill>
            <a:srgbClr val="72AC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Monthly PO</a:t>
            </a:r>
            <a:endParaRPr lang="fr-FR" sz="1000" b="1">
              <a:solidFill>
                <a:srgbClr val="000000"/>
              </a:solidFill>
            </a:endParaRPr>
          </a:p>
        </p:txBody>
      </p:sp>
      <p:sp>
        <p:nvSpPr>
          <p:cNvPr id="3" name="Étoile : 5 branches 34">
            <a:extLst>
              <a:ext uri="{FF2B5EF4-FFF2-40B4-BE49-F238E27FC236}">
                <a16:creationId xmlns:a16="http://schemas.microsoft.com/office/drawing/2014/main" id="{BBBA97AA-F3A6-78F1-A734-188D45C68B5F}"/>
              </a:ext>
            </a:extLst>
          </p:cNvPr>
          <p:cNvSpPr/>
          <p:nvPr/>
        </p:nvSpPr>
        <p:spPr>
          <a:xfrm>
            <a:off x="2771977" y="6088386"/>
            <a:ext cx="497681" cy="354807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632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D63FBF83-3ECB-4340-91E5-C6B27495F0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87427" y="1076019"/>
            <a:ext cx="8249542" cy="393599"/>
          </a:xfrm>
          <a:prstGeom prst="round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OTLSHAPE_G_00000000000000000000000000000000_ShapeBelow0">
            <a:extLst>
              <a:ext uri="{FF2B5EF4-FFF2-40B4-BE49-F238E27FC236}">
                <a16:creationId xmlns:a16="http://schemas.microsoft.com/office/drawing/2014/main" id="{039554A7-6790-48F0-94DA-E4319F8B861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436978" y="1393559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OTLSHAPE_G_00000000000000000000000000000000_ShapeBelow2">
            <a:extLst>
              <a:ext uri="{FF2B5EF4-FFF2-40B4-BE49-F238E27FC236}">
                <a16:creationId xmlns:a16="http://schemas.microsoft.com/office/drawing/2014/main" id="{793D65A5-5BE5-4707-AFDD-F9C5B977E55E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H="1">
            <a:off x="5134734" y="1418140"/>
            <a:ext cx="0" cy="549628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702D68D6-BCEE-4CD6-A859-F8FEE9A0430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31340" y="1075164"/>
            <a:ext cx="498548" cy="39090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W35</a:t>
            </a:r>
            <a:endParaRPr lang="en-US" sz="1200" spc="-2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id="{A17A889C-AF6D-42C1-8D05-20E9BED2C07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151961" y="1114505"/>
            <a:ext cx="273392" cy="27820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W36</a:t>
            </a:r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id="{45870EA3-B0B6-458D-9DFE-2AA92AAFBE4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951422" y="1138701"/>
            <a:ext cx="235108" cy="27820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W38</a:t>
            </a:r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13" name="OTLSHAPE_TB_00000000000000000000000000000000_TimescaleInterval6">
            <a:extLst>
              <a:ext uri="{FF2B5EF4-FFF2-40B4-BE49-F238E27FC236}">
                <a16:creationId xmlns:a16="http://schemas.microsoft.com/office/drawing/2014/main" id="{44FB1FEC-6B05-4C2B-ADE0-DCA0A6867D6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755891" y="1126411"/>
            <a:ext cx="222284" cy="27820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W39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OTLSHAPE_TB_00000000000000000000000000000000_TimescaleInterval8">
            <a:extLst>
              <a:ext uri="{FF2B5EF4-FFF2-40B4-BE49-F238E27FC236}">
                <a16:creationId xmlns:a16="http://schemas.microsoft.com/office/drawing/2014/main" id="{CE6A966A-706B-484A-A6BC-E2FFC4BB5B2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570563" y="1138701"/>
            <a:ext cx="254344" cy="27820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W40</a:t>
            </a:r>
            <a:endParaRPr lang="fr-FR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DB2FF1F-063A-4956-AEC3-B0105D22CD44}"/>
              </a:ext>
            </a:extLst>
          </p:cNvPr>
          <p:cNvSpPr txBox="1"/>
          <p:nvPr/>
        </p:nvSpPr>
        <p:spPr>
          <a:xfrm>
            <a:off x="312362" y="-1999"/>
            <a:ext cx="658423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>
                <a:latin typeface="Segoe UI"/>
                <a:cs typeface="Segoe UI"/>
              </a:rPr>
              <a:t>Proposal of Timeline about meeting that k </a:t>
            </a:r>
            <a:r>
              <a:rPr lang="en-GB" sz="2000" b="1" err="1">
                <a:latin typeface="Segoe UI"/>
                <a:cs typeface="Segoe UI"/>
              </a:rPr>
              <a:t>teaw</a:t>
            </a:r>
            <a:r>
              <a:rPr lang="en-GB" sz="2000" b="1">
                <a:latin typeface="Segoe UI"/>
                <a:cs typeface="Segoe UI"/>
              </a:rPr>
              <a:t> has to attend during September</a:t>
            </a:r>
          </a:p>
        </p:txBody>
      </p:sp>
      <p:cxnSp>
        <p:nvCxnSpPr>
          <p:cNvPr id="71" name="OTLSHAPE_G_00000000000000000000000000000000_ShapeBelow3">
            <a:extLst>
              <a:ext uri="{FF2B5EF4-FFF2-40B4-BE49-F238E27FC236}">
                <a16:creationId xmlns:a16="http://schemas.microsoft.com/office/drawing/2014/main" id="{928E9F7F-2F16-672F-DD39-7891F5CA2F39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8763322" y="144272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3" name="OTLSHAPE_G_00000000000000000000000000000000_ShapeBelow3">
            <a:extLst>
              <a:ext uri="{FF2B5EF4-FFF2-40B4-BE49-F238E27FC236}">
                <a16:creationId xmlns:a16="http://schemas.microsoft.com/office/drawing/2014/main" id="{B973916E-59D0-7343-1789-8763C1D64C1E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10668322" y="1467301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OTLSHAPE_G_00000000000000000000000000000000_ShapeBelow3">
            <a:extLst>
              <a:ext uri="{FF2B5EF4-FFF2-40B4-BE49-F238E27FC236}">
                <a16:creationId xmlns:a16="http://schemas.microsoft.com/office/drawing/2014/main" id="{58D7C7BA-6C6A-C461-C8EC-C70A30E0A9FF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6870613" y="141814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OTLSHAPE_G_00000000000000000000000000000000_ShapeBelow3">
            <a:extLst>
              <a:ext uri="{FF2B5EF4-FFF2-40B4-BE49-F238E27FC236}">
                <a16:creationId xmlns:a16="http://schemas.microsoft.com/office/drawing/2014/main" id="{B9265590-35BC-B7D1-D38B-1CE55AB76132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 flipH="1">
            <a:off x="2558796" y="1449676"/>
            <a:ext cx="14377" cy="532955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2" name="OTLSHAPE_SL_8911bceb679441adb3756a794b682f31_BackgroundRectangle">
            <a:extLst>
              <a:ext uri="{FF2B5EF4-FFF2-40B4-BE49-F238E27FC236}">
                <a16:creationId xmlns:a16="http://schemas.microsoft.com/office/drawing/2014/main" id="{71F9B728-84DC-04BD-F89E-E327F44B6581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727096" y="1513882"/>
            <a:ext cx="769402" cy="81156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000000"/>
                </a:solidFill>
                <a:cs typeface="Calibri"/>
              </a:rPr>
              <a:t>Training Lionel/k </a:t>
            </a:r>
            <a:r>
              <a:rPr lang="en-US" sz="1100" b="1" err="1">
                <a:solidFill>
                  <a:srgbClr val="000000"/>
                </a:solidFill>
                <a:cs typeface="Calibri"/>
              </a:rPr>
              <a:t>teaw</a:t>
            </a:r>
          </a:p>
        </p:txBody>
      </p:sp>
      <p:sp>
        <p:nvSpPr>
          <p:cNvPr id="164" name="OTLSHAPE_SL_8911bceb679441adb3756a794b682f31_BackgroundRectangle">
            <a:extLst>
              <a:ext uri="{FF2B5EF4-FFF2-40B4-BE49-F238E27FC236}">
                <a16:creationId xmlns:a16="http://schemas.microsoft.com/office/drawing/2014/main" id="{8002EF12-DE16-02BE-8432-2FEA3026FDD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702900" y="2521307"/>
            <a:ext cx="769401" cy="80119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Grooming</a:t>
            </a:r>
            <a:endParaRPr lang="fr-FR" sz="1000" b="1">
              <a:solidFill>
                <a:schemeClr val="tx1"/>
              </a:solidFill>
            </a:endParaRPr>
          </a:p>
        </p:txBody>
      </p:sp>
      <p:sp>
        <p:nvSpPr>
          <p:cNvPr id="165" name="OTLSHAPE_SL_8911bceb679441adb3756a794b682f31_BackgroundRectangle">
            <a:extLst>
              <a:ext uri="{FF2B5EF4-FFF2-40B4-BE49-F238E27FC236}">
                <a16:creationId xmlns:a16="http://schemas.microsoft.com/office/drawing/2014/main" id="{7E01BAD0-01FB-27A2-CC08-F92DB33F028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726711" y="3576186"/>
            <a:ext cx="757495" cy="9185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000000"/>
                </a:solidFill>
              </a:rPr>
              <a:t>Demo</a:t>
            </a:r>
            <a:endParaRPr lang="fr-FR" sz="1600"/>
          </a:p>
        </p:txBody>
      </p:sp>
      <p:sp>
        <p:nvSpPr>
          <p:cNvPr id="168" name="OTLSHAPE_SL_8911bceb679441adb3756a794b682f31_BackgroundRectangle">
            <a:extLst>
              <a:ext uri="{FF2B5EF4-FFF2-40B4-BE49-F238E27FC236}">
                <a16:creationId xmlns:a16="http://schemas.microsoft.com/office/drawing/2014/main" id="{93296F58-EC2D-61F2-755B-2B9AB2CDDD5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727094" y="4725330"/>
            <a:ext cx="757495" cy="9288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Roadmap</a:t>
            </a:r>
            <a:endParaRPr lang="fr-FR" sz="1000" b="1">
              <a:solidFill>
                <a:srgbClr val="000000"/>
              </a:solidFill>
            </a:endParaRPr>
          </a:p>
        </p:txBody>
      </p:sp>
      <p:sp>
        <p:nvSpPr>
          <p:cNvPr id="34" name="Étoile : 5 branches 33">
            <a:extLst>
              <a:ext uri="{FF2B5EF4-FFF2-40B4-BE49-F238E27FC236}">
                <a16:creationId xmlns:a16="http://schemas.microsoft.com/office/drawing/2014/main" id="{17ECAE36-B466-2AC7-A773-E834B3E94E5E}"/>
              </a:ext>
            </a:extLst>
          </p:cNvPr>
          <p:cNvSpPr/>
          <p:nvPr/>
        </p:nvSpPr>
        <p:spPr>
          <a:xfrm>
            <a:off x="3518028" y="1747400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Étoile : 5 branches 34">
            <a:extLst>
              <a:ext uri="{FF2B5EF4-FFF2-40B4-BE49-F238E27FC236}">
                <a16:creationId xmlns:a16="http://schemas.microsoft.com/office/drawing/2014/main" id="{E2A7267C-4579-D69E-C56A-D027E95BADD2}"/>
              </a:ext>
            </a:extLst>
          </p:cNvPr>
          <p:cNvSpPr/>
          <p:nvPr/>
        </p:nvSpPr>
        <p:spPr>
          <a:xfrm>
            <a:off x="4410997" y="1747400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Étoile : 5 branches 35">
            <a:extLst>
              <a:ext uri="{FF2B5EF4-FFF2-40B4-BE49-F238E27FC236}">
                <a16:creationId xmlns:a16="http://schemas.microsoft.com/office/drawing/2014/main" id="{51AE36E4-1882-E673-FA25-3A496C499BC2}"/>
              </a:ext>
            </a:extLst>
          </p:cNvPr>
          <p:cNvSpPr/>
          <p:nvPr/>
        </p:nvSpPr>
        <p:spPr>
          <a:xfrm>
            <a:off x="5363497" y="173302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Étoile : 5 branches 36">
            <a:extLst>
              <a:ext uri="{FF2B5EF4-FFF2-40B4-BE49-F238E27FC236}">
                <a16:creationId xmlns:a16="http://schemas.microsoft.com/office/drawing/2014/main" id="{EFBCD300-687B-4B2A-8F6C-A06FD9D1E830}"/>
              </a:ext>
            </a:extLst>
          </p:cNvPr>
          <p:cNvSpPr/>
          <p:nvPr/>
        </p:nvSpPr>
        <p:spPr>
          <a:xfrm>
            <a:off x="6196934" y="1747400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Étoile : 5 branches 37">
            <a:extLst>
              <a:ext uri="{FF2B5EF4-FFF2-40B4-BE49-F238E27FC236}">
                <a16:creationId xmlns:a16="http://schemas.microsoft.com/office/drawing/2014/main" id="{9E377978-560B-5F45-EC8E-F8E0BC0DFAAA}"/>
              </a:ext>
            </a:extLst>
          </p:cNvPr>
          <p:cNvSpPr/>
          <p:nvPr/>
        </p:nvSpPr>
        <p:spPr>
          <a:xfrm>
            <a:off x="7042278" y="1709210"/>
            <a:ext cx="497681" cy="383561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Étoile : 5 branches 38">
            <a:extLst>
              <a:ext uri="{FF2B5EF4-FFF2-40B4-BE49-F238E27FC236}">
                <a16:creationId xmlns:a16="http://schemas.microsoft.com/office/drawing/2014/main" id="{0589BD4D-4929-24AA-1873-B686A049730D}"/>
              </a:ext>
            </a:extLst>
          </p:cNvPr>
          <p:cNvSpPr/>
          <p:nvPr/>
        </p:nvSpPr>
        <p:spPr>
          <a:xfrm>
            <a:off x="7959059" y="173549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Étoile : 5 branches 39">
            <a:extLst>
              <a:ext uri="{FF2B5EF4-FFF2-40B4-BE49-F238E27FC236}">
                <a16:creationId xmlns:a16="http://schemas.microsoft.com/office/drawing/2014/main" id="{8188247A-C7F6-2611-90D4-1ED927182B30}"/>
              </a:ext>
            </a:extLst>
          </p:cNvPr>
          <p:cNvSpPr/>
          <p:nvPr/>
        </p:nvSpPr>
        <p:spPr>
          <a:xfrm>
            <a:off x="8816310" y="173302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Étoile : 5 branches 40">
            <a:extLst>
              <a:ext uri="{FF2B5EF4-FFF2-40B4-BE49-F238E27FC236}">
                <a16:creationId xmlns:a16="http://schemas.microsoft.com/office/drawing/2014/main" id="{D473EDED-742D-D05B-ACDA-DCFF08CA16AF}"/>
              </a:ext>
            </a:extLst>
          </p:cNvPr>
          <p:cNvSpPr/>
          <p:nvPr/>
        </p:nvSpPr>
        <p:spPr>
          <a:xfrm>
            <a:off x="9828341" y="1694833"/>
            <a:ext cx="497681" cy="383561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Étoile : 5 branches 32">
            <a:extLst>
              <a:ext uri="{FF2B5EF4-FFF2-40B4-BE49-F238E27FC236}">
                <a16:creationId xmlns:a16="http://schemas.microsoft.com/office/drawing/2014/main" id="{46DE6EBA-0D07-2981-F64D-953AC5818E97}"/>
              </a:ext>
            </a:extLst>
          </p:cNvPr>
          <p:cNvSpPr/>
          <p:nvPr/>
        </p:nvSpPr>
        <p:spPr>
          <a:xfrm>
            <a:off x="3482309" y="278324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/>
              <a:t>c</a:t>
            </a:r>
          </a:p>
        </p:txBody>
      </p:sp>
      <p:sp>
        <p:nvSpPr>
          <p:cNvPr id="46" name="Étoile : 5 branches 32">
            <a:extLst>
              <a:ext uri="{FF2B5EF4-FFF2-40B4-BE49-F238E27FC236}">
                <a16:creationId xmlns:a16="http://schemas.microsoft.com/office/drawing/2014/main" id="{F920E81C-BB0F-2F6D-0C95-2C7D6BA8EB26}"/>
              </a:ext>
            </a:extLst>
          </p:cNvPr>
          <p:cNvSpPr/>
          <p:nvPr/>
        </p:nvSpPr>
        <p:spPr>
          <a:xfrm>
            <a:off x="7018465" y="278324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Étoile : 5 branches 32">
            <a:extLst>
              <a:ext uri="{FF2B5EF4-FFF2-40B4-BE49-F238E27FC236}">
                <a16:creationId xmlns:a16="http://schemas.microsoft.com/office/drawing/2014/main" id="{EA3581C7-2636-DC84-AA6A-E48B58A043D6}"/>
              </a:ext>
            </a:extLst>
          </p:cNvPr>
          <p:cNvSpPr/>
          <p:nvPr/>
        </p:nvSpPr>
        <p:spPr>
          <a:xfrm>
            <a:off x="8015445" y="3936127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TLSHAPE_TB_00000000000000000000000000000000_TimescaleInterval1">
            <a:extLst>
              <a:ext uri="{FF2B5EF4-FFF2-40B4-BE49-F238E27FC236}">
                <a16:creationId xmlns:a16="http://schemas.microsoft.com/office/drawing/2014/main" id="{741AF407-873E-F57B-A203-C07CCA6E3D47}"/>
              </a:ext>
            </a:extLst>
          </p:cNvPr>
          <p:cNvSpPr txBox="1"/>
          <p:nvPr/>
        </p:nvSpPr>
        <p:spPr>
          <a:xfrm>
            <a:off x="5358355" y="1990528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11th of Sept</a:t>
            </a:r>
            <a:endParaRPr lang="fr-FR"/>
          </a:p>
        </p:txBody>
      </p:sp>
      <p:sp>
        <p:nvSpPr>
          <p:cNvPr id="3" name="OTLSHAPE_TB_00000000000000000000000000000000_TimescaleInterval1">
            <a:extLst>
              <a:ext uri="{FF2B5EF4-FFF2-40B4-BE49-F238E27FC236}">
                <a16:creationId xmlns:a16="http://schemas.microsoft.com/office/drawing/2014/main" id="{BD11BDF2-0506-EE67-7B2C-2ED5D042D5E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3481048" y="2045097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04th of Sept</a:t>
            </a:r>
          </a:p>
        </p:txBody>
      </p:sp>
      <p:sp>
        <p:nvSpPr>
          <p:cNvPr id="5" name="OTLSHAPE_TB_00000000000000000000000000000000_TimescaleInterval1">
            <a:extLst>
              <a:ext uri="{FF2B5EF4-FFF2-40B4-BE49-F238E27FC236}">
                <a16:creationId xmlns:a16="http://schemas.microsoft.com/office/drawing/2014/main" id="{30F59DDE-7966-B81A-E35C-3C6E94388D2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342991" y="1976551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05th of Sept</a:t>
            </a:r>
            <a:endParaRPr lang="fr-FR"/>
          </a:p>
        </p:txBody>
      </p:sp>
      <p:sp>
        <p:nvSpPr>
          <p:cNvPr id="6" name="OTLSHAPE_TB_00000000000000000000000000000000_TimescaleInterval1">
            <a:extLst>
              <a:ext uri="{FF2B5EF4-FFF2-40B4-BE49-F238E27FC236}">
                <a16:creationId xmlns:a16="http://schemas.microsoft.com/office/drawing/2014/main" id="{26A98444-A244-AE61-B9C4-C68E14621470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183294" y="1990928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12th of Sept</a:t>
            </a:r>
            <a:endParaRPr lang="fr-FR"/>
          </a:p>
        </p:txBody>
      </p:sp>
      <p:sp>
        <p:nvSpPr>
          <p:cNvPr id="7" name="OTLSHAPE_TB_00000000000000000000000000000000_TimescaleInterval1">
            <a:extLst>
              <a:ext uri="{FF2B5EF4-FFF2-40B4-BE49-F238E27FC236}">
                <a16:creationId xmlns:a16="http://schemas.microsoft.com/office/drawing/2014/main" id="{F0AFF171-FA65-23F6-5069-7808EFB5B467}"/>
              </a:ext>
            </a:extLst>
          </p:cNvPr>
          <p:cNvSpPr txBox="1"/>
          <p:nvPr/>
        </p:nvSpPr>
        <p:spPr>
          <a:xfrm>
            <a:off x="6997373" y="1976150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18th of Sept</a:t>
            </a:r>
            <a:endParaRPr lang="fr-FR"/>
          </a:p>
        </p:txBody>
      </p:sp>
      <p:sp>
        <p:nvSpPr>
          <p:cNvPr id="20" name="OTLSHAPE_TB_00000000000000000000000000000000_TimescaleInterval1">
            <a:extLst>
              <a:ext uri="{FF2B5EF4-FFF2-40B4-BE49-F238E27FC236}">
                <a16:creationId xmlns:a16="http://schemas.microsoft.com/office/drawing/2014/main" id="{C71E15E9-C4ED-DDD8-5649-71ACB17FC3F4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7879821" y="1976550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19th of Sept</a:t>
            </a:r>
            <a:endParaRPr lang="fr-FR"/>
          </a:p>
        </p:txBody>
      </p:sp>
      <p:sp>
        <p:nvSpPr>
          <p:cNvPr id="21" name="OTLSHAPE_TB_00000000000000000000000000000000_TimescaleInterval1">
            <a:extLst>
              <a:ext uri="{FF2B5EF4-FFF2-40B4-BE49-F238E27FC236}">
                <a16:creationId xmlns:a16="http://schemas.microsoft.com/office/drawing/2014/main" id="{7C319E42-ADC9-FC7A-6F10-833E2611ADB5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437915" y="3180908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04th of Sept</a:t>
            </a:r>
          </a:p>
        </p:txBody>
      </p:sp>
      <p:sp>
        <p:nvSpPr>
          <p:cNvPr id="23" name="OTLSHAPE_TB_00000000000000000000000000000000_TimescaleInterval1">
            <a:extLst>
              <a:ext uri="{FF2B5EF4-FFF2-40B4-BE49-F238E27FC236}">
                <a16:creationId xmlns:a16="http://schemas.microsoft.com/office/drawing/2014/main" id="{5662D491-7810-804E-D819-9F6B022AEFD1}"/>
              </a:ext>
            </a:extLst>
          </p:cNvPr>
          <p:cNvSpPr txBox="1"/>
          <p:nvPr/>
        </p:nvSpPr>
        <p:spPr>
          <a:xfrm>
            <a:off x="8837674" y="1961772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27th of Sept</a:t>
            </a:r>
            <a:endParaRPr lang="fr-FR"/>
          </a:p>
        </p:txBody>
      </p:sp>
      <p:sp>
        <p:nvSpPr>
          <p:cNvPr id="24" name="OTLSHAPE_TB_00000000000000000000000000000000_TimescaleInterval1">
            <a:extLst>
              <a:ext uri="{FF2B5EF4-FFF2-40B4-BE49-F238E27FC236}">
                <a16:creationId xmlns:a16="http://schemas.microsoft.com/office/drawing/2014/main" id="{C8572DE6-E9DB-990E-4BBB-75209D0034B6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9748877" y="1976549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28th of Sept</a:t>
            </a:r>
            <a:endParaRPr lang="fr-FR"/>
          </a:p>
        </p:txBody>
      </p:sp>
      <p:sp>
        <p:nvSpPr>
          <p:cNvPr id="25" name="OTLSHAPE_TB_00000000000000000000000000000000_TimescaleInterval1">
            <a:extLst>
              <a:ext uri="{FF2B5EF4-FFF2-40B4-BE49-F238E27FC236}">
                <a16:creationId xmlns:a16="http://schemas.microsoft.com/office/drawing/2014/main" id="{961FA372-A10C-F90D-71A8-798624B0A9E4}"/>
              </a:ext>
            </a:extLst>
          </p:cNvPr>
          <p:cNvSpPr txBox="1"/>
          <p:nvPr/>
        </p:nvSpPr>
        <p:spPr>
          <a:xfrm>
            <a:off x="6997372" y="3054451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18th of Sept</a:t>
            </a:r>
            <a:endParaRPr lang="fr-FR"/>
          </a:p>
        </p:txBody>
      </p:sp>
      <p:sp>
        <p:nvSpPr>
          <p:cNvPr id="26" name="OTLSHAPE_TB_00000000000000000000000000000000_TimescaleInterval1">
            <a:extLst>
              <a:ext uri="{FF2B5EF4-FFF2-40B4-BE49-F238E27FC236}">
                <a16:creationId xmlns:a16="http://schemas.microsoft.com/office/drawing/2014/main" id="{36750B28-291A-3B0F-A6BB-316472C3ACC3}"/>
              </a:ext>
            </a:extLst>
          </p:cNvPr>
          <p:cNvSpPr txBox="1"/>
          <p:nvPr/>
        </p:nvSpPr>
        <p:spPr>
          <a:xfrm>
            <a:off x="7960656" y="4219018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20th of Sept</a:t>
            </a:r>
            <a:endParaRPr lang="fr-FR"/>
          </a:p>
        </p:txBody>
      </p:sp>
      <p:sp>
        <p:nvSpPr>
          <p:cNvPr id="28" name="Étoile : 5 branches 32">
            <a:extLst>
              <a:ext uri="{FF2B5EF4-FFF2-40B4-BE49-F238E27FC236}">
                <a16:creationId xmlns:a16="http://schemas.microsoft.com/office/drawing/2014/main" id="{EB11606C-10D9-2D43-7EAE-05F8C99F8B05}"/>
              </a:ext>
            </a:extLst>
          </p:cNvPr>
          <p:cNvSpPr/>
          <p:nvPr/>
        </p:nvSpPr>
        <p:spPr>
          <a:xfrm>
            <a:off x="4402460" y="3904677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OTLSHAPE_TB_00000000000000000000000000000000_TimescaleInterval1">
            <a:extLst>
              <a:ext uri="{FF2B5EF4-FFF2-40B4-BE49-F238E27FC236}">
                <a16:creationId xmlns:a16="http://schemas.microsoft.com/office/drawing/2014/main" id="{48451896-B3C5-2835-77EC-1A7219D93FC2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300556" y="4244832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06th of Sept</a:t>
            </a:r>
          </a:p>
        </p:txBody>
      </p:sp>
      <p:sp>
        <p:nvSpPr>
          <p:cNvPr id="51" name="Étoile : 5 branches 32">
            <a:extLst>
              <a:ext uri="{FF2B5EF4-FFF2-40B4-BE49-F238E27FC236}">
                <a16:creationId xmlns:a16="http://schemas.microsoft.com/office/drawing/2014/main" id="{DA1635D5-23AE-B4E7-E139-FF79A9B5326B}"/>
              </a:ext>
            </a:extLst>
          </p:cNvPr>
          <p:cNvSpPr/>
          <p:nvPr/>
        </p:nvSpPr>
        <p:spPr>
          <a:xfrm>
            <a:off x="60497" y="2049997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OTLSHAPE_TB_00000000000000000000000000000000_TimescaleInterval1">
            <a:extLst>
              <a:ext uri="{FF2B5EF4-FFF2-40B4-BE49-F238E27FC236}">
                <a16:creationId xmlns:a16="http://schemas.microsoft.com/office/drawing/2014/main" id="{A3941396-0BF2-45FC-C8D6-7B2105D54702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9237" y="2519549"/>
            <a:ext cx="1869959" cy="26174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Each  star correspond to </a:t>
            </a:r>
            <a:endParaRPr lang="fr-FR">
              <a:solidFill>
                <a:srgbClr val="000000"/>
              </a:solidFill>
              <a:latin typeface="Aptos" panose="020B0004020202020204"/>
              <a:ea typeface="Calibri"/>
              <a:cs typeface="Calibri"/>
            </a:endParaRPr>
          </a:p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1h meeting</a:t>
            </a:r>
            <a:endParaRPr lang="fr-FR"/>
          </a:p>
        </p:txBody>
      </p:sp>
      <p:sp>
        <p:nvSpPr>
          <p:cNvPr id="67" name="OTLSHAPE_TB_00000000000000000000000000000000_TimescaleInterval1">
            <a:extLst>
              <a:ext uri="{FF2B5EF4-FFF2-40B4-BE49-F238E27FC236}">
                <a16:creationId xmlns:a16="http://schemas.microsoft.com/office/drawing/2014/main" id="{42E511AA-4C9F-0662-925A-D8A3CDDDEE4C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3409160" y="1513134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68" name="OTLSHAPE_TB_00000000000000000000000000000000_TimescaleInterval1">
            <a:extLst>
              <a:ext uri="{FF2B5EF4-FFF2-40B4-BE49-F238E27FC236}">
                <a16:creationId xmlns:a16="http://schemas.microsoft.com/office/drawing/2014/main" id="{14FF9096-0F8E-BDA6-DDEB-2ADD34DAB524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4415575" y="1513133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  <p:sp>
        <p:nvSpPr>
          <p:cNvPr id="75" name="OTLSHAPE_TB_00000000000000000000000000000000_TimescaleInterval1">
            <a:extLst>
              <a:ext uri="{FF2B5EF4-FFF2-40B4-BE49-F238E27FC236}">
                <a16:creationId xmlns:a16="http://schemas.microsoft.com/office/drawing/2014/main" id="{17B4B1B9-2433-ED9D-0EDC-B68158F35987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5278216" y="1484379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76" name="OTLSHAPE_TB_00000000000000000000000000000000_TimescaleInterval1">
            <a:extLst>
              <a:ext uri="{FF2B5EF4-FFF2-40B4-BE49-F238E27FC236}">
                <a16:creationId xmlns:a16="http://schemas.microsoft.com/office/drawing/2014/main" id="{D5073615-8BFE-6A70-3E72-0A228B339DAF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6284631" y="1484378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  <p:sp>
        <p:nvSpPr>
          <p:cNvPr id="79" name="OTLSHAPE_TB_00000000000000000000000000000000_TimescaleInterval1">
            <a:extLst>
              <a:ext uri="{FF2B5EF4-FFF2-40B4-BE49-F238E27FC236}">
                <a16:creationId xmlns:a16="http://schemas.microsoft.com/office/drawing/2014/main" id="{FD3CA6C6-B33D-9116-FED2-9B2CCEDDAA53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6945990" y="1498757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80" name="OTLSHAPE_TB_00000000000000000000000000000000_TimescaleInterval1">
            <a:extLst>
              <a:ext uri="{FF2B5EF4-FFF2-40B4-BE49-F238E27FC236}">
                <a16:creationId xmlns:a16="http://schemas.microsoft.com/office/drawing/2014/main" id="{C86E61D7-F392-606D-CE7A-84590C14F45B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7952405" y="1498756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  <p:sp>
        <p:nvSpPr>
          <p:cNvPr id="81" name="OTLSHAPE_TB_00000000000000000000000000000000_TimescaleInterval1">
            <a:extLst>
              <a:ext uri="{FF2B5EF4-FFF2-40B4-BE49-F238E27FC236}">
                <a16:creationId xmlns:a16="http://schemas.microsoft.com/office/drawing/2014/main" id="{501262EF-9C7F-B1DF-8FA7-4F30104DA712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8815046" y="1498756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82" name="OTLSHAPE_TB_00000000000000000000000000000000_TimescaleInterval1">
            <a:extLst>
              <a:ext uri="{FF2B5EF4-FFF2-40B4-BE49-F238E27FC236}">
                <a16:creationId xmlns:a16="http://schemas.microsoft.com/office/drawing/2014/main" id="{809A2FD8-949C-587B-949C-0B147977BF62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9821461" y="1498755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  <p:sp>
        <p:nvSpPr>
          <p:cNvPr id="89" name="OTLSHAPE_TB_00000000000000000000000000000000_TimescaleInterval1">
            <a:extLst>
              <a:ext uri="{FF2B5EF4-FFF2-40B4-BE49-F238E27FC236}">
                <a16:creationId xmlns:a16="http://schemas.microsoft.com/office/drawing/2014/main" id="{BC6AA1C8-8C50-465F-B3D8-059043468261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3437914" y="2548303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91" name="OTLSHAPE_TB_00000000000000000000000000000000_TimescaleInterval1">
            <a:extLst>
              <a:ext uri="{FF2B5EF4-FFF2-40B4-BE49-F238E27FC236}">
                <a16:creationId xmlns:a16="http://schemas.microsoft.com/office/drawing/2014/main" id="{7B4A668F-ACE6-F219-117B-D38BDF311BB9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7046631" y="2548302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en-US" sz="1050" spc="-20">
              <a:latin typeface="Calibri"/>
              <a:ea typeface="Calibri"/>
              <a:cs typeface="Calibri"/>
            </a:endParaRPr>
          </a:p>
        </p:txBody>
      </p:sp>
      <p:sp>
        <p:nvSpPr>
          <p:cNvPr id="92" name="OTLSHAPE_TB_00000000000000000000000000000000_TimescaleInterval1">
            <a:extLst>
              <a:ext uri="{FF2B5EF4-FFF2-40B4-BE49-F238E27FC236}">
                <a16:creationId xmlns:a16="http://schemas.microsoft.com/office/drawing/2014/main" id="{3A1ACE33-248D-CDDA-B49B-558623B2C0F6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8110556" y="3655359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Friday</a:t>
            </a:r>
            <a:endParaRPr lang="fr-FR"/>
          </a:p>
        </p:txBody>
      </p:sp>
      <p:sp>
        <p:nvSpPr>
          <p:cNvPr id="93" name="OTLSHAPE_TB_00000000000000000000000000000000_TimescaleInterval1">
            <a:extLst>
              <a:ext uri="{FF2B5EF4-FFF2-40B4-BE49-F238E27FC236}">
                <a16:creationId xmlns:a16="http://schemas.microsoft.com/office/drawing/2014/main" id="{A6F23F3E-878C-3166-7C95-8230923302B0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4487461" y="3612226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Friday</a:t>
            </a:r>
            <a:endParaRPr lang="fr-FR"/>
          </a:p>
        </p:txBody>
      </p:sp>
      <p:sp>
        <p:nvSpPr>
          <p:cNvPr id="12" name="OTLSHAPE_SL_8911bceb679441adb3756a794b682f31_BackgroundRectangle">
            <a:extLst>
              <a:ext uri="{FF2B5EF4-FFF2-40B4-BE49-F238E27FC236}">
                <a16:creationId xmlns:a16="http://schemas.microsoft.com/office/drawing/2014/main" id="{76B163F3-9CE8-608A-B6F7-09055A2D4E9C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1715397" y="5803145"/>
            <a:ext cx="757495" cy="871368"/>
          </a:xfrm>
          <a:prstGeom prst="rect">
            <a:avLst/>
          </a:prstGeom>
          <a:solidFill>
            <a:srgbClr val="72AC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Monthly PO</a:t>
            </a:r>
            <a:endParaRPr lang="fr-FR" sz="1000" b="1">
              <a:solidFill>
                <a:srgbClr val="000000"/>
              </a:solidFill>
            </a:endParaRPr>
          </a:p>
        </p:txBody>
      </p:sp>
      <p:sp>
        <p:nvSpPr>
          <p:cNvPr id="14" name="Étoile : 5 branches 34">
            <a:extLst>
              <a:ext uri="{FF2B5EF4-FFF2-40B4-BE49-F238E27FC236}">
                <a16:creationId xmlns:a16="http://schemas.microsoft.com/office/drawing/2014/main" id="{FAC79F3B-A522-C3D8-1E04-A482F27DD97C}"/>
              </a:ext>
            </a:extLst>
          </p:cNvPr>
          <p:cNvSpPr/>
          <p:nvPr/>
        </p:nvSpPr>
        <p:spPr>
          <a:xfrm>
            <a:off x="4101030" y="6022349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OTLSHAPE_TB_00000000000000000000000000000000_TimescaleInterval1">
            <a:extLst>
              <a:ext uri="{FF2B5EF4-FFF2-40B4-BE49-F238E27FC236}">
                <a16:creationId xmlns:a16="http://schemas.microsoft.com/office/drawing/2014/main" id="{2ED9DA0C-ABF5-508B-BFC9-D7E538ACA5A1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4033024" y="6251500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12th of Sept</a:t>
            </a:r>
            <a:endParaRPr lang="fr-FR"/>
          </a:p>
        </p:txBody>
      </p:sp>
      <p:sp>
        <p:nvSpPr>
          <p:cNvPr id="17" name="OTLSHAPE_TB_00000000000000000000000000000000_TimescaleInterval1">
            <a:extLst>
              <a:ext uri="{FF2B5EF4-FFF2-40B4-BE49-F238E27FC236}">
                <a16:creationId xmlns:a16="http://schemas.microsoft.com/office/drawing/2014/main" id="{D99CD8EA-2C29-5F57-7019-D2453CF5B9F3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4066862" y="5788081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042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D63FBF83-3ECB-4340-91E5-C6B27495F0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87427" y="1076019"/>
            <a:ext cx="8249542" cy="393599"/>
          </a:xfrm>
          <a:prstGeom prst="round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OTLSHAPE_G_00000000000000000000000000000000_ShapeBelow0">
            <a:extLst>
              <a:ext uri="{FF2B5EF4-FFF2-40B4-BE49-F238E27FC236}">
                <a16:creationId xmlns:a16="http://schemas.microsoft.com/office/drawing/2014/main" id="{039554A7-6790-48F0-94DA-E4319F8B861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436978" y="1393559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OTLSHAPE_G_00000000000000000000000000000000_ShapeBelow2">
            <a:extLst>
              <a:ext uri="{FF2B5EF4-FFF2-40B4-BE49-F238E27FC236}">
                <a16:creationId xmlns:a16="http://schemas.microsoft.com/office/drawing/2014/main" id="{793D65A5-5BE5-4707-AFDD-F9C5B977E55E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H="1">
            <a:off x="5134734" y="1418140"/>
            <a:ext cx="0" cy="549628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702D68D6-BCEE-4CD6-A859-F8FEE9A0430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31340" y="1075164"/>
            <a:ext cx="498548" cy="39090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W35</a:t>
            </a:r>
            <a:endParaRPr lang="en-US" sz="1200" spc="-2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id="{A17A889C-AF6D-42C1-8D05-20E9BED2C07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151961" y="1114505"/>
            <a:ext cx="273392" cy="27820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W36</a:t>
            </a:r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id="{45870EA3-B0B6-458D-9DFE-2AA92AAFBE4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951422" y="1138701"/>
            <a:ext cx="235108" cy="27820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W38</a:t>
            </a:r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13" name="OTLSHAPE_TB_00000000000000000000000000000000_TimescaleInterval6">
            <a:extLst>
              <a:ext uri="{FF2B5EF4-FFF2-40B4-BE49-F238E27FC236}">
                <a16:creationId xmlns:a16="http://schemas.microsoft.com/office/drawing/2014/main" id="{44FB1FEC-6B05-4C2B-ADE0-DCA0A6867D6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755891" y="1126411"/>
            <a:ext cx="222284" cy="27820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W39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OTLSHAPE_TB_00000000000000000000000000000000_TimescaleInterval8">
            <a:extLst>
              <a:ext uri="{FF2B5EF4-FFF2-40B4-BE49-F238E27FC236}">
                <a16:creationId xmlns:a16="http://schemas.microsoft.com/office/drawing/2014/main" id="{CE6A966A-706B-484A-A6BC-E2FFC4BB5B2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570563" y="1138701"/>
            <a:ext cx="254344" cy="27820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W40</a:t>
            </a:r>
            <a:endParaRPr lang="fr-FR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DB2FF1F-063A-4956-AEC3-B0105D22CD44}"/>
              </a:ext>
            </a:extLst>
          </p:cNvPr>
          <p:cNvSpPr txBox="1"/>
          <p:nvPr/>
        </p:nvSpPr>
        <p:spPr>
          <a:xfrm>
            <a:off x="312362" y="-1999"/>
            <a:ext cx="658423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>
                <a:latin typeface="Segoe UI"/>
                <a:cs typeface="Segoe UI"/>
              </a:rPr>
              <a:t>Proposal of Timeline about meeting that k </a:t>
            </a:r>
            <a:r>
              <a:rPr lang="en-GB" sz="2000" b="1" err="1">
                <a:latin typeface="Segoe UI"/>
                <a:cs typeface="Segoe UI"/>
              </a:rPr>
              <a:t>teaw</a:t>
            </a:r>
            <a:r>
              <a:rPr lang="en-GB" sz="2000" b="1">
                <a:latin typeface="Segoe UI"/>
                <a:cs typeface="Segoe UI"/>
              </a:rPr>
              <a:t> has to attend during September</a:t>
            </a:r>
          </a:p>
        </p:txBody>
      </p:sp>
      <p:cxnSp>
        <p:nvCxnSpPr>
          <p:cNvPr id="71" name="OTLSHAPE_G_00000000000000000000000000000000_ShapeBelow3">
            <a:extLst>
              <a:ext uri="{FF2B5EF4-FFF2-40B4-BE49-F238E27FC236}">
                <a16:creationId xmlns:a16="http://schemas.microsoft.com/office/drawing/2014/main" id="{928E9F7F-2F16-672F-DD39-7891F5CA2F39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8763322" y="144272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3" name="OTLSHAPE_G_00000000000000000000000000000000_ShapeBelow3">
            <a:extLst>
              <a:ext uri="{FF2B5EF4-FFF2-40B4-BE49-F238E27FC236}">
                <a16:creationId xmlns:a16="http://schemas.microsoft.com/office/drawing/2014/main" id="{B973916E-59D0-7343-1789-8763C1D64C1E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10668322" y="1467301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OTLSHAPE_G_00000000000000000000000000000000_ShapeBelow3">
            <a:extLst>
              <a:ext uri="{FF2B5EF4-FFF2-40B4-BE49-F238E27FC236}">
                <a16:creationId xmlns:a16="http://schemas.microsoft.com/office/drawing/2014/main" id="{58D7C7BA-6C6A-C461-C8EC-C70A30E0A9FF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6870613" y="141814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OTLSHAPE_G_00000000000000000000000000000000_ShapeBelow3">
            <a:extLst>
              <a:ext uri="{FF2B5EF4-FFF2-40B4-BE49-F238E27FC236}">
                <a16:creationId xmlns:a16="http://schemas.microsoft.com/office/drawing/2014/main" id="{B9265590-35BC-B7D1-D38B-1CE55AB76132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 flipH="1">
            <a:off x="2558796" y="1449676"/>
            <a:ext cx="14377" cy="532955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2" name="OTLSHAPE_SL_8911bceb679441adb3756a794b682f31_BackgroundRectangle">
            <a:extLst>
              <a:ext uri="{FF2B5EF4-FFF2-40B4-BE49-F238E27FC236}">
                <a16:creationId xmlns:a16="http://schemas.microsoft.com/office/drawing/2014/main" id="{71F9B728-84DC-04BD-F89E-E327F44B6581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727096" y="1513882"/>
            <a:ext cx="769402" cy="81156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000000"/>
                </a:solidFill>
                <a:cs typeface="Calibri"/>
              </a:rPr>
              <a:t>Training Lionel/k </a:t>
            </a:r>
            <a:r>
              <a:rPr lang="en-US" sz="1100" b="1" err="1">
                <a:solidFill>
                  <a:srgbClr val="000000"/>
                </a:solidFill>
                <a:cs typeface="Calibri"/>
              </a:rPr>
              <a:t>teaw</a:t>
            </a:r>
          </a:p>
        </p:txBody>
      </p:sp>
      <p:sp>
        <p:nvSpPr>
          <p:cNvPr id="164" name="OTLSHAPE_SL_8911bceb679441adb3756a794b682f31_BackgroundRectangle">
            <a:extLst>
              <a:ext uri="{FF2B5EF4-FFF2-40B4-BE49-F238E27FC236}">
                <a16:creationId xmlns:a16="http://schemas.microsoft.com/office/drawing/2014/main" id="{8002EF12-DE16-02BE-8432-2FEA3026FDD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702900" y="2521307"/>
            <a:ext cx="769401" cy="80119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Grooming</a:t>
            </a:r>
            <a:endParaRPr lang="fr-FR" sz="1000" b="1">
              <a:solidFill>
                <a:schemeClr val="tx1"/>
              </a:solidFill>
            </a:endParaRPr>
          </a:p>
        </p:txBody>
      </p:sp>
      <p:sp>
        <p:nvSpPr>
          <p:cNvPr id="165" name="OTLSHAPE_SL_8911bceb679441adb3756a794b682f31_BackgroundRectangle">
            <a:extLst>
              <a:ext uri="{FF2B5EF4-FFF2-40B4-BE49-F238E27FC236}">
                <a16:creationId xmlns:a16="http://schemas.microsoft.com/office/drawing/2014/main" id="{7E01BAD0-01FB-27A2-CC08-F92DB33F028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726711" y="3576186"/>
            <a:ext cx="757495" cy="9185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000000"/>
                </a:solidFill>
              </a:rPr>
              <a:t>Demo</a:t>
            </a:r>
            <a:endParaRPr lang="fr-FR" sz="1600"/>
          </a:p>
        </p:txBody>
      </p:sp>
      <p:sp>
        <p:nvSpPr>
          <p:cNvPr id="168" name="OTLSHAPE_SL_8911bceb679441adb3756a794b682f31_BackgroundRectangle">
            <a:extLst>
              <a:ext uri="{FF2B5EF4-FFF2-40B4-BE49-F238E27FC236}">
                <a16:creationId xmlns:a16="http://schemas.microsoft.com/office/drawing/2014/main" id="{93296F58-EC2D-61F2-755B-2B9AB2CDDD5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727094" y="4725330"/>
            <a:ext cx="757495" cy="9288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Roadmap</a:t>
            </a:r>
            <a:endParaRPr lang="fr-FR" sz="1000" b="1">
              <a:solidFill>
                <a:srgbClr val="000000"/>
              </a:solidFill>
            </a:endParaRPr>
          </a:p>
        </p:txBody>
      </p:sp>
      <p:sp>
        <p:nvSpPr>
          <p:cNvPr id="34" name="Étoile : 5 branches 33">
            <a:extLst>
              <a:ext uri="{FF2B5EF4-FFF2-40B4-BE49-F238E27FC236}">
                <a16:creationId xmlns:a16="http://schemas.microsoft.com/office/drawing/2014/main" id="{17ECAE36-B466-2AC7-A773-E834B3E94E5E}"/>
              </a:ext>
            </a:extLst>
          </p:cNvPr>
          <p:cNvSpPr/>
          <p:nvPr/>
        </p:nvSpPr>
        <p:spPr>
          <a:xfrm>
            <a:off x="3518028" y="1747400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Étoile : 5 branches 34">
            <a:extLst>
              <a:ext uri="{FF2B5EF4-FFF2-40B4-BE49-F238E27FC236}">
                <a16:creationId xmlns:a16="http://schemas.microsoft.com/office/drawing/2014/main" id="{E2A7267C-4579-D69E-C56A-D027E95BADD2}"/>
              </a:ext>
            </a:extLst>
          </p:cNvPr>
          <p:cNvSpPr/>
          <p:nvPr/>
        </p:nvSpPr>
        <p:spPr>
          <a:xfrm>
            <a:off x="4410997" y="1747400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Étoile : 5 branches 35">
            <a:extLst>
              <a:ext uri="{FF2B5EF4-FFF2-40B4-BE49-F238E27FC236}">
                <a16:creationId xmlns:a16="http://schemas.microsoft.com/office/drawing/2014/main" id="{51AE36E4-1882-E673-FA25-3A496C499BC2}"/>
              </a:ext>
            </a:extLst>
          </p:cNvPr>
          <p:cNvSpPr/>
          <p:nvPr/>
        </p:nvSpPr>
        <p:spPr>
          <a:xfrm>
            <a:off x="5363497" y="173302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Étoile : 5 branches 36">
            <a:extLst>
              <a:ext uri="{FF2B5EF4-FFF2-40B4-BE49-F238E27FC236}">
                <a16:creationId xmlns:a16="http://schemas.microsoft.com/office/drawing/2014/main" id="{EFBCD300-687B-4B2A-8F6C-A06FD9D1E830}"/>
              </a:ext>
            </a:extLst>
          </p:cNvPr>
          <p:cNvSpPr/>
          <p:nvPr/>
        </p:nvSpPr>
        <p:spPr>
          <a:xfrm>
            <a:off x="6196934" y="1747400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Étoile : 5 branches 37">
            <a:extLst>
              <a:ext uri="{FF2B5EF4-FFF2-40B4-BE49-F238E27FC236}">
                <a16:creationId xmlns:a16="http://schemas.microsoft.com/office/drawing/2014/main" id="{9E377978-560B-5F45-EC8E-F8E0BC0DFAAA}"/>
              </a:ext>
            </a:extLst>
          </p:cNvPr>
          <p:cNvSpPr/>
          <p:nvPr/>
        </p:nvSpPr>
        <p:spPr>
          <a:xfrm>
            <a:off x="7042278" y="1709210"/>
            <a:ext cx="497681" cy="383561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Étoile : 5 branches 38">
            <a:extLst>
              <a:ext uri="{FF2B5EF4-FFF2-40B4-BE49-F238E27FC236}">
                <a16:creationId xmlns:a16="http://schemas.microsoft.com/office/drawing/2014/main" id="{0589BD4D-4929-24AA-1873-B686A049730D}"/>
              </a:ext>
            </a:extLst>
          </p:cNvPr>
          <p:cNvSpPr/>
          <p:nvPr/>
        </p:nvSpPr>
        <p:spPr>
          <a:xfrm>
            <a:off x="7959059" y="173549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Étoile : 5 branches 39">
            <a:extLst>
              <a:ext uri="{FF2B5EF4-FFF2-40B4-BE49-F238E27FC236}">
                <a16:creationId xmlns:a16="http://schemas.microsoft.com/office/drawing/2014/main" id="{8188247A-C7F6-2611-90D4-1ED927182B30}"/>
              </a:ext>
            </a:extLst>
          </p:cNvPr>
          <p:cNvSpPr/>
          <p:nvPr/>
        </p:nvSpPr>
        <p:spPr>
          <a:xfrm>
            <a:off x="8816310" y="173302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Étoile : 5 branches 40">
            <a:extLst>
              <a:ext uri="{FF2B5EF4-FFF2-40B4-BE49-F238E27FC236}">
                <a16:creationId xmlns:a16="http://schemas.microsoft.com/office/drawing/2014/main" id="{D473EDED-742D-D05B-ACDA-DCFF08CA16AF}"/>
              </a:ext>
            </a:extLst>
          </p:cNvPr>
          <p:cNvSpPr/>
          <p:nvPr/>
        </p:nvSpPr>
        <p:spPr>
          <a:xfrm>
            <a:off x="9828341" y="1694833"/>
            <a:ext cx="497681" cy="383561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Étoile : 5 branches 32">
            <a:extLst>
              <a:ext uri="{FF2B5EF4-FFF2-40B4-BE49-F238E27FC236}">
                <a16:creationId xmlns:a16="http://schemas.microsoft.com/office/drawing/2014/main" id="{46DE6EBA-0D07-2981-F64D-953AC5818E97}"/>
              </a:ext>
            </a:extLst>
          </p:cNvPr>
          <p:cNvSpPr/>
          <p:nvPr/>
        </p:nvSpPr>
        <p:spPr>
          <a:xfrm>
            <a:off x="3482309" y="278324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/>
              <a:t>c</a:t>
            </a:r>
          </a:p>
        </p:txBody>
      </p:sp>
      <p:sp>
        <p:nvSpPr>
          <p:cNvPr id="46" name="Étoile : 5 branches 32">
            <a:extLst>
              <a:ext uri="{FF2B5EF4-FFF2-40B4-BE49-F238E27FC236}">
                <a16:creationId xmlns:a16="http://schemas.microsoft.com/office/drawing/2014/main" id="{F920E81C-BB0F-2F6D-0C95-2C7D6BA8EB26}"/>
              </a:ext>
            </a:extLst>
          </p:cNvPr>
          <p:cNvSpPr/>
          <p:nvPr/>
        </p:nvSpPr>
        <p:spPr>
          <a:xfrm>
            <a:off x="7018465" y="2783243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Étoile : 5 branches 32">
            <a:extLst>
              <a:ext uri="{FF2B5EF4-FFF2-40B4-BE49-F238E27FC236}">
                <a16:creationId xmlns:a16="http://schemas.microsoft.com/office/drawing/2014/main" id="{EA3581C7-2636-DC84-AA6A-E48B58A043D6}"/>
              </a:ext>
            </a:extLst>
          </p:cNvPr>
          <p:cNvSpPr/>
          <p:nvPr/>
        </p:nvSpPr>
        <p:spPr>
          <a:xfrm>
            <a:off x="8015445" y="3936127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TLSHAPE_TB_00000000000000000000000000000000_TimescaleInterval1">
            <a:extLst>
              <a:ext uri="{FF2B5EF4-FFF2-40B4-BE49-F238E27FC236}">
                <a16:creationId xmlns:a16="http://schemas.microsoft.com/office/drawing/2014/main" id="{741AF407-873E-F57B-A203-C07CCA6E3D47}"/>
              </a:ext>
            </a:extLst>
          </p:cNvPr>
          <p:cNvSpPr txBox="1"/>
          <p:nvPr/>
        </p:nvSpPr>
        <p:spPr>
          <a:xfrm>
            <a:off x="5358355" y="1990528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11th of Sept</a:t>
            </a:r>
            <a:endParaRPr lang="fr-FR"/>
          </a:p>
        </p:txBody>
      </p:sp>
      <p:sp>
        <p:nvSpPr>
          <p:cNvPr id="3" name="OTLSHAPE_TB_00000000000000000000000000000000_TimescaleInterval1">
            <a:extLst>
              <a:ext uri="{FF2B5EF4-FFF2-40B4-BE49-F238E27FC236}">
                <a16:creationId xmlns:a16="http://schemas.microsoft.com/office/drawing/2014/main" id="{BD11BDF2-0506-EE67-7B2C-2ED5D042D5E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3481048" y="2045097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04th of Sept</a:t>
            </a:r>
          </a:p>
        </p:txBody>
      </p:sp>
      <p:sp>
        <p:nvSpPr>
          <p:cNvPr id="5" name="OTLSHAPE_TB_00000000000000000000000000000000_TimescaleInterval1">
            <a:extLst>
              <a:ext uri="{FF2B5EF4-FFF2-40B4-BE49-F238E27FC236}">
                <a16:creationId xmlns:a16="http://schemas.microsoft.com/office/drawing/2014/main" id="{30F59DDE-7966-B81A-E35C-3C6E94388D2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342991" y="1976551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05th of Sept</a:t>
            </a:r>
            <a:endParaRPr lang="fr-FR"/>
          </a:p>
        </p:txBody>
      </p:sp>
      <p:sp>
        <p:nvSpPr>
          <p:cNvPr id="6" name="OTLSHAPE_TB_00000000000000000000000000000000_TimescaleInterval1">
            <a:extLst>
              <a:ext uri="{FF2B5EF4-FFF2-40B4-BE49-F238E27FC236}">
                <a16:creationId xmlns:a16="http://schemas.microsoft.com/office/drawing/2014/main" id="{26A98444-A244-AE61-B9C4-C68E14621470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183294" y="1990928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12th of Sept</a:t>
            </a:r>
            <a:endParaRPr lang="fr-FR"/>
          </a:p>
        </p:txBody>
      </p:sp>
      <p:sp>
        <p:nvSpPr>
          <p:cNvPr id="7" name="OTLSHAPE_TB_00000000000000000000000000000000_TimescaleInterval1">
            <a:extLst>
              <a:ext uri="{FF2B5EF4-FFF2-40B4-BE49-F238E27FC236}">
                <a16:creationId xmlns:a16="http://schemas.microsoft.com/office/drawing/2014/main" id="{F0AFF171-FA65-23F6-5069-7808EFB5B467}"/>
              </a:ext>
            </a:extLst>
          </p:cNvPr>
          <p:cNvSpPr txBox="1"/>
          <p:nvPr/>
        </p:nvSpPr>
        <p:spPr>
          <a:xfrm>
            <a:off x="6997373" y="1976150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18th of Sept</a:t>
            </a:r>
            <a:endParaRPr lang="fr-FR"/>
          </a:p>
        </p:txBody>
      </p:sp>
      <p:sp>
        <p:nvSpPr>
          <p:cNvPr id="20" name="OTLSHAPE_TB_00000000000000000000000000000000_TimescaleInterval1">
            <a:extLst>
              <a:ext uri="{FF2B5EF4-FFF2-40B4-BE49-F238E27FC236}">
                <a16:creationId xmlns:a16="http://schemas.microsoft.com/office/drawing/2014/main" id="{C71E15E9-C4ED-DDD8-5649-71ACB17FC3F4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7879821" y="1976550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19th of Sept</a:t>
            </a:r>
            <a:endParaRPr lang="fr-FR"/>
          </a:p>
        </p:txBody>
      </p:sp>
      <p:sp>
        <p:nvSpPr>
          <p:cNvPr id="21" name="OTLSHAPE_TB_00000000000000000000000000000000_TimescaleInterval1">
            <a:extLst>
              <a:ext uri="{FF2B5EF4-FFF2-40B4-BE49-F238E27FC236}">
                <a16:creationId xmlns:a16="http://schemas.microsoft.com/office/drawing/2014/main" id="{7C319E42-ADC9-FC7A-6F10-833E2611ADB5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437915" y="3180908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04th of Sept</a:t>
            </a:r>
          </a:p>
        </p:txBody>
      </p:sp>
      <p:sp>
        <p:nvSpPr>
          <p:cNvPr id="23" name="OTLSHAPE_TB_00000000000000000000000000000000_TimescaleInterval1">
            <a:extLst>
              <a:ext uri="{FF2B5EF4-FFF2-40B4-BE49-F238E27FC236}">
                <a16:creationId xmlns:a16="http://schemas.microsoft.com/office/drawing/2014/main" id="{5662D491-7810-804E-D819-9F6B022AEFD1}"/>
              </a:ext>
            </a:extLst>
          </p:cNvPr>
          <p:cNvSpPr txBox="1"/>
          <p:nvPr/>
        </p:nvSpPr>
        <p:spPr>
          <a:xfrm>
            <a:off x="8837674" y="1961772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27th of Sept</a:t>
            </a:r>
            <a:endParaRPr lang="fr-FR"/>
          </a:p>
        </p:txBody>
      </p:sp>
      <p:sp>
        <p:nvSpPr>
          <p:cNvPr id="24" name="OTLSHAPE_TB_00000000000000000000000000000000_TimescaleInterval1">
            <a:extLst>
              <a:ext uri="{FF2B5EF4-FFF2-40B4-BE49-F238E27FC236}">
                <a16:creationId xmlns:a16="http://schemas.microsoft.com/office/drawing/2014/main" id="{C8572DE6-E9DB-990E-4BBB-75209D0034B6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9748877" y="1976549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28th of Sept</a:t>
            </a:r>
            <a:endParaRPr lang="fr-FR"/>
          </a:p>
        </p:txBody>
      </p:sp>
      <p:sp>
        <p:nvSpPr>
          <p:cNvPr id="25" name="OTLSHAPE_TB_00000000000000000000000000000000_TimescaleInterval1">
            <a:extLst>
              <a:ext uri="{FF2B5EF4-FFF2-40B4-BE49-F238E27FC236}">
                <a16:creationId xmlns:a16="http://schemas.microsoft.com/office/drawing/2014/main" id="{961FA372-A10C-F90D-71A8-798624B0A9E4}"/>
              </a:ext>
            </a:extLst>
          </p:cNvPr>
          <p:cNvSpPr txBox="1"/>
          <p:nvPr/>
        </p:nvSpPr>
        <p:spPr>
          <a:xfrm>
            <a:off x="6997372" y="3054451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18th of Sept</a:t>
            </a:r>
            <a:endParaRPr lang="fr-FR"/>
          </a:p>
        </p:txBody>
      </p:sp>
      <p:sp>
        <p:nvSpPr>
          <p:cNvPr id="26" name="OTLSHAPE_TB_00000000000000000000000000000000_TimescaleInterval1">
            <a:extLst>
              <a:ext uri="{FF2B5EF4-FFF2-40B4-BE49-F238E27FC236}">
                <a16:creationId xmlns:a16="http://schemas.microsoft.com/office/drawing/2014/main" id="{36750B28-291A-3B0F-A6BB-316472C3ACC3}"/>
              </a:ext>
            </a:extLst>
          </p:cNvPr>
          <p:cNvSpPr txBox="1"/>
          <p:nvPr/>
        </p:nvSpPr>
        <p:spPr>
          <a:xfrm>
            <a:off x="7960656" y="4219018"/>
            <a:ext cx="715164" cy="41587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20th of Sept</a:t>
            </a:r>
            <a:endParaRPr lang="fr-FR"/>
          </a:p>
        </p:txBody>
      </p:sp>
      <p:sp>
        <p:nvSpPr>
          <p:cNvPr id="28" name="Étoile : 5 branches 32">
            <a:extLst>
              <a:ext uri="{FF2B5EF4-FFF2-40B4-BE49-F238E27FC236}">
                <a16:creationId xmlns:a16="http://schemas.microsoft.com/office/drawing/2014/main" id="{EB11606C-10D9-2D43-7EAE-05F8C99F8B05}"/>
              </a:ext>
            </a:extLst>
          </p:cNvPr>
          <p:cNvSpPr/>
          <p:nvPr/>
        </p:nvSpPr>
        <p:spPr>
          <a:xfrm>
            <a:off x="4402460" y="3904677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OTLSHAPE_TB_00000000000000000000000000000000_TimescaleInterval1">
            <a:extLst>
              <a:ext uri="{FF2B5EF4-FFF2-40B4-BE49-F238E27FC236}">
                <a16:creationId xmlns:a16="http://schemas.microsoft.com/office/drawing/2014/main" id="{48451896-B3C5-2835-77EC-1A7219D93FC2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300556" y="4244832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06th of Sept</a:t>
            </a:r>
          </a:p>
        </p:txBody>
      </p:sp>
      <p:sp>
        <p:nvSpPr>
          <p:cNvPr id="51" name="Étoile : 5 branches 32">
            <a:extLst>
              <a:ext uri="{FF2B5EF4-FFF2-40B4-BE49-F238E27FC236}">
                <a16:creationId xmlns:a16="http://schemas.microsoft.com/office/drawing/2014/main" id="{DA1635D5-23AE-B4E7-E139-FF79A9B5326B}"/>
              </a:ext>
            </a:extLst>
          </p:cNvPr>
          <p:cNvSpPr/>
          <p:nvPr/>
        </p:nvSpPr>
        <p:spPr>
          <a:xfrm>
            <a:off x="60497" y="2049997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OTLSHAPE_TB_00000000000000000000000000000000_TimescaleInterval1">
            <a:extLst>
              <a:ext uri="{FF2B5EF4-FFF2-40B4-BE49-F238E27FC236}">
                <a16:creationId xmlns:a16="http://schemas.microsoft.com/office/drawing/2014/main" id="{A3941396-0BF2-45FC-C8D6-7B2105D54702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9237" y="2519549"/>
            <a:ext cx="1869959" cy="26174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Each  star correspond to </a:t>
            </a:r>
            <a:endParaRPr lang="fr-FR">
              <a:solidFill>
                <a:srgbClr val="000000"/>
              </a:solidFill>
              <a:latin typeface="Aptos" panose="020B0004020202020204"/>
              <a:ea typeface="Calibri"/>
              <a:cs typeface="Calibri"/>
            </a:endParaRPr>
          </a:p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1h meeting</a:t>
            </a:r>
            <a:endParaRPr lang="fr-FR"/>
          </a:p>
        </p:txBody>
      </p:sp>
      <p:sp>
        <p:nvSpPr>
          <p:cNvPr id="67" name="OTLSHAPE_TB_00000000000000000000000000000000_TimescaleInterval1">
            <a:extLst>
              <a:ext uri="{FF2B5EF4-FFF2-40B4-BE49-F238E27FC236}">
                <a16:creationId xmlns:a16="http://schemas.microsoft.com/office/drawing/2014/main" id="{42E511AA-4C9F-0662-925A-D8A3CDDDEE4C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3409160" y="1513134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68" name="OTLSHAPE_TB_00000000000000000000000000000000_TimescaleInterval1">
            <a:extLst>
              <a:ext uri="{FF2B5EF4-FFF2-40B4-BE49-F238E27FC236}">
                <a16:creationId xmlns:a16="http://schemas.microsoft.com/office/drawing/2014/main" id="{14FF9096-0F8E-BDA6-DDEB-2ADD34DAB524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4415575" y="1513133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  <p:sp>
        <p:nvSpPr>
          <p:cNvPr id="75" name="OTLSHAPE_TB_00000000000000000000000000000000_TimescaleInterval1">
            <a:extLst>
              <a:ext uri="{FF2B5EF4-FFF2-40B4-BE49-F238E27FC236}">
                <a16:creationId xmlns:a16="http://schemas.microsoft.com/office/drawing/2014/main" id="{17B4B1B9-2433-ED9D-0EDC-B68158F35987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5278216" y="1484379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76" name="OTLSHAPE_TB_00000000000000000000000000000000_TimescaleInterval1">
            <a:extLst>
              <a:ext uri="{FF2B5EF4-FFF2-40B4-BE49-F238E27FC236}">
                <a16:creationId xmlns:a16="http://schemas.microsoft.com/office/drawing/2014/main" id="{D5073615-8BFE-6A70-3E72-0A228B339DAF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6284631" y="1484378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  <p:sp>
        <p:nvSpPr>
          <p:cNvPr id="79" name="OTLSHAPE_TB_00000000000000000000000000000000_TimescaleInterval1">
            <a:extLst>
              <a:ext uri="{FF2B5EF4-FFF2-40B4-BE49-F238E27FC236}">
                <a16:creationId xmlns:a16="http://schemas.microsoft.com/office/drawing/2014/main" id="{FD3CA6C6-B33D-9116-FED2-9B2CCEDDAA53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6945990" y="1498757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80" name="OTLSHAPE_TB_00000000000000000000000000000000_TimescaleInterval1">
            <a:extLst>
              <a:ext uri="{FF2B5EF4-FFF2-40B4-BE49-F238E27FC236}">
                <a16:creationId xmlns:a16="http://schemas.microsoft.com/office/drawing/2014/main" id="{C86E61D7-F392-606D-CE7A-84590C14F45B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7952405" y="1498756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  <p:sp>
        <p:nvSpPr>
          <p:cNvPr id="81" name="OTLSHAPE_TB_00000000000000000000000000000000_TimescaleInterval1">
            <a:extLst>
              <a:ext uri="{FF2B5EF4-FFF2-40B4-BE49-F238E27FC236}">
                <a16:creationId xmlns:a16="http://schemas.microsoft.com/office/drawing/2014/main" id="{501262EF-9C7F-B1DF-8FA7-4F30104DA712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8815046" y="1498756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82" name="OTLSHAPE_TB_00000000000000000000000000000000_TimescaleInterval1">
            <a:extLst>
              <a:ext uri="{FF2B5EF4-FFF2-40B4-BE49-F238E27FC236}">
                <a16:creationId xmlns:a16="http://schemas.microsoft.com/office/drawing/2014/main" id="{809A2FD8-949C-587B-949C-0B147977BF62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9821461" y="1498755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  <p:sp>
        <p:nvSpPr>
          <p:cNvPr id="89" name="OTLSHAPE_TB_00000000000000000000000000000000_TimescaleInterval1">
            <a:extLst>
              <a:ext uri="{FF2B5EF4-FFF2-40B4-BE49-F238E27FC236}">
                <a16:creationId xmlns:a16="http://schemas.microsoft.com/office/drawing/2014/main" id="{BC6AA1C8-8C50-465F-B3D8-059043468261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3437914" y="2548303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fr-FR"/>
          </a:p>
        </p:txBody>
      </p:sp>
      <p:sp>
        <p:nvSpPr>
          <p:cNvPr id="91" name="OTLSHAPE_TB_00000000000000000000000000000000_TimescaleInterval1">
            <a:extLst>
              <a:ext uri="{FF2B5EF4-FFF2-40B4-BE49-F238E27FC236}">
                <a16:creationId xmlns:a16="http://schemas.microsoft.com/office/drawing/2014/main" id="{7B4A668F-ACE6-F219-117B-D38BDF311BB9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7046631" y="2548302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Wednesday</a:t>
            </a:r>
            <a:endParaRPr lang="en-US" sz="1050" spc="-20">
              <a:latin typeface="Calibri"/>
              <a:ea typeface="Calibri"/>
              <a:cs typeface="Calibri"/>
            </a:endParaRPr>
          </a:p>
        </p:txBody>
      </p:sp>
      <p:sp>
        <p:nvSpPr>
          <p:cNvPr id="92" name="OTLSHAPE_TB_00000000000000000000000000000000_TimescaleInterval1">
            <a:extLst>
              <a:ext uri="{FF2B5EF4-FFF2-40B4-BE49-F238E27FC236}">
                <a16:creationId xmlns:a16="http://schemas.microsoft.com/office/drawing/2014/main" id="{3A1ACE33-248D-CDDA-B49B-558623B2C0F6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8110556" y="3655359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Friday</a:t>
            </a:r>
            <a:endParaRPr lang="fr-FR"/>
          </a:p>
        </p:txBody>
      </p:sp>
      <p:sp>
        <p:nvSpPr>
          <p:cNvPr id="93" name="OTLSHAPE_TB_00000000000000000000000000000000_TimescaleInterval1">
            <a:extLst>
              <a:ext uri="{FF2B5EF4-FFF2-40B4-BE49-F238E27FC236}">
                <a16:creationId xmlns:a16="http://schemas.microsoft.com/office/drawing/2014/main" id="{A6F23F3E-878C-3166-7C95-8230923302B0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4487461" y="3612226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Friday</a:t>
            </a:r>
            <a:endParaRPr lang="fr-FR"/>
          </a:p>
        </p:txBody>
      </p:sp>
      <p:sp>
        <p:nvSpPr>
          <p:cNvPr id="12" name="OTLSHAPE_SL_8911bceb679441adb3756a794b682f31_BackgroundRectangle">
            <a:extLst>
              <a:ext uri="{FF2B5EF4-FFF2-40B4-BE49-F238E27FC236}">
                <a16:creationId xmlns:a16="http://schemas.microsoft.com/office/drawing/2014/main" id="{76B163F3-9CE8-608A-B6F7-09055A2D4E9C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1715397" y="5803145"/>
            <a:ext cx="757495" cy="871368"/>
          </a:xfrm>
          <a:prstGeom prst="rect">
            <a:avLst/>
          </a:prstGeom>
          <a:solidFill>
            <a:srgbClr val="72AC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Monthly PO</a:t>
            </a:r>
            <a:endParaRPr lang="fr-FR" sz="1000" b="1">
              <a:solidFill>
                <a:srgbClr val="000000"/>
              </a:solidFill>
            </a:endParaRPr>
          </a:p>
        </p:txBody>
      </p:sp>
      <p:sp>
        <p:nvSpPr>
          <p:cNvPr id="14" name="Étoile : 5 branches 34">
            <a:extLst>
              <a:ext uri="{FF2B5EF4-FFF2-40B4-BE49-F238E27FC236}">
                <a16:creationId xmlns:a16="http://schemas.microsoft.com/office/drawing/2014/main" id="{FAC79F3B-A522-C3D8-1E04-A482F27DD97C}"/>
              </a:ext>
            </a:extLst>
          </p:cNvPr>
          <p:cNvSpPr/>
          <p:nvPr/>
        </p:nvSpPr>
        <p:spPr>
          <a:xfrm>
            <a:off x="4101030" y="6022349"/>
            <a:ext cx="497681" cy="369184"/>
          </a:xfrm>
          <a:prstGeom prst="star4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OTLSHAPE_TB_00000000000000000000000000000000_TimescaleInterval1">
            <a:extLst>
              <a:ext uri="{FF2B5EF4-FFF2-40B4-BE49-F238E27FC236}">
                <a16:creationId xmlns:a16="http://schemas.microsoft.com/office/drawing/2014/main" id="{2ED9DA0C-ABF5-508B-BFC9-D7E538ACA5A1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4033024" y="6251500"/>
            <a:ext cx="716062" cy="42777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cs typeface="Calibri"/>
              </a:rPr>
              <a:t>12th of Sept</a:t>
            </a:r>
            <a:endParaRPr lang="fr-FR"/>
          </a:p>
        </p:txBody>
      </p:sp>
      <p:sp>
        <p:nvSpPr>
          <p:cNvPr id="17" name="OTLSHAPE_TB_00000000000000000000000000000000_TimescaleInterval1">
            <a:extLst>
              <a:ext uri="{FF2B5EF4-FFF2-40B4-BE49-F238E27FC236}">
                <a16:creationId xmlns:a16="http://schemas.microsoft.com/office/drawing/2014/main" id="{D99CD8EA-2C29-5F57-7019-D2453CF5B9F3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4066862" y="5788081"/>
            <a:ext cx="719772" cy="2904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Thursday</a:t>
            </a:r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22981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E5LTAxLTAxVDAwOjAwOjAwWiIsIkVuZERhdGUiOiIyMDE5LTAyLTI0VDExOjU5OjAwIiwiUGVyY2VudGFnZUNvbXBsZXRlIjpudWxsLCJTdHlsZSI6eyIkaWQiOiI3IiwiU2hhcGUiOjEsIlNoYXBlVGhpY2tuZXNzIjowLCJEdXJhdGlvbkZvcm1hdCI6MCwiSW5jbHVkZU5vbldvcmtpbmdEYXlzSW5EdXJhdGlvbiI6ZmFsc2UsIlBlcmNlbnRhZ2VDb21wbGV0ZVN0eWxlIjp7IiRpZCI6IjgiLCJGb250U2V0dGluZ3MiOnsiJGlkIjoiOSIsIkZvbnRTaXplIjoxMCwiRm9udE5hbWUiOiJDYWxpYnJpIiwiSXNCb2xkIjpmYWxzZSwiSXNJdGFsaWMiOmZhbHNlLCJJc1VuZGVybGluZWQiOmZhbHNlLCJQYXJlbnRTdHlsZSI6bnVsbH0sIkF1dG9TaXplIjowLCJGb3JlZ3JvdW5kIjp7IiRpZCI6IjEwIiwiQ29sb3IiOnsiJGlkIjoiM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iIsIlRvcCI6MC4wLCJMZWZ0IjowLjAsIlJpZ2h0IjowLjAsIkJvdHRvbSI6MC4wfSwiUGFkZGluZyI6eyIkaWQiOiIxMyIsIlRvcCI6MC4wLCJMZWZ0IjowLjAsIlJpZ2h0IjowLjAsIkJvdHRvbSI6MC4wfSwiQmFja2dyb3VuZCI6eyIkaWQiOiIxNCIsIkNvbG9yIjp7IiRpZCI6IjE1IiwiQSI6ODksIlIiOjAsIkciOjAsIkIiOjB9fSwiSXNWaXNpYmxlIjp0cnVlLCJXaWR0aCI6MC4wLCJIZWlnaHQiOjAuMCwiQm9yZGVyU3R5bGUiOnsiJGlkIjoiMTYiLCJMaW5lQ29sb3IiOm51bGwsIkxpbmVXZWlnaHQiOjAuMCwiTGluZVR5cGUiOjAsIlBhcmVudFN0eWxlIjpudWxsfSwiUGFyZW50U3R5bGUiOm51bGx9LCJEdXJhdGlvblN0eWxlIjp7IiRpZCI6IjE3IiwiRm9udFNldHRpbmdzIjp7IiRpZCI6IjE4IiwiRm9udFNpemUiOjEwLCJGb250TmFtZSI6IkNhbGlicmkiLCJJc0JvbGQiOmZhbHNlLCJJc0l0YWxpYyI6ZmFsc2UsIklzVW5kZXJsaW5lZCI6ZmFsc2UsIlBhcmVudFN0eWxlIjpudWxsfSwiQXV0b1NpemUiOjAsIkZvcmVncm91bmQiOnsiJGlkIjoiMTkiLCJDb2xvciI6eyIkaWQiOiIy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IiwiVG9wIjowLjAsIkxlZnQiOjAuMCwiUmlnaHQiOjAuMCwiQm90dG9tIjowLjB9LCJQYWRkaW5nIjp7IiRpZCI6IjIyIiwiVG9wIjowLjAsIkxlZnQiOjAuMCwiUmlnaHQiOjAuMCwiQm90dG9tIjowLjB9LCJCYWNrZ3JvdW5kIjp7IiRpZCI6IjIzIiwiQ29sb3IiOnsiJHJlZiI6IjE1In19LCJJc1Zpc2libGUiOnRydWUsIldpZHRoIjowLjAsIkhlaWdodCI6MC4wLCJCb3JkZXJTdHlsZSI6eyIkaWQiOiIyNCIsIkxpbmVDb2xvciI6bnVsbCwiTGluZVdlaWdodCI6MC4wLCJMaW5lVHlwZSI6MCwiUGFyZW50U3R5bGUiOm51bGx9LCJQYXJlbnRTdHlsZSI6bnVsbH0sIkhvcml6b250YWxDb25uZWN0b3JTdHlsZSI6eyIkaWQiOiIyNSIsIkxpbmVDb2xvciI6eyIkaWQiOiIyNiIsIiR0eXBlIjoiTkxSRS5Db21tb24uRG9tLlNvbGlkQ29sb3JCcnVzaCwgTkxSRS5Db21tb24iLCJDb2xvciI6eyIkaWQiOiIyNyIsIkEiOjI1NSwiUiI6MjA0LCJHIjoyMDQsIkIiOjIwNH19LCJMaW5lV2VpZ2h0IjoxLjAsIkxpbmVUeXBlIjowLCJQYXJlbnRTdHlsZSI6bnVsbH0sIlZlcnRpY2FsQ29ubmVjdG9yU3R5bGUiOnsiJGlkIjoiMjgiLCJMaW5lQ29sb3IiOnsiJGlkIjoiMjkiLCIkdHlwZSI6Ik5MUkUuQ29tbW9uLkRvbS5Tb2xpZENvbG9yQnJ1c2gsIE5MUkUuQ29tbW9uIiwiQ29sb3IiOnsiJGlkIjoiMzA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zMSIsIk1hcmdpbiI6eyIkaWQiOiIzMiIsIlRvcCI6MC4wLCJMZWZ0Ijo0LjAsIlJpZ2h0Ijo0LjAsIkJvdHRvbSI6MC4wfSwiUGFkZGluZyI6eyIkaWQiOiIzMyIsIlRvcCI6MC4wLCJMZWZ0IjowLjAsIlJpZ2h0IjowLjAsIkJvdHRvbSI6MC4wfSwiQmFja2dyb3VuZCI6eyIkaWQiOiIzNCIsIkNvbG9yIjp7IiRpZCI6IjM1IiwiQSI6MjU1LCJSIjo4MiwiRyI6MTQ3LCJCIjoyMDV9fSwiSXNWaXNpYmxlIjp0cnVlLCJXaWR0aCI6MC4wLCJIZWlnaHQiOjEzLjQyNjY2NjY2NjY2NjY3NywiQm9yZGVyU3R5bGUiOnsiJGlkIjoiMzYiLCJMaW5lQ29sb3IiOnsiJGlkIjoiMzciLCIkdHlwZSI6Ik5MUkUuQ29tbW9uLkRvbS5Tb2xpZENvbG9yQnJ1c2gsIE5MUkUuQ29tbW9uIiwiQ29sb3IiOnsiJGlkIjoiMzgiLCJBIjoyNTUsIlIiOjI1NSwiRyI6MCwiQiI6MH19LCJMaW5lV2VpZ2h0IjowLjAsIkxpbmVUeXBlIjowLCJQYXJlbnRTdHlsZSI6bnVsbH0sIlBhcmVudFN0eWxlIjpudWxsfSwiVGl0bGVTdHlsZSI6eyIkaWQiOiIzOSIsIkZvbnRTZXR0aW5ncyI6eyIkaWQiOiI0MCIsIkZvbnRTaXplIjoxMSwiRm9udE5hbWUiOiJDYWxpYnJpIiwiSXNCb2xkIjpmYWxzZSwiSXNJdGFsaWMiOmZhbHNlLCJJc1VuZGVybGluZWQiOmZhbHNlLCJQYXJlbnRTdHlsZSI6bnVsbH0sIkF1dG9TaXplIjoyLCJGb3JlZ3JvdW5kIjp7IiRpZCI6IjQxIiwiQ29sb3IiOnsiJGlkIjoiNDIiLCJBIjoyNTUsIlIiOjI1NSwiRyI6MjU1LCJCIjoyNTV9fSwiTWF4V2lkdGgiOjkwLjczLCJNYXhIZWlnaHQiOiJJbmZpbml0eSIsIlNtYXJ0Rm9yZWdyb3VuZElzQWN0aXZlIjpmYWxzZSwiSG9yaXpvbnRhbEFsaWdubWVudCI6MSwiVmVydGljYWxBbGlnbm1lbnQiOjAsIlNtYXJ0Rm9yZWdyb3VuZCI6bnVsbCwiQmFja2dyb3VuZEZpbGxUeXBlIjowLCJNYXJnaW4iOnsiJGlkIjoiNDMiLCJUb3AiOjAuMCwiTGVmdCI6MC4wLCJSaWdodCI6MC4wLCJCb3R0b20iOjAuMH0sIlBhZGRpbmciOnsiJGlkIjoiNDQiLCJUb3AiOjAuMCwiTGVmdCI6MC4wLCJSaWdodCI6MC4wLCJCb3R0b20iOjAuMH0sIkJhY2tncm91bmQiOnsiJGlkIjoiNDUiLCJDb2xvciI6eyIkcmVmIjoiMTUifX0sIklzVmlzaWJsZSI6dHJ1ZSwiV2lkdGgiOjAuMCwiSGVpZ2h0IjowLjAsIkJvcmRlclN0eWxlIjp7IiRpZCI6IjQ2IiwiTGluZUNvbG9yIjpudWxsLCJMaW5lV2VpZ2h0IjowLjAsIkxpbmVUeXBlIjowLCJQYXJlbnRTdHlsZSI6bnVsbH0sIlBhcmVudFN0eWxlIjpudWxsfSwiRGF0ZVN0eWxlIjp7IiRpZCI6IjQ3IiwiRm9udFNldHRpbmdzIjp7IiRpZCI6IjQ4IiwiRm9udFNpemUiOjEwLCJGb250TmFtZSI6IkNhbGlicmkiLCJJc0JvbGQiOmZhbHNlLCJJc0l0YWxpYyI6ZmFsc2UsIklzVW5kZXJsaW5lZCI6ZmFsc2UsIlBhcmVudFN0eWxlIjpudWxsfSwiQXV0b1NpemUiOjAsIkZvcmVncm91bmQiOnsiJGlkIjoiNDkiLCJDb2xvciI6eyIkaWQiOiI1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EiLCJUb3AiOjAuMCwiTGVmdCI6MC4wLCJSaWdodCI6MC4wLCJCb3R0b20iOjAuMH0sIlBhZGRpbmciOnsiJGlkIjoiNTIiLCJUb3AiOjAuMCwiTGVmdCI6MC4wLCJSaWdodCI6MC4wLCJCb3R0b20iOjAuMH0sIkJhY2tncm91bmQiOnsiJGlkIjoiNTMiLCJDb2xvciI6eyIkcmVmIjoiMTUifX0sIklzVmlzaWJsZSI6dHJ1ZSwiV2lkdGgiOjAuMCwiSGVpZ2h0IjowLjAsIkJvcmRlclN0eWxlIjp7IiRpZCI6IjU0IiwiTGluZUNvbG9yIjpudWxsLCJMaW5lV2VpZ2h0IjowLjAsIkxpbmVUeXBlIjowLCJQYXJlbnRTdHlsZSI6bnVsbH0sIlBhcmVudFN0eWxlIjpudWxsfSwiRGF0ZUZvcm1hdCI6eyIkaWQiOiI1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iIsIkZvcm1hdCI6MCwiSXNWaXNpYmxlIjpmYWxzZSwiTGFzdEtub3duVmlzaWJpbGl0eVN0YXRlIjpmYWxzZX0sIklzVmlzaWJsZSI6dHJ1ZSwiUGFyZW50U3R5bGUiOm51bGx9LCJJbmRleCI6NywiU21hcnREdXJhdGlvbkFjdGl2YXRlZCI6ZmFsc2UsIkRhdGVGb3JtYXQiOnsiJHJlZiI6IjU1In0sIldlZWtOdW1iZXJpbmciOnsiJGlkIjoiNTciLCJGb3JtYXQiOjAsIklzVmlzaWJsZSI6ZmFsc2UsIkxhc3RLbm93blZpc2liaWxpdHlTdGF0ZSI6ZmFsc2V9LCJJZCI6ImNiYzYwNTMyLTczNjctNDc0Mi05ODJlLTg1ZDU0Mjk3ODA2NCIsIkltcG9ydElkIjpudWxsLCJUaXRsZSI6IkFzc2VtYmxlIFJlc291cmNlcyIsIk5vdGUiOm51bGwsIkh5cGVybGluayI6eyIkaWQiOiI1OCIsIkFkZHJlc3MiOiIiLCJTdWJBZGRyZXNzIjoiIn0sIklzQ2hhbmdlZCI6ZmFsc2UsIklzTmV3IjpmYWxzZX19XSwiX21pbGVzdG9uZXMiOltdLCJJZCI6IjAwMDAwMDAwLTAwMDAtMDAwMC0wMDAwLTAwMDAwMDAwMDAwMCIsIklzU2luZ2xlSXRlbVJvdyI6dHJ1ZX0seyIkaWQiOiI1OSIsIl90YXNrcyI6W3siJGlkIjoiNjAiLCJfYXR0YWNoZWRNaWxlc3RvbmVzIjpbXSwiVGFza0RlZmluaXRpb24iOnsiJGlkIjoiNjEiLCJHcm91cE5hbWUiOm51bGwsIlN0YXJ0RGF0ZSI6IjIwMTktMDItMDFUMDA6MDA6MDBaIiwiRW5kRGF0ZSI6IjIwMTktMDMtMDdUMTE6NTk6MDAiLCJQZXJjZW50YWdlQ29tcGxldGUiOm51bGwsIlN0eWxlIjp7IiRpZCI6IjYyIiwiU2hhcGUiOjEsIlNoYXBlVGhpY2tuZXNzIjowLCJEdXJhdGlvbkZvcm1hdCI6MCwiSW5jbHVkZU5vbldvcmtpbmdEYXlzSW5EdXJhdGlvbiI6ZmFsc2UsIlBlcmNlbnRhZ2VDb21wbGV0ZVN0eWxlIjp7IiRpZCI6IjYzIiwiRm9udFNldHRpbmdzIjp7IiRpZCI6IjY0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Y1IiwiVG9wIjowLjAsIkxlZnQiOjAuMCwiUmlnaHQiOjAuMCwiQm90dG9tIjowLjB9LCJQYWRkaW5nIjp7IiRpZCI6IjY2IiwiVG9wIjowLjAsIkxlZnQiOjAuMCwiUmlnaHQiOjAuMCwiQm90dG9tIjowLjB9LCJCYWNrZ3JvdW5kIjp7IiRyZWYiOiIxNCJ9LCJJc1Zpc2libGUiOnRydWUsIldpZHRoIjowLjAsIkhlaWdodCI6MC4wLCJCb3JkZXJTdHlsZSI6eyIkaWQiOiI2NyIsIkxpbmVDb2xvciI6bnVsbCwiTGluZVdlaWdodCI6MC4wLCJMaW5lVHlwZSI6MCwiUGFyZW50U3R5bGUiOm51bGx9LCJQYXJlbnRTdHlsZSI6bnVsbH0sIkR1cmF0aW9uU3R5bGUiOnsiJGlkIjoiNjgiLCJGb250U2V0dGluZ3MiOnsiJGlkIjoiNjkiLCJGb250U2l6ZSI6MTAsIkZvbnROYW1lIjoiQ2FsaWJyaSIsIklzQm9sZCI6ZmFsc2UsIklzSXRhbGljIjpmYWxzZSwiSXNVbmRlcmxpbmVkIjpmYWxzZSwiUGFyZW50U3R5bGUiOm51bGx9LCJBdXRvU2l6ZSI6MCwiRm9yZWdyb3VuZCI6eyIkaWQiOiI3MCIsIkNvbG9yIjp7IiRyZWYiOiIyMCJ9fSwiTWF4V2lkdGgiOjIwMC4wLCJNYXhIZWlnaHQiOiJJbmZpbml0eSIsIlNtYXJ0Rm9yZWdyb3VuZElzQWN0aXZlIjpmYWxzZSwiSG9yaXpvbnRhbEFsaWdubWVudCI6MCwiVmVydGljYWxBbGlnbm1lbnQiOjAsIlNtYXJ0Rm9yZWdyb3VuZCI6bnVsbCwiQmFja2dyb3VuZEZpbGxUeXBlIjowLCJNYXJnaW4iOnsiJGlkIjoiNzEiLCJUb3AiOjAuMCwiTGVmdCI6MC4wLCJSaWdodCI6MC4wLCJCb3R0b20iOjAuMH0sIlBhZGRpbmciOnsiJGlkIjoiNzIiLCJUb3AiOjAuMCwiTGVmdCI6MC4wLCJSaWdodCI6MC4wLCJCb3R0b20iOjAuMH0sIkJhY2tncm91bmQiOnsiJHJlZiI6IjIzIn0sIklzVmlzaWJsZSI6dHJ1ZSwiV2lkdGgiOjAuMCwiSGVpZ2h0IjowLjAsIkJvcmRlclN0eWxlIjp7IiRpZCI6IjczIiwiTGluZUNvbG9yIjpudWxsLCJMaW5lV2VpZ2h0IjowLjAsIkxpbmVUeXBlIjowLCJQYXJlbnRTdHlsZSI6bnVsbH0sIlBhcmVudFN0eWxlIjpudWxsfSwiSG9yaXpvbnRhbENvbm5lY3RvclN0eWxlIjp7IiRpZCI6Ijc0IiwiTGluZUNvbG9yIjp7IiRyZWYiOiIyNiJ9LCJMaW5lV2VpZ2h0IjoxLjAsIkxpbmVUeXBlIjowLCJQYXJlbnRTdHlsZSI6bnVsbH0sIlZlcnRpY2FsQ29ubmVjdG9yU3R5bGUiOnsiJGlkIjoiNzU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zYiLCJNYXJnaW4iOnsiJGlkIjoiNzciLCJUb3AiOjAuMCwiTGVmdCI6NC4wLCJSaWdodCI6NC4wLCJCb3R0b20iOjAuMH0sIlBhZGRpbmciOnsiJGlkIjoiNzgiLCJUb3AiOjAuMCwiTGVmdCI6MC4wLCJSaWdodCI6MC4wLCJCb3R0b20iOjAuMH0sIkJhY2tncm91bmQiOnsiJGlkIjoiNzkiLCJDb2xvciI6eyIkaWQiOiI4MCIsIkEiOjI1NSwiUiI6ODIsIkciOjE0NywiQiI6MjA1fX0sIklzVmlzaWJsZSI6dHJ1ZSwiV2lkdGgiOjAuMCwiSGVpZ2h0IjoxMy40MjY2NjY2NjY2NjY2NzcsIkJvcmRlclN0eWxlIjp7IiRpZCI6IjgxIiwiTGluZUNvbG9yIjp7IiRyZWYiOiIzNyJ9LCJMaW5lV2VpZ2h0IjowLjAsIkxpbmVUeXBlIjowLCJQYXJlbnRTdHlsZSI6bnVsbH0sIlBhcmVudFN0eWxlIjpudWxsfSwiVGl0bGVTdHlsZSI6eyIkaWQiOiI4MiIsIkZvbnRTZXR0aW5ncyI6eyIkaWQiOiI4MyIsIkZvbnRTaXplIjoxMSwiRm9udE5hbWUiOiJDYWxpYnJpIiwiSXNCb2xkIjpmYWxzZSwiSXNJdGFsaWMiOmZhbHNlLCJJc1VuZGVybGluZWQiOmZhbHNlLCJQYXJlbnRTdHlsZSI6bnVsbH0sIkF1dG9TaXplIjoyLCJGb3JlZ3JvdW5kIjp7IiRpZCI6Ijg0IiwiQ29sb3IiOnsiJGlkIjoiODUiLCJBIjoyNTUsIlIiOjI1NSwiRyI6MjU1LCJCIjoyNTV9fSwiTWF4V2lkdGgiOjYzLjQ4MzMzMzMzMzMzMzMzNCwiTWF4SGVpZ2h0IjoiSW5maW5pdHkiLCJTbWFydEZvcmVncm91bmRJc0FjdGl2ZSI6ZmFsc2UsIkhvcml6b250YWxBbGlnbm1lbnQiOjE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yZWYiOiI0NSJ9LCJJc1Zpc2libGUiOnRydWUsIldpZHRoIjowLjAsIkhlaWdodCI6MC4wLCJCb3JkZXJTdHlsZSI6eyIkaWQiOiI4OCIsIkxpbmVDb2xvciI6bnVsbCwiTGluZVdlaWdodCI6MC4wLCJMaW5lVHlwZSI6MCwiUGFyZW50U3R5bGUiOm51bGx9LCJQYXJlbnRTdHlsZSI6bnVsbH0sIkRhdGVTdHlsZSI6eyIkaWQiOiI4OSIsIkZvbnRTZXR0aW5ncyI6eyIkaWQiOiI5MCIsIkZvbnRTaXplIjoxMCwiRm9udE5hbWUiOiJDYWxpYnJpIiwiSXNCb2xkIjpmYWxzZSwiSXNJdGFsaWMiOmZhbHNlLCJJc1VuZGVybGluZWQiOmZhbHNlLCJQYXJlbnRTdHlsZSI6bnVsbH0sIkF1dG9TaXplIjowLCJGb3JlZ3JvdW5kIjp7IiRpZCI6IjkxIiwiQ29sb3IiOnsiJGlkIjoiO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zIiwiVG9wIjowLjAsIkxlZnQiOjAuMCwiUmlnaHQiOjAuMCwiQm90dG9tIjowLjB9LCJQYWRkaW5nIjp7IiRpZCI6Ijk0IiwiVG9wIjowLjAsIkxlZnQiOjAuMCwiUmlnaHQiOjAuMCwiQm90dG9tIjowLjB9LCJCYWNrZ3JvdW5kIjp7IiRyZWYiOiI1MyJ9LCJJc1Zpc2libGUiOnRydWUsIldpZHRoIjowLjAsIkhlaWdodCI6MC4wLCJCb3JkZXJTdHlsZSI6eyIkaWQiOiI5NSIsIkxpbmVDb2xvciI6bnVsbCwiTGluZVdlaWdodCI6MC4wLCJMaW5lVHlwZSI6MCwiUGFyZW50U3R5bGUiOm51bGx9LCJQYXJlbnRTdHlsZSI6bnVsbH0sIkRhdGVGb3JtYXQiOnsiJGlkIjoi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ciLCJGb3JtYXQiOjAsIklzVmlzaWJsZSI6ZmFsc2UsIkxhc3RLbm93blZpc2liaWxpdHlTdGF0ZSI6ZmFsc2V9LCJJc1Zpc2libGUiOnRydWUsIlBhcmVudFN0eWxlIjpudWxsfSwiSW5kZXgiOjgsIlNtYXJ0RHVyYXRpb25BY3RpdmF0ZWQiOmZhbHNlLCJEYXRlRm9ybWF0Ijp7IiRyZWYiOiI5NiJ9LCJXZWVrTnVtYmVyaW5nIjp7IiRpZCI6Ijk4IiwiRm9ybWF0IjowLCJJc1Zpc2libGUiOmZhbHNlLCJMYXN0S25vd25WaXNpYmlsaXR5U3RhdGUiOmZhbHNlfSwiSWQiOiI5Y2U5NDBkOS03YTRiLTRmZTctYWMwYy1hM2IwMzUyZGVjY2IiLCJJbXBvcnRJZCI6bnVsbCwiVGl0bGUiOiJXb3JraW5nIFBsYW5zIiwiTm90ZSI6bnVsbCwiSHlwZXJsaW5rIjp7IiRpZCI6Ijk5IiwiQWRkcmVzcyI6IiIsIlN1YkFkZHJlc3MiOiIifSwiSXNDaGFuZ2VkIjpmYWxzZSwiSXNOZXciOmZhbHNlfX1dLCJfbWlsZXN0b25lcyI6W10sIklkIjoiMDAwMDAwMDAtMDAwMC0wMDAwLTAwMDAtMDAwMDAwMDAwMDAwIiwiSXNTaW5nbGVJdGVtUm93Ijp0cnVlfSx7IiRpZCI6IjEwMCIsIl90YXNrcyI6W3siJGlkIjoiMTAxIiwiX2F0dGFjaGVkTWlsZXN0b25lcyI6W10sIlRhc2tEZWZpbml0aW9uIjp7IiRpZCI6IjEwMiIsIkdyb3VwTmFtZSI6bnVsbCwiU3RhcnREYXRlIjoiMjAxOS0wMy0wMVQwMDowMDowMFoiLCJFbmREYXRlIjoiMjAxOS0wNS0xNlQxMTo1OTowMCIsIlBlcmNlbnRhZ2VDb21wbGV0ZSI6bnVsbCwiU3R5bGUiOnsiJGlkIjoiMTAzIiwiU2hhcGUiOjEsIlNoYXBlVGhpY2tuZXNzIjowLCJEdXJhdGlvbkZvcm1hdCI6MCwiSW5jbHVkZU5vbldvcmtpbmdEYXlzSW5EdXJhdGlvbiI6ZmFsc2UsIlBlcmNlbnRhZ2VDb21wbGV0ZVN0eWxlIjp7IiRpZCI6IjEwNCIsIkZvbnRTZXR0aW5ncyI6eyIkaWQiOiIxMDU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A2IiwiVG9wIjowLjAsIkxlZnQiOjAuMCwiUmlnaHQiOjAuMCwiQm90dG9tIjowLjB9LCJQYWRkaW5nIjp7IiRpZCI6IjEwNyIsIlRvcCI6MC4wLCJMZWZ0IjowLjAsIlJpZ2h0IjowLjAsIkJvdHRvbSI6MC4wfSwiQmFja2dyb3VuZCI6eyIkcmVmIjoiMTQifSwiSXNWaXNpYmxlIjp0cnVlLCJXaWR0aCI6MC4wLCJIZWlnaHQiOjAuMCwiQm9yZGVyU3R5bGUiOnsiJGlkIjoiMTA4IiwiTGluZUNvbG9yIjpudWxsLCJMaW5lV2VpZ2h0IjowLjAsIkxpbmVUeXBlIjowLCJQYXJlbnRTdHlsZSI6bnVsbH0sIlBhcmVudFN0eWxlIjpudWxsfSwiRHVyYXRpb25TdHlsZSI6eyIkaWQiOiIxMDkiLCJGb250U2V0dGluZ3MiOnsiJGlkIjoiMTEwIiwiRm9udFNpemUiOjEwLCJGb250TmFtZSI6IkNhbGlicmkiLCJJc0JvbGQiOmZhbHNlLCJJc0l0YWxpYyI6ZmFsc2UsIklzVW5kZXJsaW5lZCI6ZmFsc2UsIlBhcmVudFN0eWxlIjpudWxsfSwiQXV0b1NpemUiOjAsIkZvcmVncm91bmQiOnsiJGlkIjoiMTExIiwiQ29sb3IiOnsiJHJlZiI6IjIwIn19LCJNYXhXaWR0aCI6MjAwLjAsIk1heEhlaWdodCI6IkluZmluaXR5IiwiU21hcnRGb3JlZ3JvdW5kSXNBY3RpdmUiOmZhbHNlLCJIb3Jpem9udGFsQWxpZ25tZW50IjowLCJWZXJ0aWNhbEFsaWdubWVudCI6MCwiU21hcnRGb3JlZ3JvdW5kIjpudWxsLCJCYWNrZ3JvdW5kRmlsbFR5cGUiOjAsIk1hcmdpbiI6eyIkaWQiOiIxMTIiLCJUb3AiOjAuMCwiTGVmdCI6MC4wLCJSaWdodCI6MC4wLCJCb3R0b20iOjAuMH0sIlBhZGRpbmciOnsiJGlkIjoiMTEzIiwiVG9wIjowLjAsIkxlZnQiOjAuMCwiUmlnaHQiOjAuMCwiQm90dG9tIjowLjB9LCJCYWNrZ3JvdW5kIjp7IiRyZWYiOiIyMyJ9LCJJc1Zpc2libGUiOnRydWUsIldpZHRoIjowLjAsIkhlaWdodCI6MC4wLCJCb3JkZXJTdHlsZSI6eyIkaWQiOiIxMTQiLCJMaW5lQ29sb3IiOm51bGwsIkxpbmVXZWlnaHQiOjAuMCwiTGluZVR5cGUiOjAsIlBhcmVudFN0eWxlIjpudWxsfSwiUGFyZW50U3R5bGUiOm51bGx9LCJIb3Jpem9udGFsQ29ubmVjdG9yU3R5bGUiOnsiJGlkIjoiMTE1IiwiTGluZUNvbG9yIjp7IiRyZWYiOiIyNiJ9LCJMaW5lV2VpZ2h0IjoxLjAsIkxpbmVUeXBlIjowLCJQYXJlbnRTdHlsZSI6bnVsbH0sIlZlcnRpY2FsQ29ubmVjdG9yU3R5bGUiOnsiJGlkIjoiMTE2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ODIsIkciOjE0NywiQiI6MjA1fX0sIklzVmlzaWJsZSI6dHJ1ZSwiV2lkdGgiOjAuMCwiSGVpZ2h0IjoxMy40MjY2NjY2NjY2NjY2NzcsIkJvcmRlclN0eWxlIjp7IiRpZCI6IjEyMiIsIkxpbmVDb2xvciI6eyIkcmVmIjoiMzcifSwiTGluZVdlaWdodCI6MC4wLCJMaW5lVHlwZSI6MCwiUGFyZW50U3R5bGUiOm51bGx9LCJQYXJlbnRTdHlsZSI6bnVsbH0sIlRpdGxlU3R5bGUiOnsiJGlkIjoiMTIzIiwiRm9udFNldHRpbmdzIjp7IiRpZCI6IjEyNCIsIkZvbnRTaXplIjoxMSwiRm9udE5hbWUiOiJDYWxpYnJpIiwiSXNCb2xkIjpmYWxzZSwiSXNJdGFsaWMiOmZhbHNlLCJJc1VuZGVybGluZWQiOmZhbHNlLCJQYXJlbnRTdHlsZSI6bnVsbH0sIkF1dG9TaXplIjoyLCJGb3JlZ3JvdW5kIjp7IiRpZCI6IjEyNSIsIkNvbG9yIjp7IiRpZCI6IjEyNiIsIkEiOjI1NSwiUiI6MjU1LCJHIjoyNTUsIkIiOjI1NX19LCJNYXhXaWR0aCI6MTA2LjQ0MzMzMzMzMzMzMzM0LCJNYXhIZWlnaHQiOiJJbmZpbml0eSIsIlNtYXJ0Rm9yZWdyb3VuZElzQWN0aXZlIjpmYWxzZSwiSG9yaXpvbnRhbEFsaWdubWVudCI6MSwiVmVydGljYWxBbGlnbm1lbnQiOjAsIlNtYXJ0Rm9yZWdyb3VuZCI6bnVsbCwiQmFja2dyb3VuZEZpbGxUeXBlIjowLCJNYXJnaW4iOnsiJGlkIjoiMTI3IiwiVG9wIjowLjAsIkxlZnQiOjAuMCwiUmlnaHQiOjAuMCwiQm90dG9tIjowLjB9LCJQYWRkaW5nIjp7IiRpZCI6IjEyOCIsIlRvcCI6MC4wLCJMZWZ0IjowLjAsIlJpZ2h0IjowLjAsIkJvdHRvbSI6MC4wfSwiQmFja2dyb3VuZCI6eyIkcmVmIjoiNDUifSwiSXNWaXNpYmxlIjp0cnVlLCJXaWR0aCI6MC4wLCJIZWlnaHQiOjAuMCwiQm9yZGVyU3R5bGUiOnsiJGlkIjoiMTI5IiwiTGluZUNvbG9yIjpudWxsLCJMaW5lV2VpZ2h0IjowLjAsIkxpbmVUeXBlIjowLCJQYXJlbnRTdHlsZSI6bnVsbH0sIlBhcmVudFN0eWxlIjpudWxsfSwiRGF0ZVN0eWxlIjp7IiRpZCI6IjEzMCIsIkZvbnRTZXR0aW5ncyI6eyIkaWQiOiIxMzEiLCJGb250U2l6ZSI6MTAsIkZvbnROYW1lIjoiQ2FsaWJyaSIsIklzQm9sZCI6ZmFsc2UsIklzSXRhbGljIjpmYWxzZSwiSXNVbmRlcmxpbmVkIjpmYWxzZSwiUGFyZW50U3R5bGUiOm51bGx9LCJBdXRvU2l6ZSI6MCwiRm9yZWdyb3VuZCI6eyIkaWQiOiIxMzIiLCJDb2xvciI6eyIkaWQiOiIxMz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zNCIsIlRvcCI6MC4wLCJMZWZ0IjowLjAsIlJpZ2h0IjowLjAsIkJvdHRvbSI6MC4wfSwiUGFkZGluZyI6eyIkaWQiOiIxMzUiLCJUb3AiOjAuMCwiTGVmdCI6MC4wLCJSaWdodCI6MC4wLCJCb3R0b20iOjAuMH0sIkJhY2tncm91bmQiOnsiJHJlZiI6IjUzIn0sIklzVmlzaWJsZSI6dHJ1ZSwiV2lkdGgiOjAuMCwiSGVpZ2h0IjowLjAsIkJvcmRlclN0eWxlIjp7IiRpZCI6IjEzNiIsIkxpbmVDb2xvciI6bnVsbCwiTGluZVdlaWdodCI6MC4wLCJMaW5lVHlwZSI6MCwiUGFyZW50U3R5bGUiOm51bGx9LCJQYXJlbnRTdHlsZSI6bnVsbH0sIkRhdGVGb3JtYXQiOnsiJGlkIjoiMT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CIsIkZvcm1hdCI6MCwiSXNWaXNpYmxlIjpmYWxzZSwiTGFzdEtub3duVmlzaWJpbGl0eVN0YXRlIjpmYWxzZX0sIklzVmlzaWJsZSI6dHJ1ZSwiUGFyZW50U3R5bGUiOm51bGx9LCJJbmRleCI6OSwiU21hcnREdXJhdGlvbkFjdGl2YXRlZCI6ZmFsc2UsIkRhdGVGb3JtYXQiOnsiJHJlZiI6IjEzNyJ9LCJXZWVrTnVtYmVyaW5nIjp7IiRpZCI6IjEzOSIsIkZvcm1hdCI6MCwiSXNWaXNpYmxlIjpmYWxzZSwiTGFzdEtub3duVmlzaWJpbGl0eVN0YXRlIjpmYWxzZX0sIklkIjoiMmZmNWI4ZTAtMzRiNi00YTgyLTg2MjItMTQ3ZGE5YTJmNmIyIiwiSW1wb3J0SWQiOm51bGwsIlRpdGxlIjoiU3ViY29udHJhY3RvciBTZWxlY3Rpb24iLCJOb3RlIjpudWxsLCJIeXBlcmxpbmsiOnsiJGlkIjoiMTQwIiwiQWRkcmVzcyI6IiIsIlN1YkFkZHJlc3MiOiIifSwiSXNDaGFuZ2VkIjpmYWxzZSwiSXNOZXciOmZhbHNlfX1dLCJfbWlsZXN0b25lcyI6W10sIklkIjoiMDAwMDAwMDAtMDAwMC0wMDAwLTAwMDAtMDAwMDAwMDAwMDAwIiwiSXNTaW5nbGVJdGVtUm93Ijp0cnVlfSx7IiRpZCI6IjE0MSIsIl90YXNrcyI6W3siJGlkIjoiMTQyIiwiX2F0dGFjaGVkTWlsZXN0b25lcyI6W3siJGlkIjoiMTQzIiwiRGF0ZSI6IjIwMTktMDUtMjlUMTE6NTk6MDAiLCJTdHlsZSI6eyIkaWQiOiIxNDQiLCJTaGFwZSI6MSwiQ29ubmVjdG9yTWFyZ2luIjp7IiRpZCI6IjE0NSIsIlRvcCI6MC4wLCJMZWZ0IjoyLjAsIlJpZ2h0IjoyLjAsIkJvdHRvbSI6MC4wfSwiQ29ubmVjdG9yU3R5bGUiOnsiJGlkIjoiMTQ2IiwiTGluZUNvbG9yIjp7IiRpZCI6IjE0NyIsIiR0eXBlIjoiTkxSRS5Db21tb24uRG9tLlNvbGlkQ29sb3JCcnVzaCwgTkxSRS5Db21tb24iLCJDb2xvciI6eyIkaWQiOiIxNDgiLCJBIjoxMjcsIlIiOjc5LCJHIjoxMjksIkIiOjE4OX19LCJMaW5lV2VpZ2h0IjoxLjAsIkxpbmVUeXBlIjowLCJQYXJlbnRTdHlsZSI6bnVsbH0sIklzQmVsb3dUaW1lYmFuZCI6dHJ1ZSwiUG9zaXRpb25PblRhc2siOjMsIkhpZGVEYXRlIjpmYWxzZSwiU2hhcGVTaXplIjowLCJTcGFjaW5nIjowLjAsIlBhZGRpbmciOnsiJGlkIjoiMTQ5IiwiVG9wIjo3LjAsIkxlZnQiOjMuMCwiUmlnaHQiOjAuMCwiQm90dG9tIjoyLjB9LCJTaGFwZVN0eWxlIjp7IiRpZCI6IjE1MCIsIk1hcmdpbiI6eyIkaWQiOiIxNTEiLCJUb3AiOjAuMCwiTGVmdCI6MC4wLCJSaWdodCI6MC4wLCJCb3R0b20iOjAuMH0sIlBhZGRpbmciOnsiJGlkIjoiMTUyIiwiVG9wIjowLjAsIkxlZnQiOjAuMCwiUmlnaHQiOjAuMCwiQm90dG9tIjowLjB9LCJCYWNrZ3JvdW5kIjp7IiRpZCI6IjE1MyIsIkNvbG9yIjp7IiRpZCI6IjE1NCIsIkEiOjI1NSwiUiI6NjgsIkciOjg0LCJCIjoxMDZ9fSwiSXNWaXNpYmxlIjp0cnVlLCJXaWR0aCI6MTIuMCwiSGVpZ2h0IjoxNC4wLCJCb3JkZXJTdHlsZSI6eyIkaWQiOiIxNTUiLCJMaW5lQ29sb3IiOm51bGwsIkxpbmVXZWlnaHQiOjAuMCwiTGluZVR5cGUiOjAsIlBhcmVudFN0eWxlIjpudWxsfSwiUGFyZW50U3R5bGUiOm51bGx9LCJUaXRsZVN0eWxlIjp7IiRpZCI6IjE1NiIsIkZvbnRTZXR0aW5ncyI6eyIkaWQiOiIxNTciLCJGb250U2l6ZSI6MTEsIkZvbnROYW1lIjoiQ2FsaWJyaSIsIklzQm9sZCI6dHJ1ZSwiSXNJdGFsaWMiOmZhbHNlLCJJc1VuZGVybGluZWQiOmZhbHNlLCJQYXJlbnRTdHlsZSI6bnVsbH0sIkF1dG9TaXplIjowLCJGb3JlZ3JvdW5kIjp7IiRpZCI6IjE1OCIsIkNvbG9yIjp7IiRpZCI6IjE1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jAiLCJUb3AiOjAuMCwiTGVmdCI6MC4wLCJSaWdodCI6MC4wLCJCb3R0b20iOjAuMH0sIlBhZGRpbmciOnsiJGlkIjoiMTYxIiwiVG9wIjowLjAsIkxlZnQiOjAuMCwiUmlnaHQiOjAuMCwiQm90dG9tIjowLjB9LCJCYWNrZ3JvdW5kIjp7IiRpZCI6IjE2MiIsIkNvbG9yIjp7IiRyZWYiOiIxNSJ9fSwiSXNWaXNpYmxlIjpmYWxzZSwiV2lkdGgiOjAuMCwiSGVpZ2h0IjowLjAsIkJvcmRlclN0eWxlIjp7IiRpZCI6IjE2MyIsIkxpbmVDb2xvciI6bnVsbCwiTGluZVdlaWdodCI6MC4wLCJMaW5lVHlwZSI6MCwiUGFyZW50U3R5bGUiOm51bGx9LCJQYXJlbnRTdHlsZSI6bnVsbH0sIkRhdGVTdHlsZSI6eyIkaWQiOiIxNjQiLCJGb250U2V0dGluZ3MiOnsiJGlkIjoiMTY1IiwiRm9udFNpemUiOjEwLCJGb250TmFtZSI6IkNhbGlicmkiLCJJc0JvbGQiOmZhbHNlLCJJc0l0YWxpYyI6ZmFsc2UsIklzVW5kZXJsaW5lZCI6ZmFsc2UsIlBhcmVudFN0eWxlIjpudWxsfSwiQXV0b1NpemUiOjAsIkZvcmVncm91bmQiOnsiJGlkIjoiMTY2IiwiQ29sb3IiOnsiJGlkIjoiMTY3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NjgiLCJUb3AiOjAuMCwiTGVmdCI6MC4wLCJSaWdodCI6MC4wLCJCb3R0b20iOjAuMH0sIlBhZGRpbmciOnsiJGlkIjoiMTY5IiwiVG9wIjowLjAsIkxlZnQiOjAuMCwiUmlnaHQiOjAuMCwiQm90dG9tIjowLjB9LCJCYWNrZ3JvdW5kIjp7IiRpZCI6IjE3MCIsIkNvbG9yIjp7IiRyZWYiOiIxNSJ9fSwiSXNWaXNpYmxlIjpmYWxzZSwiV2lkdGgiOjAuMCwiSGVpZ2h0IjowLjAsIkJvcmRlclN0eWxlIjp7IiRpZCI6IjE3MSIsIkxpbmVDb2xvciI6bnVsbCwiTGluZVdlaWdodCI6MC4wLCJMaW5lVHlwZSI6MCwiUGFyZW50U3R5bGUiOm51bGx9LCJQYXJlbnRTdHlsZSI6bnVsbH0sIkRhdGVGb3JtYXQiOnsiJGlkIjoiMT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MyIsIkZvcm1hdCI6MCwiSXNWaXNpYmxlIjpmYWxzZSwiTGFzdEtub3duVmlzaWJpbGl0eVN0YXRlIjpmYWxzZX0sIklzVmlzaWJsZSI6dHJ1ZSwiUGFyZW50U3R5bGUiOm51bGx9LCJJbmRleCI6MTIsIlBlcmNlbnRhZ2VDb21wbGV0ZSI6bnVsbCwiUG9zaXRpb24iOnsiUmF0aW8iOjAuMCwiSXNDdXN0b20iOmZhbHNlfSwiRGF0ZUZvcm1hdCI6eyIkcmVmIjoiMTcyIn0sIldlZWtOdW1iZXJpbmciOnsiJGlkIjoiMTc0IiwiRm9ybWF0IjowLCJJc1Zpc2libGUiOmZhbHNlLCJMYXN0S25vd25WaXNpYmlsaXR5U3RhdGUiOmZhbHNlfSwiUmVsYXRlZFRhc2tJZCI6IjdjYTMyYWNkLTU5MDgtNDcxYS05MDQyLTk2YjA3MDExMTU5NSIsIklkIjoiOTZjOTU1NmEtNzE0OS00NTlhLWIxYWEtNTgzMGVlMjllNTA4IiwiSW1wb3J0SWQiOm51bGwsIlRpdGxlIjoiUGxhbm5pbmcgUjIgQmVnaW4iLCJOb3RlIjpudWxsLCJIeXBlcmxpbmsiOnsiJGlkIjoiMTc1IiwiQWRkcmVzcyI6IiIsIlN1YkFkZHJlc3MiOiIifSwiSXNDaGFuZ2VkIjpmYWxzZSwiSXNOZXciOmZhbHNlfSx7IiRpZCI6IjE3NiIsIkRhdGUiOiIyMDE5LTA2LTE5VDExOjU5OjAwIiwiU3R5bGUiOnsiJGlkIjoiMTc3IiwiU2hhcGUiOjEsIkNvbm5lY3Rvck1hcmdpbiI6eyIkaWQiOiIxNzgiLCJUb3AiOjAuMCwiTGVmdCI6Mi4wLCJSaWdodCI6Mi4wLCJCb3R0b20iOjAuMH0sIkNvbm5lY3RvclN0eWxlIjp7IiRpZCI6IjE3OSIsIkxpbmVDb2xvciI6eyIkcmVmIjoiMTQ3In0sIkxpbmVXZWlnaHQiOjEuMCwiTGluZVR5cGUiOjAsIlBhcmVudFN0eWxlIjpudWxsfSwiSXNCZWxvd1RpbWViYW5kIjp0cnVlLCJQb3NpdGlvbk9uVGFzayI6MywiSGlkZURhdGUiOmZhbHNlLCJTaGFwZVNpemUiOjAsIlNwYWNpbmciOjAuMCwiUGFkZGluZyI6eyIkaWQiOiIxODAiLCJUb3AiOjcuMCwiTGVmdCI6My4wLCJSaWdodCI6MC4wLCJCb3R0b20iOjIuMH0sIlNoYXBlU3R5bGUiOnsiJGlkIjoiMTgxIiwiTWFyZ2luIjp7IiRpZCI6IjE4MiIsIlRvcCI6MC4wLCJMZWZ0IjowLjAsIlJpZ2h0IjowLjAsIkJvdHRvbSI6MC4wfSwiUGFkZGluZyI6eyIkaWQiOiIxODMiLCJUb3AiOjAuMCwiTGVmdCI6MC4wLCJSaWdodCI6MC4wLCJCb3R0b20iOjAuMH0sIkJhY2tncm91bmQiOnsiJGlkIjoiMTg0IiwiQ29sb3IiOnsiJGlkIjoiMTg1IiwiQSI6MjU1LCJSIjo2OCwiRyI6ODQsIkIiOjEwNn19LCJJc1Zpc2libGUiOnRydWUsIldpZHRoIjoxMi4wLCJIZWlnaHQiOjE0LjAsIkJvcmRlclN0eWxlIjp7IiRpZCI6IjE4NiIsIkxpbmVDb2xvciI6bnVsbCwiTGluZVdlaWdodCI6MC4wLCJMaW5lVHlwZSI6MCwiUGFyZW50U3R5bGUiOm51bGx9LCJQYXJlbnRTdHlsZSI6bnVsbH0sIlRpdGxlU3R5bGUiOnsiJGlkIjoiMTg3IiwiRm9udFNldHRpbmdzIjp7IiRpZCI6IjE4OCIsIkZvbnRTaXplIjoxMSwiRm9udE5hbWUiOiJDYWxpYnJpIiwiSXNCb2xkIjp0cnVlLCJJc0l0YWxpYyI6ZmFsc2UsIklzVW5kZXJsaW5lZCI6ZmFsc2UsIlBhcmVudFN0eWxlIjpudWxsfSwiQXV0b1NpemUiOjAsIkZvcmVncm91bmQiOnsiJGlkIjoiMTg5IiwiQ29sb3IiOnsiJGlkIjoiMTk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5MSIsIlRvcCI6MC4wLCJMZWZ0IjowLjAsIlJpZ2h0IjowLjAsIkJvdHRvbSI6MC4wfSwiUGFkZGluZyI6eyIkaWQiOiIxOTIiLCJUb3AiOjAuMCwiTGVmdCI6MC4wLCJSaWdodCI6MC4wLCJCb3R0b20iOjAuMH0sIkJhY2tncm91bmQiOnsiJHJlZiI6IjE2MiJ9LCJJc1Zpc2libGUiOmZhbHNlLCJXaWR0aCI6MC4wLCJIZWlnaHQiOjAuMCwiQm9yZGVyU3R5bGUiOnsiJGlkIjoiMTkzIiwiTGluZUNvbG9yIjpudWxsLCJMaW5lV2VpZ2h0IjowLjAsIkxpbmVUeXBlIjowLCJQYXJlbnRTdHlsZSI6bnVsbH0sIlBhcmVudFN0eWxlIjpudWxsfSwiRGF0ZVN0eWxlIjp7IiRpZCI6IjE5NCIsIkZvbnRTZXR0aW5ncyI6eyIkaWQiOiIxOTUiLCJGb250U2l6ZSI6MTAsIkZvbnROYW1lIjoiQ2FsaWJyaSIsIklzQm9sZCI6ZmFsc2UsIklzSXRhbGljIjpmYWxzZSwiSXNVbmRlcmxpbmVkIjpmYWxzZSwiUGFyZW50U3R5bGUiOm51bGx9LCJBdXRvU2l6ZSI6MCwiRm9yZWdyb3VuZCI6eyIkaWQiOiIxOTYiLCJDb2xvciI6eyIkaWQiOiIxOTc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5OCIsIlRvcCI6MC4wLCJMZWZ0IjowLjAsIlJpZ2h0IjowLjAsIkJvdHRvbSI6MC4wfSwiUGFkZGluZyI6eyIkaWQiOiIxOTkiLCJUb3AiOjAuMCwiTGVmdCI6MC4wLCJSaWdodCI6MC4wLCJCb3R0b20iOjAuMH0sIkJhY2tncm91bmQiOnsiJHJlZiI6IjE3MCJ9LCJJc1Zpc2libGUiOmZhbHNlLCJXaWR0aCI6MC4wLCJIZWlnaHQiOjAuMCwiQm9yZGVyU3R5bGUiOnsiJGlkIjoiMjAwIiwiTGluZUNvbG9yIjpudWxsLCJMaW5lV2VpZ2h0IjowLjAsIkxpbmVUeXBlIjowLCJQYXJlbnRTdHlsZSI6bnVsbH0sIlBhcmVudFN0eWxlIjpudWxsfSwiRGF0ZUZvcm1hdCI6eyIkaWQiOiIy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yIiwiRm9ybWF0IjowLCJJc1Zpc2libGUiOmZhbHNlLCJMYXN0S25vd25WaXNpYmlsaXR5U3RhdGUiOmZhbHNlfSwiSXNWaXNpYmxlIjp0cnVlLCJQYXJlbnRTdHlsZSI6bnVsbH0sIkluZGV4IjoxMywiUGVyY2VudGFnZUNvbXBsZXRlIjpudWxsLCJQb3NpdGlvbiI6eyJSYXRpbyI6MC4wLCJJc0N1c3RvbSI6ZmFsc2V9LCJEYXRlRm9ybWF0Ijp7IiRyZWYiOiIyMDEifSwiV2Vla051bWJlcmluZyI6eyIkaWQiOiIyMDMiLCJGb3JtYXQiOjAsIklzVmlzaWJsZSI6ZmFsc2UsIkxhc3RLbm93blZpc2liaWxpdHlTdGF0ZSI6ZmFsc2V9LCJSZWxhdGVkVGFza0lkIjoiN2NhMzJhY2QtNTkwOC00NzFhLTkwNDItOTZiMDcwMTExNTk1IiwiSWQiOiI1OWEyOGJmNi1lMjUwLTRiZmMtOTgxNy1iODFlMWRiNzBjZTciLCJJbXBvcnRJZCI6bnVsbCwiVGl0bGUiOiJQbGFubmluZyBSMiBCZWdpbiIsIk5vdGUiOm51bGwsIkh5cGVybGluayI6eyIkaWQiOiIyMDQiLCJBZGRyZXNzIjoiIiwiU3ViQWRkcmVzcyI6IiJ9LCJJc0NoYW5nZWQiOmZhbHNlLCJJc05ldyI6ZmFsc2V9LHsiJGlkIjoiMjA1IiwiRGF0ZSI6IjIwMTktMDctMTBUMTE6NTk6MDAiLCJTdHlsZSI6eyIkaWQiOiIyMDYiLCJTaGFwZSI6MSwiQ29ubmVjdG9yTWFyZ2luIjp7IiRpZCI6IjIwNyIsIlRvcCI6MC4wLCJMZWZ0IjoyLjAsIlJpZ2h0IjoyLjAsIkJvdHRvbSI6MC4wfSwiQ29ubmVjdG9yU3R5bGUiOnsiJGlkIjoiMjA4IiwiTGluZUNvbG9yIjp7IiRyZWYiOiIxNDcifSwiTGluZVdlaWdodCI6MS4wLCJMaW5lVHlwZSI6MCwiUGFyZW50U3R5bGUiOm51bGx9LCJJc0JlbG93VGltZWJhbmQiOnRydWUsIlBvc2l0aW9uT25UYXNrIjozLCJIaWRlRGF0ZSI6ZmFsc2UsIlNoYXBlU2l6ZSI6MCwiU3BhY2luZyI6MC4wLCJQYWRkaW5nIjp7IiRpZCI6IjIwOSIsIlRvcCI6Ny4wLCJMZWZ0IjozLjAsIlJpZ2h0IjowLjAsIkJvdHRvbSI6Mi4wfSwiU2hhcGVTdHlsZSI6eyIkaWQiOiIyMTAiLCJNYXJnaW4iOnsiJGlkIjoiMjExIiwiVG9wIjowLjAsIkxlZnQiOjAuMCwiUmlnaHQiOjAuMCwiQm90dG9tIjowLjB9LCJQYWRkaW5nIjp7IiRpZCI6IjIxMiIsIlRvcCI6MC4wLCJMZWZ0IjowLjAsIlJpZ2h0IjowLjAsIkJvdHRvbSI6MC4wfSwiQmFja2dyb3VuZCI6eyIkaWQiOiIyMTMiLCJDb2xvciI6eyIkaWQiOiIyMTQiLCJBIjoyNTUsIlIiOjY4LCJHIjo4NCwiQiI6MTA2fX0sIklzVmlzaWJsZSI6dHJ1ZSwiV2lkdGgiOjEyLjAsIkhlaWdodCI6MTQuMCwiQm9yZGVyU3R5bGUiOnsiJGlkIjoiMjE1IiwiTGluZUNvbG9yIjpudWxsLCJMaW5lV2VpZ2h0IjowLjAsIkxpbmVUeXBlIjowLCJQYXJlbnRTdHlsZSI6bnVsbH0sIlBhcmVudFN0eWxlIjpudWxsfSwiVGl0bGVTdHlsZSI6eyIkaWQiOiIyMTYiLCJGb250U2V0dGluZ3MiOnsiJGlkIjoiMjE3IiwiRm9udFNpemUiOjExLCJGb250TmFtZSI6IkNhbGlicmkiLCJJc0JvbGQiOnRydWUsIklzSXRhbGljIjpmYWxzZSwiSXNVbmRlcmxpbmVkIjpmYWxzZSwiUGFyZW50U3R5bGUiOm51bGx9LCJBdXRvU2l6ZSI6MCwiRm9yZWdyb3VuZCI6eyIkaWQiOiIyMTgiLCJDb2xvciI6eyIkaWQiOiIyMTk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IwIiwiVG9wIjowLjAsIkxlZnQiOjAuMCwiUmlnaHQiOjAuMCwiQm90dG9tIjowLjB9LCJQYWRkaW5nIjp7IiRpZCI6IjIyMSIsIlRvcCI6MC4wLCJMZWZ0IjowLjAsIlJpZ2h0IjowLjAsIkJvdHRvbSI6MC4wfSwiQmFja2dyb3VuZCI6eyIkcmVmIjoiMTYyIn0sIklzVmlzaWJsZSI6ZmFsc2UsIldpZHRoIjowLjAsIkhlaWdodCI6MC4wLCJCb3JkZXJTdHlsZSI6eyIkaWQiOiIyMjIiLCJMaW5lQ29sb3IiOm51bGwsIkxpbmVXZWlnaHQiOjAuMCwiTGluZVR5cGUiOjAsIlBhcmVudFN0eWxlIjpudWxsfSwiUGFyZW50U3R5bGUiOm51bGx9LCJEYXRlU3R5bGUiOnsiJGlkIjoiMjIzIiwiRm9udFNldHRpbmdzIjp7IiRpZCI6IjIyNCIsIkZvbnRTaXplIjoxMCwiRm9udE5hbWUiOiJDYWxpYnJpIiwiSXNCb2xkIjpmYWxzZSwiSXNJdGFsaWMiOmZhbHNlLCJJc1VuZGVybGluZWQiOmZhbHNlLCJQYXJlbnRTdHlsZSI6bnVsbH0sIkF1dG9TaXplIjowLCJGb3JlZ3JvdW5kIjp7IiRpZCI6IjIyNSIsIkNvbG9yIjp7IiRpZCI6IjIyN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I3IiwiVG9wIjowLjAsIkxlZnQiOjAuMCwiUmlnaHQiOjAuMCwiQm90dG9tIjowLjB9LCJQYWRkaW5nIjp7IiRpZCI6IjIyOCIsIlRvcCI6MC4wLCJMZWZ0IjowLjAsIlJpZ2h0IjowLjAsIkJvdHRvbSI6MC4wfSwiQmFja2dyb3VuZCI6eyIkcmVmIjoiMTcwIn0sIklzVmlzaWJsZSI6ZmFsc2UsIldpZHRoIjowLjAsIkhlaWdodCI6MC4wLCJCb3JkZXJTdHlsZSI6eyIkaWQiOiIyMjkiLCJMaW5lQ29sb3IiOm51bGwsIkxpbmVXZWlnaHQiOjAuMCwiTGluZVR5cGUiOjAsIlBhcmVudFN0eWxlIjpudWxsfSwiUGFyZW50U3R5bGUiOm51bGx9LCJEYXRlRm9ybWF0Ijp7IiRpZCI6IjIz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EiLCJGb3JtYXQiOjAsIklzVmlzaWJsZSI6ZmFsc2UsIkxhc3RLbm93blZpc2liaWxpdHlTdGF0ZSI6ZmFsc2V9LCJJc1Zpc2libGUiOnRydWUsIlBhcmVudFN0eWxlIjpudWxsfSwiSW5kZXgiOjE0LCJQZXJjZW50YWdlQ29tcGxldGUiOm51bGwsIlBvc2l0aW9uIjp7IlJhdGlvIjowLjAsIklzQ3VzdG9tIjpmYWxzZX0sIkRhdGVGb3JtYXQiOnsiJHJlZiI6IjIzMCJ9LCJXZWVrTnVtYmVyaW5nIjp7IiRpZCI6IjIzMiIsIkZvcm1hdCI6MCwiSXNWaXNpYmxlIjpmYWxzZSwiTGFzdEtub3duVmlzaWJpbGl0eVN0YXRlIjpmYWxzZX0sIlJlbGF0ZWRUYXNrSWQiOiI3Y2EzMmFjZC01OTA4LTQ3MWEtOTA0Mi05NmIwNzAxMTE1OTUiLCJJZCI6IjUxMjg4ZGQ3LWVlMTEtNDFjMS04N2U5LWYzYWIxM2YxMGU5MSIsIkltcG9ydElkIjpudWxsLCJUaXRsZSI6IlBsYW5uaW5nIFIyIEJlZ2luIiwiTm90ZSI6bnVsbCwiSHlwZXJsaW5rIjp7IiRpZCI6IjIzMyIsIkFkZHJlc3MiOiIiLCJTdWJBZGRyZXNzIjoiIn0sIklzQ2hhbmdlZCI6ZmFsc2UsIklzTmV3IjpmYWxzZX1dLCJUYXNrRGVmaW5pdGlvbiI6eyIkaWQiOiIyMzQiLCJHcm91cE5hbWUiOiIxYjk5MjVjOS1jNGEwLTRjNzktYTExYi1hOGI5MWM5N2UwYjEiLCJTdGFydERhdGUiOiIyMDE5LTA1LTE3VDAwOjAwOjAwIiwiRW5kRGF0ZSI6IjIwMTktMDctMjBUMTE6NTk6MDAiLCJQZXJjZW50YWdlQ29tcGxldGUiOm51bGwsIlN0eWxlIjp7IiRpZCI6IjIzNSIsIlNoYXBlIjoxLCJTaGFwZVRoaWNrbmVzcyI6MywiRHVyYXRpb25Gb3JtYXQiOjAsIkluY2x1ZGVOb25Xb3JraW5nRGF5c0luRHVyYXRpb24iOmZhbHNlLCJQZXJjZW50YWdlQ29tcGxldGVTdHlsZSI6eyIkaWQiOiIyMzYiLCJGb250U2V0dGluZ3MiOnsiJGlkIjoiMjM3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IzOCIsIlRvcCI6MC4wLCJMZWZ0IjowLjAsIlJpZ2h0IjowLjAsIkJvdHRvbSI6MC4wfSwiUGFkZGluZyI6eyIkaWQiOiIyMzkiLCJUb3AiOjAuMCwiTGVmdCI6MC4wLCJSaWdodCI6MC4wLCJCb3R0b20iOjAuMH0sIkJhY2tncm91bmQiOnsiJHJlZiI6IjE0In0sIklzVmlzaWJsZSI6dHJ1ZSwiV2lkdGgiOjAuMCwiSGVpZ2h0IjowLjAsIkJvcmRlclN0eWxlIjp7IiRpZCI6IjI0MCIsIkxpbmVDb2xvciI6bnVsbCwiTGluZVdlaWdodCI6MC4wLCJMaW5lVHlwZSI6MCwiUGFyZW50U3R5bGUiOm51bGx9LCJQYXJlbnRTdHlsZSI6bnVsbH0sIkR1cmF0aW9uU3R5bGUiOnsiJGlkIjoiMjQxIiwiRm9udFNldHRpbmdzIjp7IiRpZCI6IjI0MiIsIkZvbnRTaXplIjoxMCwiRm9udE5hbWUiOiJDYWxpYnJpIiwiSXNCb2xkIjpmYWxzZSwiSXNJdGFsaWMiOmZhbHNlLCJJc1VuZGVybGluZWQiOmZhbHNlLCJQYXJlbnRTdHlsZSI6bnVsbH0sIkF1dG9TaXplIjowLCJGb3JlZ3JvdW5kIjp7IiRpZCI6IjI0MyIsIkNvbG9yIjp7IiRyZWYiOiIyMCJ9fSwiTWF4V2lkdGgiOjIwMC4wLCJNYXhIZWlnaHQiOiJJbmZpbml0eSIsIlNtYXJ0Rm9yZWdyb3VuZElzQWN0aXZlIjpmYWxzZSwiSG9yaXpvbnRhbEFsaWdubWVudCI6MCwiVmVydGljYWxBbGlnbm1lbnQiOjAsIlNtYXJ0Rm9yZWdyb3VuZCI6bnVsbCwiQmFja2dyb3VuZEZpbGxUeXBlIjowLCJNYXJnaW4iOnsiJGlkIjoiMjQ0IiwiVG9wIjowLjAsIkxlZnQiOjAuMCwiUmlnaHQiOjAuMCwiQm90dG9tIjowLjB9LCJQYWRkaW5nIjp7IiRpZCI6IjI0NSIsIlRvcCI6MC4wLCJMZWZ0IjowLjAsIlJpZ2h0IjowLjAsIkJvdHRvbSI6MC4wfSwiQmFja2dyb3VuZCI6eyIkcmVmIjoiMjMifSwiSXNWaXNpYmxlIjp0cnVlLCJXaWR0aCI6MC4wLCJIZWlnaHQiOjAuMCwiQm9yZGVyU3R5bGUiOnsiJGlkIjoiMjQ2IiwiTGluZUNvbG9yIjpudWxsLCJMaW5lV2VpZ2h0IjowLjAsIkxpbmVUeXBlIjowLCJQYXJlbnRTdHlsZSI6bnVsbH0sIlBhcmVudFN0eWxlIjpudWxsfSwiSG9yaXpvbnRhbENvbm5lY3RvclN0eWxlIjp7IiRpZCI6IjI0NyIsIkxpbmVDb2xvciI6eyIkcmVmIjoiMjYifSwiTGluZVdlaWdodCI6MS4wLCJMaW5lVHlwZSI6MCwiUGFyZW50U3R5bGUiOm51bGx9LCJWZXJ0aWNhbENvbm5lY3RvclN0eWxlIjp7IiRpZCI6IjI0OCIsIkxpbmVDb2xvciI6eyIkcmVmIjoiMjki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UsIklzQmVsb3dUaW1lYmFuZCI6dHJ1ZSwiUGVyY2VudGFnZUNvbXBsZXRlU2hhcGVPcGFjaXR5IjozNSwiU2hhcGVTdHlsZSI6eyIkaWQiOiIyNDkiLCJNYXJnaW4iOnsiJGlkIjoiMjUwIiwiVG9wIjowLjAsIkxlZnQiOjQuMCwiUmlnaHQiOjQuMCwiQm90dG9tIjowLjB9LCJQYWRkaW5nIjp7IiRpZCI6IjI1MSIsIlRvcCI6MC4wLCJMZWZ0IjowLjAsIlJpZ2h0IjowLjAsIkJvdHRvbSI6MC4wfSwiQmFja2dyb3VuZCI6eyIkaWQiOiIyNTIiLCJDb2xvciI6eyIkaWQiOiIyNTMiLCJBIjoyNTUsIlIiOjgyLCJHIjoxNDcsIkIiOjIwNX19LCJJc1Zpc2libGUiOnRydWUsIldpZHRoIjowLjAsIkhlaWdodCI6MTMuNDI2NjY2NjY2NjY2Njc3LCJCb3JkZXJTdHlsZSI6eyIkaWQiOiIyNTQiLCJMaW5lQ29sb3IiOnsiJHJlZiI6IjM3In0sIkxpbmVXZWlnaHQiOjAuMCwiTGluZVR5cGUiOjAsIlBhcmVudFN0eWxlIjpudWxsfSwiUGFyZW50U3R5bGUiOm51bGx9LCJUaXRsZVN0eWxlIjp7IiRpZCI6IjI1NSIsIkZvbnRTZXR0aW5ncyI6eyIkaWQiOiIyNTYiLCJGb250U2l6ZSI6MTEsIkZvbnROYW1lIjoiQ2FsaWJyaSIsIklzQm9sZCI6dHJ1ZSwiSXNJdGFsaWMiOmZhbHNlLCJJc1VuZGVybGluZWQiOmZhbHNlLCJQYXJlbnRTdHlsZSI6bnVsbH0sIkF1dG9TaXplIjowLCJGb3JlZ3JvdW5kIjp7IiRpZCI6IjI1NyIsIkNvbG9yIjp7IiRpZCI6IjI1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yNTkiLCJUb3AiOjAuMCwiTGVmdCI6MC4wLCJSaWdodCI6MC4wLCJCb3R0b20iOjAuMH0sIlBhZGRpbmciOnsiJGlkIjoiMjYwIiwiVG9wIjowLjAsIkxlZnQiOjAuMCwiUmlnaHQiOjAuMCwiQm90dG9tIjowLjB9LCJCYWNrZ3JvdW5kIjp7IiRyZWYiOiI0NSJ9LCJJc1Zpc2libGUiOnRydWUsIldpZHRoIjowLjAsIkhlaWdodCI6MC4wLCJCb3JkZXJTdHlsZSI6eyIkaWQiOiIyNjEiLCJMaW5lQ29sb3IiOm51bGwsIkxpbmVXZWlnaHQiOjAuMCwiTGluZVR5cGUiOjAsIlBhcmVudFN0eWxlIjpudWxsfSwiUGFyZW50U3R5bGUiOm51bGx9LCJEYXRlU3R5bGUiOnsiJGlkIjoiMjYyIiwiRm9udFNldHRpbmdzIjp7IiRpZCI6IjI2MyIsIkZvbnRTaXplIjoxMCwiRm9udE5hbWUiOiJDYWxpYnJpIiwiSXNCb2xkIjpmYWxzZSwiSXNJdGFsaWMiOmZhbHNlLCJJc1VuZGVybGluZWQiOmZhbHNlLCJQYXJlbnRTdHlsZSI6bnVsbH0sIkF1dG9TaXplIjowLCJGb3JlZ3JvdW5kIjp7IiRpZCI6IjI2NCIsIkNvbG9yIjp7IiRpZCI6IjI2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Y2IiwiVG9wIjowLjAsIkxlZnQiOjAuMCwiUmlnaHQiOjAuMCwiQm90dG9tIjowLjB9LCJQYWRkaW5nIjp7IiRpZCI6IjI2NyIsIlRvcCI6MC4wLCJMZWZ0IjowLjAsIlJpZ2h0IjowLjAsIkJvdHRvbSI6MC4wfSwiQmFja2dyb3VuZCI6eyIkcmVmIjoiNTMifSwiSXNWaXNpYmxlIjp0cnVlLCJXaWR0aCI6MC4wLCJIZWlnaHQiOjAuMCwiQm9yZGVyU3R5bGUiOnsiJGlkIjoiMjY4IiwiTGluZUNvbG9yIjpudWxsLCJMaW5lV2VpZ2h0IjowLjAsIkxpbmVUeXBlIjowLCJQYXJlbnRTdHlsZSI6bnVsbH0sIlBhcmVudFN0eWxlIjpudWxsfSwiRGF0ZUZvcm1hdCI6eyIkaWQiOiIyNjkiLCJGb3JtYXRTdHJpbmciOiJNL2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MCIsIkZvcm1hdCI6MCwiSXNWaXNpYmxlIjpmYWxzZSwiTGFzdEtub3duVmlzaWJpbGl0eVN0YXRlIjpmYWxzZX0sIklzVmlzaWJsZSI6dHJ1ZSwiUGFyZW50U3R5bGUiOm51bGx9LCJJbmRleCI6MTEsIlNtYXJ0RHVyYXRpb25BY3RpdmF0ZWQiOmZhbHNlLCJEYXRlRm9ybWF0Ijp7IiRyZWYiOiIyNjkifSwiV2Vla051bWJlcmluZyI6eyIkaWQiOiIyNzEiLCJGb3JtYXQiOjAsIklzVmlzaWJsZSI6ZmFsc2UsIkxhc3RLbm93blZpc2liaWxpdHlTdGF0ZSI6ZmFsc2V9LCJJZCI6IjdjYTMyYWNkLTU5MDgtNDcxYS05MDQyLTk2YjA3MDExMTU5NSIsIkltcG9ydElkIjpudWxsLCJUaXRsZSI6IkhlbHBkZXNrIENvbnRlbnQgUGxhbiIsIk5vdGUiOm51bGwsIkh5cGVybGluayI6eyIkaWQiOiIyNzIiLCJBZGRyZXNzIjoiIiwiU3ViQWRkcmVzcyI6IiJ9LCJJc0NoYW5nZWQiOmZhbHNlLCJJc05ldyI6ZmFsc2V9fV0sIl9taWxlc3RvbmVzIjpbeyIkaWQiOiIyNzMiLCJJZCI6IjMyYmY4M2FlLWQ2ODUtNDY3ZC04OTIwLWRiNTEwMDM3MjQyZiIsIkluZGV4IjoxMCwiR3JvdXBJZCI6IjFiOTkyNWM5LWM0YTAtNGM3OS1hMTFiLWE4YjkxYzk3ZTBiMSIsIlRpdGxlIjoiUGxhbm5pbmcgUjIgQmVnaW4iLCJEYXRlVGltZSI6IjIwMTktMDgtMDFUMTE6NTk6MDAiLCJQZXJjZW50YWdlQ29tcGxldGUiOm51bGwsIk5vdGUiOm51bGwsIlN0eWxlIjp7IiRpZCI6IjI3NCIsIlRpdGxlUG9zaXRpb24iOiJSaWdodCIsIkRhdGVQb3NpdGlvbiI6IkxlZnQiLCJTaGFwZVR5cGUiOjEsIlNoYXBlU2l6ZSI6MCwiU2hhcGVTdHlsZSI6eyIkaWQiOiIyNzUiLCJNYXJnaW4iOnsiJGlkIjoiMjc2IiwiVG9wIjowLjAsIkxlZnQiOjAuMCwiUmlnaHQiOjAuMCwiQm90dG9tIjowLjB9LCJQYWRkaW5nIjp7IiRpZCI6IjI3NyIsIlRvcCI6MC4wLCJMZWZ0IjowLjAsIlJpZ2h0IjowLjAsIkJvdHRvbSI6MC4wfSwiQmFja2dyb3VuZCI6eyIkaWQiOiIyNzgiLCJDb2xvciI6eyIkaWQiOiIyNzkiLCJBIjoyNTUsIlIiOjY4LCJHIjo4NCwiQiI6MTA2fX0sIklzVmlzaWJsZSI6dHJ1ZSwiV2lkdGgiOjEyLjAsIkhlaWdodCI6MTQuMCwiQm9yZGVyU3R5bGUiOnsiJGlkIjoiMjgwIiwiTGluZUNvbG9yIjp7IiRpZCI6IjI4MSIsIiR0eXBlIjoiTkxSRS5Db21tb24uRG9tLlNvbGlkQ29sb3JCcnVzaCwgTkxSRS5Db21tb24iLCJDb2xvciI6eyIkaWQiOiIyODIiLCJBIjoyNTUsIlIiOjI1NSwiRyI6MCwiQiI6MH19LCJMaW5lV2VpZ2h0IjowLjAsIkxpbmVUeXBlIjowLCJQYXJlbnRTdHlsZSI6bnVsbH0sIlBhcmVudFN0eWxlIjpudWxsfSwiVGl0bGVTdHlsZSI6eyIkaWQiOiIyODMiLCJGb250U2V0dGluZ3MiOnsiJGlkIjoiMjg0IiwiRm9udFNpemUiOjExLCJGb250TmFtZSI6IkNhbGlicmkiLCJJc0JvbGQiOnRydWUsIklzSXRhbGljIjpmYWxzZSwiSXNVbmRlcmxpbmVkIjpmYWxzZSwiUGFyZW50U3R5bGUiOm51bGx9LCJBdXRvU2l6ZSI6MCwiRm9yZWdyb3VuZCI6eyIkaWQiOiIyODUiLCJDb2xvciI6eyIkaWQiOiIy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g3IiwiVG9wIjowLjAsIkxlZnQiOjAuMCwiUmlnaHQiOjAuMCwiQm90dG9tIjowLjB9LCJQYWRkaW5nIjp7IiRpZCI6IjI4OCIsIlRvcCI6MC4wLCJMZWZ0IjowLjAsIlJpZ2h0IjowLjAsIkJvdHRvbSI6MC4wfSwiQmFja2dyb3VuZCI6eyIkcmVmIjoiMTYyIn0sIklzVmlzaWJsZSI6dHJ1ZSwiV2lkdGgiOjAuMCwiSGVpZ2h0IjowLjAsIkJvcmRlclN0eWxlIjpudWxsLCJQYXJlbnRTdHlsZSI6bnVsbH0sIkRhdGVTdHlsZSI6eyIkaWQiOiIyODkiLCJGb250U2V0dGluZ3MiOnsiJGlkIjoiMjkwIiwiRm9udFNpemUiOjEwLCJGb250TmFtZSI6IkNhbGlicmkiLCJJc0JvbGQiOmZhbHNlLCJJc0l0YWxpYyI6ZmFsc2UsIklzVW5kZXJsaW5lZCI6ZmFsc2UsIlBhcmVudFN0eWxlIjpudWxsfSwiQXV0b1NpemUiOjAsIkZvcmVncm91bmQiOnsiJGlkIjoiMjkxIiwiQ29sb3IiOnsiJGlkIjoiMjk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OTMiLCJUb3AiOjAuMCwiTGVmdCI6MC4wLCJSaWdodCI6MC4wLCJCb3R0b20iOjAuMH0sIlBhZGRpbmciOnsiJGlkIjoiMjk0IiwiVG9wIjowLjAsIkxlZnQiOjAuMCwiUmlnaHQiOjAuMCwiQm90dG9tIjowLjB9LCJCYWNrZ3JvdW5kIjp7IiRyZWYiOiIxNzAifSwiSXNWaXNpYmxlIjpmYWxzZSwiV2lkdGgiOjAuMCwiSGVpZ2h0IjowLjAsIkJvcmRlclN0eWxlIjpudWxsLCJQYXJlbnRTdHlsZSI6bnVsbH0sIkRhdGVGb3JtYXQiOnsiJGlkIjoiMjk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NiIsIkZvcm1hdCI6MCwiSXNWaXNpYmxlIjpmYWxzZSwiTGFzdEtub3duVmlzaWJpbGl0eVN0YXRlIjpmYWxzZX0sIklzVmlzaWJsZSI6dHJ1ZSwiUGFyZW50U3R5bGUiOm51bGx9LCJIeXBlcmxpbmsiOnsiJGlkIjoiMjk3IiwiQWRkcmVzcyI6IiIsIlN1YkFkZHJlc3MiOiIifSwiSW1wb3J0SWQiOiIifV0sIklkIjoiMWI5OTI1YzktYzRhMC00Yzc5LWExMWItYThiOTFjOTdlMGIxIiwiSXNTaW5nbGVJdGVtUm93IjpmYWxzZX1dLCJJbmRleCI6MCwiSWQiOiIxOWI2OTU2OC1jYWYzLTQyNWEtYjQyYy05OTQ5OTM2ZjU0OTgiLCJIZWFkZXJUZXh0IjpudWxsLCJJc0RlZmF1bHQiOnRydWUsIlN0eWxlIjp7IiRpZCI6IjI5OCIsIkhlYWRlclN0eWxlIjp7IiRpZCI6IjI5OSIsIlRleHRTdHlsZSI6eyIkaWQiOiIzMDAiLCJGb250U2V0dGluZ3MiOnsiJGlkIjoiMzAxIiwiRm9udFNpemUiOjExLCJGb250TmFtZSI6IkNhbGlicmkiLCJJc0JvbGQiOmZhbHNlLCJJc0l0YWxpYyI6ZmFsc2UsIklzVW5kZXJsaW5lZCI6ZmFsc2UsIlBhcmVudFN0eWxlIjpudWxsfSwiQXV0b1NpemUiOjIsIkZvcmVncm91bmQiOnsiJGlkIjoiMzAyIiwiQ29sb3IiOnsiJGlkIjoiMzA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zA0IiwiVG9wIjowLjAsIkxlZnQiOjAuMCwiUmlnaHQiOjAuMCwiQm90dG9tIjowLjB9LCJQYWRkaW5nIjp7IiRpZCI6IjMwNSIsIlRvcCI6MC4wLCJMZWZ0IjowLjAsIlJpZ2h0IjowLjAsIkJvdHRvbSI6MC4wfSwiQmFja2dyb3VuZCI6bnVsbCwiSXNWaXNpYmxlIjp0cnVlLCJXaWR0aCI6MC4wLCJIZWlnaHQiOjAuMCwiQm9yZGVyU3R5bGUiOm51bGwsIlBhcmVudFN0eWxlIjpudWxsfSwiUmVjdGFuZ2xlU3R5bGUiOnsiJGlkIjoiMzA2IiwiTWFyZ2luIjp7IiRpZCI6IjMwNyIsIlRvcCI6MC4wLCJMZWZ0IjowLjAsIlJpZ2h0IjowLjAsIkJvdHRvbSI6MC4wfSwiUGFkZGluZyI6eyIkaWQiOiIzMDgiLCJUb3AiOjAuMCwiTGVmdCI6MC4wLCJSaWdodCI6MC4wLCJCb3R0b20iOjAuMH0sIkJhY2tncm91bmQiOnsiJGlkIjoiMzA5IiwiQ29sb3IiOnsiJGlkIjoiMzEwIiwiQSI6NjMsIlIiOjkxLCJHIjoxNTUsIkIiOjIxM319LCJJc1Zpc2libGUiOnRydWUsIldpZHRoIjowLjAsIkhlaWdodCI6MC4wLCJCb3JkZXJTdHlsZSI6eyIkaWQiOiIzMTEiLCJMaW5lQ29sb3IiOnsiJGlkIjoiMzEyIiwiJHR5cGUiOiJOTFJFLkNvbW1vbi5Eb20uU29saWRDb2xvckJydXNoLCBOTFJFLkNvbW1vbiIsIkNvbG9yIjp7IiRpZCI6IjMxMyIsIkEiOjI1NSwiUiI6MjU1LCJHIjowLCJCIjowfX0sIkxpbmVXZWlnaHQiOjAuMCwiTGluZVR5cGUiOjAsIlBhcmVudFN0eWxlIjpudWxsfSwiUGFyZW50U3R5bGUiOm51bGx9LCJNYXJnaW4iOnsiJGlkIjoiMzE0IiwiVG9wIjowLjAsIkxlZnQiOjAuMCwiUmlnaHQiOjAuMCwiQm90dG9tIjowLjB9LCJQYWRkaW5nIjp7IiRpZCI6IjMxNSIsIlRvcCI6MC4wLCJMZWZ0IjowLjAsIlJpZ2h0IjowLjAsIkJvdHRvbSI6MC4wfSwiQmFja2dyb3VuZCI6bnVsbCwiSXNWaXNpYmxlIjp0cnVlLCJXaWR0aCI6MC4wLCJIZWlnaHQiOjAuMCwiQm9yZGVyU3R5bGUiOm51bGwsIlBhcmVudFN0eWxlIjpudWxsfSwiQmFja2dyb3VuZFN0eWxlIjp7IiRpZCI6IjMxNiIsIk1hcmdpbiI6eyIkaWQiOiIzMTciLCJUb3AiOjAuMCwiTGVmdCI6MC4wLCJSaWdodCI6MC4wLCJCb3R0b20iOjAuMH0sIlBhZGRpbmciOnsiJGlkIjoiMzE4IiwiVG9wIjowLjAsIkxlZnQiOjAuMCwiUmlnaHQiOjAuMCwiQm90dG9tIjowLjB9LCJCYWNrZ3JvdW5kIjp7IiRpZCI6IjMxOSIsIkNvbG9yIjp7IiRpZCI6IjMyMCIsIkEiOjUxLCJSIjoxNTUsIkciOjE4NywiQiI6ODl9fSwiSXNWaXNpYmxlIjp0cnVlLCJXaWR0aCI6MC4wLCJIZWlnaHQiOjAuMCwiQm9yZGVyU3R5bGUiOnsiJGlkIjoiMzIxIiwiTGluZUNvbG9yIjp7IiRpZCI6IjMyMiIsIiR0eXBlIjoiTkxSRS5Db21tb24uRG9tLlNvbGlkQ29sb3JCcnVzaCwgTkxSRS5Db21tb24iLCJDb2xvciI6eyIkaWQiOiIzMjMiLCJBIjoyNTUsIlIiOjI1NSwiRyI6MCwiQiI6MH19LCJMaW5lV2VpZ2h0IjowLjAsIkxpbmVUeXBlIjowLCJQYXJlbnRTdHlsZSI6bnVsbH0sIlBhcmVudFN0eWxlIjpudWxsfSwiTWFyZ2luIjp7IiRpZCI6IjMyNCIsIlRvcCI6MC4wLCJMZWZ0IjowLjAsIlJpZ2h0IjowLjAsIkJvdHRvbSI6MC4wfSwiUGFkZGluZyI6eyIkaWQiOiIzMjUiLCJUb3AiOjAuMCwiTGVmdCI6MC4wLCJSaWdodCI6MC4wLCJCb3R0b20iOjAuMH0sIklzVmlzaWJsZSI6dHJ1ZSwiV2lkdGgiOjAuMCwiSGVpZ2h0IjowLjAsIkJvcmRlclN0eWxlIjpudWxsLCJQYXJlbnRTdHlsZSI6bnVsbH19XSwiSWQiOiI3OWYwNWU4ZC1lNzJlLTRjYzMtODVmYy1lODc1ZmE2NTUxN2YiLCJJbmRleCI6NiwiSGVhZGVyVGV4dCI6IlBsYW4iLCJTdHlsZSI6eyIkaWQiOiIzMjYiLCJIZWFkZXJTdHlsZSI6eyIkaWQiOiIzMjciLCJUZXh0SXNWZXJ0aWNhbCI6ZmFsc2UsIlRleHRTdHlsZSI6eyIkaWQiOiIzMjgiLCJGb250U2V0dGluZ3MiOnsiJGlkIjoiMzI5IiwiRm9udFNpemUiOjEwLCJGb250TmFtZSI6IkZyYW5rbGluIEdvdGhpYyBNZWRpdW0iLCJJc0JvbGQiOmZhbHNlLCJJc0l0YWxpYyI6ZmFsc2UsIklzVW5kZXJsaW5lZCI6ZmFsc2UsIlBhcmVudFN0eWxlIjpudWxsfSwiQXV0b1NpemUiOjAsIkZvcmVncm91bmQiOnsiJGlkIjoiMzMwIiwiQ29sb3IiOnsiJGlkIjoiMzMxIiwiQSI6MjU1LCJSIjozMiwiRyI6NTYsIkIiOjEwMH19LCJNYXhXaWR0aCI6MC4wLCJNYXhIZWlnaHQiOjAuMCwiU21hcnRGb3JlZ3JvdW5kSXNBY3RpdmUiOmZhbHNlLCJIb3Jpem9udGFsQWxpZ25tZW50IjowLCJWZXJ0aWNhbEFsaWdubWVudCI6MCwiU21hcnRGb3JlZ3JvdW5kIjpudWxsLCJCYWNrZ3JvdW5kRmlsbFR5cGUiOjAsIk1hcmdpbiI6eyIkaWQiOiIzMzIiLCJUb3AiOjAuMCwiTGVmdCI6MC4wLCJSaWdodCI6MC4wLCJCb3R0b20iOjAuMH0sIlBhZGRpbmciOnsiJGlkIjoiMzMzIiwiVG9wIjowLjAsIkxlZnQiOjAuMCwiUmlnaHQiOjAuMCwiQm90dG9tIjowLjB9LCJCYWNrZ3JvdW5kIjpudWxsLCJJc1Zpc2libGUiOmZhbHNlLCJXaWR0aCI6MC4wLCJIZWlnaHQiOjAuMCwiQm9yZGVyU3R5bGUiOm51bGwsIlBhcmVudFN0eWxlIjpudWxsfSwiUmVjdGFuZ2xlU3R5bGUiOnsiJGlkIjoiMzM0IiwiTWFyZ2luIjp7IiRpZCI6IjMzNSIsIlRvcCI6MC4wLCJMZWZ0IjowLjAsIlJpZ2h0IjowLjAsIkJvdHRvbSI6MC4wfSwiUGFkZGluZyI6eyIkaWQiOiIzMzYiLCJUb3AiOjAuMCwiTGVmdCI6MC4wLCJSaWdodCI6MC4wLCJCb3R0b20iOjAuMH0sIkJhY2tncm91bmQiOnsiJGlkIjoiMzM3IiwiQ29sb3IiOnsiJGlkIjoiMzM4IiwiQSI6MTI3LCJSIjo5MSwiRyI6MTU1LCJCIjoyMTN9fSwiSXNWaXNpYmxlIjpmYWxzZSwiV2lkdGgiOjAuMCwiSGVpZ2h0IjowLjAsIkJvcmRlclN0eWxlIjp7IiRpZCI6IjMzOSIsIkxpbmVDb2xvciI6eyIkaWQiOiIzNDAiLCIkdHlwZSI6Ik5MUkUuQ29tbW9uLkRvbS5Tb2xpZENvbG9yQnJ1c2gsIE5MUkUuQ29tbW9uIiwiQ29sb3IiOnsiJGlkIjoiMzQxIiwiQSI6MjU1LCJSIjoyNTUsIkciOjAsIkIiOjB9fSwiTGluZVdlaWdodCI6MC4wLCJMaW5lVHlwZSI6MCwiUGFyZW50U3R5bGUiOm51bGx9LCJQYXJlbnRTdHlsZSI6bnVsbH0sIk1hcmdpbiI6eyIkaWQiOiIzNDIiLCJUb3AiOjAuMCwiTGVmdCI6MC4wLCJSaWdodCI6MC4wLCJCb3R0b20iOjAuMH0sIlBhZGRpbmciOnsiJGlkIjoiMzQzIiwiVG9wIjowLjAsIkxlZnQiOjAuMCwiUmlnaHQiOjAuMCwiQm90dG9tIjowLjB9LCJCYWNrZ3JvdW5kIjpudWxsLCJJc1Zpc2libGUiOnRydWUsIldpZHRoIjowLjAsIkhlaWdodCI6MC4wLCJCb3JkZXJTdHlsZSI6bnVsbCwiUGFyZW50U3R5bGUiOm51bGx9LCJCYWNrZ3JvdW5kU3R5bGUiOnsiJGlkIjoiMzQ0IiwiTWFyZ2luIjp7IiRpZCI6IjM0NSIsIlRvcCI6MC4wLCJMZWZ0IjowLjAsIlJpZ2h0IjowLjAsIkJvdHRvbSI6MC4wfSwiUGFkZGluZyI6eyIkaWQiOiIzNDYiLCJUb3AiOjAuMCwiTGVmdCI6MC4wLCJSaWdodCI6MC4wLCJCb3R0b20iOjAuMH0sIkJhY2tncm91bmQiOnsiJGlkIjoiMzQ3IiwiQ29sb3IiOnsiJGlkIjoiMzQ4IiwiQSI6MzgsIlIiOjkxLCJHIjoxNTUsIkIiOjIxM319LCJJc1Zpc2libGUiOnRydWUsIldpZHRoIjowLjAsIkhlaWdodCI6MC4wLCJCb3JkZXJTdHlsZSI6eyIkaWQiOiIzNDkiLCJMaW5lQ29sb3IiOnsiJGlkIjoiMzUwIiwiJHR5cGUiOiJOTFJFLkNvbW1vbi5Eb20uU29saWRDb2xvckJydXNoLCBOTFJFLkNvbW1vbiIsIkNvbG9yIjp7IiRpZCI6IjM1MSIsIkEiOjI1NSwiUiI6MjU1LCJHIjowLCJCIjowfX0sIkxpbmVXZWlnaHQiOjAuMCwiTGluZVR5cGUiOjAsIlBhcmVudFN0eWxlIjpudWxsfSwiUGFyZW50U3R5bGUiOm51bGx9LCJJc0Fib3ZlVGltZWJhbmQiOmZhbHNlLCJNYXJnaW4iOnsiJGlkIjoiMzUyIiwiVG9wIjowLjAsIkxlZnQiOjAuMCwiUmlnaHQiOjAuMCwiQm90dG9tIjowLjB9LCJQYWRkaW5nIjp7IiRpZCI6IjM1MyIsIlRvcCI6MC4wLCJMZWZ0IjowLjAsIlJpZ2h0IjowLjAsIkJvdHRvbSI6MC4wfSwiSXNWaXNpYmxlIjp0cnVlLCJXaWR0aCI6MC4wLCJIZWlnaHQiOjAuMCwiQm9yZGVyU3R5bGUiOnsiJGlkIjoiMzU0IiwiTGluZUNvbG9yIjpudWxsLCJMaW5lV2VpZ2h0IjowLjAsIkxpbmVUeXBlIjowLCJQYXJlbnRTdHlsZSI6bnVsbH0sIlBhcmVudFN0eWxlIjpudWxsfX0seyIkaWQiOiIzNTUiLCJfYWN0aXZpdGllcyI6W3siJGlkIjoiMzU2IiwiX3Jvd3MiOlt7IiRpZCI6IjM1NyIsIl90YXNrcyI6W10sIl9taWxlc3RvbmVzIjpbeyIkaWQiOiIzNTgiLCJJZCI6IjI5MDZlNjJjLTJkNjQtNDIzYS04YTZmLWYwY2ZmY2UzNDNmZCIsIkluZGV4IjoxNiwiR3JvdXBJZCI6Ijc2Y2ExZGU1LTc2ZWEtNDMwYy05NzA3LWY5ZWY0Y2IwYTM2NiIsIlRpdGxlIjoiUGVyZm9ybWFuY2UgVmFsaWRhdGlvbiIsIkRhdGVUaW1lIjoiMjAxOS0wMy0xNFQxMTo1OTowMCIsIlBlcmNlbnRhZ2VDb21wbGV0ZSI6bnVsbCwiTm90ZSI6bnVsbCwiU3R5bGUiOnsiJGlkIjoiMzU5IiwiVGl0bGVQb3NpdGlvbiI6IlJpZ2h0IiwiRGF0ZVBvc2l0aW9uIjoiTGVmdCIsIlNoYXBlVHlwZSI6MSwiU2hhcGVTaXplIjowLCJTaGFwZVN0eWxlIjp7IiRpZCI6IjM2MCIsIk1hcmdpbiI6eyIkcmVmIjoiMjc2In0sIlBhZGRpbmciOnsiJHJlZiI6IjI3NyJ9LCJCYWNrZ3JvdW5kIjp7IiRpZCI6IjM2MSIsIkNvbG9yIjp7IiRpZCI6IjM2MiIsIkEiOjI1NSwiUiI6MjA2LCJHIjoxNDYsIkIiOjB9fSwiSXNWaXNpYmxlIjp0cnVlLCJXaWR0aCI6MTIuMCwiSGVpZ2h0IjoxNC4wLCJCb3JkZXJTdHlsZSI6eyIkaWQiOiIzNjMiLCJMaW5lQ29sb3IiOnsiJHJlZiI6IjI4MSJ9LCJMaW5lV2VpZ2h0IjowLjAsIkxpbmVUeXBlIjowLCJQYXJlbnRTdHlsZSI6bnVsbH0sIlBhcmVudFN0eWxlIjpudWxsfSwiVGl0bGVTdHlsZSI6eyIkaWQiOiIzNjQiLCJGb250U2V0dGluZ3MiOnsiJGlkIjoiMzY1IiwiRm9udFNpemUiOjExLCJGb250TmFtZSI6IkNhbGlicmkiLCJJc0JvbGQiOnRydWUsIklzSXRhbGljIjpmYWxzZSwiSXNVbmRlcmxpbmVkIjpmYWxzZSwiUGFyZW50U3R5bGUiOm51bGx9LCJBdXRvU2l6ZSI6MCwiRm9yZWdyb3VuZCI6eyIkaWQiOiIzNjYiLCJDb2xvciI6eyIkaWQiOiIzNjciLCJBIjoyNTUsIlIiOjEyNywiRyI6OTY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zNjgiLCJGb250U2V0dGluZ3MiOnsiJGlkIjoiMzY5IiwiRm9udFNpemUiOjEwLCJGb250TmFtZSI6IkNhbGlicmkiLCJJc0JvbGQiOmZhbHNlLCJJc0l0YWxpYyI6ZmFsc2UsIklzVW5kZXJsaW5lZCI6ZmFsc2UsIlBhcmVudFN0eWxlIjpudWxsfSwiQXV0b1NpemUiOjAsIkZvcmVncm91bmQiOnsiJGlkIjoiMzcwIiwiQ29sb3IiOnsiJGlkIjoiMzc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Mz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yIsIkZvcm1hdCI6MCwiSXNWaXNpYmxlIjpmYWxzZSwiTGFzdEtub3duVmlzaWJpbGl0eVN0YXRlIjpmYWxzZX0sIklzVmlzaWJsZSI6dHJ1ZSwiUGFyZW50U3R5bGUiOm51bGx9LCJIeXBlcmxpbmsiOnsiJGlkIjoiMzc0IiwiQWRkcmVzcyI6IiIsIlN1YkFkZHJlc3MiOiIifSwiSW1wb3J0SWQiOiIifSx7IiRpZCI6IjM3NSIsIklkIjoiNGJlZTFjYmUtNzI3NS00YTcwLThlYjEtNmVhZWExZDNkNDJjIiwiSW5kZXgiOjE3LCJHcm91cElkIjoiNzZjYTFkZTUtNzZlYS00MzBjLTk3MDctZjllZjRjYjBhMzY2IiwiVGl0bGUiOiJUZXN0IENvbXBsZXRlIiwiRGF0ZVRpbWUiOiIyMDE5LTA1LTE0VDExOjU5OjAwIiwiUGVyY2VudGFnZUNvbXBsZXRlIjpudWxsLCJOb3RlIjpudWxsLCJTdHlsZSI6eyIkaWQiOiIzNzYiLCJUaXRsZVBvc2l0aW9uIjoiUmlnaHQiLCJEYXRlUG9zaXRpb24iOiJMZWZ0IiwiU2hhcGVUeXBlIjoxLCJTaGFwZVNpemUiOjAsIlNoYXBlU3R5bGUiOnsiJGlkIjoiMzc3IiwiTWFyZ2luIjp7IiRyZWYiOiIyNzYifSwiUGFkZGluZyI6eyIkcmVmIjoiMjc3In0sIkJhY2tncm91bmQiOnsiJGlkIjoiMzc4IiwiQ29sb3IiOnsiJGlkIjoiMzc5IiwiQSI6MjU1LCJSIjoyMDYsIkciOjE0NiwiQiI6MH19LCJJc1Zpc2libGUiOnRydWUsIldpZHRoIjoxMi4wLCJIZWlnaHQiOjE0LjAsIkJvcmRlclN0eWxlIjp7IiRpZCI6IjM4MCIsIkxpbmVDb2xvciI6eyIkcmVmIjoiMjgxIn0sIkxpbmVXZWlnaHQiOjAuMCwiTGluZVR5cGUiOjAsIlBhcmVudFN0eWxlIjpudWxsfSwiUGFyZW50U3R5bGUiOm51bGx9LCJUaXRsZVN0eWxlIjp7IiRpZCI6IjM4MSIsIkZvbnRTZXR0aW5ncyI6eyIkaWQiOiIzODIiLCJGb250U2l6ZSI6MTEsIkZvbnROYW1lIjoiQ2FsaWJyaSIsIklzQm9sZCI6dHJ1ZSwiSXNJdGFsaWMiOmZhbHNlLCJJc1VuZGVybGluZWQiOmZhbHNlLCJQYXJlbnRTdHlsZSI6bnVsbH0sIkF1dG9TaXplIjowLCJGb3JlZ3JvdW5kIjp7IiRpZCI6IjM4MyIsIkNvbG9yIjp7IiRpZCI6IjM4NCIsIkEiOjI1NSwiUiI6MTI3LCJHIjo5NiwiQiI6MH19LCJNYXhXaWR0aCI6MjAwLjAsIk1heEhlaWdodCI6IkluZmluaXR5IiwiU21hcnRGb3JlZ3JvdW5kSXNBY3RpdmUiOmZhbHNlLCJIb3Jpem9udGFsQWxpZ25tZW50IjowLCJWZXJ0aWNhbEFsaWdubWVudCI6MCwiU21hcnRGb3JlZ3JvdW5kIjpudWxsLCJCYWNrZ3JvdW5kRmlsbFR5cGUiOjAsIk1hcmdpbiI6eyIkcmVmIjoiMjg3In0sIlBhZGRpbmciOnsiJHJlZiI6IjI4OCJ9LCJCYWNrZ3JvdW5kIjp7IiRyZWYiOiIxNjIifSwiSXNWaXNpYmxlIjp0cnVlLCJXaWR0aCI6MC4wLCJIZWlnaHQiOjAuMCwiQm9yZGVyU3R5bGUiOm51bGwsIlBhcmVudFN0eWxlIjpudWxsfSwiRGF0ZVN0eWxlIjp7IiRpZCI6IjM4NSIsIkZvbnRTZXR0aW5ncyI6eyIkaWQiOiIzODYiLCJGb250U2l6ZSI6MTAsIkZvbnROYW1lIjoiQ2FsaWJyaSIsIklzQm9sZCI6ZmFsc2UsIklzSXRhbGljIjpmYWxzZSwiSXNVbmRlcmxpbmVkIjpmYWxzZSwiUGFyZW50U3R5bGUiOm51bGx9LCJBdXRvU2l6ZSI6MCwiRm9yZWdyb3VuZCI6eyIkaWQiOiIzODciLCJDb2xvciI6eyIkaWQiOiIzOD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OTMifSwiUGFkZGluZyI6eyIkcmVmIjoiMjk0In0sIkJhY2tncm91bmQiOnsiJHJlZiI6IjE3MCJ9LCJJc1Zpc2libGUiOmZhbHNlLCJXaWR0aCI6MC4wLCJIZWlnaHQiOjAuMCwiQm9yZGVyU3R5bGUiOm51bGwsIlBhcmVudFN0eWxlIjpudWxsfSwiRGF0ZUZvcm1hdCI6eyIkaWQiOiIzO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wIiwiRm9ybWF0IjowLCJJc1Zpc2libGUiOmZhbHNlLCJMYXN0S25vd25WaXNpYmlsaXR5U3RhdGUiOmZhbHNlfSwiSXNWaXNpYmxlIjp0cnVlLCJQYXJlbnRTdHlsZSI6bnVsbH0sIkh5cGVybGluayI6eyIkaWQiOiIzOTEiLCJBZGRyZXNzIjoiIiwiU3ViQWRkcmVzcyI6IiJ9LCJJbXBvcnRJZCI6IiJ9LHsiJGlkIjoiMzkyIiwiSWQiOiIwOTE5YWU4ZS1mOWNlLTRiYzgtODk3NC05ZmZjNGY4OTJiNTYiLCJJbmRleCI6MTgsIkdyb3VwSWQiOiI3NmNhMWRlNS03NmVhLTQzMGMtOTcwNy1mOWVmNGNiMGEzNjYiLCJUaXRsZSI6Ik1vbml0b3JpbmciLCJEYXRlVGltZSI6IjIwMTktMDYtMjZUMTE6NTk6MDAiLCJQZXJjZW50YWdlQ29tcGxldGUiOm51bGwsIk5vdGUiOm51bGwsIlN0eWxlIjp7IiRpZCI6IjM5MyIsIlRpdGxlUG9zaXRpb24iOiJSaWdodCIsIkRhdGVQb3NpdGlvbiI6IkxlZnQiLCJTaGFwZVR5cGUiOjEsIlNoYXBlU2l6ZSI6MCwiU2hhcGVTdHlsZSI6eyIkaWQiOiIzOTQiLCJNYXJnaW4iOnsiJHJlZiI6IjI3NiJ9LCJQYWRkaW5nIjp7IiRyZWYiOiIyNzcifSwiQmFja2dyb3VuZCI6eyIkaWQiOiIzOTUiLCJDb2xvciI6eyIkaWQiOiIzOTYiLCJBIjoyNTUsIlIiOjIwNiwiRyI6MTQ2LCJCIjowfX0sIklzVmlzaWJsZSI6dHJ1ZSwiV2lkdGgiOjEyLjAsIkhlaWdodCI6MTQuMCwiQm9yZGVyU3R5bGUiOnsiJGlkIjoiMzk3IiwiTGluZUNvbG9yIjp7IiRyZWYiOiIyODEifSwiTGluZVdlaWdodCI6MC4wLCJMaW5lVHlwZSI6MCwiUGFyZW50U3R5bGUiOm51bGx9LCJQYXJlbnRTdHlsZSI6bnVsbH0sIlRpdGxlU3R5bGUiOnsiJGlkIjoiMzk4IiwiRm9udFNldHRpbmdzIjp7IiRpZCI6IjM5OSIsIkZvbnRTaXplIjoxMSwiRm9udE5hbWUiOiJDYWxpYnJpIiwiSXNCb2xkIjp0cnVlLCJJc0l0YWxpYyI6ZmFsc2UsIklzVW5kZXJsaW5lZCI6ZmFsc2UsIlBhcmVudFN0eWxlIjpudWxsfSwiQXV0b1NpemUiOjAsIkZvcmVncm91bmQiOnsiJGlkIjoiNDAwIiwiQ29sb3IiOnsiJGlkIjoiNDAxIiwiQSI6MjU1LCJSIjoxMjcsIkciOjk2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DAyIiwiRm9udFNldHRpbmdzIjp7IiRpZCI6IjQwMyIsIkZvbnRTaXplIjoxMCwiRm9udE5hbWUiOiJDYWxpYnJpIiwiSXNCb2xkIjpmYWxzZSwiSXNJdGFsaWMiOmZhbHNlLCJJc1VuZGVybGluZWQiOmZhbHNlLCJQYXJlbnRTdHlsZSI6bnVsbH0sIkF1dG9TaXplIjowLCJGb3JlZ3JvdW5kIjp7IiRpZCI6IjQwNCIsIkNvbG9yIjp7IiRpZCI6IjQw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Qw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DciLCJGb3JtYXQiOjAsIklzVmlzaWJsZSI6ZmFsc2UsIkxhc3RLbm93blZpc2liaWxpdHlTdGF0ZSI6ZmFsc2V9LCJJc1Zpc2libGUiOnRydWUsIlBhcmVudFN0eWxlIjpudWxsfSwiSHlwZXJsaW5rIjp7IiRpZCI6IjQwOCIsIkFkZHJlc3MiOiIiLCJTdWJBZGRyZXNzIjoiIn0sIkltcG9ydElkIjoiIn0seyIkaWQiOiI0MDkiLCJJZCI6IjE2YTlmNzgxLWZiY2YtNDM0OC1hOTBkLTQxODM1ZmEzMjQ5ZSIsIkluZGV4IjoxOSwiR3JvdXBJZCI6Ijc2Y2ExZGU1LTc2ZWEtNDMwYy05NzA3LWY5ZWY0Y2IwYTM2NiIsIlRpdGxlIjoiUGhhc2UgU3luYyIsIkRhdGVUaW1lIjoiMjAxOS0wOC0yMFQxMTo1OTowMCIsIlBlcmNlbnRhZ2VDb21wbGV0ZSI6bnVsbCwiTm90ZSI6bnVsbCwiU3R5bGUiOnsiJGlkIjoiNDEwIiwiVGl0bGVQb3NpdGlvbiI6IlJpZ2h0IiwiRGF0ZVBvc2l0aW9uIjoiTGVmdCIsIlNoYXBlVHlwZSI6MSwiU2hhcGVTaXplIjowLCJTaGFwZVN0eWxlIjp7IiRpZCI6IjQxMSIsIk1hcmdpbiI6eyIkcmVmIjoiMjc2In0sIlBhZGRpbmciOnsiJHJlZiI6IjI3NyJ9LCJCYWNrZ3JvdW5kIjp7IiRpZCI6IjQxMiIsIkNvbG9yIjp7IiRpZCI6IjQxMyIsIkEiOjI1NSwiUiI6MjA2LCJHIjoxNDYsIkIiOjB9fSwiSXNWaXNpYmxlIjp0cnVlLCJXaWR0aCI6MTIuMCwiSGVpZ2h0IjoxNC4wLCJCb3JkZXJTdHlsZSI6eyIkaWQiOiI0MTQiLCJMaW5lQ29sb3IiOnsiJHJlZiI6IjI4MSJ9LCJMaW5lV2VpZ2h0IjowLjAsIkxpbmVUeXBlIjowLCJQYXJlbnRTdHlsZSI6bnVsbH0sIlBhcmVudFN0eWxlIjpudWxsfSwiVGl0bGVTdHlsZSI6eyIkaWQiOiI0MTUiLCJGb250U2V0dGluZ3MiOnsiJGlkIjoiNDE2IiwiRm9udFNpemUiOjExLCJGb250TmFtZSI6IkNhbGlicmkiLCJJc0JvbGQiOnRydWUsIklzSXRhbGljIjpmYWxzZSwiSXNVbmRlcmxpbmVkIjpmYWxzZSwiUGFyZW50U3R5bGUiOm51bGx9LCJBdXRvU2l6ZSI6MCwiRm9yZWdyb3VuZCI6eyIkaWQiOiI0MTciLCJDb2xvciI6eyIkaWQiOiI0MTgiLCJBIjoyNTUsIlIiOjEyNywiRyI6OTY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0MTkiLCJGb250U2V0dGluZ3MiOnsiJGlkIjoiNDIwIiwiRm9udFNpemUiOjEwLCJGb250TmFtZSI6IkNhbGlicmkiLCJJc0JvbGQiOmZhbHNlLCJJc0l0YWxpYyI6ZmFsc2UsIklzVW5kZXJsaW5lZCI6ZmFsc2UsIlBhcmVudFN0eWxlIjpudWxsfSwiQXV0b1NpemUiOjAsIkZvcmVncm91bmQiOnsiJGlkIjoiNDIxIiwiQ29sb3IiOnsiJGlkIjoiNDI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ND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yNCIsIkZvcm1hdCI6MCwiSXNWaXNpYmxlIjpmYWxzZSwiTGFzdEtub3duVmlzaWJpbGl0eVN0YXRlIjpmYWxzZX0sIklzVmlzaWJsZSI6dHJ1ZSwiUGFyZW50U3R5bGUiOm51bGx9LCJIeXBlcmxpbmsiOnsiJGlkIjoiNDI1IiwiQWRkcmVzcyI6IiIsIlN1YkFkZHJlc3MiOiIifSwiSW1wb3J0SWQiOiIifSx7IiRpZCI6IjQyNiIsIklkIjoiZmE4YzFiMWEtZDlmOS00ZjhlLTkwYjMtMjc0MzdmOTAyYTExIiwiSW5kZXgiOjIwLCJHcm91cElkIjoiNzZjYTFkZTUtNzZlYS00MzBjLTk3MDctZjllZjRjYjBhMzY2IiwiVGl0bGUiOiJMb2FkIEJhbGFuY2UiLCJEYXRlVGltZSI6IjIwMTktMTAtMDJUMTE6NTk6MDAiLCJQZXJjZW50YWdlQ29tcGxldGUiOm51bGwsIk5vdGUiOm51bGwsIlN0eWxlIjp7IiRpZCI6IjQyNyIsIlRpdGxlUG9zaXRpb24iOiJSaWdodCIsIkRhdGVQb3NpdGlvbiI6IkxlZnQiLCJTaGFwZVR5cGUiOjEsIlNoYXBlU2l6ZSI6MCwiU2hhcGVTdHlsZSI6eyIkaWQiOiI0MjgiLCJNYXJnaW4iOnsiJHJlZiI6IjI3NiJ9LCJQYWRkaW5nIjp7IiRyZWYiOiIyNzcifSwiQmFja2dyb3VuZCI6eyIkaWQiOiI0MjkiLCJDb2xvciI6eyIkaWQiOiI0MzAiLCJBIjoyNTUsIlIiOjIwNiwiRyI6MTQ2LCJCIjowfX0sIklzVmlzaWJsZSI6dHJ1ZSwiV2lkdGgiOjEyLjAsIkhlaWdodCI6MTQuMCwiQm9yZGVyU3R5bGUiOnsiJGlkIjoiNDMxIiwiTGluZUNvbG9yIjp7IiRyZWYiOiIyODEifSwiTGluZVdlaWdodCI6MC4wLCJMaW5lVHlwZSI6MCwiUGFyZW50U3R5bGUiOm51bGx9LCJQYXJlbnRTdHlsZSI6bnVsbH0sIlRpdGxlU3R5bGUiOnsiJGlkIjoiNDMyIiwiRm9udFNldHRpbmdzIjp7IiRpZCI6IjQzMyIsIkZvbnRTaXplIjoxMSwiRm9udE5hbWUiOiJDYWxpYnJpIiwiSXNCb2xkIjp0cnVlLCJJc0l0YWxpYyI6ZmFsc2UsIklzVW5kZXJsaW5lZCI6ZmFsc2UsIlBhcmVudFN0eWxlIjpudWxsfSwiQXV0b1NpemUiOjAsIkZvcmVncm91bmQiOnsiJGlkIjoiNDM0IiwiQ29sb3IiOnsiJGlkIjoiNDM1IiwiQSI6MjU1LCJSIjoxMjcsIkciOjk2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DM2IiwiRm9udFNldHRpbmdzIjp7IiRpZCI6IjQzNyIsIkZvbnRTaXplIjoxMCwiRm9udE5hbWUiOiJDYWxpYnJpIiwiSXNCb2xkIjpmYWxzZSwiSXNJdGFsaWMiOmZhbHNlLCJJc1VuZGVybGluZWQiOmZhbHNlLCJQYXJlbnRTdHlsZSI6bnVsbH0sIkF1dG9TaXplIjowLCJGb3JlZ3JvdW5kIjp7IiRpZCI6IjQzOCIsIkNvbG9yIjp7IiRpZCI6IjQz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Q0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DEiLCJGb3JtYXQiOjAsIklzVmlzaWJsZSI6ZmFsc2UsIkxhc3RLbm93blZpc2liaWxpdHlTdGF0ZSI6ZmFsc2V9LCJJc1Zpc2libGUiOnRydWUsIlBhcmVudFN0eWxlIjpudWxsfSwiSHlwZXJsaW5rIjp7IiRpZCI6IjQ0MiIsIkFkZHJlc3MiOiIiLCJTdWJBZGRyZXNzIjoiIn0sIkltcG9ydElkIjoiIn1dLCJJZCI6Ijc2Y2ExZGU1LTc2ZWEtNDMwYy05NzA3LWY5ZWY0Y2IwYTM2NiIsIklzU2luZ2xlSXRlbVJvdyI6ZmFsc2V9LHsiJGlkIjoiNDQzIiwiX3Rhc2tzIjpbeyIkaWQiOiI0NDQiLCJfYXR0YWNoZWRNaWxlc3RvbmVzIjpbXSwiVGFza0RlZmluaXRpb24iOnsiJGlkIjoiNDQ1IiwiR3JvdXBOYW1lIjoiNGQxZjIwNzktMjJlNy00N2I3LThiNmMtNjhjOThjMWI2ODMzIiwiU3RhcnREYXRlIjoiMjAxOS0wNS0xMVQwMDowMDowMCIsIkVuZERhdGUiOiIyMDE5LTA2LTMwVDExOjU5OjAwIiwiUGVyY2VudGFnZUNvbXBsZXRlIjpudWxsLCJTdHlsZSI6eyIkaWQiOiI0NDYiLCJTaGFwZSI6NiwiU2hhcGVUaGlja25lc3MiOjEsIkR1cmF0aW9uRm9ybWF0IjowLCJJbmNsdWRlTm9uV29ya2luZ0RheXNJbkR1cmF0aW9uIjpmYWxzZSwiUGVyY2VudGFnZUNvbXBsZXRlU3R5bGUiOnsiJGlkIjoiNDQ3IiwiRm9udFNldHRpbmdzIjp7IiRpZCI6IjQ0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0NDkiLCJUb3AiOjAuMCwiTGVmdCI6MC4wLCJSaWdodCI6MC4wLCJCb3R0b20iOjAuMH0sIlBhZGRpbmciOnsiJGlkIjoiNDUwIiwiVG9wIjowLjAsIkxlZnQiOjAuMCwiUmlnaHQiOjAuMCwiQm90dG9tIjowLjB9LCJCYWNrZ3JvdW5kIjp7IiRyZWYiOiIxNCJ9LCJJc1Zpc2libGUiOnRydWUsIldpZHRoIjowLjAsIkhlaWdodCI6MC4wLCJCb3JkZXJTdHlsZSI6eyIkaWQiOiI0NTEiLCJMaW5lQ29sb3IiOm51bGwsIkxpbmVXZWlnaHQiOjAuMCwiTGluZVR5cGUiOjAsIlBhcmVudFN0eWxlIjpudWxsfSwiUGFyZW50U3R5bGUiOm51bGx9LCJEdXJhdGlvblN0eWxlIjp7IiRpZCI6IjQ1MiIsIkZvbnRTZXR0aW5ncyI6eyIkaWQiOiI0NTMiLCJGb250U2l6ZSI6MTAsIkZvbnROYW1lIjoiQ2FsaWJyaSIsIklzQm9sZCI6ZmFsc2UsIklzSXRhbGljIjpmYWxzZSwiSXNVbmRlcmxpbmVkIjpmYWxzZSwiUGFyZW50U3R5bGUiOm51bGx9LCJBdXRvU2l6ZSI6MCwiRm9yZWdyb3VuZCI6eyIkaWQiOiI0NTQiLCJDb2xvciI6eyIkcmVmIjoiMjAifX0sIk1heFdpZHRoIjoyMDAuMCwiTWF4SGVpZ2h0IjoiSW5maW5pdHkiLCJTbWFydEZvcmVncm91bmRJc0FjdGl2ZSI6ZmFsc2UsIkhvcml6b250YWxBbGlnbm1lbnQiOjAsIlZlcnRpY2FsQWxpZ25tZW50IjowLCJTbWFydEZvcmVncm91bmQiOm51bGwsIkJhY2tncm91bmRGaWxsVHlwZSI6MCwiTWFyZ2luIjp7IiRpZCI6IjQ1NSIsIlRvcCI6MC4wLCJMZWZ0IjowLjAsIlJpZ2h0IjowLjAsIkJvdHRvbSI6MC4wfSwiUGFkZGluZyI6eyIkaWQiOiI0NTYiLCJUb3AiOjAuMCwiTGVmdCI6MC4wLCJSaWdodCI6MC4wLCJCb3R0b20iOjAuMH0sIkJhY2tncm91bmQiOnsiJHJlZiI6IjIzIn0sIklzVmlzaWJsZSI6dHJ1ZSwiV2lkdGgiOjAuMCwiSGVpZ2h0IjowLjAsIkJvcmRlclN0eWxlIjp7IiRpZCI6IjQ1NyIsIkxpbmVDb2xvciI6bnVsbCwiTGluZVdlaWdodCI6MC4wLCJMaW5lVHlwZSI6MCwiUGFyZW50U3R5bGUiOm51bGx9LCJQYXJlbnRTdHlsZSI6bnVsbH0sIkhvcml6b250YWxDb25uZWN0b3JTdHlsZSI6eyIkaWQiOiI0NTgiLCJMaW5lQ29sb3IiOnsiJHJlZiI6IjI2In0sIkxpbmVXZWlnaHQiOjEuMCwiTGluZVR5cGUiOjAsIlBhcmVudFN0eWxlIjpudWxsfSwiVmVydGljYWxDb25uZWN0b3JTdHlsZSI6eyIkaWQiOiI0NT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DYwIiwiTWFyZ2luIjp7IiRpZCI6IjQ2MSIsIlRvcCI6MC4wLCJMZWZ0Ijo0LjAsIlJpZ2h0Ijo0LjAsIkJvdHRvbSI6MC4wfSwiUGFkZGluZyI6eyIkaWQiOiI0NjIiLCJUb3AiOjAuMCwiTGVmdCI6MC4wLCJSaWdodCI6MC4wLCJCb3R0b20iOjAuMH0sIkJhY2tncm91bmQiOnsiJGlkIjoiNDYzIiwiQ29sb3IiOnsiJGlkIjoiNDY0IiwiQSI6MjU1LCJSIjoyNTQsIkciOjE4NiwiQiI6MTB9fSwiSXNWaXNpYmxlIjp0cnVlLCJXaWR0aCI6MC4wLCJIZWlnaHQiOjE2LjAsIkJvcmRlclN0eWxlIjp7IiRpZCI6IjQ2NSIsIkxpbmVDb2xvciI6eyIkcmVmIjoiMzcifSwiTGluZVdlaWdodCI6MC4wLCJMaW5lVHlwZSI6MCwiUGFyZW50U3R5bGUiOm51bGx9LCJQYXJlbnRTdHlsZSI6bnVsbH0sIlRpdGxlU3R5bGUiOnsiJGlkIjoiNDY2IiwiRm9udFNldHRpbmdzIjp7IiRpZCI6IjQ2NyIsIkZvbnRTaXplIjoxMSwiRm9udE5hbWUiOiJDYWxpYnJpIiwiSXNCb2xkIjpmYWxzZSwiSXNJdGFsaWMiOmZhbHNlLCJJc1VuZGVybGluZWQiOmZhbHNlLCJQYXJlbnRTdHlsZSI6bnVsbH0sIkF1dG9TaXplIjowLCJGb3JlZ3JvdW5kIjp7IiRpZCI6IjQ2OCIsIkNvbG9yIjp7IiRpZCI6IjQ2OSIsIkEiOjI1NSwiUiI6NzIsIkciOjcyLCJCIjo3Mn19LCJNYXhXaWR0aCI6OTYwLjAsIk1heEhlaWdodCI6IkluZmluaXR5IiwiU21hcnRGb3JlZ3JvdW5kSXNBY3RpdmUiOmZhbHNlLCJIb3Jpem9udGFsQWxpZ25tZW50IjoxLCJWZXJ0aWNhbEFsaWdubWVudCI6MCwiU21hcnRGb3JlZ3JvdW5kIjpudWxsLCJCYWNrZ3JvdW5kRmlsbFR5cGUiOjAsIk1hcmdpbiI6eyIkaWQiOiI0NzAiLCJUb3AiOjAuMCwiTGVmdCI6MC4wLCJSaWdodCI6MC4wLCJCb3R0b20iOjAuMH0sIlBhZGRpbmciOnsiJGlkIjoiNDcxIiwiVG9wIjowLjAsIkxlZnQiOjAuMCwiUmlnaHQiOjAuMCwiQm90dG9tIjowLjB9LCJCYWNrZ3JvdW5kIjp7IiRyZWYiOiI0NSJ9LCJJc1Zpc2libGUiOnRydWUsIldpZHRoIjowLjAsIkhlaWdodCI6MC4wLCJCb3JkZXJTdHlsZSI6eyIkaWQiOiI0NzIiLCJMaW5lQ29sb3IiOm51bGwsIkxpbmVXZWlnaHQiOjAuMCwiTGluZVR5cGUiOjAsIlBhcmVudFN0eWxlIjpudWxsfSwiUGFyZW50U3R5bGUiOm51bGx9LCJEYXRlU3R5bGUiOnsiJGlkIjoiNDczIiwiRm9udFNldHRpbmdzIjp7IiRpZCI6IjQ3NCIsIkZvbnRTaXplIjoxMCwiRm9udE5hbWUiOiJDYWxpYnJpIiwiSXNCb2xkIjpmYWxzZSwiSXNJdGFsaWMiOmZhbHNlLCJJc1VuZGVybGluZWQiOmZhbHNlLCJQYXJlbnRTdHlsZSI6bnVsbH0sIkF1dG9TaXplIjowLCJGb3JlZ3JvdW5kIjp7IiRpZCI6IjQ3NSIsIkNvbG9yIjp7IiRpZCI6IjQ3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c3IiwiVG9wIjowLjAsIkxlZnQiOjAuMCwiUmlnaHQiOjAuMCwiQm90dG9tIjowLjB9LCJQYWRkaW5nIjp7IiRpZCI6IjQ3OCIsIlRvcCI6MC4wLCJMZWZ0IjowLjAsIlJpZ2h0IjowLjAsIkJvdHRvbSI6MC4wfSwiQmFja2dyb3VuZCI6eyIkcmVmIjoiNTMifSwiSXNWaXNpYmxlIjp0cnVlLCJXaWR0aCI6MC4wLCJIZWlnaHQiOjAuMCwiQm9yZGVyU3R5bGUiOnsiJGlkIjoiNDc5IiwiTGluZUNvbG9yIjpudWxsLCJMaW5lV2VpZ2h0IjowLjAsIkxpbmVUeXBlIjowLCJQYXJlbnRTdHlsZSI6bnVsbH0sIlBhcmVudFN0eWxlIjpudWxsfSwiRGF0ZUZvcm1hdCI6eyIkaWQiOiI0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gxIiwiRm9ybWF0IjowLCJJc1Zpc2libGUiOmZhbHNlLCJMYXN0S25vd25WaXNpYmlsaXR5U3RhdGUiOmZhbHNlfSwiSXNWaXNpYmxlIjp0cnVlLCJQYXJlbnRTdHlsZSI6bnVsbH0sIkluZGV4IjoyMSwiU21hcnREdXJhdGlvbkFjdGl2YXRlZCI6ZmFsc2UsIkRhdGVGb3JtYXQiOnsiJHJlZiI6IjQ4MCJ9LCJXZWVrTnVtYmVyaW5nIjp7IiRpZCI6IjQ4MiIsIkZvcm1hdCI6MCwiSXNWaXNpYmxlIjpmYWxzZSwiTGFzdEtub3duVmlzaWJpbGl0eVN0YXRlIjpmYWxzZX0sIklkIjoiMTU0OGE0NTktMjlkNS00MmYwLThlYmItYzM2NDY5MGUzODY1IiwiSW1wb3J0SWQiOm51bGwsIlRpdGxlIjoiSW50ZWdyYXRpb24gSSIsIk5vdGUiOm51bGwsIkh5cGVybGluayI6eyIkaWQiOiI0ODMiLCJBZGRyZXNzIjoiIiwiU3ViQWRkcmVzcyI6IiJ9LCJJc0NoYW5nZWQiOmZhbHNlLCJJc05ldyI6ZmFsc2V9fSx7IiRpZCI6IjQ4NCIsIl9hdHRhY2hlZE1pbGVzdG9uZXMiOltdLCJUYXNrRGVmaW5pdGlvbiI6eyIkaWQiOiI0ODUiLCJHcm91cE5hbWUiOiI0ZDFmMjA3OS0yMmU3LTQ3YjctOGI2Yy02OGM5OGMxYjY4MzMiLCJTdGFydERhdGUiOiIyMDE5LTA2LTMwVDAwOjAwOjAwIiwiRW5kRGF0ZSI6IjIwMTktMDgtMTdUMTE6NTk6MDAiLCJQZXJjZW50YWdlQ29tcGxldGUiOm51bGwsIlN0eWxlIjp7IiRpZCI6IjQ4NiIsIlNoYXBlIjo2LCJTaGFwZVRoaWNrbmVzcyI6MSwiRHVyYXRpb25Gb3JtYXQiOjAsIkluY2x1ZGVOb25Xb3JraW5nRGF5c0luRHVyYXRpb24iOmZhbHNlLCJQZXJjZW50YWdlQ29tcGxldGVTdHlsZSI6eyIkaWQiOiI0ODciLCJGb250U2V0dGluZ3MiOnsiJGlkIjoiNDg4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Q4OSIsIlRvcCI6MC4wLCJMZWZ0IjowLjAsIlJpZ2h0IjowLjAsIkJvdHRvbSI6MC4wfSwiUGFkZGluZyI6eyIkaWQiOiI0OTAiLCJUb3AiOjAuMCwiTGVmdCI6MC4wLCJSaWdodCI6MC4wLCJCb3R0b20iOjAuMH0sIkJhY2tncm91bmQiOnsiJHJlZiI6IjE0In0sIklzVmlzaWJsZSI6dHJ1ZSwiV2lkdGgiOjAuMCwiSGVpZ2h0IjowLjAsIkJvcmRlclN0eWxlIjp7IiRpZCI6IjQ5MSIsIkxpbmVDb2xvciI6bnVsbCwiTGluZVdlaWdodCI6MC4wLCJMaW5lVHlwZSI6MCwiUGFyZW50U3R5bGUiOm51bGx9LCJQYXJlbnRTdHlsZSI6bnVsbH0sIkR1cmF0aW9uU3R5bGUiOnsiJGlkIjoiNDkyIiwiRm9udFNldHRpbmdzIjp7IiRpZCI6IjQ5MyIsIkZvbnRTaXplIjoxMCwiRm9udE5hbWUiOiJDYWxpYnJpIiwiSXNCb2xkIjpmYWxzZSwiSXNJdGFsaWMiOmZhbHNlLCJJc1VuZGVybGluZWQiOmZhbHNlLCJQYXJlbnRTdHlsZSI6bnVsbH0sIkF1dG9TaXplIjowLCJGb3JlZ3JvdW5kIjp7IiRpZCI6IjQ5NCIsIkNvbG9yIjp7IiRyZWYiOiIyMCJ9fSwiTWF4V2lkdGgiOjIwMC4wLCJNYXhIZWlnaHQiOiJJbmZpbml0eSIsIlNtYXJ0Rm9yZWdyb3VuZElzQWN0aXZlIjpmYWxzZSwiSG9yaXpvbnRhbEFsaWdubWVudCI6MCwiVmVydGljYWxBbGlnbm1lbnQiOjAsIlNtYXJ0Rm9yZWdyb3VuZCI6bnVsbCwiQmFja2dyb3VuZEZpbGxUeXBlIjowLCJNYXJnaW4iOnsiJGlkIjoiNDk1IiwiVG9wIjowLjAsIkxlZnQiOjAuMCwiUmlnaHQiOjAuMCwiQm90dG9tIjowLjB9LCJQYWRkaW5nIjp7IiRpZCI6IjQ5NiIsIlRvcCI6MC4wLCJMZWZ0IjowLjAsIlJpZ2h0IjowLjAsIkJvdHRvbSI6MC4wfSwiQmFja2dyb3VuZCI6eyIkcmVmIjoiMjMifSwiSXNWaXNpYmxlIjp0cnVlLCJXaWR0aCI6MC4wLCJIZWlnaHQiOjAuMCwiQm9yZGVyU3R5bGUiOnsiJGlkIjoiNDk3IiwiTGluZUNvbG9yIjpudWxsLCJMaW5lV2VpZ2h0IjowLjAsIkxpbmVUeXBlIjowLCJQYXJlbnRTdHlsZSI6bnVsbH0sIlBhcmVudFN0eWxlIjpudWxsfSwiSG9yaXpvbnRhbENvbm5lY3RvclN0eWxlIjp7IiRpZCI6IjQ5OCIsIkxpbmVDb2xvciI6eyIkcmVmIjoiMjYifSwiTGluZVdlaWdodCI6MS4wLCJMaW5lVHlwZSI6MCwiUGFyZW50U3R5bGUiOm51bGx9LCJWZXJ0aWNhbENvbm5lY3RvclN0eWxlIjp7IiRpZCI6IjQ5OSIsIkxpbmVDb2xvciI6eyIkcmVmIjoiMjk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U2hhcGVTdHlsZSI6eyIkaWQiOiI1MDAiLCJNYXJnaW4iOnsiJGlkIjoiNTAxIiwiVG9wIjowLjAsIkxlZnQiOjQuMCwiUmlnaHQiOjQuMCwiQm90dG9tIjowLjB9LCJQYWRkaW5nIjp7IiRpZCI6IjUwMiIsIlRvcCI6MC4wLCJMZWZ0IjowLjAsIlJpZ2h0IjowLjAsIkJvdHRvbSI6MC4wfSwiQmFja2dyb3VuZCI6eyIkaWQiOiI1MDMiLCJDb2xvciI6eyIkaWQiOiI1MDQiLCJBIjoyNTUsIlIiOjI1NCwiRyI6MTg2LCJCIjoxMH19LCJJc1Zpc2libGUiOnRydWUsIldpZHRoIjowLjAsIkhlaWdodCI6MTYuMCwiQm9yZGVyU3R5bGUiOnsiJGlkIjoiNTA1IiwiTGluZUNvbG9yIjp7IiRyZWYiOiIzNyJ9LCJMaW5lV2VpZ2h0IjowLjAsIkxpbmVUeXBlIjowLCJQYXJlbnRTdHlsZSI6bnVsbH0sIlBhcmVudFN0eWxlIjpudWxsfSwiVGl0bGVTdHlsZSI6eyIkaWQiOiI1MDYiLCJGb250U2V0dGluZ3MiOnsiJGlkIjoiNTA3IiwiRm9udFNpemUiOjExLCJGb250TmFtZSI6IkNhbGlicmkiLCJJc0JvbGQiOmZhbHNlLCJJc0l0YWxpYyI6ZmFsc2UsIklzVW5kZXJsaW5lZCI6ZmFsc2UsIlBhcmVudFN0eWxlIjpudWxsfSwiQXV0b1NpemUiOjAsIkZvcmVncm91bmQiOnsiJGlkIjoiNTA4IiwiQ29sb3IiOnsiJGlkIjoiNTA5IiwiQSI6MjU1LCJSIjo3MiwiRyI6NzIsIkIiOjcyfX0sIk1heFdpZHRoIjo5NjAuMCwiTWF4SGVpZ2h0IjoiSW5maW5pdHkiLCJTbWFydEZvcmVncm91bmRJc0FjdGl2ZSI6ZmFsc2UsIkhvcml6b250YWxBbGlnbm1lbnQiOjEsIlZlcnRpY2FsQWxpZ25tZW50IjowLCJTbWFydEZvcmVncm91bmQiOm51bGwsIkJhY2tncm91bmRGaWxsVHlwZSI6MCwiTWFyZ2luIjp7IiRpZCI6IjUxMCIsIlRvcCI6MC4wLCJMZWZ0IjowLjAsIlJpZ2h0IjowLjAsIkJvdHRvbSI6MC4wfSwiUGFkZGluZyI6eyIkaWQiOiI1MTEiLCJUb3AiOjAuMCwiTGVmdCI6MC4wLCJSaWdodCI6MC4wLCJCb3R0b20iOjAuMH0sIkJhY2tncm91bmQiOnsiJHJlZiI6IjQ1In0sIklzVmlzaWJsZSI6dHJ1ZSwiV2lkdGgiOjAuMCwiSGVpZ2h0IjowLjAsIkJvcmRlclN0eWxlIjp7IiRpZCI6IjUxMiIsIkxpbmVDb2xvciI6bnVsbCwiTGluZVdlaWdodCI6MC4wLCJMaW5lVHlwZSI6MCwiUGFyZW50U3R5bGUiOm51bGx9LCJQYXJlbnRTdHlsZSI6bnVsbH0sIkRhdGVTdHlsZSI6eyIkaWQiOiI1MTMiLCJGb250U2V0dGluZ3MiOnsiJGlkIjoiNTE0IiwiRm9udFNpemUiOjEwLCJGb250TmFtZSI6IkNhbGlicmkiLCJJc0JvbGQiOmZhbHNlLCJJc0l0YWxpYyI6ZmFsc2UsIklzVW5kZXJsaW5lZCI6ZmFsc2UsIlBhcmVudFN0eWxlIjpudWxsfSwiQXV0b1NpemUiOjAsIkZvcmVncm91bmQiOnsiJGlkIjoiNTE1IiwiQ29sb3IiOnsiJGlkIjoiNTE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TciLCJUb3AiOjAuMCwiTGVmdCI6MC4wLCJSaWdodCI6MC4wLCJCb3R0b20iOjAuMH0sIlBhZGRpbmciOnsiJGlkIjoiNTE4IiwiVG9wIjowLjAsIkxlZnQiOjAuMCwiUmlnaHQiOjAuMCwiQm90dG9tIjowLjB9LCJCYWNrZ3JvdW5kIjp7IiRyZWYiOiI1MyJ9LCJJc1Zpc2libGUiOnRydWUsIldpZHRoIjowLjAsIkhlaWdodCI6MC4wLCJCb3JkZXJTdHlsZSI6eyIkaWQiOiI1MTkiLCJMaW5lQ29sb3IiOm51bGwsIkxpbmVXZWlnaHQiOjAuMCwiTGluZVR5cGUiOjAsIlBhcmVudFN0eWxlIjpudWxsfSwiUGFyZW50U3R5bGUiOm51bGx9LCJEYXRlRm9ybWF0Ijp7IiRpZCI6IjU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EiLCJGb3JtYXQiOjAsIklzVmlzaWJsZSI6ZmFsc2UsIkxhc3RLbm93blZpc2liaWxpdHlTdGF0ZSI6ZmFsc2V9LCJJc1Zpc2libGUiOnRydWUsIlBhcmVudFN0eWxlIjpudWxsfSwiSW5kZXgiOjIyLCJTbWFydER1cmF0aW9uQWN0aXZhdGVkIjpmYWxzZSwiRGF0ZUZvcm1hdCI6eyIkcmVmIjoiNTIwIn0sIldlZWtOdW1iZXJpbmciOnsiJGlkIjoiNTIyIiwiRm9ybWF0IjowLCJJc1Zpc2libGUiOmZhbHNlLCJMYXN0S25vd25WaXNpYmlsaXR5U3RhdGUiOmZhbHNlfSwiSWQiOiI1MjZkZTViNi05ZTk3LTQ5N2YtOWE1Ni0yNWQ0NTNiZWI2MjMiLCJJbXBvcnRJZCI6bnVsbCwiVGl0bGUiOiJJbnRlZ3JhdGlvbiBJSSIsIk5vdGUiOm51bGwsIkh5cGVybGluayI6eyIkaWQiOiI1MjMiLCJBZGRyZXNzIjoiIiwiU3ViQWRkcmVzcyI6IiJ9LCJJc0NoYW5nZWQiOmZhbHNlLCJJc05ldyI6ZmFsc2V9fSx7IiRpZCI6IjUyNCIsIl9hdHRhY2hlZE1pbGVzdG9uZXMiOltdLCJUYXNrRGVmaW5pdGlvbiI6eyIkaWQiOiI1MjUiLCJHcm91cE5hbWUiOiI0ZDFmMjA3OS0yMmU3LTQ3YjctOGI2Yy02OGM5OGMxYjY4MzMiLCJTdGFydERhdGUiOiIyMDE5LTA4LTE4VDAwOjAwOjAwWiIsIkVuZERhdGUiOiIyMDE5LTEwLTA0VDExOjU5OjAwIiwiUGVyY2VudGFnZUNvbXBsZXRlIjpudWxsLCJTdHlsZSI6eyIkaWQiOiI1MjYiLCJTaGFwZSI6NiwiU2hhcGVUaGlja25lc3MiOjEsIkR1cmF0aW9uRm9ybWF0IjowLCJJbmNsdWRlTm9uV29ya2luZ0RheXNJbkR1cmF0aW9uIjpmYWxzZSwiUGVyY2VudGFnZUNvbXBsZXRlU3R5bGUiOnsiJGlkIjoiNTI3IiwiRm9udFNldHRpbmdzIjp7IiRpZCI6IjUy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1MjkiLCJUb3AiOjAuMCwiTGVmdCI6MC4wLCJSaWdodCI6MC4wLCJCb3R0b20iOjAuMH0sIlBhZGRpbmciOnsiJGlkIjoiNTMwIiwiVG9wIjowLjAsIkxlZnQiOjAuMCwiUmlnaHQiOjAuMCwiQm90dG9tIjowLjB9LCJCYWNrZ3JvdW5kIjp7IiRyZWYiOiIxNCJ9LCJJc1Zpc2libGUiOnRydWUsIldpZHRoIjowLjAsIkhlaWdodCI6MC4wLCJCb3JkZXJTdHlsZSI6eyIkaWQiOiI1MzEiLCJMaW5lQ29sb3IiOm51bGwsIkxpbmVXZWlnaHQiOjAuMCwiTGluZVR5cGUiOjAsIlBhcmVudFN0eWxlIjpudWxsfSwiUGFyZW50U3R5bGUiOm51bGx9LCJEdXJhdGlvblN0eWxlIjp7IiRpZCI6IjUzMiIsIkZvbnRTZXR0aW5ncyI6eyIkaWQiOiI1MzMiLCJGb250U2l6ZSI6MTAsIkZvbnROYW1lIjoiQ2FsaWJyaSIsIklzQm9sZCI6ZmFsc2UsIklzSXRhbGljIjpmYWxzZSwiSXNVbmRlcmxpbmVkIjpmYWxzZSwiUGFyZW50U3R5bGUiOm51bGx9LCJBdXRvU2l6ZSI6MCwiRm9yZWdyb3VuZCI6eyIkaWQiOiI1MzQiLCJDb2xvciI6eyIkcmVmIjoiMjAifX0sIk1heFdpZHRoIjoyMDAuMCwiTWF4SGVpZ2h0IjoiSW5maW5pdHkiLCJTbWFydEZvcmVncm91bmRJc0FjdGl2ZSI6ZmFsc2UsIkhvcml6b250YWxBbGlnbm1lbnQiOjAsIlZlcnRpY2FsQWxpZ25tZW50IjowLCJTbWFydEZvcmVncm91bmQiOm51bGwsIkJhY2tncm91bmRGaWxsVHlwZSI6MCwiTWFyZ2luIjp7IiRpZCI6IjUzNSIsIlRvcCI6MC4wLCJMZWZ0IjowLjAsIlJpZ2h0IjowLjAsIkJvdHRvbSI6MC4wfSwiUGFkZGluZyI6eyIkaWQiOiI1MzYiLCJUb3AiOjAuMCwiTGVmdCI6MC4wLCJSaWdodCI6MC4wLCJCb3R0b20iOjAuMH0sIkJhY2tncm91bmQiOnsiJHJlZiI6IjIzIn0sIklzVmlzaWJsZSI6dHJ1ZSwiV2lkdGgiOjAuMCwiSGVpZ2h0IjowLjAsIkJvcmRlclN0eWxlIjp7IiRpZCI6IjUzNyIsIkxpbmVDb2xvciI6bnVsbCwiTGluZVdlaWdodCI6MC4wLCJMaW5lVHlwZSI6MCwiUGFyZW50U3R5bGUiOm51bGx9LCJQYXJlbnRTdHlsZSI6bnVsbH0sIkhvcml6b250YWxDb25uZWN0b3JTdHlsZSI6eyIkaWQiOiI1MzgiLCJMaW5lQ29sb3IiOnsiJHJlZiI6IjI2In0sIkxpbmVXZWlnaHQiOjEuMCwiTGluZVR5cGUiOjAsIlBhcmVudFN0eWxlIjpudWxsfSwiVmVydGljYWxDb25uZWN0b3JTdHlsZSI6eyIkaWQiOiI1Mz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TQwIiwiTWFyZ2luIjp7IiRpZCI6IjU0MSIsIlRvcCI6MC4wLCJMZWZ0Ijo0LjAsIlJpZ2h0Ijo0LjAsIkJvdHRvbSI6MC4wfSwiUGFkZGluZyI6eyIkaWQiOiI1NDIiLCJUb3AiOjAuMCwiTGVmdCI6MC4wLCJSaWdodCI6MC4wLCJCb3R0b20iOjAuMH0sIkJhY2tncm91bmQiOnsiJGlkIjoiNTQzIiwiQ29sb3IiOnsiJGlkIjoiNTQ0IiwiQSI6MjU1LCJSIjoyNTQsIkciOjE4NiwiQiI6MTB9fSwiSXNWaXNpYmxlIjp0cnVlLCJXaWR0aCI6MC4wLCJIZWlnaHQiOjE2LjAsIkJvcmRlclN0eWxlIjp7IiRpZCI6IjU0NSIsIkxpbmVDb2xvciI6eyIkcmVmIjoiMzcifSwiTGluZVdlaWdodCI6MC4wLCJMaW5lVHlwZSI6MCwiUGFyZW50U3R5bGUiOm51bGx9LCJQYXJlbnRTdHlsZSI6bnVsbH0sIlRpdGxlU3R5bGUiOnsiJGlkIjoiNTQ2IiwiRm9udFNldHRpbmdzIjp7IiRpZCI6IjU0NyIsIkZvbnRTaXplIjoxMSwiRm9udE5hbWUiOiJDYWxpYnJpIiwiSXNCb2xkIjpmYWxzZSwiSXNJdGFsaWMiOmZhbHNlLCJJc1VuZGVybGluZWQiOmZhbHNlLCJQYXJlbnRTdHlsZSI6bnVsbH0sIkF1dG9TaXplIjowLCJGb3JlZ3JvdW5kIjp7IiRpZCI6IjU0OCIsIkNvbG9yIjp7IiRpZCI6IjU0OSIsIkEiOjI1NSwiUiI6NzIsIkciOjcyLCJCIjo3Mn19LCJNYXhXaWR0aCI6OTYwLjAsIk1heEhlaWdodCI6IkluZmluaXR5IiwiU21hcnRGb3JlZ3JvdW5kSXNBY3RpdmUiOmZhbHNlLCJIb3Jpem9udGFsQWxpZ25tZW50IjoxLCJWZXJ0aWNhbEFsaWdubWVudCI6MCwiU21hcnRGb3JlZ3JvdW5kIjpudWxsLCJCYWNrZ3JvdW5kRmlsbFR5cGUiOjAsIk1hcmdpbiI6eyIkaWQiOiI1NTAiLCJUb3AiOjAuMCwiTGVmdCI6MC4wLCJSaWdodCI6MC4wLCJCb3R0b20iOjAuMH0sIlBhZGRpbmciOnsiJGlkIjoiNTUxIiwiVG9wIjowLjAsIkxlZnQiOjAuMCwiUmlnaHQiOjAuMCwiQm90dG9tIjowLjB9LCJCYWNrZ3JvdW5kIjp7IiRyZWYiOiI0NSJ9LCJJc1Zpc2libGUiOnRydWUsIldpZHRoIjowLjAsIkhlaWdodCI6MC4wLCJCb3JkZXJTdHlsZSI6eyIkaWQiOiI1NTIiLCJMaW5lQ29sb3IiOm51bGwsIkxpbmVXZWlnaHQiOjAuMCwiTGluZVR5cGUiOjAsIlBhcmVudFN0eWxlIjpudWxsfSwiUGFyZW50U3R5bGUiOm51bGx9LCJEYXRlU3R5bGUiOnsiJGlkIjoiNTUzIiwiRm9udFNldHRpbmdzIjp7IiRpZCI6IjU1NCIsIkZvbnRTaXplIjoxMCwiRm9udE5hbWUiOiJDYWxpYnJpIiwiSXNCb2xkIjpmYWxzZSwiSXNJdGFsaWMiOmZhbHNlLCJJc1VuZGVybGluZWQiOmZhbHNlLCJQYXJlbnRTdHlsZSI6bnVsbH0sIkF1dG9TaXplIjowLCJGb3JlZ3JvdW5kIjp7IiRpZCI6IjU1NSIsIkNvbG9yIjp7IiRpZCI6IjU1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U3IiwiVG9wIjowLjAsIkxlZnQiOjAuMCwiUmlnaHQiOjAuMCwiQm90dG9tIjowLjB9LCJQYWRkaW5nIjp7IiRpZCI6IjU1OCIsIlRvcCI6MC4wLCJMZWZ0IjowLjAsIlJpZ2h0IjowLjAsIkJvdHRvbSI6MC4wfSwiQmFja2dyb3VuZCI6eyIkcmVmIjoiNTMifSwiSXNWaXNpYmxlIjp0cnVlLCJXaWR0aCI6MC4wLCJIZWlnaHQiOjAuMCwiQm9yZGVyU3R5bGUiOnsiJGlkIjoiNTU5IiwiTGluZUNvbG9yIjpudWxsLCJMaW5lV2VpZ2h0IjowLjAsIkxpbmVUeXBlIjowLCJQYXJlbnRTdHlsZSI6bnVsbH0sIlBhcmVudFN0eWxlIjpudWxsfSwiRGF0ZUZvcm1hdCI6eyIkaWQiOiI1N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YxIiwiRm9ybWF0IjowLCJJc1Zpc2libGUiOmZhbHNlLCJMYXN0S25vd25WaXNpYmlsaXR5U3RhdGUiOmZhbHNlfSwiSXNWaXNpYmxlIjp0cnVlLCJQYXJlbnRTdHlsZSI6bnVsbH0sIkluZGV4IjoyMywiU21hcnREdXJhdGlvbkFjdGl2YXRlZCI6ZmFsc2UsIkRhdGVGb3JtYXQiOnsiJHJlZiI6IjU2MCJ9LCJXZWVrTnVtYmVyaW5nIjp7IiRpZCI6IjU2MiIsIkZvcm1hdCI6MCwiSXNWaXNpYmxlIjpmYWxzZSwiTGFzdEtub3duVmlzaWJpbGl0eVN0YXRlIjpmYWxzZX0sIklkIjoiMmU5MjFlOTUtY2Q4ZC00YjEzLWExMzUtMDBiYzdiMjFiZjRjIiwiSW1wb3J0SWQiOm51bGwsIlRpdGxlIjoiSW50ZWdyYXRpb24gSUlJIiwiTm90ZSI6bnVsbCwiSHlwZXJsaW5rIjp7IiRpZCI6IjU2MyIsIkFkZHJlc3MiOiIiLCJTdWJBZGRyZXNzIjoiIn0sIklzQ2hhbmdlZCI6ZmFsc2UsIklzTmV3IjpmYWxzZX19XSwiX21pbGVzdG9uZXMiOltdLCJJZCI6IjRkMWYyMDc5LTIyZTctNDdiNy04YjZjLTY4Yzk4YzFiNjgzMyIsIklzU2luZ2xlSXRlbVJvdyI6ZmFsc2V9XSwiSW5kZXgiOjAsIklkIjoiNjQ0YWJhY2MtY2Q0Yy00MTA2LWJjNWMtMGUxNTYwMjI1MjczIiwiSGVhZGVyVGV4dCI6bnVsbCwiSXNEZWZhdWx0Ijp0cnVlLCJTdHlsZSI6eyIkaWQiOiI1NjQiLCJIZWFkZXJTdHlsZSI6eyIkaWQiOiI1NjUiLCJUZXh0U3R5bGUiOnsiJGlkIjoiNTY2IiwiRm9udFNldHRpbmdzIjp7IiRpZCI6IjU2NyIsIkZvbnRTaXplIjoxMSwiRm9udE5hbWUiOiJDYWxpYnJpIiwiSXNCb2xkIjpmYWxzZSwiSXNJdGFsaWMiOmZhbHNlLCJJc1VuZGVybGluZWQiOmZhbHNlLCJQYXJlbnRTdHlsZSI6bnVsbH0sIkF1dG9TaXplIjoyLCJGb3JlZ3JvdW5kIjp7IiRpZCI6IjU2OCIsIkNvbG9yIjp7IiRpZCI6IjU2OS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U3MCIsIlRvcCI6MC4wLCJMZWZ0IjowLjAsIlJpZ2h0IjowLjAsIkJvdHRvbSI6MC4wfSwiUGFkZGluZyI6eyIkaWQiOiI1NzEiLCJUb3AiOjAuMCwiTGVmdCI6MC4wLCJSaWdodCI6MC4wLCJCb3R0b20iOjAuMH0sIkJhY2tncm91bmQiOm51bGwsIklzVmlzaWJsZSI6dHJ1ZSwiV2lkdGgiOjAuMCwiSGVpZ2h0IjowLjAsIkJvcmRlclN0eWxlIjpudWxsLCJQYXJlbnRTdHlsZSI6bnVsbH0sIlJlY3RhbmdsZVN0eWxlIjp7IiRpZCI6IjU3MiIsIk1hcmdpbiI6eyIkaWQiOiI1NzMiLCJUb3AiOjAuMCwiTGVmdCI6MC4wLCJSaWdodCI6MC4wLCJCb3R0b20iOjAuMH0sIlBhZGRpbmciOnsiJGlkIjoiNTc0IiwiVG9wIjowLjAsIkxlZnQiOjAuMCwiUmlnaHQiOjAuMCwiQm90dG9tIjowLjB9LCJCYWNrZ3JvdW5kIjp7IiRpZCI6IjU3NSIsIkNvbG9yIjp7IiRpZCI6IjU3NiIsIkEiOjYzLCJSIjoyNTUsIkciOjE5MiwiQiI6MH19LCJJc1Zpc2libGUiOnRydWUsIldpZHRoIjowLjAsIkhlaWdodCI6MC4wLCJCb3JkZXJTdHlsZSI6eyIkaWQiOiI1NzciLCJMaW5lQ29sb3IiOnsiJGlkIjoiNTc4IiwiJHR5cGUiOiJOTFJFLkNvbW1vbi5Eb20uU29saWRDb2xvckJydXNoLCBOTFJFLkNvbW1vbiIsIkNvbG9yIjp7IiRpZCI6IjU3OSIsIkEiOjI1NSwiUiI6MjU1LCJHIjowLCJCIjowfX0sIkxpbmVXZWlnaHQiOjAuMCwiTGluZVR5cGUiOjAsIlBhcmVudFN0eWxlIjpudWxsfSwiUGFyZW50U3R5bGUiOm51bGx9LCJNYXJnaW4iOnsiJGlkIjoiNTgwIiwiVG9wIjowLjAsIkxlZnQiOjAuMCwiUmlnaHQiOjAuMCwiQm90dG9tIjowLjB9LCJQYWRkaW5nIjp7IiRpZCI6IjU4MSIsIlRvcCI6MC4wLCJMZWZ0IjowLjAsIlJpZ2h0IjowLjAsIkJvdHRvbSI6MC4wfSwiQmFja2dyb3VuZCI6bnVsbCwiSXNWaXNpYmxlIjp0cnVlLCJXaWR0aCI6MC4wLCJIZWlnaHQiOjAuMCwiQm9yZGVyU3R5bGUiOm51bGwsIlBhcmVudFN0eWxlIjpudWxsfSwiQmFja2dyb3VuZFN0eWxlIjp7IiRpZCI6IjU4MiIsIk1hcmdpbiI6eyIkaWQiOiI1ODMiLCJUb3AiOjAuMCwiTGVmdCI6MC4wLCJSaWdodCI6MC4wLCJCb3R0b20iOjAuMH0sIlBhZGRpbmciOnsiJGlkIjoiNTg0IiwiVG9wIjowLjAsIkxlZnQiOjAuMCwiUmlnaHQiOjAuMCwiQm90dG9tIjowLjB9LCJCYWNrZ3JvdW5kIjp7IiRpZCI6IjU4NSIsIkNvbG9yIjp7IiRpZCI6IjU4NiIsIkEiOjUxLCJSIjoxNTUsIkciOjE4NywiQiI6ODl9fSwiSXNWaXNpYmxlIjp0cnVlLCJXaWR0aCI6MC4wLCJIZWlnaHQiOjAuMCwiQm9yZGVyU3R5bGUiOnsiJGlkIjoiNTg3IiwiTGluZUNvbG9yIjp7IiRpZCI6IjU4OCIsIiR0eXBlIjoiTkxSRS5Db21tb24uRG9tLlNvbGlkQ29sb3JCcnVzaCwgTkxSRS5Db21tb24iLCJDb2xvciI6eyIkaWQiOiI1ODkiLCJBIjoyNTUsIlIiOjI1NSwiRyI6MCwiQiI6MH19LCJMaW5lV2VpZ2h0IjowLjAsIkxpbmVUeXBlIjowLCJQYXJlbnRTdHlsZSI6bnVsbH0sIlBhcmVudFN0eWxlIjpudWxsfSwiTWFyZ2luIjp7IiRpZCI6IjU5MCIsIlRvcCI6MC4wLCJMZWZ0IjowLjAsIlJpZ2h0IjowLjAsIkJvdHRvbSI6MC4wfSwiUGFkZGluZyI6eyIkaWQiOiI1OTEiLCJUb3AiOjAuMCwiTGVmdCI6MC4wLCJSaWdodCI6MC4wLCJCb3R0b20iOjAuMH0sIklzVmlzaWJsZSI6dHJ1ZSwiV2lkdGgiOjAuMCwiSGVpZ2h0IjowLjAsIkJvcmRlclN0eWxlIjpudWxsLCJQYXJlbnRTdHlsZSI6bnVsbH19XSwiSWQiOiIyMDdkZDMyNy0xZTM0LTQ2MDMtODQzMC1hNzc2NDc2NTQzZTciLCJJbmRleCI6MTUsIkhlYWRlclRleHQiOiJUZXN0IiwiU3R5bGUiOnsiJGlkIjoiNTkyIiwiSGVhZGVyU3R5bGUiOnsiJGlkIjoiNTkzIiwiVGV4dElzVmVydGljYWwiOmZhbHNlLCJUZXh0U3R5bGUiOnsiJGlkIjoiNTk0IiwiRm9udFNldHRpbmdzIjp7IiRpZCI6IjU5NSIsIkZvbnRTaXplIjoxMCwiRm9udE5hbWUiOiJGcmFua2xpbiBHb3RoaWMgTWVkaXVtIiwiSXNCb2xkIjpmYWxzZSwiSXNJdGFsaWMiOmZhbHNlLCJJc1VuZGVybGluZWQiOmZhbHNlLCJQYXJlbnRTdHlsZSI6bnVsbH0sIkF1dG9TaXplIjowLCJGb3JlZ3JvdW5kIjp7IiRpZCI6IjU5NiIsIkNvbG9yIjp7IiRpZCI6IjU5NyIsIkEiOjI1NSwiUiI6MTE4LCJHIjo5MC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NTk4IiwiTWFyZ2luIjp7IiRyZWYiOiIzMzUifSwiUGFkZGluZyI6eyIkcmVmIjoiMzM2In0sIkJhY2tncm91bmQiOnsiJGlkIjoiNTk5IiwiQ29sb3IiOnsiJGlkIjoiNjAwIiwiQSI6MTI3LCJSIjoyNTUsIkciOjE5MiwiQiI6MH19LCJJc1Zpc2libGUiOmZhbHNlLCJXaWR0aCI6MC4wLCJIZWlnaHQiOjAuMCwiQm9yZGVyU3R5bGUiOnsiJGlkIjoiNjAxIiwiTGluZUNvbG9yIjp7IiRyZWYiOiIzNDAifSwiTGluZVdlaWdodCI6MC4wLCJMaW5lVHlwZSI6MCwiUGFyZW50U3R5bGUiOm51bGx9LCJQYXJlbnRTdHlsZSI6bnVsbH0sIk1hcmdpbiI6eyIkcmVmIjoiMzQyIn0sIlBhZGRpbmciOnsiJHJlZiI6IjM0MyJ9LCJCYWNrZ3JvdW5kIjpudWxsLCJJc1Zpc2libGUiOnRydWUsIldpZHRoIjowLjAsIkhlaWdodCI6MC4wLCJCb3JkZXJTdHlsZSI6bnVsbCwiUGFyZW50U3R5bGUiOm51bGx9LCJCYWNrZ3JvdW5kU3R5bGUiOnsiJGlkIjoiNjAyIiwiTWFyZ2luIjp7IiRyZWYiOiIzNDUifSwiUGFkZGluZyI6eyIkcmVmIjoiMzQ2In0sIkJhY2tncm91bmQiOnsiJGlkIjoiNjAzIiwiQ29sb3IiOnsiJGlkIjoiNjA0IiwiQSI6MzgsIlIiOjI1NSwiRyI6MTkyLCJCIjowfX0sIklzVmlzaWJsZSI6dHJ1ZSwiV2lkdGgiOjAuMCwiSGVpZ2h0IjowLjAsIkJvcmRlclN0eWxlIjp7IiRpZCI6IjYwNSIsIkxpbmVDb2xvciI6eyIkcmVmIjoiMzUwIn0sIkxpbmVXZWlnaHQiOjAuMCwiTGluZVR5cGUiOjAsIlBhcmVudFN0eWxlIjpudWxsfSwiUGFyZW50U3R5bGUiOm51bGx9LCJJc0Fib3ZlVGltZWJhbmQiOmZhbHNlLCJNYXJnaW4iOnsiJGlkIjoiNjA2IiwiVG9wIjowLjAsIkxlZnQiOjAuMCwiUmlnaHQiOjAuMCwiQm90dG9tIjowLjB9LCJQYWRkaW5nIjp7IiRpZCI6IjYwNyIsIlRvcCI6MC4wLCJMZWZ0IjowLjAsIlJpZ2h0IjowLjAsIkJvdHRvbSI6MC4wfSwiSXNWaXNpYmxlIjp0cnVlLCJXaWR0aCI6MC4wLCJIZWlnaHQiOjAuMCwiQm9yZGVyU3R5bGUiOnsiJGlkIjoiNjA4IiwiTGluZUNvbG9yIjpudWxsLCJMaW5lV2VpZ2h0IjowLjAsIkxpbmVUeXBlIjowLCJQYXJlbnRTdHlsZSI6bnVsbH0sIlBhcmVudFN0eWxlIjpudWxsfX0seyIkaWQiOiI2MDkiLCJfYWN0aXZpdGllcyI6W3siJGlkIjoiNjEwIiwiX3Jvd3MiOlt7IiRpZCI6IjYxMSIsIl90YXNrcyI6W3siJGlkIjoiNjEyIiwiX2F0dGFjaGVkTWlsZXN0b25lcyI6W10sIlRhc2tEZWZpbml0aW9uIjp7IiRpZCI6IjYxMyIsIkdyb3VwTmFtZSI6IjllMzI4YTQ3LTgyMTAtNDI1NS1hZjg2LTQ1NWMwOTY2NmFlNSIsIlN0YXJ0RGF0ZSI6IjIwMTktMDQtMDFUMDA6MDA6MDAiLCJFbmREYXRlIjoiMjAxOS0wNS0xM1QxMTo1OTowMCIsIlBlcmNlbnRhZ2VDb21wbGV0ZSI6bnVsbCwiU3R5bGUiOnsiJGlkIjoiNjE0IiwiU2hhcGUiOjMsIlNoYXBlVGhpY2tuZXNzIjowLCJEdXJhdGlvbkZvcm1hdCI6MCwiSW5jbHVkZU5vbldvcmtpbmdEYXlzSW5EdXJhdGlvbiI6ZmFsc2UsIlBlcmNlbnRhZ2VDb21wbGV0ZVN0eWxlIjp7IiRpZCI6IjYxNSIsIkZvbnRTZXR0aW5ncyI6eyIkaWQiOiI2MTY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E3IiwiVG9wIjowLjAsIkxlZnQiOjAuMCwiUmlnaHQiOjAuMCwiQm90dG9tIjowLjB9LCJQYWRkaW5nIjp7IiRpZCI6IjYxOCIsIlRvcCI6MC4wLCJMZWZ0IjowLjAsIlJpZ2h0IjowLjAsIkJvdHRvbSI6MC4wfSwiQmFja2dyb3VuZCI6eyIkcmVmIjoiMTQifSwiSXNWaXNpYmxlIjp0cnVlLCJXaWR0aCI6MC4wLCJIZWlnaHQiOjAuMCwiQm9yZGVyU3R5bGUiOnsiJGlkIjoiNjE5IiwiTGluZUNvbG9yIjpudWxsLCJMaW5lV2VpZ2h0IjowLjAsIkxpbmVUeXBlIjowLCJQYXJlbnRTdHlsZSI6bnVsbH0sIlBhcmVudFN0eWxlIjpudWxsfSwiRHVyYXRpb25TdHlsZSI6eyIkaWQiOiI2MjAiLCJGb250U2V0dGluZ3MiOnsiJGlkIjoiNjIxIiwiRm9udFNpemUiOjEwLCJGb250TmFtZSI6IkNhbGlicmkiLCJJc0JvbGQiOmZhbHNlLCJJc0l0YWxpYyI6ZmFsc2UsIklzVW5kZXJsaW5lZCI6ZmFsc2UsIlBhcmVudFN0eWxlIjpudWxsfSwiQXV0b1NpemUiOjAsIkZvcmVncm91bmQiOnsiJGlkIjoiNjIyIiwiQ29sb3IiOnsiJHJlZiI6IjIwIn19LCJNYXhXaWR0aCI6MjAwLjAsIk1heEhlaWdodCI6IkluZmluaXR5IiwiU21hcnRGb3JlZ3JvdW5kSXNBY3RpdmUiOmZhbHNlLCJIb3Jpem9udGFsQWxpZ25tZW50IjowLCJWZXJ0aWNhbEFsaWdubWVudCI6MCwiU21hcnRGb3JlZ3JvdW5kIjpudWxsLCJCYWNrZ3JvdW5kRmlsbFR5cGUiOjAsIk1hcmdpbiI6eyIkaWQiOiI2MjMiLCJUb3AiOjAuMCwiTGVmdCI6MC4wLCJSaWdodCI6MC4wLCJCb3R0b20iOjAuMH0sIlBhZGRpbmciOnsiJGlkIjoiNjI0IiwiVG9wIjowLjAsIkxlZnQiOjAuMCwiUmlnaHQiOjAuMCwiQm90dG9tIjowLjB9LCJCYWNrZ3JvdW5kIjp7IiRyZWYiOiIyMyJ9LCJJc1Zpc2libGUiOnRydWUsIldpZHRoIjowLjAsIkhlaWdodCI6MC4wLCJCb3JkZXJTdHlsZSI6eyIkaWQiOiI2MjUiLCJMaW5lQ29sb3IiOm51bGwsIkxpbmVXZWlnaHQiOjAuMCwiTGluZVR5cGUiOjAsIlBhcmVudFN0eWxlIjpudWxsfSwiUGFyZW50U3R5bGUiOm51bGx9LCJIb3Jpem9udGFsQ29ubmVjdG9yU3R5bGUiOnsiJGlkIjoiNjI2IiwiTGluZUNvbG9yIjp7IiRyZWYiOiIyNiJ9LCJMaW5lV2VpZ2h0IjoxLjAsIkxpbmVUeXBlIjowLCJQYXJlbnRTdHlsZSI6bnVsbH0sIlZlcnRpY2FsQ29ubmVjdG9yU3R5bGUiOnsiJGlkIjoiNjI3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YyOCIsIk1hcmdpbiI6eyIkaWQiOiI2MjkiLCJUb3AiOjAuMCwiTGVmdCI6NC4wLCJSaWdodCI6NC4wLCJCb3R0b20iOjAuMH0sIlBhZGRpbmciOnsiJGlkIjoiNjMwIiwiVG9wIjowLjAsIkxlZnQiOjAuMCwiUmlnaHQiOjAuMCwiQm90dG9tIjowLjB9LCJCYWNrZ3JvdW5kIjp7IiRpZCI6IjYzMSIsIkNvbG9yIjp7IiRpZCI6IjYzMiIsIkEiOjI1NSwiUiI6MTE2LCJHIjoxNzMsIkIiOjczfX0sIklzVmlzaWJsZSI6dHJ1ZSwiV2lkdGgiOjAuMCwiSGVpZ2h0IjoxMy40MjY2NjY2NjY2NjY2NzcsIkJvcmRlclN0eWxlIjp7IiRpZCI6IjYzMyIsIkxpbmVDb2xvciI6eyIkcmVmIjoiMzcifSwiTGluZVdlaWdodCI6MC4wLCJMaW5lVHlwZSI6MCwiUGFyZW50U3R5bGUiOm51bGx9LCJQYXJlbnRTdHlsZSI6bnVsbH0sIlRpdGxlU3R5bGUiOnsiJGlkIjoiNjM0IiwiRm9udFNldHRpbmdzIjp7IiRpZCI6IjYzNSIsIkZvbnRTaXplIjoxMSwiRm9udE5hbWUiOiJDYWxpYnJpIiwiSXNCb2xkIjpmYWxzZSwiSXNJdGFsaWMiOmZhbHNlLCJJc1VuZGVybGluZWQiOmZhbHNlLCJQYXJlbnRTdHlsZSI6bnVsbH0sIkF1dG9TaXplIjowLCJGb3JlZ3JvdW5kIjp7IiRpZCI6IjYzNiIsIkNvbG9yIjp7IiRpZCI6IjYzNy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2MzgiLCJUb3AiOjAuMCwiTGVmdCI6MC4wLCJSaWdodCI6MC4wLCJCb3R0b20iOjAuMH0sIlBhZGRpbmciOnsiJGlkIjoiNjM5IiwiVG9wIjowLjAsIkxlZnQiOjAuMCwiUmlnaHQiOjAuMCwiQm90dG9tIjowLjB9LCJCYWNrZ3JvdW5kIjp7IiRyZWYiOiI0NSJ9LCJJc1Zpc2libGUiOnRydWUsIldpZHRoIjowLjAsIkhlaWdodCI6MC4wLCJCb3JkZXJTdHlsZSI6eyIkaWQiOiI2NDAiLCJMaW5lQ29sb3IiOm51bGwsIkxpbmVXZWlnaHQiOjAuMCwiTGluZVR5cGUiOjAsIlBhcmVudFN0eWxlIjpudWxsfSwiUGFyZW50U3R5bGUiOm51bGx9LCJEYXRlU3R5bGUiOnsiJGlkIjoiNjQxIiwiRm9udFNldHRpbmdzIjp7IiRpZCI6IjY0MiIsIkZvbnRTaXplIjoxMCwiRm9udE5hbWUiOiJDYWxpYnJpIiwiSXNCb2xkIjpmYWxzZSwiSXNJdGFsaWMiOmZhbHNlLCJJc1VuZGVybGluZWQiOmZhbHNlLCJQYXJlbnRTdHlsZSI6bnVsbH0sIkF1dG9TaXplIjowLCJGb3JlZ3JvdW5kIjp7IiRpZCI6IjY0MyIsIkNvbG9yIjp7IiRpZCI6IjY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jQ1IiwiVG9wIjowLjAsIkxlZnQiOjAuMCwiUmlnaHQiOjAuMCwiQm90dG9tIjowLjB9LCJQYWRkaW5nIjp7IiRpZCI6IjY0NiIsIlRvcCI6MC4wLCJMZWZ0IjowLjAsIlJpZ2h0IjowLjAsIkJvdHRvbSI6MC4wfSwiQmFja2dyb3VuZCI6eyIkcmVmIjoiNTMifSwiSXNWaXNpYmxlIjp0cnVlLCJXaWR0aCI6MC4wLCJIZWlnaHQiOjAuMCwiQm9yZGVyU3R5bGUiOnsiJGlkIjoiNjQ3IiwiTGluZUNvbG9yIjpudWxsLCJMaW5lV2VpZ2h0IjowLjAsIkxpbmVUeXBlIjowLCJQYXJlbnRTdHlsZSI6bnVsbH0sIlBhcmVudFN0eWxlIjpudWxsfSwiRGF0ZUZvcm1hdCI6eyIkaWQiOiI2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Q5IiwiRm9ybWF0IjowLCJJc1Zpc2libGUiOmZhbHNlLCJMYXN0S25vd25WaXNpYmlsaXR5U3RhdGUiOmZhbHNlfSwiSXNWaXNpYmxlIjp0cnVlLCJQYXJlbnRTdHlsZSI6bnVsbH0sIkluZGV4IjoyNSwiU21hcnREdXJhdGlvbkFjdGl2YXRlZCI6ZmFsc2UsIkRhdGVGb3JtYXQiOnsiJHJlZiI6IjY0OCJ9LCJXZWVrTnVtYmVyaW5nIjp7IiRpZCI6IjY1MCIsIkZvcm1hdCI6MCwiSXNWaXNpYmxlIjpmYWxzZSwiTGFzdEtub3duVmlzaWJpbGl0eVN0YXRlIjpmYWxzZX0sIklkIjoiNDdjYmU4OWMtZGY1NS00MTk5LTlhZTAtZDNhYzUyNjE5NGY2IiwiSW1wb3J0SWQiOm51bGwsIlRpdGxlIjoiQWxwaGEgQnVpbGQiLCJOb3RlIjpudWxsLCJIeXBlcmxpbmsiOnsiJGlkIjoiNjUxIiwiQWRkcmVzcyI6IiIsIlN1YkFkZHJlc3MiOiIifSwiSXNDaGFuZ2VkIjpmYWxzZSwiSXNOZXciOmZhbHNlfX0seyIkaWQiOiI2NTIiLCJfYXR0YWNoZWRNaWxlc3RvbmVzIjpbXSwiVGFza0RlZmluaXRpb24iOnsiJGlkIjoiNjUzIiwiR3JvdXBOYW1lIjoiOWUzMjhhNDctODIxMC00MjU1LWFmODYtNDU1YzA5NjY2YWU1IiwiU3RhcnREYXRlIjoiMjAxOS0wMy0wMVQwMDowMDowMCIsIkVuZERhdGUiOiIyMDE5LTA0LTAxVDExOjU5OjAwIiwiUGVyY2VudGFnZUNvbXBsZXRlIjpudWxsLCJTdHlsZSI6eyIkaWQiOiI2NTQiLCJTaGFwZSI6MSwiU2hhcGVUaGlja25lc3MiOjAsIkR1cmF0aW9uRm9ybWF0IjowLCJJbmNsdWRlTm9uV29ya2luZ0RheXNJbkR1cmF0aW9uIjpmYWxzZSwiUGVyY2VudGFnZUNvbXBsZXRlU3R5bGUiOnsiJGlkIjoiNjU1IiwiRm9udFNldHRpbmdzIjp7IiRpZCI6IjY1Ni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2NTciLCJUb3AiOjAuMCwiTGVmdCI6MC4wLCJSaWdodCI6MC4wLCJCb3R0b20iOjAuMH0sIlBhZGRpbmciOnsiJGlkIjoiNjU4IiwiVG9wIjowLjAsIkxlZnQiOjAuMCwiUmlnaHQiOjAuMCwiQm90dG9tIjowLjB9LCJCYWNrZ3JvdW5kIjp7IiRyZWYiOiIxNCJ9LCJJc1Zpc2libGUiOnRydWUsIldpZHRoIjowLjAsIkhlaWdodCI6MC4wLCJCb3JkZXJTdHlsZSI6eyIkaWQiOiI2NTkiLCJMaW5lQ29sb3IiOm51bGwsIkxpbmVXZWlnaHQiOjAuMCwiTGluZVR5cGUiOjAsIlBhcmVudFN0eWxlIjpudWxsfSwiUGFyZW50U3R5bGUiOm51bGx9LCJEdXJhdGlvblN0eWxlIjp7IiRpZCI6IjY2MCIsIkZvbnRTZXR0aW5ncyI6eyIkaWQiOiI2NjEiLCJGb250U2l6ZSI6MTAsIkZvbnROYW1lIjoiQ2FsaWJyaSIsIklzQm9sZCI6ZmFsc2UsIklzSXRhbGljIjpmYWxzZSwiSXNVbmRlcmxpbmVkIjpmYWxzZSwiUGFyZW50U3R5bGUiOm51bGx9LCJBdXRvU2l6ZSI6MCwiRm9yZWdyb3VuZCI6eyIkaWQiOiI2NjIiLCJDb2xvciI6eyIkcmVmIjoiMjAifX0sIk1heFdpZHRoIjoyMDAuMCwiTWF4SGVpZ2h0IjoiSW5maW5pdHkiLCJTbWFydEZvcmVncm91bmRJc0FjdGl2ZSI6ZmFsc2UsIkhvcml6b250YWxBbGlnbm1lbnQiOjAsIlZlcnRpY2FsQWxpZ25tZW50IjowLCJTbWFydEZvcmVncm91bmQiOm51bGwsIkJhY2tncm91bmRGaWxsVHlwZSI6MCwiTWFyZ2luIjp7IiRpZCI6IjY2MyIsIlRvcCI6MC4wLCJMZWZ0IjowLjAsIlJpZ2h0IjowLjAsIkJvdHRvbSI6MC4wfSwiUGFkZGluZyI6eyIkaWQiOiI2NjQiLCJUb3AiOjAuMCwiTGVmdCI6MC4wLCJSaWdodCI6MC4wLCJCb3R0b20iOjAuMH0sIkJhY2tncm91bmQiOnsiJHJlZiI6IjIzIn0sIklzVmlzaWJsZSI6dHJ1ZSwiV2lkdGgiOjAuMCwiSGVpZ2h0IjowLjAsIkJvcmRlclN0eWxlIjp7IiRpZCI6IjY2NSIsIkxpbmVDb2xvciI6bnVsbCwiTGluZVdlaWdodCI6MC4wLCJMaW5lVHlwZSI6MCwiUGFyZW50U3R5bGUiOm51bGx9LCJQYXJlbnRTdHlsZSI6bnVsbH0sIkhvcml6b250YWxDb25uZWN0b3JTdHlsZSI6eyIkaWQiOiI2NjYiLCJMaW5lQ29sb3IiOnsiJHJlZiI6IjI2In0sIkxpbmVXZWlnaHQiOjEuMCwiTGluZVR5cGUiOjAsIlBhcmVudFN0eWxlIjpudWxsfSwiVmVydGljYWxDb25uZWN0b3JTdHlsZSI6eyIkaWQiOiI2Njc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jY4IiwiTWFyZ2luIjp7IiRpZCI6IjY2OSIsIlRvcCI6MC4wLCJMZWZ0Ijo0LjAsIlJpZ2h0Ijo0LjAsIkJvdHRvbSI6MC4wfSwiUGFkZGluZyI6eyIkaWQiOiI2NzAiLCJUb3AiOjAuMCwiTGVmdCI6MC4wLCJSaWdodCI6MC4wLCJCb3R0b20iOjAuMH0sIkJhY2tncm91bmQiOnsiJGlkIjoiNjcxIiwiQ29sb3IiOnsiJGlkIjoiNjcyIiwiQSI6MjU1LCJSIjoxMTYsIkciOjE3MywiQiI6NzN9fSwiSXNWaXNpYmxlIjp0cnVlLCJXaWR0aCI6MC4wLCJIZWlnaHQiOjEzLjQyNjY2NjY2NjY2NjY3NywiQm9yZGVyU3R5bGUiOnsiJGlkIjoiNjczIiwiTGluZUNvbG9yIjp7IiRyZWYiOiIzNyJ9LCJMaW5lV2VpZ2h0IjowLjAsIkxpbmVUeXBlIjowLCJQYXJlbnRTdHlsZSI6bnVsbH0sIlBhcmVudFN0eWxlIjpudWxsfSwiVGl0bGVTdHlsZSI6eyIkaWQiOiI2NzQiLCJGb250U2V0dGluZ3MiOnsiJGlkIjoiNjc1IiwiRm9udFNpemUiOjExLCJGb250TmFtZSI6IkNhbGlicmkiLCJJc0JvbGQiOmZhbHNlLCJJc0l0YWxpYyI6ZmFsc2UsIklzVW5kZXJsaW5lZCI6ZmFsc2UsIlBhcmVudFN0eWxlIjpudWxsfSwiQXV0b1NpemUiOjAsIkZvcmVncm91bmQiOnsiJGlkIjoiNjc2IiwiQ29sb3IiOnsiJGlkIjoiNjc3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Y3OCIsIlRvcCI6MC4wLCJMZWZ0IjowLjAsIlJpZ2h0IjowLjAsIkJvdHRvbSI6MC4wfSwiUGFkZGluZyI6eyIkaWQiOiI2NzkiLCJUb3AiOjAuMCwiTGVmdCI6MC4wLCJSaWdodCI6MC4wLCJCb3R0b20iOjAuMH0sIkJhY2tncm91bmQiOnsiJHJlZiI6IjQ1In0sIklzVmlzaWJsZSI6dHJ1ZSwiV2lkdGgiOjAuMCwiSGVpZ2h0IjowLjAsIkJvcmRlclN0eWxlIjp7IiRpZCI6IjY4MCIsIkxpbmVDb2xvciI6bnVsbCwiTGluZVdlaWdodCI6MC4wLCJMaW5lVHlwZSI6MCwiUGFyZW50U3R5bGUiOm51bGx9LCJQYXJlbnRTdHlsZSI6bnVsbH0sIkRhdGVTdHlsZSI6eyIkaWQiOiI2ODEiLCJGb250U2V0dGluZ3MiOnsiJGlkIjoiNjgyIiwiRm9udFNpemUiOjEwLCJGb250TmFtZSI6IkNhbGlicmkiLCJJc0JvbGQiOmZhbHNlLCJJc0l0YWxpYyI6ZmFsc2UsIklzVW5kZXJsaW5lZCI6ZmFsc2UsIlBhcmVudFN0eWxlIjpudWxsfSwiQXV0b1NpemUiOjAsIkZvcmVncm91bmQiOnsiJGlkIjoiNjgzIiwiQ29sb3IiOnsiJGlkIjoiNj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ODUiLCJUb3AiOjAuMCwiTGVmdCI6MC4wLCJSaWdodCI6MC4wLCJCb3R0b20iOjAuMH0sIlBhZGRpbmciOnsiJGlkIjoiNjg2IiwiVG9wIjowLjAsIkxlZnQiOjAuMCwiUmlnaHQiOjAuMCwiQm90dG9tIjowLjB9LCJCYWNrZ3JvdW5kIjp7IiRyZWYiOiI1MyJ9LCJJc1Zpc2libGUiOnRydWUsIldpZHRoIjowLjAsIkhlaWdodCI6MC4wLCJCb3JkZXJTdHlsZSI6eyIkaWQiOiI2ODciLCJMaW5lQ29sb3IiOm51bGwsIkxpbmVXZWlnaHQiOjAuMCwiTGluZVR5cGUiOjAsIlBhcmVudFN0eWxlIjpudWxsfSwiUGFyZW50U3R5bGUiOm51bGx9LCJEYXRlRm9ybWF0Ijp7IiRpZCI6IjY4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ODkiLCJGb3JtYXQiOjAsIklzVmlzaWJsZSI6ZmFsc2UsIkxhc3RLbm93blZpc2liaWxpdHlTdGF0ZSI6ZmFsc2V9LCJJc1Zpc2libGUiOnRydWUsIlBhcmVudFN0eWxlIjpudWxsfSwiSW5kZXgiOjI2LCJTbWFydER1cmF0aW9uQWN0aXZhdGVkIjpmYWxzZSwiRGF0ZUZvcm1hdCI6eyIkcmVmIjoiNjg4In0sIldlZWtOdW1iZXJpbmciOnsiJGlkIjoiNjkwIiwiRm9ybWF0IjowLCJJc1Zpc2libGUiOmZhbHNlLCJMYXN0S25vd25WaXNpYmlsaXR5U3RhdGUiOmZhbHNlfSwiSWQiOiJjZjI1ZTdjYS1lYjkzLTRiNzUtYjFlZi1kMmRiNzE5MDVhZDUiLCJJbXBvcnRJZCI6bnVsbCwiVGl0bGUiOiJQcm90b3R5cGUiLCJOb3RlIjpudWxsLCJIeXBlcmxpbmsiOnsiJGlkIjoiNjkxIiwiQWRkcmVzcyI6IiIsIlN1YkFkZHJlc3MiOiIifSwiSXNDaGFuZ2VkIjpmYWxzZSwiSXNOZXciOmZhbHNlfX1dLCJfbWlsZXN0b25lcyI6W10sIklkIjoiOWUzMjhhNDctODIxMC00MjU1LWFmODYtNDU1YzA5NjY2YWU1IiwiSXNTaW5nbGVJdGVtUm93IjpmYWxzZX0seyIkaWQiOiI2OTIiLCJfdGFza3MiOlt7IiRpZCI6IjY5MyIsIl9hdHRhY2hlZE1pbGVzdG9uZXMiOltdLCJUYXNrRGVmaW5pdGlvbiI6eyIkaWQiOiI2OTQiLCJHcm91cE5hbWUiOm51bGwsIlN0YXJ0RGF0ZSI6IjIwMTktMDQtMDFUMDA6MDA6MDAiLCJFbmREYXRlIjoiMjAxOS0xMC0yMVQxMTo1OTowMCIsIlBlcmNlbnRhZ2VDb21wbGV0ZSI6bnVsbCwiU3R5bGUiOnsiJGlkIjoiNjk1IiwiU2hhcGUiOjYsIlNoYXBlVGhpY2tuZXNzIjoxLCJEdXJhdGlvbkZvcm1hdCI6MCwiSW5jbHVkZU5vbldvcmtpbmdEYXlzSW5EdXJhdGlvbiI6ZmFsc2UsIlBlcmNlbnRhZ2VDb21wbGV0ZVN0eWxlIjp7IiRpZCI6IjY5NiIsIkZvbnRTZXR0aW5ncyI6eyIkaWQiOiI2OTc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k4IiwiVG9wIjowLjAsIkxlZnQiOjAuMCwiUmlnaHQiOjAuMCwiQm90dG9tIjowLjB9LCJQYWRkaW5nIjp7IiRpZCI6IjY5OSIsIlRvcCI6MC4wLCJMZWZ0IjowLjAsIlJpZ2h0IjowLjAsIkJvdHRvbSI6MC4wfSwiQmFja2dyb3VuZCI6eyIkcmVmIjoiMTQifSwiSXNWaXNpYmxlIjp0cnVlLCJXaWR0aCI6MC4wLCJIZWlnaHQiOjAuMCwiQm9yZGVyU3R5bGUiOnsiJGlkIjoiNzAwIiwiTGluZUNvbG9yIjpudWxsLCJMaW5lV2VpZ2h0IjowLjAsIkxpbmVUeXBlIjowLCJQYXJlbnRTdHlsZSI6bnVsbH0sIlBhcmVudFN0eWxlIjpudWxsfSwiRHVyYXRpb25TdHlsZSI6eyIkaWQiOiI3MDEiLCJGb250U2V0dGluZ3MiOnsiJGlkIjoiNzAyIiwiRm9udFNpemUiOjEwLCJGb250TmFtZSI6IkNhbGlicmkiLCJJc0JvbGQiOmZhbHNlLCJJc0l0YWxpYyI6ZmFsc2UsIklzVW5kZXJsaW5lZCI6ZmFsc2UsIlBhcmVudFN0eWxlIjpudWxsfSwiQXV0b1NpemUiOjAsIkZvcmVncm91bmQiOnsiJGlkIjoiNzAzIiwiQ29sb3IiOnsiJHJlZiI6IjIwIn19LCJNYXhXaWR0aCI6MjAwLjAsIk1heEhlaWdodCI6IkluZmluaXR5IiwiU21hcnRGb3JlZ3JvdW5kSXNBY3RpdmUiOmZhbHNlLCJIb3Jpem9udGFsQWxpZ25tZW50IjowLCJWZXJ0aWNhbEFsaWdubWVudCI6MCwiU21hcnRGb3JlZ3JvdW5kIjpudWxsLCJCYWNrZ3JvdW5kRmlsbFR5cGUiOjAsIk1hcmdpbiI6eyIkaWQiOiI3MDQiLCJUb3AiOjAuMCwiTGVmdCI6MC4wLCJSaWdodCI6MC4wLCJCb3R0b20iOjAuMH0sIlBhZGRpbmciOnsiJGlkIjoiNzA1IiwiVG9wIjowLjAsIkxlZnQiOjAuMCwiUmlnaHQiOjAuMCwiQm90dG9tIjowLjB9LCJCYWNrZ3JvdW5kIjp7IiRyZWYiOiIyMyJ9LCJJc1Zpc2libGUiOnRydWUsIldpZHRoIjowLjAsIkhlaWdodCI6MC4wLCJCb3JkZXJTdHlsZSI6eyIkaWQiOiI3MDYiLCJMaW5lQ29sb3IiOm51bGwsIkxpbmVXZWlnaHQiOjAuMCwiTGluZVR5cGUiOjAsIlBhcmVudFN0eWxlIjpudWxsfSwiUGFyZW50U3R5bGUiOm51bGx9LCJIb3Jpem9udGFsQ29ubmVjdG9yU3R5bGUiOnsiJGlkIjoiNzA3IiwiTGluZUNvbG9yIjp7IiRyZWYiOiIyNiJ9LCJMaW5lV2VpZ2h0IjoxLjAsIkxpbmVUeXBlIjowLCJQYXJlbnRTdHlsZSI6bnVsbH0sIlZlcnRpY2FsQ29ubmVjdG9yU3R5bGUiOnsiJGlkIjoiNzA4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cwOSIsIk1hcmdpbiI6eyIkaWQiOiI3MTAiLCJUb3AiOjAuMCwiTGVmdCI6NC4wLCJSaWdodCI6NC4wLCJCb3R0b20iOjAuMH0sIlBhZGRpbmciOnsiJGlkIjoiNzExIiwiVG9wIjowLjAsIkxlZnQiOjAuMCwiUmlnaHQiOjAuMCwiQm90dG9tIjowLjB9LCJCYWNrZ3JvdW5kIjp7IiRpZCI6IjcxMiIsIkNvbG9yIjp7IiRpZCI6IjcxMyIsIkEiOjI1NSwiUiI6MTE2LCJHIjoxNzMsIkIiOjczfX0sIklzVmlzaWJsZSI6dHJ1ZSwiV2lkdGgiOjAuMCwiSGVpZ2h0IjoxNi4wLCJCb3JkZXJTdHlsZSI6eyIkaWQiOiI3MTQiLCJMaW5lQ29sb3IiOnsiJHJlZiI6IjM3In0sIkxpbmVXZWlnaHQiOjAuMCwiTGluZVR5cGUiOjAsIlBhcmVudFN0eWxlIjpudWxsfSwiUGFyZW50U3R5bGUiOm51bGx9LCJUaXRsZVN0eWxlIjp7IiRpZCI6IjcxNSIsIkZvbnRTZXR0aW5ncyI6eyIkaWQiOiI3MTYiLCJGb250U2l6ZSI6MTEsIkZvbnROYW1lIjoiQ2FsaWJyaSIsIklzQm9sZCI6ZmFsc2UsIklzSXRhbGljIjpmYWxzZSwiSXNVbmRlcmxpbmVkIjpmYWxzZSwiUGFyZW50U3R5bGUiOm51bGx9LCJBdXRvU2l6ZSI6MCwiRm9yZWdyb3VuZCI6eyIkaWQiOiI3MTciLCJDb2xvciI6eyIkaWQiOiI3MTg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zE5IiwiVG9wIjowLjAsIkxlZnQiOjAuMCwiUmlnaHQiOjAuMCwiQm90dG9tIjowLjB9LCJQYWRkaW5nIjp7IiRpZCI6IjcyMCIsIlRvcCI6MC4wLCJMZWZ0IjowLjAsIlJpZ2h0IjowLjAsIkJvdHRvbSI6MC4wfSwiQmFja2dyb3VuZCI6eyIkcmVmIjoiNDUifSwiSXNWaXNpYmxlIjp0cnVlLCJXaWR0aCI6MC4wLCJIZWlnaHQiOjAuMCwiQm9yZGVyU3R5bGUiOnsiJGlkIjoiNzIxIiwiTGluZUNvbG9yIjpudWxsLCJMaW5lV2VpZ2h0IjowLjAsIkxpbmVUeXBlIjowLCJQYXJlbnRTdHlsZSI6bnVsbH0sIlBhcmVudFN0eWxlIjpudWxsfSwiRGF0ZVN0eWxlIjp7IiRpZCI6IjcyMiIsIkZvbnRTZXR0aW5ncyI6eyIkaWQiOiI3MjMiLCJGb250U2l6ZSI6MTAsIkZvbnROYW1lIjoiQ2FsaWJyaSIsIklzQm9sZCI6ZmFsc2UsIklzSXRhbGljIjpmYWxzZSwiSXNVbmRlcmxpbmVkIjpmYWxzZSwiUGFyZW50U3R5bGUiOm51bGx9LCJBdXRvU2l6ZSI6MCwiRm9yZWdyb3VuZCI6eyIkaWQiOiI3MjQiLCJDb2xvciI6eyIkaWQiOiI3Mj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yNiIsIlRvcCI6MC4wLCJMZWZ0IjowLjAsIlJpZ2h0IjowLjAsIkJvdHRvbSI6MC4wfSwiUGFkZGluZyI6eyIkaWQiOiI3MjciLCJUb3AiOjAuMCwiTGVmdCI6MC4wLCJSaWdodCI6MC4wLCJCb3R0b20iOjAuMH0sIkJhY2tncm91bmQiOnsiJHJlZiI6IjUzIn0sIklzVmlzaWJsZSI6dHJ1ZSwiV2lkdGgiOjAuMCwiSGVpZ2h0IjowLjAsIkJvcmRlclN0eWxlIjp7IiRpZCI6IjcyOCIsIkxpbmVDb2xvciI6bnVsbCwiTGluZVdlaWdodCI6MC4wLCJMaW5lVHlwZSI6MCwiUGFyZW50U3R5bGUiOm51bGx9LCJQYXJlbnRTdHlsZSI6bnVsbH0sIkRhdGVGb3JtYXQiOnsiJGlkIjoiNz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zMCIsIkZvcm1hdCI6MCwiSXNWaXNpYmxlIjpmYWxzZSwiTGFzdEtub3duVmlzaWJpbGl0eVN0YXRlIjpmYWxzZX0sIklzVmlzaWJsZSI6dHJ1ZSwiUGFyZW50U3R5bGUiOm51bGx9LCJJbmRleCI6MjcsIlNtYXJ0RHVyYXRpb25BY3RpdmF0ZWQiOmZhbHNlLCJEYXRlRm9ybWF0Ijp7IiRyZWYiOiI3MjkifSwiV2Vla051bWJlcmluZyI6eyIkaWQiOiI3MzEiLCJGb3JtYXQiOjAsIklzVmlzaWJsZSI6ZmFsc2UsIkxhc3RLbm93blZpc2liaWxpdHlTdGF0ZSI6ZmFsc2V9LCJJZCI6IjU0NmRjMzMyLTNkNzQtNDY0YS04ZWY2LWE0ZTZlNTNmMzZlYSIsIkltcG9ydElkIjpudWxsLCJUaXRsZSI6IkRldmVsb3BtZW50IFBoYXNlIEkiLCJOb3RlIjpudWxsLCJIeXBlcmxpbmsiOnsiJGlkIjoiNzMyIiwiQWRkcmVzcyI6IiIsIlN1YkFkZHJlc3MiOiIifSwiSXNDaGFuZ2VkIjpmYWxzZSwiSXNOZXciOmZhbHNlfX1dLCJfbWlsZXN0b25lcyI6W10sIklkIjoiMDAwMDAwMDAtMDAwMC0wMDAwLTAwMDAtMDAwMDAwMDAwMDAwIiwiSXNTaW5nbGVJdGVtUm93Ijp0cnVlfSx7IiRpZCI6IjczMyIsIl90YXNrcyI6W3siJGlkIjoiNzM0IiwiX2F0dGFjaGVkTWlsZXN0b25lcyI6W10sIlRhc2tEZWZpbml0aW9uIjp7IiRpZCI6IjczNSIsIkdyb3VwTmFtZSI6bnVsbCwiU3RhcnREYXRlIjoiMjAxOS0wOC0yMVQwMDowMDowMCIsIkVuZERhdGUiOiIyMDE5LTEwLTIxVDExOjU5OjAwIiwiUGVyY2VudGFnZUNvbXBsZXRlIjpudWxsLCJTdHlsZSI6eyIkaWQiOiI3MzYiLCJTaGFwZSI6NiwiU2hhcGVUaGlja25lc3MiOjEsIkR1cmF0aW9uRm9ybWF0IjowLCJJbmNsdWRlTm9uV29ya2luZ0RheXNJbkR1cmF0aW9uIjpmYWxzZSwiUGVyY2VudGFnZUNvbXBsZXRlU3R5bGUiOnsiJGlkIjoiNzM3IiwiRm9udFNldHRpbmdzIjp7IiRpZCI6Ijcz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3MzkiLCJUb3AiOjAuMCwiTGVmdCI6MC4wLCJSaWdodCI6MC4wLCJCb3R0b20iOjAuMH0sIlBhZGRpbmciOnsiJGlkIjoiNzQwIiwiVG9wIjowLjAsIkxlZnQiOjAuMCwiUmlnaHQiOjAuMCwiQm90dG9tIjowLjB9LCJCYWNrZ3JvdW5kIjp7IiRyZWYiOiIxNCJ9LCJJc1Zpc2libGUiOnRydWUsIldpZHRoIjowLjAsIkhlaWdodCI6MC4wLCJCb3JkZXJTdHlsZSI6eyIkaWQiOiI3NDEiLCJMaW5lQ29sb3IiOm51bGwsIkxpbmVXZWlnaHQiOjAuMCwiTGluZVR5cGUiOjAsIlBhcmVudFN0eWxlIjpudWxsfSwiUGFyZW50U3R5bGUiOm51bGx9LCJEdXJhdGlvblN0eWxlIjp7IiRpZCI6Ijc0MiIsIkZvbnRTZXR0aW5ncyI6eyIkaWQiOiI3NDMiLCJGb250U2l6ZSI6MTAsIkZvbnROYW1lIjoiQ2FsaWJyaSIsIklzQm9sZCI6ZmFsc2UsIklzSXRhbGljIjpmYWxzZSwiSXNVbmRlcmxpbmVkIjpmYWxzZSwiUGFyZW50U3R5bGUiOm51bGx9LCJBdXRvU2l6ZSI6MCwiRm9yZWdyb3VuZCI6eyIkaWQiOiI3NDQiLCJDb2xvciI6eyIkcmVmIjoiMjAifX0sIk1heFdpZHRoIjoyMDAuMCwiTWF4SGVpZ2h0IjoiSW5maW5pdHkiLCJTbWFydEZvcmVncm91bmRJc0FjdGl2ZSI6ZmFsc2UsIkhvcml6b250YWxBbGlnbm1lbnQiOjAsIlZlcnRpY2FsQWxpZ25tZW50IjowLCJTbWFydEZvcmVncm91bmQiOm51bGwsIkJhY2tncm91bmRGaWxsVHlwZSI6MCwiTWFyZ2luIjp7IiRpZCI6Ijc0NSIsIlRvcCI6MC4wLCJMZWZ0IjowLjAsIlJpZ2h0IjowLjAsIkJvdHRvbSI6MC4wfSwiUGFkZGluZyI6eyIkaWQiOiI3NDYiLCJUb3AiOjAuMCwiTGVmdCI6MC4wLCJSaWdodCI6MC4wLCJCb3R0b20iOjAuMH0sIkJhY2tncm91bmQiOnsiJHJlZiI6IjIzIn0sIklzVmlzaWJsZSI6dHJ1ZSwiV2lkdGgiOjAuMCwiSGVpZ2h0IjowLjAsIkJvcmRlclN0eWxlIjp7IiRpZCI6Ijc0NyIsIkxpbmVDb2xvciI6bnVsbCwiTGluZVdlaWdodCI6MC4wLCJMaW5lVHlwZSI6MCwiUGFyZW50U3R5bGUiOm51bGx9LCJQYXJlbnRTdHlsZSI6bnVsbH0sIkhvcml6b250YWxDb25uZWN0b3JTdHlsZSI6eyIkaWQiOiI3NDgiLCJMaW5lQ29sb3IiOnsiJHJlZiI6IjI2In0sIkxpbmVXZWlnaHQiOjEuMCwiTGluZVR5cGUiOjAsIlBhcmVudFN0eWxlIjpudWxsfSwiVmVydGljYWxDb25uZWN0b3JTdHlsZSI6eyIkaWQiOiI3ND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zUwIiwiTWFyZ2luIjp7IiRpZCI6Ijc1MSIsIlRvcCI6MC4wLCJMZWZ0Ijo0LjAsIlJpZ2h0Ijo0LjAsIkJvdHRvbSI6MC4wfSwiUGFkZGluZyI6eyIkaWQiOiI3NTIiLCJUb3AiOjAuMCwiTGVmdCI6MC4wLCJSaWdodCI6MC4wLCJCb3R0b20iOjAuMH0sIkJhY2tncm91bmQiOnsiJGlkIjoiNzUzIiwiQ29sb3IiOnsiJGlkIjoiNzU0IiwiQSI6MjU1LCJSIjoxMTYsIkciOjE3MywiQiI6NzN9fSwiSXNWaXNpYmxlIjp0cnVlLCJXaWR0aCI6MC4wLCJIZWlnaHQiOjE2LjAsIkJvcmRlclN0eWxlIjp7IiRpZCI6Ijc1NSIsIkxpbmVDb2xvciI6eyIkcmVmIjoiMzcifSwiTGluZVdlaWdodCI6MC4wLCJMaW5lVHlwZSI6MCwiUGFyZW50U3R5bGUiOm51bGx9LCJQYXJlbnRTdHlsZSI6bnVsbH0sIlRpdGxlU3R5bGUiOnsiJGlkIjoiNzU2IiwiRm9udFNldHRpbmdzIjp7IiRpZCI6Ijc1NyIsIkZvbnRTaXplIjoxMSwiRm9udE5hbWUiOiJDYWxpYnJpIiwiSXNCb2xkIjpmYWxzZSwiSXNJdGFsaWMiOmZhbHNlLCJJc1VuZGVybGluZWQiOmZhbHNlLCJQYXJlbnRTdHlsZSI6bnVsbH0sIkF1dG9TaXplIjowLCJGb3JlZ3JvdW5kIjp7IiRpZCI6Ijc1OCIsIkNvbG9yIjp7IiRpZCI6Ijc1OS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3NjAiLCJUb3AiOjAuMCwiTGVmdCI6MC4wLCJSaWdodCI6MC4wLCJCb3R0b20iOjAuMH0sIlBhZGRpbmciOnsiJGlkIjoiNzYxIiwiVG9wIjowLjAsIkxlZnQiOjAuMCwiUmlnaHQiOjAuMCwiQm90dG9tIjowLjB9LCJCYWNrZ3JvdW5kIjp7IiRyZWYiOiI0NSJ9LCJJc1Zpc2libGUiOnRydWUsIldpZHRoIjowLjAsIkhlaWdodCI6MC4wLCJCb3JkZXJTdHlsZSI6eyIkaWQiOiI3NjIiLCJMaW5lQ29sb3IiOm51bGwsIkxpbmVXZWlnaHQiOjAuMCwiTGluZVR5cGUiOjAsIlBhcmVudFN0eWxlIjpudWxsfSwiUGFyZW50U3R5bGUiOm51bGx9LCJEYXRlU3R5bGUiOnsiJGlkIjoiNzYzIiwiRm9udFNldHRpbmdzIjp7IiRpZCI6Ijc2NCIsIkZvbnRTaXplIjoxMCwiRm9udE5hbWUiOiJDYWxpYnJpIiwiSXNCb2xkIjpmYWxzZSwiSXNJdGFsaWMiOmZhbHNlLCJJc1VuZGVybGluZWQiOmZhbHNlLCJQYXJlbnRTdHlsZSI6bnVsbH0sIkF1dG9TaXplIjowLCJGb3JlZ3JvdW5kIjp7IiRpZCI6Ijc2NSIsIkNvbG9yIjp7IiRpZCI6Ijc2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Y3IiwiVG9wIjowLjAsIkxlZnQiOjAuMCwiUmlnaHQiOjAuMCwiQm90dG9tIjowLjB9LCJQYWRkaW5nIjp7IiRpZCI6Ijc2OCIsIlRvcCI6MC4wLCJMZWZ0IjowLjAsIlJpZ2h0IjowLjAsIkJvdHRvbSI6MC4wfSwiQmFja2dyb3VuZCI6eyIkcmVmIjoiNTMifSwiSXNWaXNpYmxlIjp0cnVlLCJXaWR0aCI6MC4wLCJIZWlnaHQiOjAuMCwiQm9yZGVyU3R5bGUiOnsiJGlkIjoiNzY5IiwiTGluZUNvbG9yIjpudWxsLCJMaW5lV2VpZ2h0IjowLjAsIkxpbmVUeXBlIjowLCJQYXJlbnRTdHlsZSI6bnVsbH0sIlBhcmVudFN0eWxlIjpudWxsfSwiRGF0ZUZvcm1hdCI6eyIkaWQiOiI3Nz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cxIiwiRm9ybWF0IjowLCJJc1Zpc2libGUiOmZhbHNlLCJMYXN0S25vd25WaXNpYmlsaXR5U3RhdGUiOmZhbHNlfSwiSXNWaXNpYmxlIjp0cnVlLCJQYXJlbnRTdHlsZSI6bnVsbH0sIkluZGV4IjoyOCwiU21hcnREdXJhdGlvbkFjdGl2YXRlZCI6ZmFsc2UsIkRhdGVGb3JtYXQiOnsiJHJlZiI6Ijc3MCJ9LCJXZWVrTnVtYmVyaW5nIjp7IiRpZCI6Ijc3MiIsIkZvcm1hdCI6MCwiSXNWaXNpYmxlIjpmYWxzZSwiTGFzdEtub3duVmlzaWJpbGl0eVN0YXRlIjpmYWxzZX0sIklkIjoiN2Q5NjA5NjktZGRmYy00ZGZlLWE4MzEtNzIzMTQ5YzE4NDJlIiwiSW1wb3J0SWQiOm51bGwsIlRpdGxlIjoiRGV2ZWxvcG1lbnQgUGhhc2UgSUkiLCJOb3RlIjpudWxsLCJIeXBlcmxpbmsiOnsiJGlkIjoiNzczIiwiQWRkcmVzcyI6IiIsIlN1YkFkZHJlc3MiOiIifSwiSXNDaGFuZ2VkIjpmYWxzZSwiSXNOZXciOmZhbHNlfX1dLCJfbWlsZXN0b25lcyI6W10sIklkIjoiMDAwMDAwMDAtMDAwMC0wMDAwLTAwMDAtMDAwMDAwMDAwMDAwIiwiSXNTaW5nbGVJdGVtUm93Ijp0cnVlfSx7IiRpZCI6Ijc3NCIsIl90YXNrcyI6W10sIl9taWxlc3RvbmVzIjpbeyIkaWQiOiI3NzUiLCJJZCI6IjI2YzU2OWMwLTFlNmEtNDdiOC1iOWJiLTYyMTkwNjhkYzA4ZSIsIkluZGV4IjoyOSwiR3JvdXBJZCI6ImI5Y2NmYTVmLTdjOWQtNDUzMy1iODk5LTM1MjliMTIzY2QyZiIsIlRpdGxlIjoiUlRXIERlcGxveW1lbnQiLCJEYXRlVGltZSI6IjIwMTktMTAtMTlUMTE6NTk6MDAiLCJQZXJjZW50YWdlQ29tcGxldGUiOm51bGwsIk5vdGUiOm51bGwsIlN0eWxlIjp7IiRpZCI6Ijc3NiIsIlRpdGxlUG9zaXRpb24iOiJSaWdodCIsIkRhdGVQb3NpdGlvbiI6IkxlZnQiLCJTaGFwZVR5cGUiOjEsIlNoYXBlU2l6ZSI6MCwiU2hhcGVTdHlsZSI6eyIkaWQiOiI3NzciLCJNYXJnaW4iOnsiJHJlZiI6IjI3NiJ9LCJQYWRkaW5nIjp7IiRyZWYiOiIyNzcifSwiQmFja2dyb3VuZCI6eyIkaWQiOiI3NzgiLCJDb2xvciI6eyIkaWQiOiI3NzkiLCJBIjoyNTUsIlIiOjU3LCJHIjoxMTQsIkIiOjE4fX0sIklzVmlzaWJsZSI6dHJ1ZSwiV2lkdGgiOjEyLjAsIkhlaWdodCI6MTQuMCwiQm9yZGVyU3R5bGUiOnsiJGlkIjoiNzgwIiwiTGluZUNvbG9yIjp7IiRyZWYiOiIyODEifSwiTGluZVdlaWdodCI6MC4wLCJMaW5lVHlwZSI6MCwiUGFyZW50U3R5bGUiOm51bGx9LCJQYXJlbnRTdHlsZSI6bnVsbH0sIlRpdGxlU3R5bGUiOnsiJGlkIjoiNzgxIiwiRm9udFNldHRpbmdzIjp7IiRpZCI6Ijc4MiIsIkZvbnRTaXplIjoxMSwiRm9udE5hbWUiOiJDYWxpYnJpIiwiSXNCb2xkIjp0cnVlLCJJc0l0YWxpYyI6ZmFsc2UsIklzVW5kZXJsaW5lZCI6ZmFsc2UsIlBhcmVudFN0eWxlIjpudWxsfSwiQXV0b1NpemUiOjAsIkZvcmVncm91bmQiOnsiJGlkIjoiNzgzIiwiQ29sb3IiOnsiJGlkIjoiNzg0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zg1IiwiRm9udFNldHRpbmdzIjp7IiRpZCI6Ijc4NiIsIkZvbnRTaXplIjoxMCwiRm9udE5hbWUiOiJDYWxpYnJpIiwiSXNCb2xkIjpmYWxzZSwiSXNJdGFsaWMiOmZhbHNlLCJJc1VuZGVybGluZWQiOmZhbHNlLCJQYXJlbnRTdHlsZSI6bnVsbH0sIkF1dG9TaXplIjowLCJGb3JlZ3JvdW5kIjp7IiRpZCI6Ijc4NyIsIkNvbG9yIjp7IiRpZCI6Ijc4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c4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TAiLCJGb3JtYXQiOjAsIklzVmlzaWJsZSI6ZmFsc2UsIkxhc3RLbm93blZpc2liaWxpdHlTdGF0ZSI6ZmFsc2V9LCJJc1Zpc2libGUiOnRydWUsIlBhcmVudFN0eWxlIjpudWxsfSwiSHlwZXJsaW5rIjp7IiRpZCI6Ijc5MSIsIkFkZHJlc3MiOiIiLCJTdWJBZGRyZXNzIjoiIn0sIkltcG9ydElkIjoiIn0seyIkaWQiOiI3OTIiLCJJZCI6IjJiNjg4MGYxLTQ5YzYtNDIxNC1iNjEyLTllYzhkZGY1MzQzZSIsIkluZGV4IjozMCwiR3JvdXBJZCI6ImI5Y2NmYTVmLTdjOWQtNDUzMy1iODk5LTM1MjliMTIzY2QyZiIsIlRpdGxlIjoiUkMgUGlsb3QgRGVwbG95bWVudCIsIkRhdGVUaW1lIjoiMjAxOS0wOC0yNFQxMTo1OTowMCIsIlBlcmNlbnRhZ2VDb21wbGV0ZSI6bnVsbCwiTm90ZSI6bnVsbCwiU3R5bGUiOnsiJGlkIjoiNzkzIiwiVGl0bGVQb3NpdGlvbiI6IlJpZ2h0IiwiRGF0ZVBvc2l0aW9uIjoiTGVmdCIsIlNoYXBlVHlwZSI6MSwiU2hhcGVTaXplIjowLCJTaGFwZVN0eWxlIjp7IiRpZCI6Ijc5NCIsIk1hcmdpbiI6eyIkcmVmIjoiMjc2In0sIlBhZGRpbmciOnsiJHJlZiI6IjI3NyJ9LCJCYWNrZ3JvdW5kIjp7IiRpZCI6Ijc5NSIsIkNvbG9yIjp7IiRpZCI6Ijc5NiIsIkEiOjI1NSwiUiI6NTcsIkciOjExNCwiQiI6MTh9fSwiSXNWaXNpYmxlIjp0cnVlLCJXaWR0aCI6MTIuMCwiSGVpZ2h0IjoxNC4wLCJCb3JkZXJTdHlsZSI6eyIkaWQiOiI3OTciLCJMaW5lQ29sb3IiOnsiJHJlZiI6IjI4MSJ9LCJMaW5lV2VpZ2h0IjowLjAsIkxpbmVUeXBlIjowLCJQYXJlbnRTdHlsZSI6bnVsbH0sIlBhcmVudFN0eWxlIjpudWxsfSwiVGl0bGVTdHlsZSI6eyIkaWQiOiI3OTgiLCJGb250U2V0dGluZ3MiOnsiJGlkIjoiNzk5IiwiRm9udFNpemUiOjExLCJGb250TmFtZSI6IkNhbGlicmkiLCJJc0JvbGQiOnRydWUsIklzSXRhbGljIjpmYWxzZSwiSXNVbmRlcmxpbmVkIjpmYWxzZSwiUGFyZW50U3R5bGUiOm51bGx9LCJBdXRvU2l6ZSI6MCwiRm9yZWdyb3VuZCI6eyIkaWQiOiI4MDAiLCJDb2xvciI6eyIkaWQiOiI4MDE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4MDIiLCJGb250U2V0dGluZ3MiOnsiJGlkIjoiODAzIiwiRm9udFNpemUiOjEwLCJGb250TmFtZSI6IkNhbGlicmkiLCJJc0JvbGQiOmZhbHNlLCJJc0l0YWxpYyI6ZmFsc2UsIklzVW5kZXJsaW5lZCI6ZmFsc2UsIlBhcmVudFN0eWxlIjpudWxsfSwiQXV0b1NpemUiOjAsIkZvcmVncm91bmQiOnsiJGlkIjoiODA0IiwiQ29sb3IiOnsiJGlkIjoiODA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OD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wNyIsIkZvcm1hdCI6MCwiSXNWaXNpYmxlIjpmYWxzZSwiTGFzdEtub3duVmlzaWJpbGl0eVN0YXRlIjpmYWxzZX0sIklzVmlzaWJsZSI6dHJ1ZSwiUGFyZW50U3R5bGUiOm51bGx9LCJIeXBlcmxpbmsiOnsiJGlkIjoiODA4IiwiQWRkcmVzcyI6IiIsIlN1YkFkZHJlc3MiOiIifSwiSW1wb3J0SWQiOiIifV0sIklkIjoiYjljY2ZhNWYtN2M5ZC00NTMzLWI4OTktMzUyOWIxMjNjZDJmIiwiSXNTaW5nbGVJdGVtUm93IjpmYWxzZX0seyIkaWQiOiI4MDkiLCJfdGFza3MiOlt7IiRpZCI6IjgxMCIsIl9hdHRhY2hlZE1pbGVzdG9uZXMiOltdLCJUYXNrRGVmaW5pdGlvbiI6eyIkaWQiOiI4MTEiLCJHcm91cE5hbWUiOm51bGwsIlN0YXJ0RGF0ZSI6IjIwMTktMTEtMDFUMDA6MDA6MDAiLCJFbmREYXRlIjoiMjAxOS0xMi0yMlQxMTo1OTowMCIsIlBlcmNlbnRhZ2VDb21wbGV0ZSI6bnVsbCwiU3R5bGUiOnsiJGlkIjoiODEyIiwiU2hhcGUiOjMsIlNoYXBlVGhpY2tuZXNzIjowLCJEdXJhdGlvbkZvcm1hdCI6MCwiSW5jbHVkZU5vbldvcmtpbmdEYXlzSW5EdXJhdGlvbiI6ZmFsc2UsIlBlcmNlbnRhZ2VDb21wbGV0ZVN0eWxlIjp7IiRpZCI6IjgxMyIsIkZvbnRTZXR0aW5ncyI6eyIkaWQiOiI4M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ODE1IiwiVG9wIjowLjAsIkxlZnQiOjAuMCwiUmlnaHQiOjAuMCwiQm90dG9tIjowLjB9LCJQYWRkaW5nIjp7IiRpZCI6IjgxNiIsIlRvcCI6MC4wLCJMZWZ0IjowLjAsIlJpZ2h0IjowLjAsIkJvdHRvbSI6MC4wfSwiQmFja2dyb3VuZCI6eyIkcmVmIjoiMTQifSwiSXNWaXNpYmxlIjp0cnVlLCJXaWR0aCI6MC4wLCJIZWlnaHQiOjAuMCwiQm9yZGVyU3R5bGUiOnsiJGlkIjoiODE3IiwiTGluZUNvbG9yIjpudWxsLCJMaW5lV2VpZ2h0IjowLjAsIkxpbmVUeXBlIjowLCJQYXJlbnRTdHlsZSI6bnVsbH0sIlBhcmVudFN0eWxlIjpudWxsfSwiRHVyYXRpb25TdHlsZSI6eyIkaWQiOiI4MTgiLCJGb250U2V0dGluZ3MiOnsiJGlkIjoiODE5IiwiRm9udFNpemUiOjEwLCJGb250TmFtZSI6IkNhbGlicmkiLCJJc0JvbGQiOmZhbHNlLCJJc0l0YWxpYyI6ZmFsc2UsIklzVW5kZXJsaW5lZCI6ZmFsc2UsIlBhcmVudFN0eWxlIjpudWxsfSwiQXV0b1NpemUiOjAsIkZvcmVncm91bmQiOnsiJGlkIjoiODIwIiwiQ29sb3IiOnsiJHJlZiI6IjIwIn19LCJNYXhXaWR0aCI6MjAwLjAsIk1heEhlaWdodCI6IkluZmluaXR5IiwiU21hcnRGb3JlZ3JvdW5kSXNBY3RpdmUiOmZhbHNlLCJIb3Jpem9udGFsQWxpZ25tZW50IjowLCJWZXJ0aWNhbEFsaWdubWVudCI6MCwiU21hcnRGb3JlZ3JvdW5kIjpudWxsLCJCYWNrZ3JvdW5kRmlsbFR5cGUiOjAsIk1hcmdpbiI6eyIkaWQiOiI4MjEiLCJUb3AiOjAuMCwiTGVmdCI6MC4wLCJSaWdodCI6MC4wLCJCb3R0b20iOjAuMH0sIlBhZGRpbmciOnsiJGlkIjoiODIyIiwiVG9wIjowLjAsIkxlZnQiOjAuMCwiUmlnaHQiOjAuMCwiQm90dG9tIjowLjB9LCJCYWNrZ3JvdW5kIjp7IiRyZWYiOiIyMyJ9LCJJc1Zpc2libGUiOnRydWUsIldpZHRoIjowLjAsIkhlaWdodCI6MC4wLCJCb3JkZXJTdHlsZSI6eyIkaWQiOiI4MjMiLCJMaW5lQ29sb3IiOm51bGwsIkxpbmVXZWlnaHQiOjAuMCwiTGluZVR5cGUiOjAsIlBhcmVudFN0eWxlIjpudWxsfSwiUGFyZW50U3R5bGUiOm51bGx9LCJIb3Jpem9udGFsQ29ubmVjdG9yU3R5bGUiOnsiJGlkIjoiODI0IiwiTGluZUNvbG9yIjp7IiRyZWYiOiIyNiJ9LCJMaW5lV2VpZ2h0IjoxLjAsIkxpbmVUeXBlIjowLCJQYXJlbnRTdHlsZSI6bnVsbH0sIlZlcnRpY2FsQ29ubmVjdG9yU3R5bGUiOnsiJGlkIjoiODI1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gyNiIsIk1hcmdpbiI6eyIkaWQiOiI4MjciLCJUb3AiOjAuMCwiTGVmdCI6NC4wLCJSaWdodCI6NC4wLCJCb3R0b20iOjAuMH0sIlBhZGRpbmciOnsiJGlkIjoiODI4IiwiVG9wIjowLjAsIkxlZnQiOjAuMCwiUmlnaHQiOjAuMCwiQm90dG9tIjowLjB9LCJCYWNrZ3JvdW5kIjp7IiRpZCI6IjgyOSIsIkNvbG9yIjp7IiRpZCI6IjgzMCIsIkEiOjI1NSwiUiI6MTE2LCJHIjoxNzMsIkIiOjczfX0sIklzVmlzaWJsZSI6dHJ1ZSwiV2lkdGgiOjAuMCwiSGVpZ2h0IjoxMy40MjY2NjY2NjY2NjY2NzcsIkJvcmRlclN0eWxlIjp7IiRpZCI6IjgzMSIsIkxpbmVDb2xvciI6eyIkcmVmIjoiMzcifSwiTGluZVdlaWdodCI6MC4wLCJMaW5lVHlwZSI6MCwiUGFyZW50U3R5bGUiOm51bGx9LCJQYXJlbnRTdHlsZSI6bnVsbH0sIlRpdGxlU3R5bGUiOnsiJGlkIjoiODMyIiwiRm9udFNldHRpbmdzIjp7IiRpZCI6IjgzMyIsIkZvbnRTaXplIjoxMSwiRm9udE5hbWUiOiJDYWxpYnJpIiwiSXNCb2xkIjpmYWxzZSwiSXNJdGFsaWMiOmZhbHNlLCJJc1VuZGVybGluZWQiOmZhbHNlLCJQYXJlbnRTdHlsZSI6bnVsbH0sIkF1dG9TaXplIjowLCJGb3JlZ3JvdW5kIjp7IiRpZCI6IjgzNCIsIkNvbG9yIjp7IiRpZCI6IjgzNSIsIkEiOjI1NSwiUiI6MjU1LCJHIjoyNTUsIkIiOjI1NX19LCJNYXhXaWR0aCI6NzIwLjAsIk1heEhlaWdodCI6IkluZmluaXR5IiwiU21hcnRGb3JlZ3JvdW5kSXNBY3RpdmUiOmZhbHNlLCJIb3Jpem9udGFsQWxpZ25tZW50IjoxLCJWZXJ0aWNhbEFsaWdubWVudCI6MCwiU21hcnRGb3JlZ3JvdW5kIjpudWxsLCJCYWNrZ3JvdW5kRmlsbFR5cGUiOjAsIk1hcmdpbiI6eyIkaWQiOiI4MzYiLCJUb3AiOjAuMCwiTGVmdCI6MC4wLCJSaWdodCI6MC4wLCJCb3R0b20iOjAuMH0sIlBhZGRpbmciOnsiJGlkIjoiODM3IiwiVG9wIjowLjAsIkxlZnQiOjAuMCwiUmlnaHQiOjAuMCwiQm90dG9tIjowLjB9LCJCYWNrZ3JvdW5kIjp7IiRyZWYiOiI0NSJ9LCJJc1Zpc2libGUiOnRydWUsIldpZHRoIjowLjAsIkhlaWdodCI6MC4wLCJCb3JkZXJTdHlsZSI6eyIkaWQiOiI4MzgiLCJMaW5lQ29sb3IiOm51bGwsIkxpbmVXZWlnaHQiOjAuMCwiTGluZVR5cGUiOjAsIlBhcmVudFN0eWxlIjpudWxsfSwiUGFyZW50U3R5bGUiOm51bGx9LCJEYXRlU3R5bGUiOnsiJGlkIjoiODM5IiwiRm9udFNldHRpbmdzIjp7IiRpZCI6Ijg0MCIsIkZvbnRTaXplIjoxMCwiRm9udE5hbWUiOiJDYWxpYnJpIiwiSXNCb2xkIjpmYWxzZSwiSXNJdGFsaWMiOmZhbHNlLCJJc1VuZGVybGluZWQiOmZhbHNlLCJQYXJlbnRTdHlsZSI6bnVsbH0sIkF1dG9TaXplIjowLCJGb3JlZ3JvdW5kIjp7IiRpZCI6Ijg0MSIsIkNvbG9yIjp7IiRpZCI6Ijg0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zIiwiVG9wIjowLjAsIkxlZnQiOjAuMCwiUmlnaHQiOjAuMCwiQm90dG9tIjowLjB9LCJQYWRkaW5nIjp7IiRpZCI6Ijg0NCIsIlRvcCI6MC4wLCJMZWZ0IjowLjAsIlJpZ2h0IjowLjAsIkJvdHRvbSI6MC4wfSwiQmFja2dyb3VuZCI6eyIkcmVmIjoiNTMifSwiSXNWaXNpYmxlIjp0cnVlLCJXaWR0aCI6MC4wLCJIZWlnaHQiOjAuMCwiQm9yZGVyU3R5bGUiOnsiJGlkIjoiODQ1IiwiTGluZUNvbG9yIjpudWxsLCJMaW5lV2VpZ2h0IjowLjAsIkxpbmVUeXBlIjowLCJQYXJlbnRTdHlsZSI6bnVsbH0sIlBhcmVudFN0eWxlIjpudWxsfSwiRGF0ZUZvcm1hdCI6eyIkaWQiOiI4ND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Q3IiwiRm9ybWF0IjowLCJJc1Zpc2libGUiOmZhbHNlLCJMYXN0S25vd25WaXNpYmlsaXR5U3RhdGUiOmZhbHNlfSwiSXNWaXNpYmxlIjp0cnVlLCJQYXJlbnRTdHlsZSI6bnVsbH0sIkluZGV4IjozMSwiU21hcnREdXJhdGlvbkFjdGl2YXRlZCI6ZmFsc2UsIkRhdGVGb3JtYXQiOnsiJHJlZiI6Ijg0NiJ9LCJXZWVrTnVtYmVyaW5nIjp7IiRpZCI6Ijg0OCIsIkZvcm1hdCI6MCwiSXNWaXNpYmxlIjpmYWxzZSwiTGFzdEtub3duVmlzaWJpbGl0eVN0YXRlIjpmYWxzZX0sIklkIjoiZjhhMGM5ZWItODE3YS00OWZjLTg5NTYtOTgyOWIzOGM0Yjc4IiwiSW1wb3J0SWQiOm51bGwsIlRpdGxlIjoiVjIgRGV2ZWxvcG1lbnQgQmVnaW5zIiwiTm90ZSI6bnVsbCwiSHlwZXJsaW5rIjp7IiRpZCI6Ijg0OSIsIkFkZHJlc3MiOiIiLCJTdWJBZGRyZXNzIjoiIn0sIklzQ2hhbmdlZCI6ZmFsc2UsIklzTmV3IjpmYWxzZX19XSwiX21pbGVzdG9uZXMiOltdLCJJZCI6IjAwMDAwMDAwLTAwMDAtMDAwMC0wMDAwLTAwMDAwMDAwMDAwMCIsIklzU2luZ2xlSXRlbVJvdyI6dHJ1ZX1dLCJJbmRleCI6MCwiSWQiOiJlNzE5MTVmMS1mYmQ4LTQ2MjgtOTgyYy1kM2EyYTgxYjZlMmEiLCJIZWFkZXJUZXh0IjpudWxsLCJJc0RlZmF1bHQiOnRydWUsIlN0eWxlIjp7IiRpZCI6Ijg1MCIsIkhlYWRlclN0eWxlIjp7IiRpZCI6Ijg1MSIsIlRleHRTdHlsZSI6eyIkaWQiOiI4NTIiLCJGb250U2V0dGluZ3MiOnsiJGlkIjoiODUzIiwiRm9udFNpemUiOjExLCJGb250TmFtZSI6IkNhbGlicmkiLCJJc0JvbGQiOmZhbHNlLCJJc0l0YWxpYyI6ZmFsc2UsIklzVW5kZXJsaW5lZCI6ZmFsc2UsIlBhcmVudFN0eWxlIjpudWxsfSwiQXV0b1NpemUiOjIsIkZvcmVncm91bmQiOnsiJGlkIjoiODU0IiwiQ29sb3IiOnsiJGlkIjoiODU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DU2IiwiVG9wIjowLjAsIkxlZnQiOjAuMCwiUmlnaHQiOjAuMCwiQm90dG9tIjowLjB9LCJQYWRkaW5nIjp7IiRpZCI6Ijg1NyIsIlRvcCI6MC4wLCJMZWZ0IjowLjAsIlJpZ2h0IjowLjAsIkJvdHRvbSI6MC4wfSwiQmFja2dyb3VuZCI6bnVsbCwiSXNWaXNpYmxlIjp0cnVlLCJXaWR0aCI6MC4wLCJIZWlnaHQiOjAuMCwiQm9yZGVyU3R5bGUiOm51bGwsIlBhcmVudFN0eWxlIjpudWxsfSwiUmVjdGFuZ2xlU3R5bGUiOnsiJGlkIjoiODU4IiwiTWFyZ2luIjp7IiRpZCI6Ijg1OSIsIlRvcCI6MC4wLCJMZWZ0IjowLjAsIlJpZ2h0IjowLjAsIkJvdHRvbSI6MC4wfSwiUGFkZGluZyI6eyIkaWQiOiI4NjAiLCJUb3AiOjAuMCwiTGVmdCI6MC4wLCJSaWdodCI6MC4wLCJCb3R0b20iOjAuMH0sIkJhY2tncm91bmQiOnsiJGlkIjoiODYxIiwiQ29sb3IiOnsiJGlkIjoiODYyIiwiQSI6NjMsIlIiOjExMiwiRyI6MTczLCJCIjo3MX19LCJJc1Zpc2libGUiOnRydWUsIldpZHRoIjowLjAsIkhlaWdodCI6MC4wLCJCb3JkZXJTdHlsZSI6eyIkaWQiOiI4NjMiLCJMaW5lQ29sb3IiOnsiJGlkIjoiODY0IiwiJHR5cGUiOiJOTFJFLkNvbW1vbi5Eb20uU29saWRDb2xvckJydXNoLCBOTFJFLkNvbW1vbiIsIkNvbG9yIjp7IiRpZCI6Ijg2NSIsIkEiOjI1NSwiUiI6MjU1LCJHIjowLCJCIjowfX0sIkxpbmVXZWlnaHQiOjAuMCwiTGluZVR5cGUiOjAsIlBhcmVudFN0eWxlIjpudWxsfSwiUGFyZW50U3R5bGUiOm51bGx9LCJNYXJnaW4iOnsiJGlkIjoiODY2IiwiVG9wIjowLjAsIkxlZnQiOjAuMCwiUmlnaHQiOjAuMCwiQm90dG9tIjowLjB9LCJQYWRkaW5nIjp7IiRpZCI6Ijg2NyIsIlRvcCI6MC4wLCJMZWZ0IjowLjAsIlJpZ2h0IjowLjAsIkJvdHRvbSI6MC4wfSwiQmFja2dyb3VuZCI6bnVsbCwiSXNWaXNpYmxlIjp0cnVlLCJXaWR0aCI6MC4wLCJIZWlnaHQiOjAuMCwiQm9yZGVyU3R5bGUiOm51bGwsIlBhcmVudFN0eWxlIjpudWxsfSwiQmFja2dyb3VuZFN0eWxlIjp7IiRpZCI6Ijg2OCIsIk1hcmdpbiI6eyIkaWQiOiI4NjkiLCJUb3AiOjAuMCwiTGVmdCI6MC4wLCJSaWdodCI6MC4wLCJCb3R0b20iOjAuMH0sIlBhZGRpbmciOnsiJGlkIjoiODcwIiwiVG9wIjowLjAsIkxlZnQiOjAuMCwiUmlnaHQiOjAuMCwiQm90dG9tIjowLjB9LCJCYWNrZ3JvdW5kIjp7IiRpZCI6Ijg3MSIsIkNvbG9yIjp7IiRpZCI6Ijg3MiIsIkEiOjUxLCJSIjoxNTUsIkciOjE4NywiQiI6ODl9fSwiSXNWaXNpYmxlIjp0cnVlLCJXaWR0aCI6MC4wLCJIZWlnaHQiOjAuMCwiQm9yZGVyU3R5bGUiOnsiJGlkIjoiODczIiwiTGluZUNvbG9yIjp7IiRpZCI6Ijg3NCIsIiR0eXBlIjoiTkxSRS5Db21tb24uRG9tLlNvbGlkQ29sb3JCcnVzaCwgTkxSRS5Db21tb24iLCJDb2xvciI6eyIkaWQiOiI4NzUiLCJBIjoyNTUsIlIiOjI1NSwiRyI6MCwiQiI6MH19LCJMaW5lV2VpZ2h0IjowLjAsIkxpbmVUeXBlIjowLCJQYXJlbnRTdHlsZSI6bnVsbH0sIlBhcmVudFN0eWxlIjpudWxsfSwiTWFyZ2luIjp7IiRpZCI6Ijg3NiIsIlRvcCI6MC4wLCJMZWZ0IjowLjAsIlJpZ2h0IjowLjAsIkJvdHRvbSI6MC4wfSwiUGFkZGluZyI6eyIkaWQiOiI4NzciLCJUb3AiOjAuMCwiTGVmdCI6MC4wLCJSaWdodCI6MC4wLCJCb3R0b20iOjAuMH0sIklzVmlzaWJsZSI6dHJ1ZSwiV2lkdGgiOjAuMCwiSGVpZ2h0IjowLjAsIkJvcmRlclN0eWxlIjpudWxsLCJQYXJlbnRTdHlsZSI6bnVsbH19XSwiSWQiOiI4OTExYmNlYi02Nzk0LTQxYWQtYjM3NS02YTc5NGI2ODJmMzEiLCJJbmRleCI6MjQsIkhlYWRlclRleHQiOiJEZXZlbG9wIiwiU3R5bGUiOnsiJGlkIjoiODc4IiwiSGVhZGVyU3R5bGUiOnsiJGlkIjoiODc5IiwiVGV4dElzVmVydGljYWwiOmZhbHNlLCJUZXh0U3R5bGUiOnsiJGlkIjoiODgwIiwiRm9udFNldHRpbmdzIjp7IiRpZCI6Ijg4MSIsIkZvbnRTaXplIjoxMCwiRm9udE5hbWUiOiJGcmFua2xpbiBHb3RoaWMgTWVkaXVtIiwiSXNCb2xkIjpmYWxzZSwiSXNJdGFsaWMiOmZhbHNlLCJJc1VuZGVybGluZWQiOmZhbHNlLCJQYXJlbnRTdHlsZSI6bnVsbH0sIkF1dG9TaXplIjowLCJGb3JlZ3JvdW5kIjp7IiRpZCI6Ijg4MiIsIkNvbG9yIjp7IiRpZCI6Ijg4MyIsIkEiOjI1NSwiUiI6MzksIkciOjEwMy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ODg0IiwiTWFyZ2luIjp7IiRyZWYiOiIzMzUifSwiUGFkZGluZyI6eyIkcmVmIjoiMzM2In0sIkJhY2tncm91bmQiOnsiJGlkIjoiODg1IiwiQ29sb3IiOnsiJGlkIjoiODg2IiwiQSI6MTI3LCJSIjoxMTIsIkciOjE3MywiQiI6NzF9fSwiSXNWaXNpYmxlIjpmYWxzZSwiV2lkdGgiOjAuMCwiSGVpZ2h0IjowLjAsIkJvcmRlclN0eWxlIjp7IiRpZCI6Ijg4NyIsIkxpbmVDb2xvciI6eyIkcmVmIjoiMzQwIn0sIkxpbmVXZWlnaHQiOjAuMCwiTGluZVR5cGUiOjAsIlBhcmVudFN0eWxlIjpudWxsfSwiUGFyZW50U3R5bGUiOm51bGx9LCJNYXJnaW4iOnsiJHJlZiI6IjM0MiJ9LCJQYWRkaW5nIjp7IiRyZWYiOiIzNDMifSwiQmFja2dyb3VuZCI6bnVsbCwiSXNWaXNpYmxlIjp0cnVlLCJXaWR0aCI6MC4wLCJIZWlnaHQiOjAuMCwiQm9yZGVyU3R5bGUiOm51bGwsIlBhcmVudFN0eWxlIjpudWxsfSwiQmFja2dyb3VuZFN0eWxlIjp7IiRpZCI6Ijg4OCIsIk1hcmdpbiI6eyIkcmVmIjoiMzQ1In0sIlBhZGRpbmciOnsiJHJlZiI6IjM0NiJ9LCJCYWNrZ3JvdW5kIjp7IiRpZCI6Ijg4OSIsIkNvbG9yIjp7IiRpZCI6Ijg5MCIsIkEiOjM4LCJSIjoxMTIsIkciOjE3MywiQiI6NzF9fSwiSXNWaXNpYmxlIjp0cnVlLCJXaWR0aCI6MC4wLCJIZWlnaHQiOjAuMCwiQm9yZGVyU3R5bGUiOnsiJGlkIjoiODkxIiwiTGluZUNvbG9yIjp7IiRyZWYiOiIzNTAifSwiTGluZVdlaWdodCI6MC4wLCJMaW5lVHlwZSI6MCwiUGFyZW50U3R5bGUiOm51bGx9LCJQYXJlbnRTdHlsZSI6bnVsbH0sIklzQWJvdmVUaW1lYmFuZCI6ZmFsc2UsIk1hcmdpbiI6eyIkaWQiOiI4OTIiLCJUb3AiOjAuMCwiTGVmdCI6MC4wLCJSaWdodCI6MC4wLCJCb3R0b20iOjAuMH0sIlBhZGRpbmciOnsiJGlkIjoiODkzIiwiVG9wIjowLjAsIkxlZnQiOjAuMCwiUmlnaHQiOjAuMCwiQm90dG9tIjowLjB9LCJJc1Zpc2libGUiOnRydWUsIldpZHRoIjowLjAsIkhlaWdodCI6MC4wLCJCb3JkZXJTdHlsZSI6eyIkaWQiOiI4OTQiLCJMaW5lQ29sb3IiOm51bGwsIkxpbmVXZWlnaHQiOjAuMCwiTGluZVR5cGUiOjAsIlBhcmVudFN0eWxlIjpudWxsfSwiUGFyZW50U3R5bGUiOm51bGx9fSx7IiRpZCI6Ijg5NSIsIl9hY3Rpdml0aWVzIjpbeyIkaWQiOiI4OTYiLCJfcm93cyI6W3siJGlkIjoiODk3IiwiX3Rhc2tzIjpbXSwiX21pbGVzdG9uZXMiOlt7IiRpZCI6Ijg5OCIsIklkIjoiMDk3ZmUwMzUtMDMyZS00Y2ZlLTllODktZDIzZGRkOGQ1MGNjIiwiSW5kZXgiOjMzLCJHcm91cElkIjpudWxsLCJUaXRsZSI6IldXIExhdW5jaCBFdmVudCIsIkRhdGVUaW1lIjoiMjAxOS0xMS0wMVQxMTo1OTowMFoiLCJQZXJjZW50YWdlQ29tcGxldGUiOm51bGwsIk5vdGUiOm51bGwsIlN0eWxlIjp7IiRpZCI6Ijg5OSIsIlRpdGxlUG9zaXRpb24iOiJSaWdodCIsIkRhdGVQb3NpdGlvbiI6IkxlZnQiLCJTaGFwZVR5cGUiOjEzLCJTaGFwZVNpemUiOjAsIlNoYXBlU3R5bGUiOnsiJGlkIjoiOTAwIiwiTWFyZ2luIjp7IiRyZWYiOiIyNzYifSwiUGFkZGluZyI6eyIkcmVmIjoiMjc3In0sIkJhY2tncm91bmQiOnsiJGlkIjoiOTAxIiwiQ29sb3IiOnsiJGlkIjoiOTAyIiwiQSI6MjU1LCJSIjoxMTUsIkciOjExNSwiQiI6MTE1fX0sIklzVmlzaWJsZSI6dHJ1ZSwiV2lkdGgiOjEyLjAsIkhlaWdodCI6MTQuMCwiQm9yZGVyU3R5bGUiOnsiJGlkIjoiOTAzIiwiTGluZUNvbG9yIjp7IiRyZWYiOiIyODEifSwiTGluZVdlaWdodCI6MC4wLCJMaW5lVHlwZSI6MCwiUGFyZW50U3R5bGUiOm51bGx9LCJQYXJlbnRTdHlsZSI6bnVsbH0sIlRpdGxlU3R5bGUiOnsiJGlkIjoiOTA0IiwiRm9udFNldHRpbmdzIjp7IiRpZCI6IjkwNSIsIkZvbnRTaXplIjoxMSwiRm9udE5hbWUiOiJDYWxpYnJpIiwiSXNCb2xkIjp0cnVlLCJJc0l0YWxpYyI6ZmFsc2UsIklzVW5kZXJsaW5lZCI6ZmFsc2UsIlBhcmVudFN0eWxlIjpudWxsfSwiQXV0b1NpemUiOjAsIkZvcmVncm91bmQiOnsiJGlkIjoiOTA2IiwiQ29sb3IiOnsiJGlkIjoiOTA3IiwiQSI6MjU1LCJSIjo4OSwiRyI6ODksIkIiOjg5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A4IiwiRm9udFNldHRpbmdzIjp7IiRpZCI6IjkwOSIsIkZvbnRTaXplIjoxMCwiRm9udE5hbWUiOiJDYWxpYnJpIiwiSXNCb2xkIjpmYWxzZSwiSXNJdGFsaWMiOmZhbHNlLCJJc1VuZGVybGluZWQiOmZhbHNlLCJQYXJlbnRTdHlsZSI6bnVsbH0sIkF1dG9TaXplIjowLCJGb3JlZ3JvdW5kIjp7IiRpZCI6IjkxMCIsIkNvbG9yIjp7IiRpZCI6Ijkx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OTEyIiwiRm9ybWF0U3RyaW5nIjoiZGRkLCBNTU0gZCwgeXl5eSIsIlNlcGFyYXRvciI6Ii8iLCJVc2VJbnRlcm5hdGlvbmFsRGF0ZUZvcm1hdCI6ZmFsc2UsIkRhdGVJc1Zpc2libGUiOnRydWUsIlRpbWVJc1Zpc2libGUiOmZhbHNlLCJIb3VyRGlnaXRzIjoxLCJBbVBtRGVzaWduYXRvciI6MiwiVHJpbTAwTWludXRlcyI6ZmFsc2UsIkxhc3RLbm93blZpc2liaWxpdHlTdGF0ZSI6eyIkaWQiOiI5MTMiLCJEYXRlUGFydElzVmlzaWJsZSI6dHJ1ZSwiVGltZVBhcnRJc1Zpc2libGUiOmZhbHNlfX0sIldlZWtOdW1iZXJpbmciOnsiJGlkIjoiOTE0IiwiRm9ybWF0IjowLCJJc1Zpc2libGUiOmZhbHNlLCJMYXN0S25vd25WaXNpYmlsaXR5U3RhdGUiOmZhbHNlfSwiSXNWaXNpYmxlIjp0cnVlLCJQYXJlbnRTdHlsZSI6bnVsbH0sIkh5cGVybGluayI6eyIkaWQiOiI5MTUiLCJBZGRyZXNzIjoiIiwiU3ViQWRkcmVzcyI6IiJ9LCJJbXBvcnRJZCI6IiJ9XSwiSWQiOiIwMDAwMDAwMC0wMDAwLTAwMDAtMDAwMC0wMDAwMDAwMDAwMDAiLCJJc1NpbmdsZUl0ZW1Sb3ciOnRydWV9LHsiJGlkIjoiOTE2IiwiX3Rhc2tzIjpbXSwiX21pbGVzdG9uZXMiOlt7IiRpZCI6IjkxNyIsIklkIjoiY2EzZGJlNDAtMGMxNS00MjM0LTkzYjYtYzAyZTVmMTdmZmNmIiwiSW5kZXgiOjM0LCJHcm91cElkIjoiNjRlY2QxZGYtMTdiMS00NTYzLWEwNDEtMDdmYmIyNDg4NmQyIiwiVGl0bGUiOiJCZXRhIEJsb2cgTGF1bmNoIiwiRGF0ZVRpbWUiOiIyMDE5LTA3LTA0VDExOjU5OjAwWiIsIlBlcmNlbnRhZ2VDb21wbGV0ZSI6bnVsbCwiTm90ZSI6bnVsbCwiU3R5bGUiOnsiJGlkIjoiOTE4IiwiVGl0bGVQb3NpdGlvbiI6IkxlZnQiLCJEYXRlUG9zaXRpb24iOiJSaWdodCIsIlNoYXBlVHlwZSI6MTMsIlNoYXBlU2l6ZSI6MCwiU2hhcGVTdHlsZSI6eyIkaWQiOiI5MTkiLCJNYXJnaW4iOnsiJHJlZiI6IjI3NiJ9LCJQYWRkaW5nIjp7IiRyZWYiOiIyNzcifSwiQmFja2dyb3VuZCI6eyIkaWQiOiI5MjAiLCJDb2xvciI6eyIkaWQiOiI5MjEiLCJBIjoyNTUsIlIiOjExNSwiRyI6MTE1LCJCIjoxMTV9fSwiSXNWaXNpYmxlIjp0cnVlLCJXaWR0aCI6MTIuMCwiSGVpZ2h0IjoxNC4wLCJCb3JkZXJTdHlsZSI6eyIkaWQiOiI5MjIiLCJMaW5lQ29sb3IiOnsiJHJlZiI6IjI4MSJ9LCJMaW5lV2VpZ2h0IjowLjAsIkxpbmVUeXBlIjowLCJQYXJlbnRTdHlsZSI6bnVsbH0sIlBhcmVudFN0eWxlIjpudWxsfSwiVGl0bGVTdHlsZSI6eyIkaWQiOiI5MjMiLCJGb250U2V0dGluZ3MiOnsiJGlkIjoiOTI0IiwiRm9udFNpemUiOjExLCJGb250TmFtZSI6IkNhbGlicmkiLCJJc0JvbGQiOnRydWUsIklzSXRhbGljIjpmYWxzZSwiSXNVbmRlcmxpbmVkIjpmYWxzZSwiUGFyZW50U3R5bGUiOm51bGx9LCJBdXRvU2l6ZSI6MCwiRm9yZWdyb3VuZCI6eyIkaWQiOiI5MjUiLCJDb2xvciI6eyIkaWQiOiI5MjYiLCJBIjoyNTUsIlIiOjg5LCJHIjo4OSwiQiI6ODl9fSwiTWF4V2lkdGgiOjIwMC4wLCJNYXhIZWlnaHQiOiJJbmZpbml0eSIsIlNtYXJ0Rm9yZWdyb3VuZElzQWN0aXZlIjpmYWxzZSwiSG9yaXpvbnRhbEFsaWdubWVudCI6Mi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5MjciLCJGb250U2V0dGluZ3MiOnsiJGlkIjoiOTI4IiwiRm9udFNpemUiOjksIkZvbnROYW1lIjoiQ2FsaWJyaSIsIklzQm9sZCI6ZmFsc2UsIklzSXRhbGljIjpmYWxzZSwiSXNVbmRlcmxpbmVkIjpmYWxzZSwiUGFyZW50U3R5bGUiOm51bGx9LCJBdXRvU2l6ZSI6MCwiRm9yZWdyb3VuZCI6eyIkaWQiOiI5MjkiLCJDb2xvciI6eyIkaWQiOiI5MzAiLCJBIjoyNTUsIlIiOjExNSwiRyI6MTE1LCJCIjoxMTV9fSwiTWF4V2lkdGgiOjIwMC4wLCJNYXhIZWlnaHQiOiJJbmZpbml0eSIsIlNtYXJ0Rm9yZWdyb3VuZElzQWN0aXZlIjpmYWxzZSwiSG9yaXpvbnRhbEFsaWdubWVudCI6MC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OTMxIiwiRm9ybWF0U3RyaW5nIjoiTU1NTSBkLCB5eXl5IiwiU2VwYXJhdG9yIjoiLyIsIlVzZUludGVybmF0aW9uYWxEYXRlRm9ybWF0IjpmYWxzZSwiRGF0ZUlzVmlzaWJsZSI6dHJ1ZSwiVGltZUlzVmlzaWJsZSI6ZmFsc2UsIkhvdXJEaWdpdHMiOjEsIkFtUG1EZXNpZ25hdG9yIjoyLCJUcmltMDBNaW51dGVzIjpmYWxzZSwiTGFzdEtub3duVmlzaWJpbGl0eVN0YXRlIjp7IiRpZCI6IjkzMiIsIkRhdGVQYXJ0SXNWaXNpYmxlIjp0cnVlLCJUaW1lUGFydElzVmlzaWJsZSI6ZmFsc2V9fSwiV2Vla051bWJlcmluZyI6eyIkaWQiOiI5MzMiLCJGb3JtYXQiOjAsIklzVmlzaWJsZSI6ZmFsc2UsIkxhc3RLbm93blZpc2liaWxpdHlTdGF0ZSI6ZmFsc2V9LCJJc1Zpc2libGUiOnRydWUsIlBhcmVudFN0eWxlIjpudWxsfSwiSHlwZXJsaW5rIjp7IiRpZCI6IjkzNCIsIkFkZHJlc3MiOiIiLCJTdWJBZGRyZXNzIjoiIn0sIkltcG9ydElkIjoiIn0seyIkaWQiOiI5MzUiLCJJZCI6IjA4ZjczYmY4LTZhMjQtNGYwYS04MWFjLWUxZjc1ZWZiZGQ2YiIsIkluZGV4IjozNSwiR3JvdXBJZCI6IjY0ZWNkMWRmLTE3YjEtNDU2My1hMDQxLTA3ZmJiMjQ4ODZkMiIsIlRpdGxlIjoiR2FydG5lciBBbmFseXN0IFJldmlldyIsIkRhdGVUaW1lIjoiMjAxOS0xMS0wMVQxMTo1OTowMFoiLCJQZXJjZW50YWdlQ29tcGxldGUiOm51bGwsIk5vdGUiOm51bGwsIlN0eWxlIjp7IiRpZCI6IjkzNiIsIlRpdGxlUG9zaXRpb24iOiJMZWZ0IiwiRGF0ZVBvc2l0aW9uIjoiUmlnaHQiLCJTaGFwZVR5cGUiOjEzLCJTaGFwZVNpemUiOjAsIlNoYXBlU3R5bGUiOnsiJGlkIjoiOTM3IiwiTWFyZ2luIjp7IiRyZWYiOiIyNzYifSwiUGFkZGluZyI6eyIkcmVmIjoiMjc3In0sIkJhY2tncm91bmQiOnsiJGlkIjoiOTM4IiwiQ29sb3IiOnsiJGlkIjoiOTM5IiwiQSI6MjU1LCJSIjoxMTUsIkciOjExNSwiQiI6MTE1fX0sIklzVmlzaWJsZSI6dHJ1ZSwiV2lkdGgiOjEyLjAsIkhlaWdodCI6MTQuMCwiQm9yZGVyU3R5bGUiOnsiJGlkIjoiOTQwIiwiTGluZUNvbG9yIjp7IiRyZWYiOiIyODEifSwiTGluZVdlaWdodCI6MC4wLCJMaW5lVHlwZSI6MCwiUGFyZW50U3R5bGUiOm51bGx9LCJQYXJlbnRTdHlsZSI6bnVsbH0sIlRpdGxlU3R5bGUiOnsiJGlkIjoiOTQxIiwiRm9udFNldHRpbmdzIjp7IiRpZCI6Ijk0MiIsIkZvbnRTaXplIjoxMSwiRm9udE5hbWUiOiJDYWxpYnJpIiwiSXNCb2xkIjp0cnVlLCJJc0l0YWxpYyI6ZmFsc2UsIklzVW5kZXJsaW5lZCI6ZmFsc2UsIlBhcmVudFN0eWxlIjpudWxsfSwiQXV0b1NpemUiOjAsIkZvcmVncm91bmQiOnsiJGlkIjoiOTQzIiwiQ29sb3IiOnsiJGlkIjoiOTQ0IiwiQSI6MjU1LCJSIjo4OSwiRyI6ODksIkIiOjg5fX0sIk1heFdpZHRoIjoyMDAuMCwiTWF4SGVpZ2h0IjoiSW5maW5pdHkiLCJTbWFydEZvcmVncm91bmRJc0FjdGl2ZSI6ZmFsc2UsIkhvcml6b250YWxBbGlnbm1lbnQiOjI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Q1IiwiRm9udFNldHRpbmdzIjp7IiRpZCI6Ijk0NiIsIkZvbnRTaXplIjo5LCJGb250TmFtZSI6IkNhbGlicmkiLCJJc0JvbGQiOmZhbHNlLCJJc0l0YWxpYyI6ZmFsc2UsIklzVW5kZXJsaW5lZCI6ZmFsc2UsIlBhcmVudFN0eWxlIjpudWxsfSwiQXV0b1NpemUiOjAsIkZvcmVncm91bmQiOnsiJGlkIjoiOTQ3IiwiQ29sb3IiOnsiJGlkIjoiOTQ4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yZWYiOiIyOTMifSwiUGFkZGluZyI6eyIkcmVmIjoiMjk0In0sIkJhY2tncm91bmQiOnsiJHJlZiI6IjE3MCJ9LCJJc1Zpc2libGUiOnRydWUsIldpZHRoIjowLjAsIkhlaWdodCI6MC4wLCJCb3JkZXJTdHlsZSI6bnVsbCwiUGFyZW50U3R5bGUiOm51bGx9LCJEYXRlRm9ybWF0Ijp7IiRpZCI6Ijk0OS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5NTAiLCJEYXRlUGFydElzVmlzaWJsZSI6dHJ1ZSwiVGltZVBhcnRJc1Zpc2libGUiOmZhbHNlfX0sIldlZWtOdW1iZXJpbmciOnsiJGlkIjoiOTUxIiwiRm9ybWF0IjowLCJJc1Zpc2libGUiOmZhbHNlLCJMYXN0S25vd25WaXNpYmlsaXR5U3RhdGUiOmZhbHNlfSwiSXNWaXNpYmxlIjp0cnVlLCJQYXJlbnRTdHlsZSI6bnVsbH0sIkh5cGVybGluayI6eyIkaWQiOiI5NTIiLCJBZGRyZXNzIjoiIiwiU3ViQWRkcmVzcyI6IiJ9LCJJbXBvcnRJZCI6IiJ9XSwiSWQiOiI2NGVjZDFkZi0xN2IxLTQ1NjMtYTA0MS0wN2ZiYjI0ODg2ZDIiLCJJc1NpbmdsZUl0ZW1Sb3ciOmZhbHNlfSx7IiRpZCI6Ijk1MyIsIl90YXNrcyI6W10sIl9taWxlc3RvbmVzIjpbeyIkaWQiOiI5NTQiLCJJZCI6IjE1NWRjMGRmLTZmNDEtNDNhOC1hMDViLTdmMTg3ZDE2ZjNjYiIsIkluZGV4IjozNiwiR3JvdXBJZCI6ImEyNTcwODc5LTQ3YWItNDBiNy1hYjE1LThkN2ZjZmUxMGYzNCIsIlRpdGxlIjoiUHJlc3MgUmVsZWFzZSIsIkRhdGVUaW1lIjoiMjAxOS0wOC0wMlQxMTo1OTowMFoiLCJQZXJjZW50YWdlQ29tcGxldGUiOm51bGwsIk5vdGUiOm51bGwsIlN0eWxlIjp7IiRpZCI6Ijk1NSIsIlRpdGxlUG9zaXRpb24iOiJMZWZ0IiwiRGF0ZVBvc2l0aW9uIjoiUmlnaHQiLCJTaGFwZVR5cGUiOjEzLCJTaGFwZVNpemUiOjAsIlNoYXBlU3R5bGUiOnsiJGlkIjoiOTU2IiwiTWFyZ2luIjp7IiRyZWYiOiIyNzYifSwiUGFkZGluZyI6eyIkcmVmIjoiMjc3In0sIkJhY2tncm91bmQiOnsiJGlkIjoiOTU3IiwiQ29sb3IiOnsiJGlkIjoiOTU4IiwiQSI6MjU1LCJSIjoxMTUsIkciOjExNSwiQiI6MTE1fX0sIklzVmlzaWJsZSI6dHJ1ZSwiV2lkdGgiOjEyLjAsIkhlaWdodCI6MTQuMCwiQm9yZGVyU3R5bGUiOnsiJGlkIjoiOTU5IiwiTGluZUNvbG9yIjp7IiRyZWYiOiIyODEifSwiTGluZVdlaWdodCI6MC4wLCJMaW5lVHlwZSI6MCwiUGFyZW50U3R5bGUiOm51bGx9LCJQYXJlbnRTdHlsZSI6bnVsbH0sIlRpdGxlU3R5bGUiOnsiJGlkIjoiOTYwIiwiRm9udFNldHRpbmdzIjp7IiRpZCI6Ijk2MSIsIkZvbnRTaXplIjoxMSwiRm9udE5hbWUiOiJDYWxpYnJpIiwiSXNCb2xkIjp0cnVlLCJJc0l0YWxpYyI6ZmFsc2UsIklzVW5kZXJsaW5lZCI6ZmFsc2UsIlBhcmVudFN0eWxlIjpudWxsfSwiQXV0b1NpemUiOjAsIkZvcmVncm91bmQiOnsiJGlkIjoiOTYyIiwiQ29sb3IiOnsiJGlkIjoiOTYzIiwiQSI6MjU1LCJSIjo4OSwiRyI6ODksIkIiOjg5fX0sIk1heFdpZHRoIjoyMDAuMCwiTWF4SGVpZ2h0IjoiSW5maW5pdHkiLCJTbWFydEZvcmVncm91bmRJc0FjdGl2ZSI6ZmFsc2UsIkhvcml6b250YWxBbGlnbm1lbnQiOjI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Y0IiwiRm9udFNldHRpbmdzIjp7IiRpZCI6Ijk2NSIsIkZvbnRTaXplIjo5LCJGb250TmFtZSI6IkNhbGlicmkiLCJJc0JvbGQiOmZhbHNlLCJJc0l0YWxpYyI6ZmFsc2UsIklzVW5kZXJsaW5lZCI6ZmFsc2UsIlBhcmVudFN0eWxlIjpudWxsfSwiQXV0b1NpemUiOjAsIkZvcmVncm91bmQiOnsiJGlkIjoiOTY2IiwiQ29sb3IiOnsiJGlkIjoiOTY3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yZWYiOiIyOTMifSwiUGFkZGluZyI6eyIkcmVmIjoiMjk0In0sIkJhY2tncm91bmQiOnsiJHJlZiI6IjE3MCJ9LCJJc1Zpc2libGUiOnRydWUsIldpZHRoIjowLjAsIkhlaWdodCI6MC4wLCJCb3JkZXJTdHlsZSI6bnVsbCwiUGFyZW50U3R5bGUiOm51bGx9LCJEYXRlRm9ybWF0Ijp7IiRpZCI6Ijk2OC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5NjkiLCJEYXRlUGFydElzVmlzaWJsZSI6dHJ1ZSwiVGltZVBhcnRJc1Zpc2libGUiOmZhbHNlfX0sIldlZWtOdW1iZXJpbmciOnsiJGlkIjoiOTcwIiwiRm9ybWF0IjowLCJJc1Zpc2libGUiOmZhbHNlLCJMYXN0S25vd25WaXNpYmlsaXR5U3RhdGUiOmZhbHNlfSwiSXNWaXNpYmxlIjp0cnVlLCJQYXJlbnRTdHlsZSI6bnVsbH0sIkh5cGVybGluayI6eyIkaWQiOiI5NzEiLCJBZGRyZXNzIjoiIiwiU3ViQWRkcmVzcyI6IiJ9LCJJbXBvcnRJZCI6IiJ9LHsiJGlkIjoiOTcyIiwiSWQiOiIwN2I5OGJjZi02NzhkLTQ2NzEtYWE2My1lNmM5MGYwNDAyYWEiLCJJbmRleCI6MzcsIkdyb3VwSWQiOiJhMjU3MDg3OS00N2FiLTQwYjctYWIxNS04ZDdmY2ZlMTBmMzQiLCJUaXRsZSI6IlB1YmxpYyBXZWJzaXRlIExpdmUiLCJEYXRlVGltZSI6IjIwMTktMTEtMDFUMTE6NTk6MDBaIiwiUGVyY2VudGFnZUNvbXBsZXRlIjpudWxsLCJOb3RlIjpudWxsLCJTdHlsZSI6eyIkaWQiOiI5NzMiLCJUaXRsZVBvc2l0aW9uIjoiTGVmdCIsIkRhdGVQb3NpdGlvbiI6IlJpZ2h0IiwiU2hhcGVUeXBlIjoxMywiU2hhcGVTaXplIjowLCJTaGFwZVN0eWxlIjp7IiRpZCI6Ijk3NCIsIk1hcmdpbiI6eyIkcmVmIjoiMjc2In0sIlBhZGRpbmciOnsiJHJlZiI6IjI3NyJ9LCJCYWNrZ3JvdW5kIjp7IiRpZCI6Ijk3NSIsIkNvbG9yIjp7IiRpZCI6Ijk3NiIsIkEiOjI1NSwiUiI6MTE1LCJHIjoxMTUsIkIiOjExNX19LCJJc1Zpc2libGUiOnRydWUsIldpZHRoIjoxMi4wLCJIZWlnaHQiOjE0LjAsIkJvcmRlclN0eWxlIjp7IiRpZCI6Ijk3NyIsIkxpbmVDb2xvciI6eyIkcmVmIjoiMjgxIn0sIkxpbmVXZWlnaHQiOjAuMCwiTGluZVR5cGUiOjAsIlBhcmVudFN0eWxlIjpudWxsfSwiUGFyZW50U3R5bGUiOm51bGx9LCJUaXRsZVN0eWxlIjp7IiRpZCI6Ijk3OCIsIkZvbnRTZXR0aW5ncyI6eyIkaWQiOiI5NzkiLCJGb250U2l6ZSI6MTEsIkZvbnROYW1lIjoiQ2FsaWJyaSIsIklzQm9sZCI6dHJ1ZSwiSXNJdGFsaWMiOmZhbHNlLCJJc1VuZGVybGluZWQiOmZhbHNlLCJQYXJlbnRTdHlsZSI6bnVsbH0sIkF1dG9TaXplIjowLCJGb3JlZ3JvdW5kIjp7IiRpZCI6Ijk4MCIsIkNvbG9yIjp7IiRpZCI6Ijk4MSIsIkEiOjI1NSwiUiI6ODksIkciOjg5LCJCIjo4OX19LCJNYXhXaWR0aCI6MjAwLjAsIk1heEhlaWdodCI6IkluZmluaXR5IiwiU21hcnRGb3JlZ3JvdW5kSXNBY3RpdmUiOmZhbHNlLCJIb3Jpem9udGFsQWxpZ25tZW50IjoyLCJWZXJ0aWNhbEFsaWdubWVudCI6MCwiU21hcnRGb3JlZ3JvdW5kIjpudWxsLCJCYWNrZ3JvdW5kRmlsbFR5cGUiOjAsIk1hcmdpbiI6eyIkcmVmIjoiMjg3In0sIlBhZGRpbmciOnsiJHJlZiI6IjI4OCJ9LCJCYWNrZ3JvdW5kIjp7IiRyZWYiOiIxNjIifSwiSXNWaXNpYmxlIjp0cnVlLCJXaWR0aCI6MC4wLCJIZWlnaHQiOjAuMCwiQm9yZGVyU3R5bGUiOm51bGwsIlBhcmVudFN0eWxlIjpudWxsfSwiRGF0ZVN0eWxlIjp7IiRpZCI6Ijk4MiIsIkZvbnRTZXR0aW5ncyI6eyIkaWQiOiI5ODMiLCJGb250U2l6ZSI6OSwiRm9udE5hbWUiOiJDYWxpYnJpIiwiSXNCb2xkIjpmYWxzZSwiSXNJdGFsaWMiOmZhbHNlLCJJc1VuZGVybGluZWQiOmZhbHNlLCJQYXJlbnRTdHlsZSI6bnVsbH0sIkF1dG9TaXplIjowLCJGb3JlZ3JvdW5kIjp7IiRpZCI6Ijk4NCIsIkNvbG9yIjp7IiRpZCI6Ijk4NSIsIkEiOjI1NSwiUiI6MTE1LCJHIjoxMTUsIkIiOjExNX19LCJNYXhXaWR0aCI6MjAwLjAsIk1heEhlaWdodCI6IkluZmluaXR5IiwiU21hcnRGb3JlZ3JvdW5kSXNBY3RpdmUiOmZhbHNlLCJIb3Jpem9udGFsQWxpZ25tZW50IjowLCJWZXJ0aWNhbEFsaWdubWVudCI6MCwiU21hcnRGb3JlZ3JvdW5kIjpudWxsLCJCYWNrZ3JvdW5kRmlsbFR5cGUiOjAsIk1hcmdpbiI6eyIkcmVmIjoiMjkzIn0sIlBhZGRpbmciOnsiJHJlZiI6IjI5NCJ9LCJCYWNrZ3JvdW5kIjp7IiRyZWYiOiIxNzAifSwiSXNWaXNpYmxlIjp0cnVlLCJXaWR0aCI6MC4wLCJIZWlnaHQiOjAuMCwiQm9yZGVyU3R5bGUiOm51bGwsIlBhcmVudFN0eWxlIjpudWxsfSwiRGF0ZUZvcm1hdCI6eyIkaWQiOiI5ODYiLCJGb3JtYXRTdHJpbmciOiJNTU1NIGQsIHl5eXkiLCJTZXBhcmF0b3IiOiIvIiwiVXNlSW50ZXJuYXRpb25hbERhdGVGb3JtYXQiOmZhbHNlLCJEYXRlSXNWaXNpYmxlIjp0cnVlLCJUaW1lSXNWaXNpYmxlIjpmYWxzZSwiSG91ckRpZ2l0cyI6MSwiQW1QbURlc2lnbmF0b3IiOjIsIlRyaW0wME1pbnV0ZXMiOmZhbHNlLCJMYXN0S25vd25WaXNpYmlsaXR5U3RhdGUiOnsiJGlkIjoiOTg3IiwiRGF0ZVBhcnRJc1Zpc2libGUiOnRydWUsIlRpbWVQYXJ0SXNWaXNpYmxlIjpmYWxzZX19LCJXZWVrTnVtYmVyaW5nIjp7IiRpZCI6Ijk4OCIsIkZvcm1hdCI6MCwiSXNWaXNpYmxlIjpmYWxzZSwiTGFzdEtub3duVmlzaWJpbGl0eVN0YXRlIjpmYWxzZX0sIklzVmlzaWJsZSI6dHJ1ZSwiUGFyZW50U3R5bGUiOm51bGx9LCJIeXBlcmxpbmsiOnsiJGlkIjoiOTg5IiwiQWRkcmVzcyI6IiIsIlN1YkFkZHJlc3MiOiIifSwiSW1wb3J0SWQiOiIifV0sIklkIjoiYTI1NzA4NzktNDdhYi00MGI3LWFiMTUtOGQ3ZmNmZTEwZjM0IiwiSXNTaW5nbGVJdGVtUm93IjpmYWxzZX1dLCJJbmRleCI6MCwiSWQiOiI4NDlmYjY5NS03NTBkLTQ4N2QtYmVlMi0wYmJjNzVmZTQ4ZTIiLCJIZWFkZXJUZXh0IjpudWxsLCJJc0RlZmF1bHQiOnRydWUsIlN0eWxlIjp7IiRpZCI6Ijk5MCIsIkhlYWRlclN0eWxlIjp7IiRpZCI6Ijk5MSIsIlRleHRTdHlsZSI6eyIkaWQiOiI5OTIiLCJGb250U2V0dGluZ3MiOnsiJGlkIjoiOTkzIiwiRm9udFNpemUiOjExLCJGb250TmFtZSI6IkNhbGlicmkiLCJJc0JvbGQiOmZhbHNlLCJJc0l0YWxpYyI6ZmFsc2UsIklzVW5kZXJsaW5lZCI6ZmFsc2UsIlBhcmVudFN0eWxlIjpudWxsfSwiQXV0b1NpemUiOjIsIkZvcmVncm91bmQiOnsiJGlkIjoiOTk0IiwiQ29sb3IiOnsiJGlkIjoiOTk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k2IiwiVG9wIjowLjAsIkxlZnQiOjAuMCwiUmlnaHQiOjAuMCwiQm90dG9tIjowLjB9LCJQYWRkaW5nIjp7IiRpZCI6Ijk5NyIsIlRvcCI6MC4wLCJMZWZ0IjowLjAsIlJpZ2h0IjowLjAsIkJvdHRvbSI6MC4wfSwiQmFja2dyb3VuZCI6bnVsbCwiSXNWaXNpYmxlIjp0cnVlLCJXaWR0aCI6MC4wLCJIZWlnaHQiOjAuMCwiQm9yZGVyU3R5bGUiOm51bGwsIlBhcmVudFN0eWxlIjpudWxsfSwiUmVjdGFuZ2xlU3R5bGUiOnsiJGlkIjoiOTk4IiwiTWFyZ2luIjp7IiRpZCI6Ijk5OSIsIlRvcCI6MC4wLCJMZWZ0IjowLjAsIlJpZ2h0IjowLjAsIkJvdHRvbSI6MC4wfSwiUGFkZGluZyI6eyIkaWQiOiIxMDAwIiwiVG9wIjowLjAsIkxlZnQiOjAuMCwiUmlnaHQiOjAuMCwiQm90dG9tIjowLjB9LCJCYWNrZ3JvdW5kIjp7IiRpZCI6IjEwMDEiLCJDb2xvciI6eyIkaWQiOiIxMDAyIiwiQSI6NjMsIlIiOjE2NSwiRyI6MTY1LCJCIjoxNjV9fSwiSXNWaXNpYmxlIjp0cnVlLCJXaWR0aCI6MC4wLCJIZWlnaHQiOjAuMCwiQm9yZGVyU3R5bGUiOnsiJGlkIjoiMTAwMyIsIkxpbmVDb2xvciI6eyIkaWQiOiIxMDA0IiwiJHR5cGUiOiJOTFJFLkNvbW1vbi5Eb20uU29saWRDb2xvckJydXNoLCBOTFJFLkNvbW1vbiIsIkNvbG9yIjp7IiRpZCI6IjEwMDUiLCJBIjoyNTUsIlIiOjI1NSwiRyI6MCwiQiI6MH19LCJMaW5lV2VpZ2h0IjowLjAsIkxpbmVUeXBlIjowLCJQYXJlbnRTdHlsZSI6bnVsbH0sIlBhcmVudFN0eWxlIjpudWxsfSwiTWFyZ2luIjp7IiRpZCI6IjEwMDYiLCJUb3AiOjAuMCwiTGVmdCI6MC4wLCJSaWdodCI6MC4wLCJCb3R0b20iOjAuMH0sIlBhZGRpbmciOnsiJGlkIjoiMTAwNyIsIlRvcCI6MC4wLCJMZWZ0IjowLjAsIlJpZ2h0IjowLjAsIkJvdHRvbSI6MC4wfSwiQmFja2dyb3VuZCI6bnVsbCwiSXNWaXNpYmxlIjp0cnVlLCJXaWR0aCI6MC4wLCJIZWlnaHQiOjAuMCwiQm9yZGVyU3R5bGUiOm51bGwsIlBhcmVudFN0eWxlIjpudWxsfSwiQmFja2dyb3VuZFN0eWxlIjp7IiRpZCI6IjEwMDgiLCJNYXJnaW4iOnsiJGlkIjoiMTAwOSIsIlRvcCI6MC4wLCJMZWZ0IjowLjAsIlJpZ2h0IjowLjAsIkJvdHRvbSI6MC4wfSwiUGFkZGluZyI6eyIkaWQiOiIxMDEwIiwiVG9wIjowLjAsIkxlZnQiOjAuMCwiUmlnaHQiOjAuMCwiQm90dG9tIjowLjB9LCJCYWNrZ3JvdW5kIjp7IiRpZCI6IjEwMTEiLCJDb2xvciI6eyIkaWQiOiIxMDEyIiwiQSI6NTEsIlIiOjE1NSwiRyI6MTg3LCJCIjo4OX19LCJJc1Zpc2libGUiOnRydWUsIldpZHRoIjowLjAsIkhlaWdodCI6MC4wLCJCb3JkZXJTdHlsZSI6eyIkaWQiOiIxMDEzIiwiTGluZUNvbG9yIjp7IiRpZCI6IjEwMTQiLCIkdHlwZSI6Ik5MUkUuQ29tbW9uLkRvbS5Tb2xpZENvbG9yQnJ1c2gsIE5MUkUuQ29tbW9uIiwiQ29sb3IiOnsiJGlkIjoiMTAxNSIsIkEiOjI1NSwiUiI6MjU1LCJHIjowLCJCIjowfX0sIkxpbmVXZWlnaHQiOjAuMCwiTGluZVR5cGUiOjAsIlBhcmVudFN0eWxlIjpudWxsfSwiUGFyZW50U3R5bGUiOm51bGx9LCJNYXJnaW4iOnsiJGlkIjoiMTAxNiIsIlRvcCI6MC4wLCJMZWZ0IjowLjAsIlJpZ2h0IjowLjAsIkJvdHRvbSI6MC4wfSwiUGFkZGluZyI6eyIkaWQiOiIxMDE3IiwiVG9wIjowLjAsIkxlZnQiOjAuMCwiUmlnaHQiOjAuMCwiQm90dG9tIjowLjB9LCJJc1Zpc2libGUiOnRydWUsIldpZHRoIjowLjAsIkhlaWdodCI6MC4wLCJCb3JkZXJTdHlsZSI6bnVsbCwiUGFyZW50U3R5bGUiOm51bGx9fV0sIklkIjoiOWViNzY1ODQtYmIzMi00NTJlLWFjMDctZmIyNjM3YmFlYTFhIiwiSW5kZXgiOjMyLCJIZWFkZXJUZXh0IjoiTGF1bmNoIiwiU3R5bGUiOnsiJGlkIjoiMTAxOCIsIkhlYWRlclN0eWxlIjp7IiRpZCI6IjEwMTkiLCJUZXh0SXNWZXJ0aWNhbCI6ZmFsc2UsIlRleHRTdHlsZSI6eyIkaWQiOiIxMDIwIiwiRm9udFNldHRpbmdzIjp7IiRpZCI6IjEwMjEiLCJGb250U2l6ZSI6MTAsIkZvbnROYW1lIjoiRnJhbmtsaW4gR290aGljIE1lZGl1bSIsIklzQm9sZCI6ZmFsc2UsIklzSXRhbGljIjpmYWxzZSwiSXNVbmRlcmxpbmVkIjpmYWxzZSwiUGFyZW50U3R5bGUiOm51bGx9LCJBdXRvU2l6ZSI6MCwiRm9yZWdyb3VuZCI6eyIkaWQiOiIxMDIyIiwiQ29sb3IiOnsiJGlkIjoiMTAyMyIsIkEiOjI1NSwiUiI6MCwiRyI6MC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MTAyNCIsIk1hcmdpbiI6eyIkcmVmIjoiMzM1In0sIlBhZGRpbmciOnsiJHJlZiI6IjMzNiJ9LCJCYWNrZ3JvdW5kIjp7IiRpZCI6IjEwMjUiLCJDb2xvciI6eyIkaWQiOiIxMDI2IiwiQSI6MTI3LCJSIjoxNjUsIkciOjE2NSwiQiI6MTY1fX0sIklzVmlzaWJsZSI6ZmFsc2UsIldpZHRoIjowLjAsIkhlaWdodCI6MC4wLCJCb3JkZXJTdHlsZSI6eyIkaWQiOiIxMDI3IiwiTGluZUNvbG9yIjp7IiRyZWYiOiIzNDAifSwiTGluZVdlaWdodCI6MC4wLCJMaW5lVHlwZSI6MCwiUGFyZW50U3R5bGUiOm51bGx9LCJQYXJlbnRTdHlsZSI6bnVsbH0sIk1hcmdpbiI6eyIkcmVmIjoiMzQyIn0sIlBhZGRpbmciOnsiJHJlZiI6IjM0MyJ9LCJCYWNrZ3JvdW5kIjpudWxsLCJJc1Zpc2libGUiOnRydWUsIldpZHRoIjowLjAsIkhlaWdodCI6MC4wLCJCb3JkZXJTdHlsZSI6bnVsbCwiUGFyZW50U3R5bGUiOm51bGx9LCJCYWNrZ3JvdW5kU3R5bGUiOnsiJGlkIjoiMTAyOCIsIk1hcmdpbiI6eyIkcmVmIjoiMzQ1In0sIlBhZGRpbmciOnsiJHJlZiI6IjM0NiJ9LCJCYWNrZ3JvdW5kIjp7IiRpZCI6IjEwMjkiLCJDb2xvciI6eyIkaWQiOiIxMDMwIiwiQSI6MzgsIlIiOjE2NSwiRyI6MTY1LCJCIjoxNjV9fSwiSXNWaXNpYmxlIjp0cnVlLCJXaWR0aCI6MC4wLCJIZWlnaHQiOjAuMCwiQm9yZGVyU3R5bGUiOnsiJGlkIjoiMTAzMSIsIkxpbmVDb2xvciI6eyIkcmVmIjoiMzUwIn0sIkxpbmVXZWlnaHQiOjAuMCwiTGluZVR5cGUiOjAsIlBhcmVudFN0eWxlIjpudWxsfSwiUGFyZW50U3R5bGUiOm51bGx9LCJJc0Fib3ZlVGltZWJhbmQiOmZhbHNlLCJNYXJnaW4iOnsiJGlkIjoiMTAzMiIsIlRvcCI6MC4wLCJMZWZ0IjowLjAsIlJpZ2h0IjowLjAsIkJvdHRvbSI6MC4wfSwiUGFkZGluZyI6eyIkaWQiOiIxMDMzIiwiVG9wIjowLjAsIkxlZnQiOjAuMCwiUmlnaHQiOjAuMCwiQm90dG9tIjowLjB9LCJJc1Zpc2libGUiOnRydWUsIldpZHRoIjowLjAsIkhlaWdodCI6MC4wLCJCb3JkZXJTdHlsZSI6eyIkaWQiOiIxMDM0IiwiTGluZUNvbG9yIjpudWxsLCJMaW5lV2VpZ2h0IjowLjAsIkxpbmVUeXBlIjowLCJQYXJlbnRTdHlsZSI6bnVsbH0sIlBhcmVudFN0eWxlIjpudWxsfX1dLCJDdWx0dXJlSW5mb05hbWUiOiJlbi1VUyIsIlN0eWxlTmFtZSI6bnVsbCwiVmVyc2lvbiI6eyIkaWQiOiIxMDM1IiwiVmVyc2lvbiI6IjMuNi4xIiwiT3JpZ2luYWxBc3NlbWJseVZlcnNpb24iOiI0LjAwLjAxLjAwIiwiRWRpdGlvbiI6IlBybyIsIkxhc3RTYXZlZEVkaXRpb24iOjMsIklzUGx1c0VkaXRpb24iOnRydWUsIklzUHJvRWRpdGlvbiI6dHJ1ZX0sIkVmZmVjdCI6MCwiU3R5bGUiOnsiJGlkIjoiMTAzNiIsIlRpbWViYW5kU3R5bGUiOnsiJGlkIjoiMTAzNyIsIlNjYWxlTWFya2luZyI6MSwiU2hhcGUiOjEwLCJTaGFwZVN0eWxlIjp7IiRpZCI6IjEwMzgiLCJNYXJnaW4iOnsiJGlkIjoiMTAzOSIsIlRvcCI6MC4wLCJMZWZ0IjoxMC4wLCJSaWdodCI6MTAuMCwiQm90dG9tIjowLjB9LCJQYWRkaW5nIjp7IiRpZCI6IjEwNDAiLCJUb3AiOjMuMCwiTGVmdCI6MC4wLCJSaWdodCI6MC4wLCJCb3R0b20iOjMuMH0sIkJhY2tncm91bmQiOnsiJGlkIjoiMTA0MSIsIkNvbG9yIjp7IiRpZCI6IjEwNDIiLCJBIjoyNTUsIlIiOjY4LCJHIjo4NCwiQiI6MTA2fX0sIklzVmlzaWJsZSI6dHJ1ZSwiV2lkdGgiOjg1OC4wLCJIZWlnaHQiOjIwLjAsIkJvcmRlclN0eWxlIjp7IiRpZCI6IjEwNDMiLCJMaW5lQ29sb3IiOnsiJGlkIjoiMTA0NCIsIiR0eXBlIjoiTkxSRS5Db21tb24uRG9tLlNvbGlkQ29sb3JCcnVzaCwgTkxSRS5Db21tb24iLCJDb2xvciI6eyIkaWQiOiIxMDQ1IiwiQSI6MjU1LCJSIjoyNTUsIkciOjAsIkIiOjB9fSwiTGluZVdlaWdodCI6MC4wLCJMaW5lVHlwZSI6MCwiUGFyZW50U3R5bGUiOm51bGx9LCJQYXJlbnRTdHlsZSI6bnVsbH0sIk1pZGRsZVRpZXJTaGFwZVN0eWxlIjp7IiRpZCI6IjEwNDYiLCJNYXJnaW4iOnsiJHJlZiI6IjEwMzkifSwiUGFkZGluZyI6eyIkcmVmIjoiMTA0MCJ9LCJCYWNrZ3JvdW5kIjp7IiRyZWYiOiIxMDQxIn0sIklzVmlzaWJsZSI6dHJ1ZSwiV2lkdGgiOjg1OC4wLCJIZWlnaHQiOjIwLjAsIkJvcmRlclN0eWxlIjpudWxsLCJQYXJlbnRTdHlsZSI6bnVsbH0sIkJvdHRvbVRpZXJTaGFwZVN0eWxlIjp7IiRpZCI6IjEwNDciLCJNYXJnaW4iOnsiJHJlZiI6IjEwMzkifSwiUGFkZGluZyI6eyIkcmVmIjoiMTA0MCJ9LCJCYWNrZ3JvdW5kIjp7IiRyZWYiOiIxMDQxIn0sIklzVmlzaWJsZSI6dHJ1ZSwiV2lkdGgiOjg1OC4wLCJIZWlnaHQiOjIwLjAsIkJvcmRlclN0eWxlIjpudWxsLCJQYXJlbnRTdHlsZSI6bnVsbH0sIlJpZ2h0RW5kQ2Fwc1N0eWxlIjp7IiRpZCI6IjEwNDgiLCJGb250U2V0dGluZ3MiOnsiJGlkIjoiMTA0OSIsIkZvbnRTaXplIjoxOCwiRm9udE5hbWUiOiJDYWxpYnJpIiwiSXNCb2xkIjp0cnVlLCJJc0l0YWxpYyI6ZmFsc2UsIklzVW5kZXJsaW5lZCI6ZmFsc2UsIlBhcmVudFN0eWxlIjpudWxsfSwiQXV0b1NpemUiOjAsIkZvcmVncm91bmQiOnsiJGlkIjoiMTA1MCIsIkNvbG9yIjp7IiRpZCI6IjEwNTE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wNTIiLCJUb3AiOjAuMCwiTGVmdCI6MC4wLCJSaWdodCI6MjAuMCwiQm90dG9tIjowLjB9LCJQYWRkaW5nIjp7IiRpZCI6IjEwNTMiLCJUb3AiOjAuMCwiTGVmdCI6MC4wLCJSaWdodCI6MC4wLCJCb3R0b20iOjAuMH0sIkJhY2tncm91bmQiOnsiJGlkIjoiMTA1NCIsIkNvbG9yIjp7IiRyZWYiOiIxNSJ9fSwiSXNWaXNpYmxlIjpmYWxzZSwiV2lkdGgiOjAuMCwiSGVpZ2h0IjowLjAsIkJvcmRlclN0eWxlIjpudWxsLCJQYXJlbnRTdHlsZSI6bnVsbH0sIkxlZnRFbmRDYXBzU3R5bGUiOnsiJGlkIjoiMTA1NSIsIkZvbnRTZXR0aW5ncyI6eyIkaWQiOiIxMDU2IiwiRm9udFNpemUiOjE4LCJGb250TmFtZSI6IkNhbGlicmkiLCJJc0JvbGQiOnRydWUsIklzSXRhbGljIjpmYWxzZSwiSXNVbmRlcmxpbmVkIjpmYWxzZSwiUGFyZW50U3R5bGUiOm51bGx9LCJBdXRvU2l6ZSI6MCwiRm9yZWdyb3VuZCI6eyIkaWQiOiIxMDU3IiwiQ29sb3IiOnsiJGlkIjoiMTA1O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A1OSIsIlRvcCI6MC4wLCJMZWZ0IjoyMC4wLCJSaWdodCI6MC4wLCJCb3R0b20iOjAuMH0sIlBhZGRpbmciOnsiJGlkIjoiMTA2MCIsIlRvcCI6MC4wLCJMZWZ0IjowLjAsIlJpZ2h0IjowLjAsIkJvdHRvbSI6MC4wfSwiQmFja2dyb3VuZCI6eyIkaWQiOiIxMDYxIiwiQ29sb3IiOnsiJHJlZiI6IjE1In19LCJJc1Zpc2libGUiOmZhbHNlLCJXaWR0aCI6MC4wLCJIZWlnaHQiOjAuMCwiQm9yZGVyU3R5bGUiOm51bGwsIlBhcmVudFN0eWxlIjpudWxsfSwiVG9kYXlUZXh0U3R5bGUiOnsiJGlkIjoiMTA2MiIsIkZvbnRTZXR0aW5ncyI6eyIkaWQiOiIxMDYzIiwiRm9udFNpemUiOjEyLCJGb250TmFtZSI6IkNhbGlicmkiLCJJc0JvbGQiOmZhbHNlLCJJc0l0YWxpYyI6ZmFsc2UsIklzVW5kZXJsaW5lZCI6ZmFsc2UsIlBhcmVudFN0eWxlIjpudWxsfSwiQXV0b1NpemUiOjAsIkZvcmVncm91bmQiOnsiJGlkIjoiMTA2NCIsIkNvbG9yIjp7IiRpZCI6IjEwNj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A2NiIsIlRvcCI6MC4wLCJMZWZ0IjowLjAsIlJpZ2h0IjowLjAsIkJvdHRvbSI6MC4wfSwiUGFkZGluZyI6eyIkaWQiOiIxMDY3IiwiVG9wIjowLjAsIkxlZnQiOjAuMCwiUmlnaHQiOjAuMCwiQm90dG9tIjowLjB9LCJCYWNrZ3JvdW5kIjp7IiRpZCI6IjEwNjgiLCJDb2xvciI6eyIkcmVmIjoiMTUifX0sIklzVmlzaWJsZSI6dHJ1ZSwiV2lkdGgiOjAuMCwiSGVpZ2h0IjowLjAsIkJvcmRlclN0eWxlIjpudWxsLCJQYXJlbnRTdHlsZSI6bnVsbH0sIlRvZGF5TWFya2VyU3R5bGUiOnsiJGlkIjoiMTA2OSIsIk1hcmdpbiI6eyIkaWQiOiIxMDcwIiwiVG9wIjowLjAsIkxlZnQiOjAuMCwiUmlnaHQiOjAuMCwiQm90dG9tIjowLjB9LCJQYWRkaW5nIjp7IiRpZCI6IjEwNzEiLCJUb3AiOjAuMCwiTGVmdCI6MC4wLCJSaWdodCI6MC4wLCJCb3R0b20iOjAuMH0sIkJhY2tncm91bmQiOnsiJGlkIjoiMTA3MiIsIkNvbG9yIjp7IiRpZCI6IjEwNzMiLCJBIjoyNTUsIlIiOjI1NSwiRyI6MCwiQiI6MH19LCJJc1Zpc2libGUiOnRydWUsIldpZHRoIjowLjAsIkhlaWdodCI6MC4wLCJCb3JkZXJTdHlsZSI6bnVsbCwiUGFyZW50U3R5bGUiOm51bGx9LCJTY2FsZVN0eWxlIjp7IiRpZCI6IjEwNzQiLCJTaGFwZSI6MywiU2hvd1NlZ21lbnRTZXBhcmF0b3JzIjpmYWxzZSwiU2VnbWVudFNlcGFyYXRvck9wYWNpdHkiOjMwLCJIYXNCZWVuVmlzaWJsZUJlZm9yZSI6dHJ1ZSwiRm9udFNldHRpbmdzIjp7IiRpZCI6IjEwNzUiLCJGb250U2l6ZSI6MTIsIkZvbnROYW1lIjoiQ2FsaWJyaSIsIklzQm9sZCI6ZmFsc2UsIklzSXRhbGljIjpmYWxzZSwiSXNVbmRlcmxpbmVkIjpmYWxzZSwiUGFyZW50U3R5bGUiOm51bGx9LCJBdXRvU2l6ZSI6MCwiRm9yZWdyb3VuZCI6eyIkaWQiOiIxMDc2IiwiQ29sb3IiOnsiJGlkIjoiMTA3N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MDc4IiwiVG9wIjowLjAsIkxlZnQiOjUuMCwiUmlnaHQiOjAuMCwiQm90dG9tIjowLjB9LCJQYWRkaW5nIjp7IiRpZCI6IjEwNzkiLCJUb3AiOjAuMCwiTGVmdCI6MC4wLCJSaWdodCI6MC4wLCJCb3R0b20iOjAuMH0sIkJhY2tncm91bmQiOnsiJGlkIjoiMTA4MCIsIkNvbG9yIjp7IiRyZWYiOiIxNSJ9fSwiSXNWaXNpYmxlIjp0cnVlLCJXaWR0aCI6MC4wLCJIZWlnaHQiOjAuMCwiQm9yZGVyU3R5bGUiOm51bGwsIlBhcmVudFN0eWxlIjpudWxsfSwiU2luZ2xlU2NhbGVTaGFwZVN0eWxlIjp7IiRpZCI6IjEwODEiLCJTaGFwZSI6MywiSGVpZ2h0IjoyMC4wfSwiTWlkZGxlVGllclNjYWxlU3R5bGUiOnsiJGlkIjoiMTA4MiIsIlNoYXBlIjozLCJTaG93U2VnbWVudFNlcGFyYXRvcnMiOmZhbHNlLCJTZWdtZW50U2VwYXJhdG9yT3BhY2l0eSI6MzAsIkhhc0JlZW5WaXNpYmxlQmVmb3JlIjpmYWxzZSwiRm9udFNldHRpbmdzIjp7IiRpZCI6IjEwODMiLCJGb250U2l6ZSI6MTIsIkZvbnROYW1lIjoiQ2FsaWJyaSIsIklzQm9sZCI6ZmFsc2UsIklzSXRhbGljIjpmYWxzZSwiSXNVbmRlcmxpbmVkIjpmYWxzZSwiUGFyZW50U3R5bGUiOm51bGx9LCJBdXRvU2l6ZSI6MCwiRm9yZWdyb3VuZCI6eyIkcmVmIjoiMTA3NiJ9LCJNYXhXaWR0aCI6MjAwLjAsIk1heEhlaWdodCI6IkluZmluaXR5IiwiU21hcnRGb3JlZ3JvdW5kSXNBY3RpdmUiOmZhbHNlLCJIb3Jpem9udGFsQWxpZ25tZW50IjowLCJWZXJ0aWNhbEFsaWdubWVudCI6MSwiU21hcnRGb3JlZ3JvdW5kIjpudWxsLCJCYWNrZ3JvdW5kRmlsbFR5cGUiOjAsIk1hcmdpbiI6eyIkcmVmIjoiMTA3OCJ9LCJQYWRkaW5nIjp7IiRyZWYiOiIxMDc5In0sIkJhY2tncm91bmQiOnsiJHJlZiI6IjEwODAifSwiSXNWaXNpYmxlIjpmYWxzZSwiV2lkdGgiOjAuMCwiSGVpZ2h0IjowLjAsIkJvcmRlclN0eWxlIjpudWxsLCJQYXJlbnRTdHlsZSI6bnVsbH0sIkJvdHRvbVRpZXJTY2FsZVN0eWxlIjp7IiRpZCI6IjEwODQiLCJTaGFwZSI6MywiU2hvd1NlZ21lbnRTZXBhcmF0b3JzIjpmYWxzZSwiU2VnbWVudFNlcGFyYXRvck9wYWNpdHkiOjMwLCJIYXNCZWVuVmlzaWJsZUJlZm9yZSI6ZmFsc2UsIkZvbnRTZXR0aW5ncyI6eyIkaWQiOiIxMDg1IiwiRm9udFNpemUiOjEyLCJGb250TmFtZSI6IkNhbGlicmkiLCJJc0JvbGQiOmZhbHNlLCJJc0l0YWxpYyI6ZmFsc2UsIklzVW5kZXJsaW5lZCI6ZmFsc2UsIlBhcmVudFN0eWxlIjpudWxsfSwiQXV0b1NpemUiOjAsIkZvcmVncm91bmQiOnsiJHJlZiI6IjEwNzYifSwiTWF4V2lkdGgiOjIwMC4wLCJNYXhIZWlnaHQiOiJJbmZpbml0eSIsIlNtYXJ0Rm9yZWdyb3VuZElzQWN0aXZlIjpmYWxzZSwiSG9yaXpvbnRhbEFsaWdubWVudCI6MCwiVmVydGljYWxBbGlnbm1lbnQiOjEsIlNtYXJ0Rm9yZWdyb3VuZCI6bnVsbCwiQmFja2dyb3VuZEZpbGxUeXBlIjowLCJNYXJnaW4iOnsiJHJlZiI6IjEwNzgifSwiUGFkZGluZyI6eyIkcmVmIjoiMTA3OSJ9LCJCYWNrZ3JvdW5kIjp7IiRyZWYiOiIxMDgwIn0sIklzVmlzaWJsZSI6ZmFsc2UsIldpZHRoIjowLjAsIkhlaWdodCI6MC4wLCJCb3JkZXJTdHlsZSI6bnVsbCwiUGFyZW50U3R5bGUiOm51bGx9LCJFbGFwc2VkVGltZUJhY2tncm91bmQiOnsiJGlkIjoiMTA4NiIsIkNvbG9yIjp7IiRpZCI6IjEwODciLCJBIjoxOTEsIlIiOjI1NSwiRyI6MCwiQiI6MH19LCJBcHBlbmRZZWFyT25ZZWFyQ2hhbmdlIjpmYWxzZSwiRWxhcHNlZFRpbWVGb3JtYXQiOjIsIlRvZGF5TWFya2VyUG9zaXRpb24iOjAsIlF1aWNrUG9zaXRpb24iOjMsIkFic29sdXRlUG9zaXRpb24iOjE4My42LCJNYXJnaW4iOnsiJGlkIjoiMTA4OCIsIlRvcCI6MC4wLCJMZWZ0IjoxMC4wLCJSaWdodCI6MTAuMCwiQm90dG9tIjowLjB9LCJQYWRkaW5nIjp7IiRpZCI6IjEwODkiLCJUb3AiOjAuMCwiTGVmdCI6MC4wLCJSaWdodCI6MC4wLCJCb3R0b20iOjAuMH0sIkJhY2tncm91bmQiOnsiJGlkIjoiMTA5MCIsIkNvbG9yIjp7IiRpZCI6IjEwOTEiLCJBIjoyNTUsIlIiOjQ3LCJHIjo1NCwiQiI6MTUzfX0sIklzVmlzaWJsZSI6dHJ1ZSwiV2lkdGgiOjAuMCwiSGVpZ2h0IjowLjAsIkJvcmRlclN0eWxlIjpudWxsLCJQYXJlbnRTdHlsZSI6bnVsbH0sIkRlZmF1bHRNaWxlc3RvbmVTdHlsZSI6eyIkaWQiOiIxMDkyIiwiU2hhcGUiOjIsIkNvbm5lY3Rvck1hcmdpbiI6eyIkaWQiOiIxMDkzIiwiVG9wIjowLjAsIkxlZnQiOjIuMCwiUmlnaHQiOjIuMCwiQm90dG9tIjowLjB9LCJDb25uZWN0b3JTdHlsZSI6eyIkaWQiOiIxMDk0IiwiTGluZUNvbG9yIjp7IiRpZCI6IjEwOTUiLCIkdHlwZSI6Ik5MUkUuQ29tbW9uLkRvbS5Tb2xpZENvbG9yQnJ1c2gsIE5MUkUuQ29tbW9uIiwiQ29sb3IiOnsiJGlkIjoiMTA5NiIsIkEiOjEyNywiUiI6NzksIkciOjEyOSwiQiI6MTg5fX0sIkxpbmVXZWlnaHQiOjEuMCwiTGluZVR5cGUiOjAsIlBhcmVudFN0eWxlIjpudWxsfSwiSXNCZWxvd1RpbWViYW5kIjpmYWxzZSwiUG9zaXRpb25PblRhc2siOjAsIkhpZGVEYXRlIjpmYWxzZSwiU2hhcGVTaXplIjoxLCJTcGFjaW5nIjoyLjAsIlBhZGRpbmciOnsiJGlkIjoiMTA5NyIsIlRvcCI6Ny4wLCJMZWZ0IjozLjAsIlJpZ2h0IjowLjAsIkJvdHRvbSI6Mi4wfSwiU2hhcGVTdHlsZSI6eyIkaWQiOiIxMDk4IiwiTWFyZ2luIjp7IiRyZWYiOiIyNzYifSwiUGFkZGluZyI6eyIkcmVmIjoiMjc3In0sIkJhY2tncm91bmQiOnsiJGlkIjoiMTA5OSIsIkNvbG9yIjp7IiRpZCI6IjExMDAiLCJBIjoyNTUsIlIiOjAsIkciOjExNCwiQiI6MTg4fX0sIklzVmlzaWJsZSI6dHJ1ZSwiV2lkdGgiOjEzLjAsIkhlaWdodCI6MTMuMCwiQm9yZGVyU3R5bGUiOnsiJGlkIjoiMTEwMSIsIkxpbmVDb2xvciI6eyIkcmVmIjoiMjgxIn0sIkxpbmVXZWlnaHQiOjAuMCwiTGluZVR5cGUiOjAsIlBhcmVudFN0eWxlIjpudWxsfSwiUGFyZW50U3R5bGUiOm51bGx9LCJUaXRsZVN0eWxlIjp7IiRpZCI6IjExMDIiLCJGb250U2V0dGluZ3MiOnsiJGlkIjoiMTEwMyIsIkZvbnRTaXplIjoxMSwiRm9udE5hbWUiOiJDYWxpYnJpIiwiSXNCb2xkIjp0cnVlLCJJc0l0YWxpYyI6ZmFsc2UsIklzVW5kZXJsaW5lZCI6ZmFsc2UsIlBhcmVudFN0eWxlIjpudWxsfSwiQXV0b1NpemUiOjAsIkZvcmVncm91bmQiOnsiJGlkIjoiMTEwNCIsIkNvbG9yIjp7IiRpZCI6IjExMDU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xMTA2IiwiRm9udFNldHRpbmdzIjp7IiRpZCI6IjExMDciLCJGb250U2l6ZSI6MTAsIkZvbnROYW1lIjoiQ2FsaWJyaSIsIklzQm9sZCI6ZmFsc2UsIklzSXRhbGljIjpmYWxzZSwiSXNVbmRlcmxpbmVkIjpmYWxzZSwiUGFyZW50U3R5bGUiOm51bGx9LCJBdXRvU2l6ZSI6MCwiRm9yZWdyb3VuZCI6eyIkaWQiOiIxMTA4IiwiQ29sb3IiOnsiJGlkIjoiMTEw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MTE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ExIiwiRm9ybWF0IjowLCJJc1Zpc2libGUiOmZhbHNlLCJMYXN0S25vd25WaXNpYmlsaXR5U3RhdGUiOmZhbHNlfSwiSXNWaXNpYmxlIjp0cnVlLCJQYXJlbnRTdHlsZSI6bnVsbH0sIkRlZmF1bHRUYXNrU3R5bGUiOnsiJGlkIjoiMTExMiIsIlNoYXBlIjoxLCJTaGFwZVRoaWNrbmVzcyI6MCwiRHVyYXRpb25Gb3JtYXQiOjAsIkluY2x1ZGVOb25Xb3JraW5nRGF5c0luRHVyYXRpb24iOmZhbHNlLCJQZXJjZW50YWdlQ29tcGxldGVTdHlsZSI6eyIkaWQiOiIxMTEzIiwiRm9udFNldHRpbmdzIjp7IiRpZCI6IjExM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ExNSIsIlRvcCI6MC4wLCJMZWZ0IjowLjAsIlJpZ2h0IjowLjAsIkJvdHRvbSI6MC4wfSwiUGFkZGluZyI6eyIkaWQiOiIxMTE2IiwiVG9wIjowLjAsIkxlZnQiOjAuMCwiUmlnaHQiOjAuMCwiQm90dG9tIjowLjB9LCJCYWNrZ3JvdW5kIjp7IiRyZWYiOiIxNCJ9LCJJc1Zpc2libGUiOnRydWUsIldpZHRoIjowLjAsIkhlaWdodCI6MC4wLCJCb3JkZXJTdHlsZSI6bnVsbCwiUGFyZW50U3R5bGUiOm51bGx9LCJEdXJhdGlvblN0eWxlIjp7IiRpZCI6IjExMTciLCJGb250U2V0dGluZ3MiOnsiJGlkIjoiMTExOCIsIkZvbnRTaXplIjoxMCwiRm9udE5hbWUiOiJDYWxpYnJpIiwiSXNCb2xkIjpmYWxzZSwiSXNJdGFsaWMiOmZhbHNlLCJJc1VuZGVybGluZWQiOmZhbHNlLCJQYXJlbnRTdHlsZSI6bnVsbH0sIkF1dG9TaXplIjowLCJGb3JlZ3JvdW5kIjp7IiRpZCI6IjExMTkiLCJDb2xvciI6eyIkcmVmIjoiMjAifX0sIk1heFdpZHRoIjoyMDAuMCwiTWF4SGVpZ2h0IjoiSW5maW5pdHkiLCJTbWFydEZvcmVncm91bmRJc0FjdGl2ZSI6ZmFsc2UsIkhvcml6b250YWxBbGlnbm1lbnQiOjAsIlZlcnRpY2FsQWxpZ25tZW50IjowLCJTbWFydEZvcmVncm91bmQiOm51bGwsIkJhY2tncm91bmRGaWxsVHlwZSI6MCwiTWFyZ2luIjp7IiRpZCI6IjExMjAiLCJUb3AiOjAuMCwiTGVmdCI6MC4wLCJSaWdodCI6MC4wLCJCb3R0b20iOjAuMH0sIlBhZGRpbmciOnsiJGlkIjoiMTEyMSIsIlRvcCI6MC4wLCJMZWZ0IjowLjAsIlJpZ2h0IjowLjAsIkJvdHRvbSI6MC4wfSwiQmFja2dyb3VuZCI6eyIkcmVmIjoiMjMifSwiSXNWaXNpYmxlIjp0cnVlLCJXaWR0aCI6MC4wLCJIZWlnaHQiOjAuMCwiQm9yZGVyU3R5bGUiOm51bGwsIlBhcmVudFN0eWxlIjpudWxsfSwiSG9yaXpvbnRhbENvbm5lY3RvclN0eWxlIjp7IiRpZCI6IjExMjIiLCJMaW5lQ29sb3IiOnsiJHJlZiI6IjI2In0sIkxpbmVXZWlnaHQiOjEuMCwiTGluZVR5cGUiOjAsIlBhcmVudFN0eWxlIjpudWxsfSwiVmVydGljYWxDb25uZWN0b3JTdHlsZSI6eyIkaWQiOiIxMTIzIiwiTGluZUNvbG9yIjp7IiRyZWYiOiIy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ExMjQiLCJNYXJnaW4iOnsiJGlkIjoiMTEyNSIsIlRvcCI6MC4wLCJMZWZ0Ijo0LjAsIlJpZ2h0Ijo0LjAsIkJvdHRvbSI6MC4wfSwiUGFkZGluZyI6eyIkaWQiOiIxMTI2IiwiVG9wIjowLjAsIkxlZnQiOjAuMCwiUmlnaHQiOjAuMCwiQm90dG9tIjowLjB9LCJCYWNrZ3JvdW5kIjp7IiRpZCI6IjExMjciLCJDb2xvciI6eyIkaWQiOiIxMTI4IiwiQSI6MjU1LCJSIjowLCJHIjoxMTQsIkIiOjE4OH19LCJJc1Zpc2libGUiOnRydWUsIldpZHRoIjowLjAsIkhlaWdodCI6MTAuMCwiQm9yZGVyU3R5bGUiOnsiJGlkIjoiMTEyOSIsIkxpbmVDb2xvciI6eyIkcmVmIjoiMzcifSwiTGluZVdlaWdodCI6MC4wLCJMaW5lVHlwZSI6MCwiUGFyZW50U3R5bGUiOm51bGx9LCJQYXJlbnRTdHlsZSI6bnVsbH0sIlRpdGxlU3R5bGUiOnsiJGlkIjoiMTEzMCIsIkZvbnRTZXR0aW5ncyI6eyIkaWQiOiIxMTMxIiwiRm9udFNpemUiOjExLCJGb250TmFtZSI6IkNhbGlicmkiLCJJc0JvbGQiOnRydWUsIklzSXRhbGljIjpmYWxzZSwiSXNVbmRlcmxpbmVkIjpmYWxzZSwiUGFyZW50U3R5bGUiOm51bGx9LCJBdXRvU2l6ZSI6MCwiRm9yZWdyb3VuZCI6eyIkaWQiOiIxMTMyIiwiQ29sb3IiOnsiJGlkIjoiMTEzM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M0IiwiVG9wIjowLjAsIkxlZnQiOjAuMCwiUmlnaHQiOjAuMCwiQm90dG9tIjowLjB9LCJQYWRkaW5nIjp7IiRpZCI6IjExMzUiLCJUb3AiOjAuMCwiTGVmdCI6MC4wLCJSaWdodCI6MC4wLCJCb3R0b20iOjAuMH0sIkJhY2tncm91bmQiOnsiJHJlZiI6IjQ1In0sIklzVmlzaWJsZSI6dHJ1ZSwiV2lkdGgiOjAuMCwiSGVpZ2h0IjowLjAsIkJvcmRlclN0eWxlIjpudWxsLCJQYXJlbnRTdHlsZSI6bnVsbH0sIkRhdGVTdHlsZSI6eyIkaWQiOiIxMTM2IiwiRm9udFNldHRpbmdzIjp7IiRpZCI6IjExMzciLCJGb250U2l6ZSI6MTAsIkZvbnROYW1lIjoiQ2FsaWJyaSIsIklzQm9sZCI6ZmFsc2UsIklzSXRhbGljIjpmYWxzZSwiSXNVbmRlcmxpbmVkIjpmYWxzZSwiUGFyZW50U3R5bGUiOm51bGx9LCJBdXRvU2l6ZSI6MCwiRm9yZWdyb3VuZCI6eyIkaWQiOiIxMTM4IiwiQ29sb3IiOnsiJGlkIjoiMTEz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E0MCIsIlRvcCI6MC4wLCJMZWZ0IjowLjAsIlJpZ2h0IjowLjAsIkJvdHRvbSI6MC4wfSwiUGFkZGluZyI6eyIkaWQiOiIxMTQxIiwiVG9wIjowLjAsIkxlZnQiOjAuMCwiUmlnaHQiOjAuMCwiQm90dG9tIjowLjB9LCJCYWNrZ3JvdW5kIjp7IiRyZWYiOiI1MyJ9LCJJc1Zpc2libGUiOnRydWUsIldpZHRoIjowLjAsIkhlaWdodCI6MC4wLCJCb3JkZXJTdHlsZSI6bnVsbCwiUGFyZW50U3R5bGUiOm51bGx9LCJEYXRlRm9ybWF0Ijp7IiRpZCI6IjExN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0MyIsIkZvcm1hdCI6MCwiSXNWaXNpYmxlIjpmYWxzZSwiTGFzdEtub3duVmlzaWJpbGl0eVN0YXRlIjpmYWxzZX0sIklzVmlzaWJsZSI6dHJ1ZSwiUGFyZW50U3R5bGUiOm51bGwsIl9leHBsaWNpdGx5U2V0Ijp7IiRpZCI6IjExNDQ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ExNDUiLCJHcmlkbGluZVN0eWxlIjp7IiRpZCI6IjExNDYiLCJMaW5lQ29sb3IiOnsiJGlkIjoiMTE0NyIsIiR0eXBlIjoiTkxSRS5Db21tb24uRG9tLlNvbGlkQ29sb3JCcnVzaCwgTkxSRS5Db21tb24iLCJDb2xvciI6eyIkaWQiOiIxMTQ4IiwiQSI6MzgsIlIiOjkxLCJHIjoxNTUsIkIiOjIxM319LCJMaW5lV2VpZ2h0IjoxLjAsIkxpbmVUeXBlIjowLCJQYXJlbnRTdHlsZSI6bnVsbH0sIk1hcmdpbiI6eyIkaWQiOiIxMTQ5IiwiVG9wIjowLjAsIkxlZnQiOjAuMCwiUmlnaHQiOjAuMCwiQm90dG9tIjowLjB9LCJQYWRkaW5nIjp7IiRpZCI6IjExNTAiLCJUb3AiOjAuMCwiTGVmdCI6MC4wLCJSaWdodCI6MC4wLCJCb3R0b20iOjAuMH0sIkJhY2tncm91bmQiOm51bGwsIklzVmlzaWJsZSI6dHJ1ZSwiV2lkdGgiOjAuMCwiSGVpZ2h0IjowLjAsIkJvcmRlclN0eWxlIjp7IiRpZCI6IjExNTEiLCJMaW5lQ29sb3IiOm51bGwsIkxpbmVXZWlnaHQiOjAuMCwiTGluZVR5cGUiOjAsIlBhcmVudFN0eWxlIjpudWxsfSwiUGFyZW50U3R5bGUiOm51bGx9LCJBY3Rpdml0eUxpbmVQYW5lbFN0eWxlIjp7IiRpZCI6IjExNTIiLCJBY3Rpdml0eUxpbmVTdHlsZSI6eyIkaWQiOiIxMTUzIiwiTGluZUNvbG9yIjp7IiRpZCI6IjExNTQiLCIkdHlwZSI6Ik5MUkUuQ29tbW9uLkRvbS5Tb2xpZENvbG9yQnJ1c2gsIE5MUkUuQ29tbW9uIiwiQ29sb3IiOnsiJGlkIjoiMTE1NSIsIkEiOjM4LCJSIjo3OSwiRyI6MTI5LCJCIjoxODl9fSwiTGluZVdlaWdodCI6MS4wLCJMaW5lVHlwZSI6MCwiUGFyZW50U3R5bGUiOm51bGx9LCJNYXJnaW4iOnsiJGlkIjoiMTE1NiIsIlRvcCI6MC4wLCJMZWZ0IjowLjAsIlJpZ2h0IjowLjAsIkJvdHRvbSI6MC4wfSwiUGFkZGluZyI6eyIkaWQiOiIxMTU3IiwiVG9wIjowLjAsIkxlZnQiOjAuMCwiUmlnaHQiOjAuMCwiQm90dG9tIjowLjB9LCJCYWNrZ3JvdW5kIjpudWxsLCJJc1Zpc2libGUiOnRydWUsIldpZHRoIjowLjAsIkhlaWdodCI6MC4wLCJCb3JkZXJTdHlsZSI6bnVsbCwiUGFyZW50U3R5bGUiOm51bGx9LCJTaG93RWxhcHNlZFRpbWVHcmFkaWVudFN0eWxlIjpmYWxzZSwiVGltZWJhbmRSZXNlcnZlZExlZnRBcmVhU3R5bGUiOnsiJGlkIjoiMTE1OCIsIkFjdGl2aXR5SGVhZGVyV2lkdGgiOjAuMCwiSXNTZXQiOmZhbHNlfSwiRGVmYXVsdFN3aW1sYW5lU3R5bGUiOnsiJGlkIjoiMTE1OSIsIkhlYWRlclN0eWxlIjp7IiRpZCI6IjExNjAiLCJUZXh0U3R5bGUiOnsiJGlkIjoiMTE2MSIsIkZvbnRTZXR0aW5ncyI6eyIkaWQiOiIxMTYyIiwiRm9udFNpemUiOjEyLCJGb250TmFtZSI6IkNhbGlicmkiLCJJc0JvbGQiOmZhbHNlLCJJc0l0YWxpYyI6ZmFsc2UsIklzVW5kZXJsaW5lZCI6ZmFsc2UsIlBhcmVudFN0eWxlIjpudWxsfSwiQXV0b1NpemUiOjAsIkZvcmVncm91bmQiOnsiJGlkIjoiMTE2MyIsIkNvbG9yIjp7IiRpZCI6IjExNjQiLCJBIjoyNTUsIlIiOjMyLCJHIjo1NiwiQiI6MTAwfX0sIk1heFdpZHRoIjowLjAsIk1heEhlaWdodCI6MC4wLCJTbWFydEZvcmVncm91bmRJc0FjdGl2ZSI6ZmFsc2UsIkhvcml6b250YWxBbGlnbm1lbnQiOjAsIlZlcnRpY2FsQWxpZ25tZW50IjowLCJTbWFydEZvcmVncm91bmQiOm51bGwsIkJhY2tncm91bmRGaWxsVHlwZSI6MCwiTWFyZ2luIjp7IiRyZWYiOiIzMzIifSwiUGFkZGluZyI6eyIkcmVmIjoiMzMzIn0sIkJhY2tncm91bmQiOm51bGwsIklzVmlzaWJsZSI6ZmFsc2UsIldpZHRoIjowLjAsIkhlaWdodCI6MC4wLCJCb3JkZXJTdHlsZSI6bnVsbCwiUGFyZW50U3R5bGUiOm51bGx9LCJSZWN0YW5nbGVTdHlsZSI6eyIkaWQiOiIxMTY1IiwiTWFyZ2luIjp7IiRyZWYiOiIzMzUifSwiUGFkZGluZyI6eyIkcmVmIjoiMzM2In0sIkJhY2tncm91bmQiOnsiJGlkIjoiMTE2NiIsIkNvbG9yIjp7IiRpZCI6IjExNjciLCJBIjoxMjcsIlIiOjkxLCJHIjoxNTUsIkIiOjIxM319LCJJc1Zpc2libGUiOmZhbHNlLCJXaWR0aCI6MC4wLCJIZWlnaHQiOjAuMCwiQm9yZGVyU3R5bGUiOnsiJGlkIjoiMTE2OCIsIkxpbmVDb2xvciI6eyIkcmVmIjoiMzQwIn0sIkxpbmVXZWlnaHQiOjAuMCwiTGluZVR5cGUiOjAsIlBhcmVudFN0eWxlIjpudWxsfSwiUGFyZW50U3R5bGUiOm51bGx9LCJNYXJnaW4iOnsiJHJlZiI6IjM0MiJ9LCJQYWRkaW5nIjp7IiRyZWYiOiIzNDMifSwiQmFja2dyb3VuZCI6bnVsbCwiSXNWaXNpYmxlIjp0cnVlLCJXaWR0aCI6MC4wLCJIZWlnaHQiOjAuMCwiQm9yZGVyU3R5bGUiOm51bGwsIlBhcmVudFN0eWxlIjpudWxsfSwiQmFja2dyb3VuZFN0eWxlIjp7IiRpZCI6IjExNjkiLCJNYXJnaW4iOnsiJHJlZiI6IjM0NSJ9LCJQYWRkaW5nIjp7IiRyZWYiOiIzNDYifSwiQmFja2dyb3VuZCI6eyIkaWQiOiIxMTcwIiwiQ29sb3IiOnsiJGlkIjoiMTE3MSIsIkEiOjM4LCJSIjo5MSwiRyI6MTU1LCJCIjoyMTN9fSwiSXNWaXNpYmxlIjp0cnVlLCJXaWR0aCI6MC4wLCJIZWlnaHQiOjAuMCwiQm9yZGVyU3R5bGUiOnsiJGlkIjoiMTE3MiIsIkxpbmVDb2xvciI6eyIkcmVmIjoiMzUwIn0sIkxpbmVXZWlnaHQiOjAuMCwiTGluZVR5cGUiOjAsIlBhcmVudFN0eWxlIjpudWxsfSwiUGFyZW50U3R5bGUiOm51bGx9LCJJc0Fib3ZlVGltZWJhbmQiOmZhbHNlLCJNYXJnaW4iOnsiJGlkIjoiMTE3MyIsIlRvcCI6MC4wLCJMZWZ0IjowLjAsIlJpZ2h0IjowLjAsIkJvdHRvbSI6MC4wfSwiUGFkZGluZyI6eyIkaWQiOiIxMTc0IiwiVG9wIjowLjAsIkxlZnQiOjAuMCwiUmlnaHQiOjAuMCwiQm90dG9tIjowLjB9LCJJc1Zpc2libGUiOnRydWUsIldpZHRoIjowLjAsIkhlaWdodCI6MC4wLCJCb3JkZXJTdHlsZSI6bnVsbCwiUGFyZW50U3R5bGUiOm51bGx9fSwiU2NhbGUiOnsiJGlkIjoiMTE3NSIsIlN0YXJ0RGF0ZSI6IjAwMDEtMDEtMDFUMDA6MDA6MDAiLCJFbmREYXRlIjoiMjAxOS0xMi0yMlQxMjo1OTowMCIsIkZvcm1hdCI6Ik1NTSIsIlR5cGUiOjIsIkF1dG9EYXRlUmFuZ2UiOnRydWUsIldvcmtpbmdEYXlzIjozMSwiRmlzY2FsWWVhciI6eyIkaWQiOiIxMTc2IiwiU3RhcnRNb250aCI6MSwiVXNlU3RhcnRpbmdZZWFyRm9yTnVtYmVyaW5nIjp0cnVlLCJTaG93RmlzY2FsWWVhckxhYmVsIjp0cnVlfSwiVG9kYXlNYXJrZXJUZXh0IjoiVG9kYXkiLCJBdXRvU2NhbGVUeXBlIjp0cnVlfSwiU2NhbGVWMiI6eyIkaWQiOiIxMTc3IiwiU3RhcnREYXRlIjoiMDAwMS0wMS0wMVQwMDowMDowMCIsIkVuZERhdGUiOiIyMDE5LTEyLTIyVDEyOjU5OjAwIiwiQXV0b0RhdGVSYW5nZSI6dHJ1ZSwiV29ya2luZ0RheXMiOjMxLCJGaXNjYWxZZWFyIjp7IiRyZWYiOiIxMTc2In0sIlRvZGF5TWFya2VyVGV4dCI6IlRvZGF5IiwiQXV0b1NjYWxlVHlwZSI6dHJ1ZSwiVGltZWJhbmRTY2FsZXMiOnsiJGlkIjoiMTE3OCIsIlRvcFNjYWxlTGF5ZXIiOnsiJGlkIjoiMTE3OSIsIkZvcm1hdCI6Ik1NTSIsIlR5cGUiOjJ9LCJNaWRkbGVTY2FsZUxheWVyIjp7IiRpZCI6IjExODAiLCJGb3JtYXQiOm51bGwsIlR5cGUiOjB9LCJCb3R0b21TY2FsZUxheWVyIjp7IiRpZCI6IjExODEiLCJGb3JtYXQiOm51bGwsIlR5cGUiOjB9fX0sIk1pbGVzdG9uZXMiOlt7IiRpZCI6IjExODIiLCJEYXRlIjoiMjAxOS0wMS0yNVQxMTo1OTowMFoiLCJTdHlsZSI6eyIkaWQiOiIxMTgzIiwiU2hhcGUiOjE5LCJDb25uZWN0b3JNYXJnaW4iOnsiJGlkIjoiMTE4NCIsIlRvcCI6MC4wLCJMZWZ0IjoyLjAsIlJpZ2h0IjoyLjAsIkJvdHRvbSI6MC4wfSwiQ29ubmVjdG9yU3R5bGUiOnsiJGlkIjoiMTE4NSIsIkxpbmVDb2xvciI6eyIkaWQiOiIxMTg2IiwiJHR5cGUiOiJOTFJFLkNvbW1vbi5Eb20uU29saWRDb2xvckJydXNoLCBOTFJFLkNvbW1vbiIsIkNvbG9yIjp7IiRpZCI6IjExODciLCJBIjoxMjcsIlIiOjc5LCJHIjoxMjksIkIiOjE4OX19LCJMaW5lV2VpZ2h0IjoxLjAsIkxpbmVUeXBlIjowLCJQYXJlbnRTdHlsZSI6bnVsbH0sIklzQmVsb3dUaW1lYmFuZCI6ZmFsc2UsIlBvc2l0aW9uT25UYXNrIjowLCJIaWRlRGF0ZSI6ZmFsc2UsIlNoYXBlU2l6ZSI6MSwiU3BhY2luZyI6Mi4wLCJQYWRkaW5nIjp7IiRpZCI6IjExODgiLCJUb3AiOjcuMCwiTGVmdCI6My4wLCJSaWdodCI6MC4wLCJCb3R0b20iOjIuMH0sIlNoYXBlU3R5bGUiOnsiJGlkIjoiMTE4OSIsIk1hcmdpbiI6eyIkaWQiOiIxMTkwIiwiVG9wIjowLjAsIkxlZnQiOjAuMCwiUmlnaHQiOjAuMCwiQm90dG9tIjowLjB9LCJQYWRkaW5nIjp7IiRpZCI6IjExOTEiLCJUb3AiOjAuMCwiTGVmdCI6MC4wLCJSaWdodCI6MC4wLCJCb3R0b20iOjAuMH0sIkJhY2tncm91bmQiOnsiJGlkIjoiMTE5MiIsIkNvbG9yIjp7IiRpZCI6IjExOTMiLCJBIjoyNTUsIlIiOjExMiwiRyI6MTczLCJCIjo3MX19LCJJc1Zpc2libGUiOnRydWUsIldpZHRoIjoxMy4wLCJIZWlnaHQiOjEzLjAsIkJvcmRlclN0eWxlIjp7IiRpZCI6IjExOTQiLCJMaW5lQ29sb3IiOnsiJHJlZiI6IjI4MSJ9LCJMaW5lV2VpZ2h0IjowLjAsIkxpbmVUeXBlIjowLCJQYXJlbnRTdHlsZSI6bnVsbH0sIlBhcmVudFN0eWxlIjpudWxsfSwiVGl0bGVTdHlsZSI6eyIkaWQiOiIxMTk1IiwiRm9udFNldHRpbmdzIjp7IiRpZCI6IjExOTYiLCJGb250U2l6ZSI6MTEsIkZvbnROYW1lIjoiQ2FsaWJyaSIsIklzQm9sZCI6dHJ1ZSwiSXNJdGFsaWMiOmZhbHNlLCJJc1VuZGVybGluZWQiOmZhbHNlLCJQYXJlbnRTdHlsZSI6bnVsbH0sIkF1dG9TaXplIjowLCJGb3JlZ3JvdW5kIjp7IiRpZCI6IjExOTciLCJDb2xvciI6eyIkaWQiOiIxMTk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xOTkiLCJUb3AiOjAuMCwiTGVmdCI6MC4wLCJSaWdodCI6MC4wLCJCb3R0b20iOjAuMH0sIlBhZGRpbmciOnsiJGlkIjoiMTIwMCIsIlRvcCI6MC4wLCJMZWZ0IjowLjAsIlJpZ2h0IjowLjAsIkJvdHRvbSI6MC4wfSwiQmFja2dyb3VuZCI6eyIkcmVmIjoiMTYyIn0sIklzVmlzaWJsZSI6dHJ1ZSwiV2lkdGgiOjAuMCwiSGVpZ2h0IjowLjAsIkJvcmRlclN0eWxlIjp7IiRpZCI6IjEyMDEiLCJMaW5lQ29sb3IiOm51bGwsIkxpbmVXZWlnaHQiOjAuMCwiTGluZVR5cGUiOjAsIlBhcmVudFN0eWxlIjpudWxsfSwiUGFyZW50U3R5bGUiOm51bGx9LCJEYXRlU3R5bGUiOnsiJGlkIjoiMTIwMiIsIkZvbnRTZXR0aW5ncyI6eyIkaWQiOiIxMjAzIiwiRm9udFNpemUiOjEwLCJGb250TmFtZSI6IkNhbGlicmkiLCJJc0JvbGQiOmZhbHNlLCJJc0l0YWxpYyI6ZmFsc2UsIklzVW5kZXJsaW5lZCI6ZmFsc2UsIlBhcmVudFN0eWxlIjpudWxsfSwiQXV0b1NpemUiOjAsIkZvcmVncm91bmQiOnsiJGlkIjoiMTIwNCIsIkNvbG9yIjp7IiRpZCI6IjEyMD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DYiLCJUb3AiOjAuMCwiTGVmdCI6MC4wLCJSaWdodCI6MC4wLCJCb3R0b20iOjAuMH0sIlBhZGRpbmciOnsiJGlkIjoiMTIwNyIsIlRvcCI6MC4wLCJMZWZ0IjowLjAsIlJpZ2h0IjowLjAsIkJvdHRvbSI6MC4wfSwiQmFja2dyb3VuZCI6eyIkcmVmIjoiMTcwIn0sIklzVmlzaWJsZSI6dHJ1ZSwiV2lkdGgiOjAuMCwiSGVpZ2h0IjowLjAsIkJvcmRlclN0eWxlIjp7IiRpZCI6IjEyMDgiLCJMaW5lQ29sb3IiOm51bGwsIkxpbmVXZWlnaHQiOjAuMCwiTGluZVR5cGUiOjAsIlBhcmVudFN0eWxlIjpudWxsfSwiUGFyZW50U3R5bGUiOm51bGx9LCJEYXRlRm9ybWF0Ijp7IiRpZCI6IjEy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xMCIsIkZvcm1hdCI6MCwiSXNWaXNpYmxlIjpmYWxzZSwiTGFzdEtub3duVmlzaWJpbGl0eVN0YXRlIjpmYWxzZX0sIklzVmlzaWJsZSI6dHJ1ZSwiUGFyZW50U3R5bGUiOm51bGx9LCJJbmRleCI6MCwiUGVyY2VudGFnZUNvbXBsZXRlIjpudWxsLCJQb3NpdGlvbiI6eyJSYXRpbyI6MC4wLCJJc0N1c3RvbSI6ZmFsc2V9LCJEYXRlRm9ybWF0Ijp7IiRyZWYiOiIxMjA5In0sIldlZWtOdW1iZXJpbmciOnsiJGlkIjoiMTIxMSIsIkZvcm1hdCI6MCwiSXNWaXNpYmxlIjpmYWxzZSwiTGFzdEtub3duVmlzaWJpbGl0eVN0YXRlIjpmYWxzZX0sIlJlbGF0ZWRUYXNrSWQiOiIwMDAwMDAwMC0wMDAwLTAwMDAtMDAwMC0wMDAwMDAwMDAwMDAiLCJJZCI6IjE3NzE4ODcwLTdlNTQtNDgzMC1iOGNlLTg4NGE0NWIxNGQzYSIsIkltcG9ydElkIjpudWxsLCJUaXRsZSI6IlByb2plY3QgS2lja29mZiIsIk5vdGUiOm51bGwsIkh5cGVybGluayI6eyIkaWQiOiIxMjEyIiwiQWRkcmVzcyI6IiIsIlN1YkFkZHJlc3MiOiIifSwiSXNDaGFuZ2VkIjpmYWxzZSwiSXNOZXciOmZhbHNlfSx7IiRpZCI6IjEyMTMiLCJEYXRlIjoiMjAxOS0wMy0xMFQxMTo1OTowMFoiLCJTdHlsZSI6eyIkaWQiOiIxMjE0IiwiU2hhcGUiOjE5LCJDb25uZWN0b3JNYXJnaW4iOnsiJGlkIjoiMTIxNSIsIlRvcCI6MC4wLCJMZWZ0IjoyLjAsIlJpZ2h0IjoyLjAsIkJvdHRvbSI6MC4wfSwiQ29ubmVjdG9yU3R5bGUiOnsiJGlkIjoiMTIxNiIsIkxpbmVDb2xvciI6eyIkaWQiOiIxMjE3IiwiJHR5cGUiOiJOTFJFLkNvbW1vbi5Eb20uU29saWRDb2xvckJydXNoLCBOTFJFLkNvbW1vbiIsIkNvbG9yIjp7IiRpZCI6IjEyMTgiLCJBIjoxMjcsIlIiOjc5LCJHIjoxMjksIkIiOjE4OX19LCJMaW5lV2VpZ2h0IjoxLjAsIkxpbmVUeXBlIjowLCJQYXJlbnRTdHlsZSI6bnVsbH0sIklzQmVsb3dUaW1lYmFuZCI6ZmFsc2UsIlBvc2l0aW9uT25UYXNrIjowLCJIaWRlRGF0ZSI6ZmFsc2UsIlNoYXBlU2l6ZSI6MSwiU3BhY2luZyI6MC4wLCJQYWRkaW5nIjp7IiRpZCI6IjEyMTkiLCJUb3AiOjcuMCwiTGVmdCI6My4wLCJSaWdodCI6MC4wLCJCb3R0b20iOjIuMH0sIlNoYXBlU3R5bGUiOnsiJGlkIjoiMTIyMCIsIk1hcmdpbiI6eyIkaWQiOiIxMjIxIiwiVG9wIjowLjAsIkxlZnQiOjAuMCwiUmlnaHQiOjAuMCwiQm90dG9tIjowLjB9LCJQYWRkaW5nIjp7IiRpZCI6IjEyMjIiLCJUb3AiOjAuMCwiTGVmdCI6MC4wLCJSaWdodCI6MC4wLCJCb3R0b20iOjAuMH0sIkJhY2tncm91bmQiOnsiJGlkIjoiMTIyMyIsIkNvbG9yIjp7IiRpZCI6IjEyMjQiLCJBIjoyNTUsIlIiOjE3OCwiRyI6MTQsIkIiOjE4fX0sIklzVmlzaWJsZSI6dHJ1ZSwiV2lkdGgiOjEzLjAsIkhlaWdodCI6MTMuMCwiQm9yZGVyU3R5bGUiOnsiJGlkIjoiMTIyNSIsIkxpbmVDb2xvciI6eyIkcmVmIjoiMjgxIn0sIkxpbmVXZWlnaHQiOjAuMCwiTGluZVR5cGUiOjAsIlBhcmVudFN0eWxlIjpudWxsfSwiUGFyZW50U3R5bGUiOm51bGx9LCJUaXRsZVN0eWxlIjp7IiRpZCI6IjEyMjYiLCJGb250U2V0dGluZ3MiOnsiJGlkIjoiMTIyNyIsIkZvbnRTaXplIjoxMSwiRm9udE5hbWUiOiJDYWxpYnJpIiwiSXNCb2xkIjp0cnVlLCJJc0l0YWxpYyI6ZmFsc2UsIklzVW5kZXJsaW5lZCI6ZmFsc2UsIlBhcmVudFN0eWxlIjpudWxsfSwiQXV0b1NpemUiOjIsIkZvcmVncm91bmQiOnsiJGlkIjoiMTIyOCIsIkNvbG9yIjp7IiRpZCI6IjEyMjkiLCJBIjoyNTUsIlIiOjAsIkciOjAsIkIiOjB9fSwiTWF4V2lkdGgiOjc4Ljg2NjY2NjY2NjY2NjY3NCwiTWF4SGVpZ2h0IjoiSW5maW5pdHkiLCJTbWFydEZvcmVncm91bmRJc0FjdGl2ZSI6ZmFsc2UsIkhvcml6b250YWxBbGlnbm1lbnQiOjAsIlZlcnRpY2FsQWxpZ25tZW50IjowLCJTbWFydEZvcmVncm91bmQiOm51bGwsIkJhY2tncm91bmRGaWxsVHlwZSI6MCwiTWFyZ2luIjp7IiRpZCI6IjEyMzAiLCJUb3AiOjAuMCwiTGVmdCI6MC4wLCJSaWdodCI6MC4wLCJCb3R0b20iOjAuMH0sIlBhZGRpbmciOnsiJGlkIjoiMTIzMSIsIlRvcCI6MC4wLCJMZWZ0IjowLjAsIlJpZ2h0IjowLjAsIkJvdHRvbSI6MC4wfSwiQmFja2dyb3VuZCI6eyIkcmVmIjoiMTYyIn0sIklzVmlzaWJsZSI6dHJ1ZSwiV2lkdGgiOjAuMCwiSGVpZ2h0IjowLjAsIkJvcmRlclN0eWxlIjp7IiRpZCI6IjEyMzIiLCJMaW5lQ29sb3IiOm51bGwsIkxpbmVXZWlnaHQiOjAuMCwiTGluZVR5cGUiOjAsIlBhcmVudFN0eWxlIjpudWxsfSwiUGFyZW50U3R5bGUiOm51bGx9LCJEYXRlU3R5bGUiOnsiJGlkIjoiMTIzMyIsIkZvbnRTZXR0aW5ncyI6eyIkaWQiOiIxMjM0IiwiRm9udFNpemUiOjEwLCJGb250TmFtZSI6IkNhbGlicmkiLCJJc0JvbGQiOmZhbHNlLCJJc0l0YWxpYyI6ZmFsc2UsIklzVW5kZXJsaW5lZCI6ZmFsc2UsIlBhcmVudFN0eWxlIjpudWxsfSwiQXV0b1NpemUiOjAsIkZvcmVncm91bmQiOnsiJGlkIjoiMTIzNSIsIkNvbG9yIjp7IiRpZCI6IjEyMz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zciLCJUb3AiOjAuMCwiTGVmdCI6MC4wLCJSaWdodCI6MC4wLCJCb3R0b20iOjAuMH0sIlBhZGRpbmciOnsiJGlkIjoiMTIzOCIsIlRvcCI6MC4wLCJMZWZ0IjowLjAsIlJpZ2h0IjowLjAsIkJvdHRvbSI6MC4wfSwiQmFja2dyb3VuZCI6eyIkcmVmIjoiMTcwIn0sIklzVmlzaWJsZSI6dHJ1ZSwiV2lkdGgiOjAuMCwiSGVpZ2h0IjowLjAsIkJvcmRlclN0eWxlIjp7IiRpZCI6IjEyMzkiLCJMaW5lQ29sb3IiOm51bGwsIkxpbmVXZWlnaHQiOjAuMCwiTGluZVR5cGUiOjAsIlBhcmVudFN0eWxlIjpudWxsfSwiUGFyZW50U3R5bGUiOm51bGx9LCJEYXRlRm9ybWF0Ijp7IiRpZCI6IjEyN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0MSIsIkZvcm1hdCI6MCwiSXNWaXNpYmxlIjpmYWxzZSwiTGFzdEtub3duVmlzaWJpbGl0eVN0YXRlIjpmYWxzZX0sIklzVmlzaWJsZSI6dHJ1ZSwiUGFyZW50U3R5bGUiOm51bGx9LCJJbmRleCI6MSwiUGVyY2VudGFnZUNvbXBsZXRlIjpudWxsLCJQb3NpdGlvbiI6eyJSYXRpbyI6MC4wLCJJc0N1c3RvbSI6ZmFsc2V9LCJEYXRlRm9ybWF0Ijp7IiRyZWYiOiIxMjQwIn0sIldlZWtOdW1iZXJpbmciOnsiJGlkIjoiMTI0MiIsIkZvcm1hdCI6MCwiSXNWaXNpYmxlIjpmYWxzZSwiTGFzdEtub3duVmlzaWJpbGl0eVN0YXRlIjpmYWxzZX0sIlJlbGF0ZWRUYXNrSWQiOiIwMDAwMDAwMC0wMDAwLTAwMDAtMDAwMC0wMDAwMDAwMDAwMDAiLCJJZCI6ImU3ZDQyNDIxLWQ5ZTYtNDBhMi1hMTA3LWFmYTQyMzE0MWM0NiIsIkltcG9ydElkIjpudWxsLCJUaXRsZSI6IkV4ZWN1dGl2ZSBSZXZpZXciLCJOb3RlIjpudWxsLCJIeXBlcmxpbmsiOnsiJGlkIjoiMTI0MyIsIkFkZHJlc3MiOiIiLCJTdWJBZGRyZXNzIjoiIn0sIklzQ2hhbmdlZCI6ZmFsc2UsIklzTmV3IjpmYWxzZX0seyIkaWQiOiIxMjQ0IiwiRGF0ZSI6IjIwMTktMDMtMjFUMTE6NTk6MDBaIiwiU3R5bGUiOnsiJGlkIjoiMTI0NSIsIlNoYXBlIjoxOSwiQ29ubmVjdG9yTWFyZ2luIjp7IiRpZCI6IjEyNDYiLCJUb3AiOjAuMCwiTGVmdCI6Mi4wLCJSaWdodCI6Mi4wLCJCb3R0b20iOjAuMH0sIkNvbm5lY3RvclN0eWxlIjp7IiRpZCI6IjEyNDciLCJMaW5lQ29sb3IiOnsiJGlkIjoiMTI0OCIsIiR0eXBlIjoiTkxSRS5Db21tb24uRG9tLlNvbGlkQ29sb3JCcnVzaCwgTkxSRS5Db21tb24iLCJDb2xvciI6eyIkaWQiOiIxMjQ5IiwiQSI6MTI3LCJSIjo3OSwiRyI6MTI5LCJCIjoxODl9fSwiTGluZVdlaWdodCI6MS4wLCJMaW5lVHlwZSI6MCwiUGFyZW50U3R5bGUiOm51bGx9LCJJc0JlbG93VGltZWJhbmQiOmZhbHNlLCJQb3NpdGlvbk9uVGFzayI6MCwiSGlkZURhdGUiOmZhbHNlLCJTaGFwZVNpemUiOjEsIlNwYWNpbmciOjAuMCwiUGFkZGluZyI6eyIkaWQiOiIxMjUwIiwiVG9wIjo3LjAsIkxlZnQiOjMuMCwiUmlnaHQiOjAuMCwiQm90dG9tIjoyLjB9LCJTaGFwZVN0eWxlIjp7IiRpZCI6IjEyNTEiLCJNYXJnaW4iOnsiJGlkIjoiMTI1MiIsIlRvcCI6MC4wLCJMZWZ0IjowLjAsIlJpZ2h0IjowLjAsIkJvdHRvbSI6MC4wfSwiUGFkZGluZyI6eyIkaWQiOiIxMjUzIiwiVG9wIjowLjAsIkxlZnQiOjAuMCwiUmlnaHQiOjAuMCwiQm90dG9tIjowLjB9LCJCYWNrZ3JvdW5kIjp7IiRpZCI6IjEyNTQiLCJDb2xvciI6eyIkaWQiOiIxMjU1IiwiQSI6MjU1LCJSIjoxNzgsIkciOjE0LCJCIjoxOH19LCJJc1Zpc2libGUiOnRydWUsIldpZHRoIjoxMy4wLCJIZWlnaHQiOjEzLjAsIkJvcmRlclN0eWxlIjp7IiRpZCI6IjEyNTYiLCJMaW5lQ29sb3IiOnsiJHJlZiI6IjI4MSJ9LCJMaW5lV2VpZ2h0IjowLjAsIkxpbmVUeXBlIjowLCJQYXJlbnRTdHlsZSI6bnVsbH0sIlBhcmVudFN0eWxlIjpudWxsfSwiVGl0bGVTdHlsZSI6eyIkaWQiOiIxMjU3IiwiRm9udFNldHRpbmdzIjp7IiRpZCI6IjEyNTgiLCJGb250U2l6ZSI6MTEsIkZvbnROYW1lIjoiQ2FsaWJyaSIsIklzQm9sZCI6dHJ1ZSwiSXNJdGFsaWMiOmZhbHNlLCJJc1VuZGVybGluZWQiOmZhbHNlLCJQYXJlbnRTdHlsZSI6bnVsbH0sIkF1dG9TaXplIjoyLCJGb3JlZ3JvdW5kIjp7IiRpZCI6IjEyNTkiLCJDb2xvciI6eyIkaWQiOiIxMjYwIiwiQSI6MjU1LCJSIjowLCJHIjowLCJCIjowfX0sIk1heFdpZHRoIjo4NC40NDMzMzMzMzMzMzMzNDIsIk1heEhlaWdodCI6IkluZmluaXR5IiwiU21hcnRGb3JlZ3JvdW5kSXNBY3RpdmUiOmZhbHNlLCJIb3Jpem9udGFsQWxpZ25tZW50IjowLCJWZXJ0aWNhbEFsaWdubWVudCI6MCwiU21hcnRGb3JlZ3JvdW5kIjpudWxsLCJCYWNrZ3JvdW5kRmlsbFR5cGUiOjAsIk1hcmdpbiI6eyIkaWQiOiIxMjYxIiwiVG9wIjowLjAsIkxlZnQiOjAuMCwiUmlnaHQiOjAuMCwiQm90dG9tIjowLjB9LCJQYWRkaW5nIjp7IiRpZCI6IjEyNjIiLCJUb3AiOjAuMCwiTGVmdCI6MC4wLCJSaWdodCI6MC4wLCJCb3R0b20iOjAuMH0sIkJhY2tncm91bmQiOnsiJHJlZiI6IjE2MiJ9LCJJc1Zpc2libGUiOnRydWUsIldpZHRoIjowLjAsIkhlaWdodCI6MC4wLCJCb3JkZXJTdHlsZSI6eyIkaWQiOiIxMjYzIiwiTGluZUNvbG9yIjpudWxsLCJMaW5lV2VpZ2h0IjowLjAsIkxpbmVUeXBlIjowLCJQYXJlbnRTdHlsZSI6bnVsbH0sIlBhcmVudFN0eWxlIjpudWxsfSwiRGF0ZVN0eWxlIjp7IiRpZCI6IjEyNjQiLCJGb250U2V0dGluZ3MiOnsiJGlkIjoiMTI2NSIsIkZvbnRTaXplIjoxMCwiRm9udE5hbWUiOiJDYWxpYnJpIiwiSXNCb2xkIjpmYWxzZSwiSXNJdGFsaWMiOmZhbHNlLCJJc1VuZGVybGluZWQiOmZhbHNlLCJQYXJlbnRTdHlsZSI6bnVsbH0sIkF1dG9TaXplIjowLCJGb3JlZ3JvdW5kIjp7IiRpZCI6IjEyNjYiLCJDb2xvciI6eyIkaWQiOiIxMjY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Y4IiwiVG9wIjowLjAsIkxlZnQiOjAuMCwiUmlnaHQiOjAuMCwiQm90dG9tIjowLjB9LCJQYWRkaW5nIjp7IiRpZCI6IjEyNjkiLCJUb3AiOjAuMCwiTGVmdCI6MC4wLCJSaWdodCI6MC4wLCJCb3R0b20iOjAuMH0sIkJhY2tncm91bmQiOnsiJHJlZiI6IjE3MCJ9LCJJc1Zpc2libGUiOnRydWUsIldpZHRoIjowLjAsIkhlaWdodCI6MC4wLCJCb3JkZXJTdHlsZSI6eyIkaWQiOiIxMjcwIiwiTGluZUNvbG9yIjpudWxsLCJMaW5lV2VpZ2h0IjowLjAsIkxpbmVUeXBlIjowLCJQYXJlbnRTdHlsZSI6bnVsbH0sIlBhcmVudFN0eWxlIjpudWxsfSwiRGF0ZUZvcm1hdCI6eyIkaWQiOiIxM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zIiLCJGb3JtYXQiOjAsIklzVmlzaWJsZSI6ZmFsc2UsIkxhc3RLbm93blZpc2liaWxpdHlTdGF0ZSI6ZmFsc2V9LCJJc1Zpc2libGUiOnRydWUsIlBhcmVudFN0eWxlIjpudWxsfSwiSW5kZXgiOjIsIlBlcmNlbnRhZ2VDb21wbGV0ZSI6bnVsbCwiUG9zaXRpb24iOnsiUmF0aW8iOjAuMCwiSXNDdXN0b20iOmZhbHNlfSwiRGF0ZUZvcm1hdCI6eyIkcmVmIjoiMTI3MSJ9LCJXZWVrTnVtYmVyaW5nIjp7IiRpZCI6IjEyNzMiLCJGb3JtYXQiOjAsIklzVmlzaWJsZSI6ZmFsc2UsIkxhc3RLbm93blZpc2liaWxpdHlTdGF0ZSI6ZmFsc2V9LCJSZWxhdGVkVGFza0lkIjoiMDAwMDAwMDAtMDAwMC0wMDAwLTAwMDAtMDAwMDAwMDAwMDAwIiwiSWQiOiIwZTI4YTg0Yy1mNjcyLTRlMDAtYTA4OS05NjRiZTBkMjRiMGMiLCJJbXBvcnRJZCI6bnVsbCwiVGl0bGUiOiJFeGVjdXRpdmUgRGVjaXNpb24iLCJOb3RlIjpudWxsLCJIeXBlcmxpbmsiOnsiJGlkIjoiMTI3NCIsIkFkZHJlc3MiOiIiLCJTdWJBZGRyZXNzIjoiIn0sIklzQ2hhbmdlZCI6ZmFsc2UsIklzTmV3IjpmYWxzZX0seyIkaWQiOiIxMjc1IiwiRGF0ZSI6IjIwMTktMDYtMzBUMTE6NTk6MDBaIiwiU3R5bGUiOnsiJGlkIjoiMTI3NiIsIlNoYXBlIjoxOSwiQ29ubmVjdG9yTWFyZ2luIjp7IiRpZCI6IjEyNzciLCJUb3AiOjAuMCwiTGVmdCI6Mi4wLCJSaWdodCI6Mi4wLCJCb3R0b20iOjAuMH0sIkNvbm5lY3RvclN0eWxlIjp7IiRpZCI6IjEyNzgiLCJMaW5lQ29sb3IiOnsiJGlkIjoiMTI3OSIsIiR0eXBlIjoiTkxSRS5Db21tb24uRG9tLlNvbGlkQ29sb3JCcnVzaCwgTkxSRS5Db21tb24iLCJDb2xvciI6eyIkaWQiOiIxMjgwIiwiQSI6MTI3LCJSIjo3OSwiRyI6MTI5LCJCIjoxODl9fSwiTGluZVdlaWdodCI6MS4wLCJMaW5lVHlwZSI6MCwiUGFyZW50U3R5bGUiOm51bGx9LCJJc0JlbG93VGltZWJhbmQiOmZhbHNlLCJQb3NpdGlvbk9uVGFzayI6MCwiSGlkZURhdGUiOmZhbHNlLCJTaGFwZVNpemUiOjEsIlNwYWNpbmciOjAuMCwiUGFkZGluZyI6eyIkaWQiOiIxMjgxIiwiVG9wIjo3LjAsIkxlZnQiOjMuMCwiUmlnaHQiOjAuMCwiQm90dG9tIjoyLjB9LCJTaGFwZVN0eWxlIjp7IiRpZCI6IjEyODIiLCJNYXJnaW4iOnsiJGlkIjoiMTI4MyIsIlRvcCI6MC4wLCJMZWZ0IjowLjAsIlJpZ2h0IjowLjAsIkJvdHRvbSI6MC4wfSwiUGFkZGluZyI6eyIkaWQiOiIxMjg0IiwiVG9wIjowLjAsIkxlZnQiOjAuMCwiUmlnaHQiOjAuMCwiQm90dG9tIjowLjB9LCJCYWNrZ3JvdW5kIjp7IiRpZCI6IjEyODUiLCJDb2xvciI6eyIkaWQiOiIxMjg2IiwiQSI6MjU1LCJSIjo4MiwiRyI6MTQ3LCJCIjoyMDV9fSwiSXNWaXNpYmxlIjp0cnVlLCJXaWR0aCI6MTMuMCwiSGVpZ2h0IjoxMy4wLCJCb3JkZXJTdHlsZSI6eyIkaWQiOiIxMjg3IiwiTGluZUNvbG9yIjp7IiRyZWYiOiIyODEifSwiTGluZVdlaWdodCI6MC4wLCJMaW5lVHlwZSI6MCwiUGFyZW50U3R5bGUiOm51bGx9LCJQYXJlbnRTdHlsZSI6bnVsbH0sIlRpdGxlU3R5bGUiOnsiJGlkIjoiMTI4OCIsIkZvbnRTZXR0aW5ncyI6eyIkaWQiOiIxMjg5IiwiRm9udFNpemUiOjExLCJGb250TmFtZSI6IkNhbGlicmkiLCJJc0JvbGQiOnRydWUsIklzSXRhbGljIjpmYWxzZSwiSXNVbmRlcmxpbmVkIjpmYWxzZSwiUGFyZW50U3R5bGUiOm51bGx9LCJBdXRvU2l6ZSI6MCwiRm9yZWdyb3VuZCI6eyIkaWQiOiIxMjkwIiwiQ29sb3IiOnsiJGlkIjoiMTI5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kyIiwiVG9wIjowLjAsIkxlZnQiOjAuMCwiUmlnaHQiOjAuMCwiQm90dG9tIjowLjB9LCJQYWRkaW5nIjp7IiRpZCI6IjEyOTMiLCJUb3AiOjAuMCwiTGVmdCI6MC4wLCJSaWdodCI6MC4wLCJCb3R0b20iOjAuMH0sIkJhY2tncm91bmQiOnsiJHJlZiI6IjE2MiJ9LCJJc1Zpc2libGUiOnRydWUsIldpZHRoIjowLjAsIkhlaWdodCI6MC4wLCJCb3JkZXJTdHlsZSI6eyIkaWQiOiIxMjk0IiwiTGluZUNvbG9yIjpudWxsLCJMaW5lV2VpZ2h0IjowLjAsIkxpbmVUeXBlIjowLCJQYXJlbnRTdHlsZSI6bnVsbH0sIlBhcmVudFN0eWxlIjpudWxsfSwiRGF0ZVN0eWxlIjp7IiRpZCI6IjEyOTUiLCJGb250U2V0dGluZ3MiOnsiJGlkIjoiMTI5NiIsIkZvbnRTaXplIjoxMCwiRm9udE5hbWUiOiJDYWxpYnJpIiwiSXNCb2xkIjpmYWxzZSwiSXNJdGFsaWMiOmZhbHNlLCJJc1VuZGVybGluZWQiOmZhbHNlLCJQYXJlbnRTdHlsZSI6bnVsbH0sIkF1dG9TaXplIjowLCJGb3JlZ3JvdW5kIjp7IiRpZCI6IjEyOTciLCJDb2xvciI6eyIkaWQiOiIxMjk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k5IiwiVG9wIjowLjAsIkxlZnQiOjAuMCwiUmlnaHQiOjAuMCwiQm90dG9tIjowLjB9LCJQYWRkaW5nIjp7IiRpZCI6IjEzMDAiLCJUb3AiOjAuMCwiTGVmdCI6MC4wLCJSaWdodCI6MC4wLCJCb3R0b20iOjAuMH0sIkJhY2tncm91bmQiOnsiJHJlZiI6IjE3MCJ9LCJJc1Zpc2libGUiOnRydWUsIldpZHRoIjowLjAsIkhlaWdodCI6MC4wLCJCb3JkZXJTdHlsZSI6eyIkaWQiOiIxMzAxIiwiTGluZUNvbG9yIjpudWxsLCJMaW5lV2VpZ2h0IjowLjAsIkxpbmVUeXBlIjowLCJQYXJlbnRTdHlsZSI6bnVsbH0sIlBhcmVudFN0eWxlIjpudWxsfSwiRGF0ZUZvcm1hdCI6eyIkaWQiOiIxMzA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MiLCJGb3JtYXQiOjAsIklzVmlzaWJsZSI6ZmFsc2UsIkxhc3RLbm93blZpc2liaWxpdHlTdGF0ZSI6ZmFsc2V9LCJJc1Zpc2libGUiOnRydWUsIlBhcmVudFN0eWxlIjpudWxsfSwiSW5kZXgiOjMsIlBlcmNlbnRhZ2VDb21wbGV0ZSI6bnVsbCwiUG9zaXRpb24iOnsiUmF0aW8iOjAuMCwiSXNDdXN0b20iOmZhbHNlfSwiRGF0ZUZvcm1hdCI6eyIkcmVmIjoiMTMwMiJ9LCJXZWVrTnVtYmVyaW5nIjp7IiRpZCI6IjEzMDQiLCJGb3JtYXQiOjAsIklzVmlzaWJsZSI6ZmFsc2UsIkxhc3RLbm93blZpc2liaWxpdHlTdGF0ZSI6ZmFsc2V9LCJSZWxhdGVkVGFza0lkIjoiMDAwMDAwMDAtMDAwMC0wMDAwLTAwMDAtMDAwMDAwMDAwMDAwIiwiSWQiOiJiOGM2MDMyNi05OTUyLTQzOWItOTc3Yy1iMTAzZTVmNzZiZGIiLCJJbXBvcnRJZCI6bnVsbCwiVGl0bGUiOiJCZXRhIFJlbGVhc2UiLCJOb3RlIjpudWxsLCJIeXBlcmxpbmsiOnsiJGlkIjoiMTMwNSIsIkFkZHJlc3MiOiIiLCJTdWJBZGRyZXNzIjoiIn0sIklzQ2hhbmdlZCI6ZmFsc2UsIklzTmV3IjpmYWxzZX0seyIkaWQiOiIxMzA2IiwiRGF0ZSI6IjIwMTktMTAtMDFUMTE6NTk6MDBaIiwiU3R5bGUiOnsiJGlkIjoiMTMwNyIsIlNoYXBlIjoxOSwiQ29ubmVjdG9yTWFyZ2luIjp7IiRpZCI6IjEzMDgiLCJUb3AiOjAuMCwiTGVmdCI6Mi4wLCJSaWdodCI6Mi4wLCJCb3R0b20iOjAuMH0sIkNvbm5lY3RvclN0eWxlIjp7IiRpZCI6IjEzMDkiLCJMaW5lQ29sb3IiOnsiJGlkIjoiMTMxMCIsIiR0eXBlIjoiTkxSRS5Db21tb24uRG9tLlNvbGlkQ29sb3JCcnVzaCwgTkxSRS5Db21tb24iLCJDb2xvciI6eyIkaWQiOiIxMzExIiwiQSI6MTI3LCJSIjo3OSwiRyI6MTI5LCJCIjoxODl9fSwiTGluZVdlaWdodCI6MS4wLCJMaW5lVHlwZSI6MCwiUGFyZW50U3R5bGUiOm51bGx9LCJJc0JlbG93VGltZWJhbmQiOmZhbHNlLCJQb3NpdGlvbk9uVGFzayI6MCwiSGlkZURhdGUiOmZhbHNlLCJTaGFwZVNpemUiOjEsIlNwYWNpbmciOjAuMCwiUGFkZGluZyI6eyIkaWQiOiIxMzEyIiwiVG9wIjo3LjAsIkxlZnQiOjMuMCwiUmlnaHQiOjAuMCwiQm90dG9tIjoyLjB9LCJTaGFwZVN0eWxlIjp7IiRpZCI6IjEzMTMiLCJNYXJnaW4iOnsiJGlkIjoiMTMxNCIsIlRvcCI6MC4wLCJMZWZ0IjowLjAsIlJpZ2h0IjowLjAsIkJvdHRvbSI6MC4wfSwiUGFkZGluZyI6eyIkaWQiOiIxMzE1IiwiVG9wIjowLjAsIkxlZnQiOjAuMCwiUmlnaHQiOjAuMCwiQm90dG9tIjowLjB9LCJCYWNrZ3JvdW5kIjp7IiRpZCI6IjEzMTYiLCJDb2xvciI6eyIkaWQiOiIxMzE3IiwiQSI6MjU1LCJSIjo4MiwiRyI6MTQ3LCJCIjoyMDV9fSwiSXNWaXNpYmxlIjp0cnVlLCJXaWR0aCI6MTMuMCwiSGVpZ2h0IjoxMy4wLCJCb3JkZXJTdHlsZSI6eyIkaWQiOiIxMzE4IiwiTGluZUNvbG9yIjp7IiRyZWYiOiIyODEifSwiTGluZVdlaWdodCI6MC4wLCJMaW5lVHlwZSI6MCwiUGFyZW50U3R5bGUiOm51bGx9LCJQYXJlbnRTdHlsZSI6bnVsbH0sIlRpdGxlU3R5bGUiOnsiJGlkIjoiMTMxOSIsIkZvbnRTZXR0aW5ncyI6eyIkaWQiOiIxMzIwIiwiRm9udFNpemUiOjExLCJGb250TmFtZSI6IkNhbGlicmkiLCJJc0JvbGQiOnRydWUsIklzSXRhbGljIjpmYWxzZSwiSXNVbmRlcmxpbmVkIjpmYWxzZSwiUGFyZW50U3R5bGUiOm51bGx9LCJBdXRvU2l6ZSI6MCwiRm9yZWdyb3VuZCI6eyIkaWQiOiIxMzIxIiwiQ29sb3IiOnsiJGlkIjoiMTMy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zIzIiwiVG9wIjowLjAsIkxlZnQiOjAuMCwiUmlnaHQiOjAuMCwiQm90dG9tIjowLjB9LCJQYWRkaW5nIjp7IiRpZCI6IjEzMjQiLCJUb3AiOjAuMCwiTGVmdCI6MC4wLCJSaWdodCI6MC4wLCJCb3R0b20iOjAuMH0sIkJhY2tncm91bmQiOnsiJHJlZiI6IjE2MiJ9LCJJc1Zpc2libGUiOnRydWUsIldpZHRoIjowLjAsIkhlaWdodCI6MC4wLCJCb3JkZXJTdHlsZSI6eyIkaWQiOiIxMzI1IiwiTGluZUNvbG9yIjpudWxsLCJMaW5lV2VpZ2h0IjowLjAsIkxpbmVUeXBlIjowLCJQYXJlbnRTdHlsZSI6bnVsbH0sIlBhcmVudFN0eWxlIjpudWxsfSwiRGF0ZVN0eWxlIjp7IiRpZCI6IjEzMjYiLCJGb250U2V0dGluZ3MiOnsiJGlkIjoiMTMyNyIsIkZvbnRTaXplIjoxMCwiRm9udE5hbWUiOiJDYWxpYnJpIiwiSXNCb2xkIjpmYWxzZSwiSXNJdGFsaWMiOmZhbHNlLCJJc1VuZGVybGluZWQiOmZhbHNlLCJQYXJlbnRTdHlsZSI6bnVsbH0sIkF1dG9TaXplIjowLCJGb3JlZ3JvdW5kIjp7IiRpZCI6IjEzMjgiLCJDb2xvciI6eyIkaWQiOiIxMzI5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pZCI6IjEzMzAiLCJUb3AiOjAuMCwiTGVmdCI6MC4wLCJSaWdodCI6MC4wLCJCb3R0b20iOjAuMH0sIlBhZGRpbmciOnsiJGlkIjoiMTMzMSIsIlRvcCI6MC4wLCJMZWZ0IjowLjAsIlJpZ2h0IjowLjAsIkJvdHRvbSI6MC4wfSwiQmFja2dyb3VuZCI6eyIkcmVmIjoiMTcwIn0sIklzVmlzaWJsZSI6dHJ1ZSwiV2lkdGgiOjAuMCwiSGVpZ2h0IjowLjAsIkJvcmRlclN0eWxlIjp7IiRpZCI6IjEzMzIiLCJMaW5lQ29sb3IiOm51bGwsIkxpbmVXZWlnaHQiOjAuMCwiTGluZVR5cGUiOjAsIlBhcmVudFN0eWxlIjpudWxsfSwiUGFyZW50U3R5bGUiOm51bGx9LCJEYXRlRm9ybWF0Ijp7IiRpZCI6IjEz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zNCIsIkZvcm1hdCI6MCwiSXNWaXNpYmxlIjpmYWxzZSwiTGFzdEtub3duVmlzaWJpbGl0eVN0YXRlIjpmYWxzZX0sIklzVmlzaWJsZSI6dHJ1ZSwiUGFyZW50U3R5bGUiOm51bGx9LCJJbmRleCI6NCwiUGVyY2VudGFnZUNvbXBsZXRlIjpudWxsLCJQb3NpdGlvbiI6eyJSYXRpbyI6MC4wLCJJc0N1c3RvbSI6ZmFsc2V9LCJEYXRlRm9ybWF0Ijp7IiRyZWYiOiIxMzMzIn0sIldlZWtOdW1iZXJpbmciOnsiJGlkIjoiMTMzNSIsIkZvcm1hdCI6MCwiSXNWaXNpYmxlIjpmYWxzZSwiTGFzdEtub3duVmlzaWJpbGl0eVN0YXRlIjpmYWxzZX0sIlJlbGF0ZWRUYXNrSWQiOiIwMDAwMDAwMC0wMDAwLTAwMDAtMDAwMC0wMDAwMDAwMDAwMDAiLCJJZCI6Ijc4YWI5MDhmLTE0YzctNGM4OC05OGFjLTM0ZDI2NjVlMTJmMiIsIkltcG9ydElkIjpudWxsLCJUaXRsZSI6IlJlbGVhc2UgQ2FuZGlkYXRlIiwiTm90ZSI6bnVsbCwiSHlwZXJsaW5rIjp7IiRpZCI6IjEzMzYiLCJBZGRyZXNzIjoiIiwiU3ViQWRkcmVzcyI6IiJ9LCJJc0NoYW5nZWQiOmZhbHNlLCJJc05ldyI6ZmFsc2V9LHsiJGlkIjoiMTMzNyIsIkRhdGUiOiIyMDE5LTEwLTIwVDExOjU5OjAwWiIsIlN0eWxlIjp7IiRpZCI6IjEzMzgiLCJTaGFwZSI6MTksIkNvbm5lY3Rvck1hcmdpbiI6eyIkaWQiOiIxMzM5IiwiVG9wIjowLjAsIkxlZnQiOjIuMCwiUmlnaHQiOjIuMCwiQm90dG9tIjowLjB9LCJDb25uZWN0b3JTdHlsZSI6eyIkaWQiOiIxMzQwIiwiTGluZUNvbG9yIjp7IiRpZCI6IjEzNDEiLCIkdHlwZSI6Ik5MUkUuQ29tbW9uLkRvbS5Tb2xpZENvbG9yQnJ1c2gsIE5MUkUuQ29tbW9uIiwiQ29sb3IiOnsiJGlkIjoiMTM0MiIsIkEiOjEyNywiUiI6NzksIkciOjEyOSwiQiI6MTg5fX0sIkxpbmVXZWlnaHQiOjEuMCwiTGluZVR5cGUiOjAsIlBhcmVudFN0eWxlIjpudWxsfSwiSXNCZWxvd1RpbWViYW5kIjpmYWxzZSwiUG9zaXRpb25PblRhc2siOjAsIkhpZGVEYXRlIjpmYWxzZSwiU2hhcGVTaXplIjoxLCJTcGFjaW5nIjowLjAsIlBhZGRpbmciOnsiJGlkIjoiMTM0MyIsIlRvcCI6Ny4wLCJMZWZ0IjozLjAsIlJpZ2h0IjowLjAsIkJvdHRvbSI6Mi4wfSwiU2hhcGVTdHlsZSI6eyIkaWQiOiIxMzQ0IiwiTWFyZ2luIjp7IiRpZCI6IjEzNDUiLCJUb3AiOjAuMCwiTGVmdCI6MC4wLCJSaWdodCI6MC4wLCJCb3R0b20iOjAuMH0sIlBhZGRpbmciOnsiJGlkIjoiMTM0NiIsIlRvcCI6MC4wLCJMZWZ0IjowLjAsIlJpZ2h0IjowLjAsIkJvdHRvbSI6MC4wfSwiQmFja2dyb3VuZCI6eyIkaWQiOiIxMzQ3IiwiQ29sb3IiOnsiJGlkIjoiMTM0OCIsIkEiOjI1NSwiUiI6MTEyLCJHIjoxNzMsIkIiOjcxfX0sIklzVmlzaWJsZSI6dHJ1ZSwiV2lkdGgiOjEzLjAsIkhlaWdodCI6MTMuMCwiQm9yZGVyU3R5bGUiOnsiJGlkIjoiMTM0OSIsIkxpbmVDb2xvciI6eyIkcmVmIjoiMjgxIn0sIkxpbmVXZWlnaHQiOjAuMCwiTGluZVR5cGUiOjAsIlBhcmVudFN0eWxlIjpudWxsfSwiUGFyZW50U3R5bGUiOm51bGx9LCJUaXRsZVN0eWxlIjp7IiRpZCI6IjEzNTAiLCJGb250U2V0dGluZ3MiOnsiJGlkIjoiMTM1MSIsIkZvbnRTaXplIjoxMSwiRm9udE5hbWUiOiJDYWxpYnJpIiwiSXNCb2xkIjp0cnVlLCJJc0l0YWxpYyI6ZmFsc2UsIklzVW5kZXJsaW5lZCI6ZmFsc2UsIlBhcmVudFN0eWxlIjpudWxsfSwiQXV0b1NpemUiOjAsIkZvcmVncm91bmQiOnsiJGlkIjoiMTM1MiIsIkNvbG9yIjp7IiRpZCI6IjEzNTMiLCJBIjoyNTUsIlIiOjU4LCJHIjoxMzcsIkIiOjB9fSwiTWF4V2lkdGgiOjIwMC4wLCJNYXhIZWlnaHQiOiJJbmZpbml0eSIsIlNtYXJ0Rm9yZWdyb3VuZElzQWN0aXZlIjpmYWxzZSwiSG9yaXpvbnRhbEFsaWdubWVudCI6MCwiVmVydGljYWxBbGlnbm1lbnQiOjAsIlNtYXJ0Rm9yZWdyb3VuZCI6bnVsbCwiQmFja2dyb3VuZEZpbGxUeXBlIjowLCJNYXJnaW4iOnsiJGlkIjoiMTM1NCIsIlRvcCI6MC4wLCJMZWZ0IjowLjAsIlJpZ2h0IjowLjAsIkJvdHRvbSI6MC4wfSwiUGFkZGluZyI6eyIkaWQiOiIxMzU1IiwiVG9wIjowLjAsIkxlZnQiOjAuMCwiUmlnaHQiOjAuMCwiQm90dG9tIjowLjB9LCJCYWNrZ3JvdW5kIjp7IiRyZWYiOiIxNjIifSwiSXNWaXNpYmxlIjp0cnVlLCJXaWR0aCI6MC4wLCJIZWlnaHQiOjAuMCwiQm9yZGVyU3R5bGUiOnsiJGlkIjoiMTM1NiIsIkxpbmVDb2xvciI6bnVsbCwiTGluZVdlaWdodCI6MC4wLCJMaW5lVHlwZSI6MCwiUGFyZW50U3R5bGUiOm51bGx9LCJQYXJlbnRTdHlsZSI6bnVsbH0sIkRhdGVTdHlsZSI6eyIkaWQiOiIxMzU3IiwiRm9udFNldHRpbmdzIjp7IiRpZCI6IjEzNTgiLCJGb250U2l6ZSI6MTAsIkZvbnROYW1lIjoiQ2FsaWJyaSIsIklzQm9sZCI6ZmFsc2UsIklzSXRhbGljIjpmYWxzZSwiSXNVbmRlcmxpbmVkIjpmYWxzZSwiUGFyZW50U3R5bGUiOm51bGx9LCJBdXRvU2l6ZSI6MCwiRm9yZWdyb3VuZCI6eyIkaWQiOiIxMzU5IiwiQ29sb3IiOnsiJGlkIjoiMTM2MCIsIkEiOjI1NSwiUiI6NTgsIkciOjEzNywiQiI6MH19LCJNYXhXaWR0aCI6MjAwLjAsIk1heEhlaWdodCI6IkluZmluaXR5IiwiU21hcnRGb3JlZ3JvdW5kSXNBY3RpdmUiOmZhbHNlLCJIb3Jpem9udGFsQWxpZ25tZW50IjowLCJWZXJ0aWNhbEFsaWdubWVudCI6MCwiU21hcnRGb3JlZ3JvdW5kIjpudWxsLCJCYWNrZ3JvdW5kRmlsbFR5cGUiOjAsIk1hcmdpbiI6eyIkaWQiOiIxMzYxIiwiVG9wIjowLjAsIkxlZnQiOjAuMCwiUmlnaHQiOjAuMCwiQm90dG9tIjowLjB9LCJQYWRkaW5nIjp7IiRpZCI6IjEzNjIiLCJUb3AiOjAuMCwiTGVmdCI6MC4wLCJSaWdodCI6MC4wLCJCb3R0b20iOjAuMH0sIkJhY2tncm91bmQiOnsiJHJlZiI6IjE3MCJ9LCJJc1Zpc2libGUiOnRydWUsIldpZHRoIjowLjAsIkhlaWdodCI6MC4wLCJCb3JkZXJTdHlsZSI6eyIkaWQiOiIxMzYzIiwiTGluZUNvbG9yIjpudWxsLCJMaW5lV2VpZ2h0IjowLjAsIkxpbmVUeXBlIjowLCJQYXJlbnRTdHlsZSI6bnVsbH0sIlBhcmVudFN0eWxlIjpudWxsfSwiRGF0ZUZvcm1hdCI6eyIkaWQiOiIxMzY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jUiLCJGb3JtYXQiOjAsIklzVmlzaWJsZSI6ZmFsc2UsIkxhc3RLbm93blZpc2liaWxpdHlTdGF0ZSI6ZmFsc2V9LCJJc1Zpc2libGUiOnRydWUsIlBhcmVudFN0eWxlIjpudWxsfSwiSW5kZXgiOjUsIlBlcmNlbnRhZ2VDb21wbGV0ZSI6bnVsbCwiUG9zaXRpb24iOnsiUmF0aW8iOjAuMCwiSXNDdXN0b20iOmZhbHNlfSwiRGF0ZUZvcm1hdCI6eyIkcmVmIjoiMTM2NCJ9LCJXZWVrTnVtYmVyaW5nIjp7IiRpZCI6IjEzNjYiLCJGb3JtYXQiOjAsIklzVmlzaWJsZSI6ZmFsc2UsIkxhc3RLbm93blZpc2liaWxpdHlTdGF0ZSI6ZmFsc2V9LCJSZWxhdGVkVGFza0lkIjoiMDAwMDAwMDAtMDAwMC0wMDAwLTAwMDAtMDAwMDAwMDAwMDAwIiwiSWQiOiJiMWEyYjBhZC01MGM1LTRmM2QtYjI0Yi0zYWFiNjlkNjhmYzUiLCJJbXBvcnRJZCI6bnVsbCwiVGl0bGUiOiJGaW5hbCBSZWxlYXNlIiwiTm90ZSI6bnVsbCwiSHlwZXJsaW5rIjp7IiRpZCI6IjEzNjciLCJBZGRyZXNzIjoiIiwiU3ViQWRkcmVzcyI6IiJ9LCJJc0NoYW5nZWQiOmZhbHNlLCJJc05ldyI6ZmFsc2V9XSwiVGFza3MiOltdLCJTd2ltbGFuZXMiOltdLCJNc1Byb2plY3RJdGVtc1RyZWUiOm51bGwsIk1ldGFkYXRhIjp7IiRpZCI6IjEzNjgiLCJSZWNlbnRDb2xvcnNDb2xsZWN0aW9uIjoiW1wiI0ZGNTI5M0NEXCIsXCIjRkZDRTkyMDBcIixcIiNGRjc0QUQ0OVwiLFwiI0ZGNzM3MzczXCIsXCIjRkY0NDU0NkFcIixcIiNGRkZFQkEwQVwiLFwiI0ZGNzBBRDQ3XCIsXCIjRkZCMjBFMTJcIl0iLCJNc3BMYXRlc3RJbXBvcnRJdGVtcyI6IntcIiRpZFwiOlwiMVwiLFwiUm9vdFwiOntcIkltcG9ydElkXCI6bnVsbCxcIklzSW1wb3J0ZWRcIjpmYWxzZSxcIkNoaWxkcmVuXCI6W119fSIsIk1zcFN5bmNCeVVpZCI6IkZhbHNlIiwiTXNwQ29sdW1uc01hcHBpbmciOiJbe1wiJGlkXCI6XCIxXCIsXCJTZWxlY3RlZE1hcHBpbmdcIjoxLFwiQ29sdW1uSGVhZGVyXCI6XCJTd2ltbGFuZVwiLFwiQ29sdW1uRnJpZW5kbHlOYW1lXCI6bnVsbH0se1wiJGlkXCI6XCIyXCIsXCJTZWxlY3RlZE1hcHBpbmdcIjoyLFwiQ29sdW1uSGVhZGVyXCI6XCJOYW1lXCIsXCJDb2x1bW5GcmllbmRseU5hbWVcIjpudWxsfSx7XCIkaWRcIjpcIjNcIixcIlNlbGVjdGVkTWFwcGluZ1wiOjMsXCJDb2x1bW5IZWFkZXJcIjpcIlN0YXJ0XCIsXCJDb2x1bW5GcmllbmRseU5hbWVcIjpudWxsfSx7XCIkaWRcIjpcIjRcIixcIlNlbGVjdGVkTWFwcGluZ1wiOjQsXCJDb2x1bW5IZWFkZXJcIjpcIkZpbmlzaFwiLFwiQ29sdW1uRnJpZW5kbHlOYW1lXCI6bnVsbH0se1wiJGlkXCI6XCI1XCIsXCJTZWxlY3RlZE1hcHBpbmdcIjo1LFwiQ29sdW1uSGVhZGVyXCI6XCJQZXJjZW50Q29tcGxldGVcIixcIkNvbHVtbkZyaWVuZGx5TmFtZVwiOm51bGx9XSJ9LCJTZXR0aW5ncyI6eyIkaWQiOiIxMzY5IiwiSW1wYU9wdGlvbnMiOnsiJGlkIjoiMTM3MC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EzNzEiLCJVc2VUaW1lIjpmYWxzZSwiV29ya0RheVN0YXJ0IjoiMDA6MDA6MDAiLCJXb3JrRGF5RW5kIjoiMjM6NTk6MDAifSwiTGFzdFVzZWRUZW1wbGF0ZUlkIjoiZjM3NDYwNjMtMDA0Yy00NDVkLTkxODctY2VkZjdhY2UxNDNiIiwiRmlyc3RXZWVrT2ZZZWFyIjowLCJQbGFjZU1pbGVzdG9uZUF0VGhlQmVnaW5uaW5nT2ZUaGVEYXkiOmZhbHNl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ENDDATE" val="2019-12-22T12:59:00.0000000"/>
  <p:tag name="OTLTIMEBANDWORKINGDAYS" val="Standard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False"/>
  <p:tag name="OTLTIMEBANDSCALEMARKING" val="Years"/>
  <p:tag name="OTLRIGHTENDCAPSMARGINRIGHT" val="20"/>
  <p:tag name="OTLLEFTENDCAPSMARGINLEF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SCALEFORMAT" val="MMM"/>
  <p:tag name="OTLTIMEBANDSCALETYPE" val="Months"/>
  <p:tag name="OTLTIMEBANDSHAPETYPE" val="RoundedCornerRectangleTimeband"/>
  <p:tag name="OTLTIMEBANDSHAPEHEIGHT" val="20"/>
  <p:tag name="OTLTIMEBANDSHAPEPADDINGLEFT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E5LTAxLTAxVDAwOjAwOjAwWiIsIkVuZERhdGUiOiIyMDE5LTAyLTI0VDExOjU5OjAwIiwiUGVyY2VudGFnZUNvbXBsZXRlIjpudWxsLCJTdHlsZSI6eyIkaWQiOiI3IiwiU2hhcGUiOjEsIlNoYXBlVGhpY2tuZXNzIjowLCJEdXJhdGlvbkZvcm1hdCI6MCwiSW5jbHVkZU5vbldvcmtpbmdEYXlzSW5EdXJhdGlvbiI6ZmFsc2UsIlBlcmNlbnRhZ2VDb21wbGV0ZVN0eWxlIjp7IiRpZCI6IjgiLCJGb250U2V0dGluZ3MiOnsiJGlkIjoiOSIsIkZvbnRTaXplIjoxMCwiRm9udE5hbWUiOiJDYWxpYnJpIiwiSXNCb2xkIjpmYWxzZSwiSXNJdGFsaWMiOmZhbHNlLCJJc1VuZGVybGluZWQiOmZhbHNlLCJQYXJlbnRTdHlsZSI6bnVsbH0sIkF1dG9TaXplIjowLCJGb3JlZ3JvdW5kIjp7IiRpZCI6IjEwIiwiQ29sb3IiOnsiJGlkIjoiM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iIsIlRvcCI6MC4wLCJMZWZ0IjowLjAsIlJpZ2h0IjowLjAsIkJvdHRvbSI6MC4wfSwiUGFkZGluZyI6eyIkaWQiOiIxMyIsIlRvcCI6MC4wLCJMZWZ0IjowLjAsIlJpZ2h0IjowLjAsIkJvdHRvbSI6MC4wfSwiQmFja2dyb3VuZCI6eyIkaWQiOiIxNCIsIkNvbG9yIjp7IiRpZCI6IjE1IiwiQSI6ODksIlIiOjAsIkciOjAsIkIiOjB9fSwiSXNWaXNpYmxlIjp0cnVlLCJXaWR0aCI6MC4wLCJIZWlnaHQiOjAuMCwiQm9yZGVyU3R5bGUiOnsiJGlkIjoiMTYiLCJMaW5lQ29sb3IiOm51bGwsIkxpbmVXZWlnaHQiOjAuMCwiTGluZVR5cGUiOjAsIlBhcmVudFN0eWxlIjpudWxsfSwiUGFyZW50U3R5bGUiOm51bGx9LCJEdXJhdGlvblN0eWxlIjp7IiRpZCI6IjE3IiwiRm9udFNldHRpbmdzIjp7IiRpZCI6IjE4IiwiRm9udFNpemUiOjEwLCJGb250TmFtZSI6IkNhbGlicmkiLCJJc0JvbGQiOmZhbHNlLCJJc0l0YWxpYyI6ZmFsc2UsIklzVW5kZXJsaW5lZCI6ZmFsc2UsIlBhcmVudFN0eWxlIjpudWxsfSwiQXV0b1NpemUiOjAsIkZvcmVncm91bmQiOnsiJGlkIjoiMTkiLCJDb2xvciI6eyIkaWQiOiIy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IiwiVG9wIjowLjAsIkxlZnQiOjAuMCwiUmlnaHQiOjAuMCwiQm90dG9tIjowLjB9LCJQYWRkaW5nIjp7IiRpZCI6IjIyIiwiVG9wIjowLjAsIkxlZnQiOjAuMCwiUmlnaHQiOjAuMCwiQm90dG9tIjowLjB9LCJCYWNrZ3JvdW5kIjp7IiRpZCI6IjIzIiwiQ29sb3IiOnsiJHJlZiI6IjE1In19LCJJc1Zpc2libGUiOnRydWUsIldpZHRoIjowLjAsIkhlaWdodCI6MC4wLCJCb3JkZXJTdHlsZSI6eyIkaWQiOiIyNCIsIkxpbmVDb2xvciI6bnVsbCwiTGluZVdlaWdodCI6MC4wLCJMaW5lVHlwZSI6MCwiUGFyZW50U3R5bGUiOm51bGx9LCJQYXJlbnRTdHlsZSI6bnVsbH0sIkhvcml6b250YWxDb25uZWN0b3JTdHlsZSI6eyIkaWQiOiIyNSIsIkxpbmVDb2xvciI6eyIkaWQiOiIyNiIsIiR0eXBlIjoiTkxSRS5Db21tb24uRG9tLlNvbGlkQ29sb3JCcnVzaCwgTkxSRS5Db21tb24iLCJDb2xvciI6eyIkaWQiOiIyNyIsIkEiOjI1NSwiUiI6MjA0LCJHIjoyMDQsIkIiOjIwNH19LCJMaW5lV2VpZ2h0IjoxLjAsIkxpbmVUeXBlIjowLCJQYXJlbnRTdHlsZSI6bnVsbH0sIlZlcnRpY2FsQ29ubmVjdG9yU3R5bGUiOnsiJGlkIjoiMjgiLCJMaW5lQ29sb3IiOnsiJGlkIjoiMjkiLCIkdHlwZSI6Ik5MUkUuQ29tbW9uLkRvbS5Tb2xpZENvbG9yQnJ1c2gsIE5MUkUuQ29tbW9uIiwiQ29sb3IiOnsiJGlkIjoiMzA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zMSIsIk1hcmdpbiI6eyIkaWQiOiIzMiIsIlRvcCI6MC4wLCJMZWZ0Ijo0LjAsIlJpZ2h0Ijo0LjAsIkJvdHRvbSI6MC4wfSwiUGFkZGluZyI6eyIkaWQiOiIzMyIsIlRvcCI6MC4wLCJMZWZ0IjowLjAsIlJpZ2h0IjowLjAsIkJvdHRvbSI6MC4wfSwiQmFja2dyb3VuZCI6eyIkaWQiOiIzNCIsIkNvbG9yIjp7IiRpZCI6IjM1IiwiQSI6MjU1LCJSIjo4MiwiRyI6MTQ3LCJCIjoyMDV9fSwiSXNWaXNpYmxlIjp0cnVlLCJXaWR0aCI6MC4wLCJIZWlnaHQiOjEzLjQyNjY2NjY2NjY2NjY3NywiQm9yZGVyU3R5bGUiOnsiJGlkIjoiMzYiLCJMaW5lQ29sb3IiOnsiJGlkIjoiMzciLCIkdHlwZSI6Ik5MUkUuQ29tbW9uLkRvbS5Tb2xpZENvbG9yQnJ1c2gsIE5MUkUuQ29tbW9uIiwiQ29sb3IiOnsiJGlkIjoiMzgiLCJBIjoyNTUsIlIiOjI1NSwiRyI6MCwiQiI6MH19LCJMaW5lV2VpZ2h0IjowLjAsIkxpbmVUeXBlIjowLCJQYXJlbnRTdHlsZSI6bnVsbH0sIlBhcmVudFN0eWxlIjpudWxsfSwiVGl0bGVTdHlsZSI6eyIkaWQiOiIzOSIsIkZvbnRTZXR0aW5ncyI6eyIkaWQiOiI0MCIsIkZvbnRTaXplIjoxMSwiRm9udE5hbWUiOiJDYWxpYnJpIiwiSXNCb2xkIjpmYWxzZSwiSXNJdGFsaWMiOmZhbHNlLCJJc1VuZGVybGluZWQiOmZhbHNlLCJQYXJlbnRTdHlsZSI6bnVsbH0sIkF1dG9TaXplIjoyLCJGb3JlZ3JvdW5kIjp7IiRpZCI6IjQxIiwiQ29sb3IiOnsiJGlkIjoiNDIiLCJBIjoyNTUsIlIiOjI1NSwiRyI6MjU1LCJCIjoyNTV9fSwiTWF4V2lkdGgiOjkwLjczLCJNYXhIZWlnaHQiOiJJbmZpbml0eSIsIlNtYXJ0Rm9yZWdyb3VuZElzQWN0aXZlIjpmYWxzZSwiSG9yaXpvbnRhbEFsaWdubWVudCI6MSwiVmVydGljYWxBbGlnbm1lbnQiOjAsIlNtYXJ0Rm9yZWdyb3VuZCI6bnVsbCwiQmFja2dyb3VuZEZpbGxUeXBlIjowLCJNYXJnaW4iOnsiJGlkIjoiNDMiLCJUb3AiOjAuMCwiTGVmdCI6MC4wLCJSaWdodCI6MC4wLCJCb3R0b20iOjAuMH0sIlBhZGRpbmciOnsiJGlkIjoiNDQiLCJUb3AiOjAuMCwiTGVmdCI6MC4wLCJSaWdodCI6MC4wLCJCb3R0b20iOjAuMH0sIkJhY2tncm91bmQiOnsiJGlkIjoiNDUiLCJDb2xvciI6eyIkcmVmIjoiMTUifX0sIklzVmlzaWJsZSI6dHJ1ZSwiV2lkdGgiOjAuMCwiSGVpZ2h0IjowLjAsIkJvcmRlclN0eWxlIjp7IiRpZCI6IjQ2IiwiTGluZUNvbG9yIjpudWxsLCJMaW5lV2VpZ2h0IjowLjAsIkxpbmVUeXBlIjowLCJQYXJlbnRTdHlsZSI6bnVsbH0sIlBhcmVudFN0eWxlIjpudWxsfSwiRGF0ZVN0eWxlIjp7IiRpZCI6IjQ3IiwiRm9udFNldHRpbmdzIjp7IiRpZCI6IjQ4IiwiRm9udFNpemUiOjEwLCJGb250TmFtZSI6IkNhbGlicmkiLCJJc0JvbGQiOmZhbHNlLCJJc0l0YWxpYyI6ZmFsc2UsIklzVW5kZXJsaW5lZCI6ZmFsc2UsIlBhcmVudFN0eWxlIjpudWxsfSwiQXV0b1NpemUiOjAsIkZvcmVncm91bmQiOnsiJGlkIjoiNDkiLCJDb2xvciI6eyIkaWQiOiI1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EiLCJUb3AiOjAuMCwiTGVmdCI6MC4wLCJSaWdodCI6MC4wLCJCb3R0b20iOjAuMH0sIlBhZGRpbmciOnsiJGlkIjoiNTIiLCJUb3AiOjAuMCwiTGVmdCI6MC4wLCJSaWdodCI6MC4wLCJCb3R0b20iOjAuMH0sIkJhY2tncm91bmQiOnsiJGlkIjoiNTMiLCJDb2xvciI6eyIkcmVmIjoiMTUifX0sIklzVmlzaWJsZSI6dHJ1ZSwiV2lkdGgiOjAuMCwiSGVpZ2h0IjowLjAsIkJvcmRlclN0eWxlIjp7IiRpZCI6IjU0IiwiTGluZUNvbG9yIjpudWxsLCJMaW5lV2VpZ2h0IjowLjAsIkxpbmVUeXBlIjowLCJQYXJlbnRTdHlsZSI6bnVsbH0sIlBhcmVudFN0eWxlIjpudWxsfSwiRGF0ZUZvcm1hdCI6eyIkaWQiOiI1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iIsIkZvcm1hdCI6MCwiSXNWaXNpYmxlIjpmYWxzZSwiTGFzdEtub3duVmlzaWJpbGl0eVN0YXRlIjpmYWxzZX0sIklzVmlzaWJsZSI6dHJ1ZSwiUGFyZW50U3R5bGUiOm51bGx9LCJJbmRleCI6NywiU21hcnREdXJhdGlvbkFjdGl2YXRlZCI6ZmFsc2UsIkRhdGVGb3JtYXQiOnsiJHJlZiI6IjU1In0sIldlZWtOdW1iZXJpbmciOnsiJGlkIjoiNTciLCJGb3JtYXQiOjAsIklzVmlzaWJsZSI6ZmFsc2UsIkxhc3RLbm93blZpc2liaWxpdHlTdGF0ZSI6ZmFsc2V9LCJJZCI6ImNiYzYwNTMyLTczNjctNDc0Mi05ODJlLTg1ZDU0Mjk3ODA2NCIsIkltcG9ydElkIjpudWxsLCJUaXRsZSI6IkFzc2VtYmxlIFJlc291cmNlcyIsIk5vdGUiOm51bGwsIkh5cGVybGluayI6eyIkaWQiOiI1OCIsIkFkZHJlc3MiOiIiLCJTdWJBZGRyZXNzIjoiIn0sIklzQ2hhbmdlZCI6ZmFsc2UsIklzTmV3IjpmYWxzZX19XSwiX21pbGVzdG9uZXMiOltdLCJJZCI6IjAwMDAwMDAwLTAwMDAtMDAwMC0wMDAwLTAwMDAwMDAwMDAwMCIsIklzU2luZ2xlSXRlbVJvdyI6dHJ1ZX0seyIkaWQiOiI1OSIsIl90YXNrcyI6W3siJGlkIjoiNjAiLCJfYXR0YWNoZWRNaWxlc3RvbmVzIjpbXSwiVGFza0RlZmluaXRpb24iOnsiJGlkIjoiNjEiLCJHcm91cE5hbWUiOm51bGwsIlN0YXJ0RGF0ZSI6IjIwMTktMDItMDFUMDA6MDA6MDBaIiwiRW5kRGF0ZSI6IjIwMTktMDMtMDdUMTE6NTk6MDAiLCJQZXJjZW50YWdlQ29tcGxldGUiOm51bGwsIlN0eWxlIjp7IiRpZCI6IjYyIiwiU2hhcGUiOjEsIlNoYXBlVGhpY2tuZXNzIjowLCJEdXJhdGlvbkZvcm1hdCI6MCwiSW5jbHVkZU5vbldvcmtpbmdEYXlzSW5EdXJhdGlvbiI6ZmFsc2UsIlBlcmNlbnRhZ2VDb21wbGV0ZVN0eWxlIjp7IiRpZCI6IjYzIiwiRm9udFNldHRpbmdzIjp7IiRpZCI6IjY0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Y1IiwiVG9wIjowLjAsIkxlZnQiOjAuMCwiUmlnaHQiOjAuMCwiQm90dG9tIjowLjB9LCJQYWRkaW5nIjp7IiRpZCI6IjY2IiwiVG9wIjowLjAsIkxlZnQiOjAuMCwiUmlnaHQiOjAuMCwiQm90dG9tIjowLjB9LCJCYWNrZ3JvdW5kIjp7IiRyZWYiOiIxNCJ9LCJJc1Zpc2libGUiOnRydWUsIldpZHRoIjowLjAsIkhlaWdodCI6MC4wLCJCb3JkZXJTdHlsZSI6eyIkaWQiOiI2NyIsIkxpbmVDb2xvciI6bnVsbCwiTGluZVdlaWdodCI6MC4wLCJMaW5lVHlwZSI6MCwiUGFyZW50U3R5bGUiOm51bGx9LCJQYXJlbnRTdHlsZSI6bnVsbH0sIkR1cmF0aW9uU3R5bGUiOnsiJGlkIjoiNjgiLCJGb250U2V0dGluZ3MiOnsiJGlkIjoiNjkiLCJGb250U2l6ZSI6MTAsIkZvbnROYW1lIjoiQ2FsaWJyaSIsIklzQm9sZCI6ZmFsc2UsIklzSXRhbGljIjpmYWxzZSwiSXNVbmRlcmxpbmVkIjpmYWxzZSwiUGFyZW50U3R5bGUiOm51bGx9LCJBdXRvU2l6ZSI6MCwiRm9yZWdyb3VuZCI6eyIkaWQiOiI3MCIsIkNvbG9yIjp7IiRyZWYiOiIyMCJ9fSwiTWF4V2lkdGgiOjIwMC4wLCJNYXhIZWlnaHQiOiJJbmZpbml0eSIsIlNtYXJ0Rm9yZWdyb3VuZElzQWN0aXZlIjpmYWxzZSwiSG9yaXpvbnRhbEFsaWdubWVudCI6MCwiVmVydGljYWxBbGlnbm1lbnQiOjAsIlNtYXJ0Rm9yZWdyb3VuZCI6bnVsbCwiQmFja2dyb3VuZEZpbGxUeXBlIjowLCJNYXJnaW4iOnsiJGlkIjoiNzEiLCJUb3AiOjAuMCwiTGVmdCI6MC4wLCJSaWdodCI6MC4wLCJCb3R0b20iOjAuMH0sIlBhZGRpbmciOnsiJGlkIjoiNzIiLCJUb3AiOjAuMCwiTGVmdCI6MC4wLCJSaWdodCI6MC4wLCJCb3R0b20iOjAuMH0sIkJhY2tncm91bmQiOnsiJHJlZiI6IjIzIn0sIklzVmlzaWJsZSI6dHJ1ZSwiV2lkdGgiOjAuMCwiSGVpZ2h0IjowLjAsIkJvcmRlclN0eWxlIjp7IiRpZCI6IjczIiwiTGluZUNvbG9yIjpudWxsLCJMaW5lV2VpZ2h0IjowLjAsIkxpbmVUeXBlIjowLCJQYXJlbnRTdHlsZSI6bnVsbH0sIlBhcmVudFN0eWxlIjpudWxsfSwiSG9yaXpvbnRhbENvbm5lY3RvclN0eWxlIjp7IiRpZCI6Ijc0IiwiTGluZUNvbG9yIjp7IiRyZWYiOiIyNiJ9LCJMaW5lV2VpZ2h0IjoxLjAsIkxpbmVUeXBlIjowLCJQYXJlbnRTdHlsZSI6bnVsbH0sIlZlcnRpY2FsQ29ubmVjdG9yU3R5bGUiOnsiJGlkIjoiNzU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zYiLCJNYXJnaW4iOnsiJGlkIjoiNzciLCJUb3AiOjAuMCwiTGVmdCI6NC4wLCJSaWdodCI6NC4wLCJCb3R0b20iOjAuMH0sIlBhZGRpbmciOnsiJGlkIjoiNzgiLCJUb3AiOjAuMCwiTGVmdCI6MC4wLCJSaWdodCI6MC4wLCJCb3R0b20iOjAuMH0sIkJhY2tncm91bmQiOnsiJGlkIjoiNzkiLCJDb2xvciI6eyIkaWQiOiI4MCIsIkEiOjI1NSwiUiI6ODIsIkciOjE0NywiQiI6MjA1fX0sIklzVmlzaWJsZSI6dHJ1ZSwiV2lkdGgiOjAuMCwiSGVpZ2h0IjoxMy40MjY2NjY2NjY2NjY2NzcsIkJvcmRlclN0eWxlIjp7IiRpZCI6IjgxIiwiTGluZUNvbG9yIjp7IiRyZWYiOiIzNyJ9LCJMaW5lV2VpZ2h0IjowLjAsIkxpbmVUeXBlIjowLCJQYXJlbnRTdHlsZSI6bnVsbH0sIlBhcmVudFN0eWxlIjpudWxsfSwiVGl0bGVTdHlsZSI6eyIkaWQiOiI4MiIsIkZvbnRTZXR0aW5ncyI6eyIkaWQiOiI4MyIsIkZvbnRTaXplIjoxMSwiRm9udE5hbWUiOiJDYWxpYnJpIiwiSXNCb2xkIjpmYWxzZSwiSXNJdGFsaWMiOmZhbHNlLCJJc1VuZGVybGluZWQiOmZhbHNlLCJQYXJlbnRTdHlsZSI6bnVsbH0sIkF1dG9TaXplIjoyLCJGb3JlZ3JvdW5kIjp7IiRpZCI6Ijg0IiwiQ29sb3IiOnsiJGlkIjoiODUiLCJBIjoyNTUsIlIiOjI1NSwiRyI6MjU1LCJCIjoyNTV9fSwiTWF4V2lkdGgiOjYzLjQ4MzMzMzMzMzMzMzMzNCwiTWF4SGVpZ2h0IjoiSW5maW5pdHkiLCJTbWFydEZvcmVncm91bmRJc0FjdGl2ZSI6ZmFsc2UsIkhvcml6b250YWxBbGlnbm1lbnQiOjE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yZWYiOiI0NSJ9LCJJc1Zpc2libGUiOnRydWUsIldpZHRoIjowLjAsIkhlaWdodCI6MC4wLCJCb3JkZXJTdHlsZSI6eyIkaWQiOiI4OCIsIkxpbmVDb2xvciI6bnVsbCwiTGluZVdlaWdodCI6MC4wLCJMaW5lVHlwZSI6MCwiUGFyZW50U3R5bGUiOm51bGx9LCJQYXJlbnRTdHlsZSI6bnVsbH0sIkRhdGVTdHlsZSI6eyIkaWQiOiI4OSIsIkZvbnRTZXR0aW5ncyI6eyIkaWQiOiI5MCIsIkZvbnRTaXplIjoxMCwiRm9udE5hbWUiOiJDYWxpYnJpIiwiSXNCb2xkIjpmYWxzZSwiSXNJdGFsaWMiOmZhbHNlLCJJc1VuZGVybGluZWQiOmZhbHNlLCJQYXJlbnRTdHlsZSI6bnVsbH0sIkF1dG9TaXplIjowLCJGb3JlZ3JvdW5kIjp7IiRpZCI6IjkxIiwiQ29sb3IiOnsiJGlkIjoiO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zIiwiVG9wIjowLjAsIkxlZnQiOjAuMCwiUmlnaHQiOjAuMCwiQm90dG9tIjowLjB9LCJQYWRkaW5nIjp7IiRpZCI6Ijk0IiwiVG9wIjowLjAsIkxlZnQiOjAuMCwiUmlnaHQiOjAuMCwiQm90dG9tIjowLjB9LCJCYWNrZ3JvdW5kIjp7IiRyZWYiOiI1MyJ9LCJJc1Zpc2libGUiOnRydWUsIldpZHRoIjowLjAsIkhlaWdodCI6MC4wLCJCb3JkZXJTdHlsZSI6eyIkaWQiOiI5NSIsIkxpbmVDb2xvciI6bnVsbCwiTGluZVdlaWdodCI6MC4wLCJMaW5lVHlwZSI6MCwiUGFyZW50U3R5bGUiOm51bGx9LCJQYXJlbnRTdHlsZSI6bnVsbH0sIkRhdGVGb3JtYXQiOnsiJGlkIjoi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ciLCJGb3JtYXQiOjAsIklzVmlzaWJsZSI6ZmFsc2UsIkxhc3RLbm93blZpc2liaWxpdHlTdGF0ZSI6ZmFsc2V9LCJJc1Zpc2libGUiOnRydWUsIlBhcmVudFN0eWxlIjpudWxsfSwiSW5kZXgiOjgsIlNtYXJ0RHVyYXRpb25BY3RpdmF0ZWQiOmZhbHNlLCJEYXRlRm9ybWF0Ijp7IiRyZWYiOiI5NiJ9LCJXZWVrTnVtYmVyaW5nIjp7IiRpZCI6Ijk4IiwiRm9ybWF0IjowLCJJc1Zpc2libGUiOmZhbHNlLCJMYXN0S25vd25WaXNpYmlsaXR5U3RhdGUiOmZhbHNlfSwiSWQiOiI5Y2U5NDBkOS03YTRiLTRmZTctYWMwYy1hM2IwMzUyZGVjY2IiLCJJbXBvcnRJZCI6bnVsbCwiVGl0bGUiOiJXb3JraW5nIFBsYW5zIiwiTm90ZSI6bnVsbCwiSHlwZXJsaW5rIjp7IiRpZCI6Ijk5IiwiQWRkcmVzcyI6IiIsIlN1YkFkZHJlc3MiOiIifSwiSXNDaGFuZ2VkIjpmYWxzZSwiSXNOZXciOmZhbHNlfX1dLCJfbWlsZXN0b25lcyI6W10sIklkIjoiMDAwMDAwMDAtMDAwMC0wMDAwLTAwMDAtMDAwMDAwMDAwMDAwIiwiSXNTaW5nbGVJdGVtUm93Ijp0cnVlfSx7IiRpZCI6IjEwMCIsIl90YXNrcyI6W3siJGlkIjoiMTAxIiwiX2F0dGFjaGVkTWlsZXN0b25lcyI6W10sIlRhc2tEZWZpbml0aW9uIjp7IiRpZCI6IjEwMiIsIkdyb3VwTmFtZSI6bnVsbCwiU3RhcnREYXRlIjoiMjAxOS0wMy0wMVQwMDowMDowMFoiLCJFbmREYXRlIjoiMjAxOS0wNS0xNlQxMTo1OTowMCIsIlBlcmNlbnRhZ2VDb21wbGV0ZSI6bnVsbCwiU3R5bGUiOnsiJGlkIjoiMTAzIiwiU2hhcGUiOjEsIlNoYXBlVGhpY2tuZXNzIjowLCJEdXJhdGlvbkZvcm1hdCI6MCwiSW5jbHVkZU5vbldvcmtpbmdEYXlzSW5EdXJhdGlvbiI6ZmFsc2UsIlBlcmNlbnRhZ2VDb21wbGV0ZVN0eWxlIjp7IiRpZCI6IjEwNCIsIkZvbnRTZXR0aW5ncyI6eyIkaWQiOiIxMDU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A2IiwiVG9wIjowLjAsIkxlZnQiOjAuMCwiUmlnaHQiOjAuMCwiQm90dG9tIjowLjB9LCJQYWRkaW5nIjp7IiRpZCI6IjEwNyIsIlRvcCI6MC4wLCJMZWZ0IjowLjAsIlJpZ2h0IjowLjAsIkJvdHRvbSI6MC4wfSwiQmFja2dyb3VuZCI6eyIkcmVmIjoiMTQifSwiSXNWaXNpYmxlIjp0cnVlLCJXaWR0aCI6MC4wLCJIZWlnaHQiOjAuMCwiQm9yZGVyU3R5bGUiOnsiJGlkIjoiMTA4IiwiTGluZUNvbG9yIjpudWxsLCJMaW5lV2VpZ2h0IjowLjAsIkxpbmVUeXBlIjowLCJQYXJlbnRTdHlsZSI6bnVsbH0sIlBhcmVudFN0eWxlIjpudWxsfSwiRHVyYXRpb25TdHlsZSI6eyIkaWQiOiIxMDkiLCJGb250U2V0dGluZ3MiOnsiJGlkIjoiMTEwIiwiRm9udFNpemUiOjEwLCJGb250TmFtZSI6IkNhbGlicmkiLCJJc0JvbGQiOmZhbHNlLCJJc0l0YWxpYyI6ZmFsc2UsIklzVW5kZXJsaW5lZCI6ZmFsc2UsIlBhcmVudFN0eWxlIjpudWxsfSwiQXV0b1NpemUiOjAsIkZvcmVncm91bmQiOnsiJGlkIjoiMTExIiwiQ29sb3IiOnsiJHJlZiI6IjIwIn19LCJNYXhXaWR0aCI6MjAwLjAsIk1heEhlaWdodCI6IkluZmluaXR5IiwiU21hcnRGb3JlZ3JvdW5kSXNBY3RpdmUiOmZhbHNlLCJIb3Jpem9udGFsQWxpZ25tZW50IjowLCJWZXJ0aWNhbEFsaWdubWVudCI6MCwiU21hcnRGb3JlZ3JvdW5kIjpudWxsLCJCYWNrZ3JvdW5kRmlsbFR5cGUiOjAsIk1hcmdpbiI6eyIkaWQiOiIxMTIiLCJUb3AiOjAuMCwiTGVmdCI6MC4wLCJSaWdodCI6MC4wLCJCb3R0b20iOjAuMH0sIlBhZGRpbmciOnsiJGlkIjoiMTEzIiwiVG9wIjowLjAsIkxlZnQiOjAuMCwiUmlnaHQiOjAuMCwiQm90dG9tIjowLjB9LCJCYWNrZ3JvdW5kIjp7IiRyZWYiOiIyMyJ9LCJJc1Zpc2libGUiOnRydWUsIldpZHRoIjowLjAsIkhlaWdodCI6MC4wLCJCb3JkZXJTdHlsZSI6eyIkaWQiOiIxMTQiLCJMaW5lQ29sb3IiOm51bGwsIkxpbmVXZWlnaHQiOjAuMCwiTGluZVR5cGUiOjAsIlBhcmVudFN0eWxlIjpudWxsfSwiUGFyZW50U3R5bGUiOm51bGx9LCJIb3Jpem9udGFsQ29ubmVjdG9yU3R5bGUiOnsiJGlkIjoiMTE1IiwiTGluZUNvbG9yIjp7IiRyZWYiOiIyNiJ9LCJMaW5lV2VpZ2h0IjoxLjAsIkxpbmVUeXBlIjowLCJQYXJlbnRTdHlsZSI6bnVsbH0sIlZlcnRpY2FsQ29ubmVjdG9yU3R5bGUiOnsiJGlkIjoiMTE2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ODIsIkciOjE0NywiQiI6MjA1fX0sIklzVmlzaWJsZSI6dHJ1ZSwiV2lkdGgiOjAuMCwiSGVpZ2h0IjoxMy40MjY2NjY2NjY2NjY2NzcsIkJvcmRlclN0eWxlIjp7IiRpZCI6IjEyMiIsIkxpbmVDb2xvciI6eyIkcmVmIjoiMzcifSwiTGluZVdlaWdodCI6MC4wLCJMaW5lVHlwZSI6MCwiUGFyZW50U3R5bGUiOm51bGx9LCJQYXJlbnRTdHlsZSI6bnVsbH0sIlRpdGxlU3R5bGUiOnsiJGlkIjoiMTIzIiwiRm9udFNldHRpbmdzIjp7IiRpZCI6IjEyNCIsIkZvbnRTaXplIjoxMSwiRm9udE5hbWUiOiJDYWxpYnJpIiwiSXNCb2xkIjpmYWxzZSwiSXNJdGFsaWMiOmZhbHNlLCJJc1VuZGVybGluZWQiOmZhbHNlLCJQYXJlbnRTdHlsZSI6bnVsbH0sIkF1dG9TaXplIjoyLCJGb3JlZ3JvdW5kIjp7IiRpZCI6IjEyNSIsIkNvbG9yIjp7IiRpZCI6IjEyNiIsIkEiOjI1NSwiUiI6MjU1LCJHIjoyNTUsIkIiOjI1NX19LCJNYXhXaWR0aCI6MTA2LjQ0MzMzMzMzMzMzMzM0LCJNYXhIZWlnaHQiOiJJbmZpbml0eSIsIlNtYXJ0Rm9yZWdyb3VuZElzQWN0aXZlIjpmYWxzZSwiSG9yaXpvbnRhbEFsaWdubWVudCI6MSwiVmVydGljYWxBbGlnbm1lbnQiOjAsIlNtYXJ0Rm9yZWdyb3VuZCI6bnVsbCwiQmFja2dyb3VuZEZpbGxUeXBlIjowLCJNYXJnaW4iOnsiJGlkIjoiMTI3IiwiVG9wIjowLjAsIkxlZnQiOjAuMCwiUmlnaHQiOjAuMCwiQm90dG9tIjowLjB9LCJQYWRkaW5nIjp7IiRpZCI6IjEyOCIsIlRvcCI6MC4wLCJMZWZ0IjowLjAsIlJpZ2h0IjowLjAsIkJvdHRvbSI6MC4wfSwiQmFja2dyb3VuZCI6eyIkcmVmIjoiNDUifSwiSXNWaXNpYmxlIjp0cnVlLCJXaWR0aCI6MC4wLCJIZWlnaHQiOjAuMCwiQm9yZGVyU3R5bGUiOnsiJGlkIjoiMTI5IiwiTGluZUNvbG9yIjpudWxsLCJMaW5lV2VpZ2h0IjowLjAsIkxpbmVUeXBlIjowLCJQYXJlbnRTdHlsZSI6bnVsbH0sIlBhcmVudFN0eWxlIjpudWxsfSwiRGF0ZVN0eWxlIjp7IiRpZCI6IjEzMCIsIkZvbnRTZXR0aW5ncyI6eyIkaWQiOiIxMzEiLCJGb250U2l6ZSI6MTAsIkZvbnROYW1lIjoiQ2FsaWJyaSIsIklzQm9sZCI6ZmFsc2UsIklzSXRhbGljIjpmYWxzZSwiSXNVbmRlcmxpbmVkIjpmYWxzZSwiUGFyZW50U3R5bGUiOm51bGx9LCJBdXRvU2l6ZSI6MCwiRm9yZWdyb3VuZCI6eyIkaWQiOiIxMzIiLCJDb2xvciI6eyIkaWQiOiIxMz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zNCIsIlRvcCI6MC4wLCJMZWZ0IjowLjAsIlJpZ2h0IjowLjAsIkJvdHRvbSI6MC4wfSwiUGFkZGluZyI6eyIkaWQiOiIxMzUiLCJUb3AiOjAuMCwiTGVmdCI6MC4wLCJSaWdodCI6MC4wLCJCb3R0b20iOjAuMH0sIkJhY2tncm91bmQiOnsiJHJlZiI6IjUzIn0sIklzVmlzaWJsZSI6dHJ1ZSwiV2lkdGgiOjAuMCwiSGVpZ2h0IjowLjAsIkJvcmRlclN0eWxlIjp7IiRpZCI6IjEzNiIsIkxpbmVDb2xvciI6bnVsbCwiTGluZVdlaWdodCI6MC4wLCJMaW5lVHlwZSI6MCwiUGFyZW50U3R5bGUiOm51bGx9LCJQYXJlbnRTdHlsZSI6bnVsbH0sIkRhdGVGb3JtYXQiOnsiJGlkIjoiMT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CIsIkZvcm1hdCI6MCwiSXNWaXNpYmxlIjpmYWxzZSwiTGFzdEtub3duVmlzaWJpbGl0eVN0YXRlIjpmYWxzZX0sIklzVmlzaWJsZSI6dHJ1ZSwiUGFyZW50U3R5bGUiOm51bGx9LCJJbmRleCI6OSwiU21hcnREdXJhdGlvbkFjdGl2YXRlZCI6ZmFsc2UsIkRhdGVGb3JtYXQiOnsiJHJlZiI6IjEzNyJ9LCJXZWVrTnVtYmVyaW5nIjp7IiRpZCI6IjEzOSIsIkZvcm1hdCI6MCwiSXNWaXNpYmxlIjpmYWxzZSwiTGFzdEtub3duVmlzaWJpbGl0eVN0YXRlIjpmYWxzZX0sIklkIjoiMmZmNWI4ZTAtMzRiNi00YTgyLTg2MjItMTQ3ZGE5YTJmNmIyIiwiSW1wb3J0SWQiOm51bGwsIlRpdGxlIjoiU3ViY29udHJhY3RvciBTZWxlY3Rpb24iLCJOb3RlIjpudWxsLCJIeXBlcmxpbmsiOnsiJGlkIjoiMTQwIiwiQWRkcmVzcyI6IiIsIlN1YkFkZHJlc3MiOiIifSwiSXNDaGFuZ2VkIjpmYWxzZSwiSXNOZXciOmZhbHNlfX1dLCJfbWlsZXN0b25lcyI6W10sIklkIjoiMDAwMDAwMDAtMDAwMC0wMDAwLTAwMDAtMDAwMDAwMDAwMDAwIiwiSXNTaW5nbGVJdGVtUm93Ijp0cnVlfSx7IiRpZCI6IjE0MSIsIl90YXNrcyI6W3siJGlkIjoiMTQyIiwiX2F0dGFjaGVkTWlsZXN0b25lcyI6W3siJGlkIjoiMTQzIiwiRGF0ZSI6IjIwMTktMDUtMjlUMTE6NTk6MDAiLCJTdHlsZSI6eyIkaWQiOiIxNDQiLCJTaGFwZSI6MSwiQ29ubmVjdG9yTWFyZ2luIjp7IiRpZCI6IjE0NSIsIlRvcCI6MC4wLCJMZWZ0IjoyLjAsIlJpZ2h0IjoyLjAsIkJvdHRvbSI6MC4wfSwiQ29ubmVjdG9yU3R5bGUiOnsiJGlkIjoiMTQ2IiwiTGluZUNvbG9yIjp7IiRpZCI6IjE0NyIsIiR0eXBlIjoiTkxSRS5Db21tb24uRG9tLlNvbGlkQ29sb3JCcnVzaCwgTkxSRS5Db21tb24iLCJDb2xvciI6eyIkaWQiOiIxNDgiLCJBIjoxMjcsIlIiOjc5LCJHIjoxMjksIkIiOjE4OX19LCJMaW5lV2VpZ2h0IjoxLjAsIkxpbmVUeXBlIjowLCJQYXJlbnRTdHlsZSI6bnVsbH0sIklzQmVsb3dUaW1lYmFuZCI6dHJ1ZSwiUG9zaXRpb25PblRhc2siOjMsIkhpZGVEYXRlIjpmYWxzZSwiU2hhcGVTaXplIjowLCJTcGFjaW5nIjowLjAsIlBhZGRpbmciOnsiJGlkIjoiMTQ5IiwiVG9wIjo3LjAsIkxlZnQiOjMuMCwiUmlnaHQiOjAuMCwiQm90dG9tIjoyLjB9LCJTaGFwZVN0eWxlIjp7IiRpZCI6IjE1MCIsIk1hcmdpbiI6eyIkaWQiOiIxNTEiLCJUb3AiOjAuMCwiTGVmdCI6MC4wLCJSaWdodCI6MC4wLCJCb3R0b20iOjAuMH0sIlBhZGRpbmciOnsiJGlkIjoiMTUyIiwiVG9wIjowLjAsIkxlZnQiOjAuMCwiUmlnaHQiOjAuMCwiQm90dG9tIjowLjB9LCJCYWNrZ3JvdW5kIjp7IiRpZCI6IjE1MyIsIkNvbG9yIjp7IiRpZCI6IjE1NCIsIkEiOjI1NSwiUiI6NjgsIkciOjg0LCJCIjoxMDZ9fSwiSXNWaXNpYmxlIjp0cnVlLCJXaWR0aCI6MTIuMCwiSGVpZ2h0IjoxNC4wLCJCb3JkZXJTdHlsZSI6eyIkaWQiOiIxNTUiLCJMaW5lQ29sb3IiOm51bGwsIkxpbmVXZWlnaHQiOjAuMCwiTGluZVR5cGUiOjAsIlBhcmVudFN0eWxlIjpudWxsfSwiUGFyZW50U3R5bGUiOm51bGx9LCJUaXRsZVN0eWxlIjp7IiRpZCI6IjE1NiIsIkZvbnRTZXR0aW5ncyI6eyIkaWQiOiIxNTciLCJGb250U2l6ZSI6MTEsIkZvbnROYW1lIjoiQ2FsaWJyaSIsIklzQm9sZCI6dHJ1ZSwiSXNJdGFsaWMiOmZhbHNlLCJJc1VuZGVybGluZWQiOmZhbHNlLCJQYXJlbnRTdHlsZSI6bnVsbH0sIkF1dG9TaXplIjowLCJGb3JlZ3JvdW5kIjp7IiRpZCI6IjE1OCIsIkNvbG9yIjp7IiRpZCI6IjE1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jAiLCJUb3AiOjAuMCwiTGVmdCI6MC4wLCJSaWdodCI6MC4wLCJCb3R0b20iOjAuMH0sIlBhZGRpbmciOnsiJGlkIjoiMTYxIiwiVG9wIjowLjAsIkxlZnQiOjAuMCwiUmlnaHQiOjAuMCwiQm90dG9tIjowLjB9LCJCYWNrZ3JvdW5kIjp7IiRpZCI6IjE2MiIsIkNvbG9yIjp7IiRyZWYiOiIxNSJ9fSwiSXNWaXNpYmxlIjpmYWxzZSwiV2lkdGgiOjAuMCwiSGVpZ2h0IjowLjAsIkJvcmRlclN0eWxlIjp7IiRpZCI6IjE2MyIsIkxpbmVDb2xvciI6bnVsbCwiTGluZVdlaWdodCI6MC4wLCJMaW5lVHlwZSI6MCwiUGFyZW50U3R5bGUiOm51bGx9LCJQYXJlbnRTdHlsZSI6bnVsbH0sIkRhdGVTdHlsZSI6eyIkaWQiOiIxNjQiLCJGb250U2V0dGluZ3MiOnsiJGlkIjoiMTY1IiwiRm9udFNpemUiOjEwLCJGb250TmFtZSI6IkNhbGlicmkiLCJJc0JvbGQiOmZhbHNlLCJJc0l0YWxpYyI6ZmFsc2UsIklzVW5kZXJsaW5lZCI6ZmFsc2UsIlBhcmVudFN0eWxlIjpudWxsfSwiQXV0b1NpemUiOjAsIkZvcmVncm91bmQiOnsiJGlkIjoiMTY2IiwiQ29sb3IiOnsiJGlkIjoiMTY3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NjgiLCJUb3AiOjAuMCwiTGVmdCI6MC4wLCJSaWdodCI6MC4wLCJCb3R0b20iOjAuMH0sIlBhZGRpbmciOnsiJGlkIjoiMTY5IiwiVG9wIjowLjAsIkxlZnQiOjAuMCwiUmlnaHQiOjAuMCwiQm90dG9tIjowLjB9LCJCYWNrZ3JvdW5kIjp7IiRpZCI6IjE3MCIsIkNvbG9yIjp7IiRyZWYiOiIxNSJ9fSwiSXNWaXNpYmxlIjpmYWxzZSwiV2lkdGgiOjAuMCwiSGVpZ2h0IjowLjAsIkJvcmRlclN0eWxlIjp7IiRpZCI6IjE3MSIsIkxpbmVDb2xvciI6bnVsbCwiTGluZVdlaWdodCI6MC4wLCJMaW5lVHlwZSI6MCwiUGFyZW50U3R5bGUiOm51bGx9LCJQYXJlbnRTdHlsZSI6bnVsbH0sIkRhdGVGb3JtYXQiOnsiJGlkIjoiMT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MyIsIkZvcm1hdCI6MCwiSXNWaXNpYmxlIjpmYWxzZSwiTGFzdEtub3duVmlzaWJpbGl0eVN0YXRlIjpmYWxzZX0sIklzVmlzaWJsZSI6dHJ1ZSwiUGFyZW50U3R5bGUiOm51bGx9LCJJbmRleCI6MTIsIlBlcmNlbnRhZ2VDb21wbGV0ZSI6bnVsbCwiUG9zaXRpb24iOnsiUmF0aW8iOjAuMCwiSXNDdXN0b20iOmZhbHNlfSwiRGF0ZUZvcm1hdCI6eyIkcmVmIjoiMTcyIn0sIldlZWtOdW1iZXJpbmciOnsiJGlkIjoiMTc0IiwiRm9ybWF0IjowLCJJc1Zpc2libGUiOmZhbHNlLCJMYXN0S25vd25WaXNpYmlsaXR5U3RhdGUiOmZhbHNlfSwiUmVsYXRlZFRhc2tJZCI6IjdjYTMyYWNkLTU5MDgtNDcxYS05MDQyLTk2YjA3MDExMTU5NSIsIklkIjoiOTZjOTU1NmEtNzE0OS00NTlhLWIxYWEtNTgzMGVlMjllNTA4IiwiSW1wb3J0SWQiOm51bGwsIlRpdGxlIjoiUGxhbm5pbmcgUjIgQmVnaW4iLCJOb3RlIjpudWxsLCJIeXBlcmxpbmsiOnsiJGlkIjoiMTc1IiwiQWRkcmVzcyI6IiIsIlN1YkFkZHJlc3MiOiIifSwiSXNDaGFuZ2VkIjpmYWxzZSwiSXNOZXciOmZhbHNlfSx7IiRpZCI6IjE3NiIsIkRhdGUiOiIyMDE5LTA2LTE5VDExOjU5OjAwIiwiU3R5bGUiOnsiJGlkIjoiMTc3IiwiU2hhcGUiOjEsIkNvbm5lY3Rvck1hcmdpbiI6eyIkaWQiOiIxNzgiLCJUb3AiOjAuMCwiTGVmdCI6Mi4wLCJSaWdodCI6Mi4wLCJCb3R0b20iOjAuMH0sIkNvbm5lY3RvclN0eWxlIjp7IiRpZCI6IjE3OSIsIkxpbmVDb2xvciI6eyIkcmVmIjoiMTQ3In0sIkxpbmVXZWlnaHQiOjEuMCwiTGluZVR5cGUiOjAsIlBhcmVudFN0eWxlIjpudWxsfSwiSXNCZWxvd1RpbWViYW5kIjp0cnVlLCJQb3NpdGlvbk9uVGFzayI6MywiSGlkZURhdGUiOmZhbHNlLCJTaGFwZVNpemUiOjAsIlNwYWNpbmciOjAuMCwiUGFkZGluZyI6eyIkaWQiOiIxODAiLCJUb3AiOjcuMCwiTGVmdCI6My4wLCJSaWdodCI6MC4wLCJCb3R0b20iOjIuMH0sIlNoYXBlU3R5bGUiOnsiJGlkIjoiMTgxIiwiTWFyZ2luIjp7IiRpZCI6IjE4MiIsIlRvcCI6MC4wLCJMZWZ0IjowLjAsIlJpZ2h0IjowLjAsIkJvdHRvbSI6MC4wfSwiUGFkZGluZyI6eyIkaWQiOiIxODMiLCJUb3AiOjAuMCwiTGVmdCI6MC4wLCJSaWdodCI6MC4wLCJCb3R0b20iOjAuMH0sIkJhY2tncm91bmQiOnsiJGlkIjoiMTg0IiwiQ29sb3IiOnsiJGlkIjoiMTg1IiwiQSI6MjU1LCJSIjo2OCwiRyI6ODQsIkIiOjEwNn19LCJJc1Zpc2libGUiOnRydWUsIldpZHRoIjoxMi4wLCJIZWlnaHQiOjE0LjAsIkJvcmRlclN0eWxlIjp7IiRpZCI6IjE4NiIsIkxpbmVDb2xvciI6bnVsbCwiTGluZVdlaWdodCI6MC4wLCJMaW5lVHlwZSI6MCwiUGFyZW50U3R5bGUiOm51bGx9LCJQYXJlbnRTdHlsZSI6bnVsbH0sIlRpdGxlU3R5bGUiOnsiJGlkIjoiMTg3IiwiRm9udFNldHRpbmdzIjp7IiRpZCI6IjE4OCIsIkZvbnRTaXplIjoxMSwiRm9udE5hbWUiOiJDYWxpYnJpIiwiSXNCb2xkIjp0cnVlLCJJc0l0YWxpYyI6ZmFsc2UsIklzVW5kZXJsaW5lZCI6ZmFsc2UsIlBhcmVudFN0eWxlIjpudWxsfSwiQXV0b1NpemUiOjAsIkZvcmVncm91bmQiOnsiJGlkIjoiMTg5IiwiQ29sb3IiOnsiJGlkIjoiMTk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5MSIsIlRvcCI6MC4wLCJMZWZ0IjowLjAsIlJpZ2h0IjowLjAsIkJvdHRvbSI6MC4wfSwiUGFkZGluZyI6eyIkaWQiOiIxOTIiLCJUb3AiOjAuMCwiTGVmdCI6MC4wLCJSaWdodCI6MC4wLCJCb3R0b20iOjAuMH0sIkJhY2tncm91bmQiOnsiJHJlZiI6IjE2MiJ9LCJJc1Zpc2libGUiOmZhbHNlLCJXaWR0aCI6MC4wLCJIZWlnaHQiOjAuMCwiQm9yZGVyU3R5bGUiOnsiJGlkIjoiMTkzIiwiTGluZUNvbG9yIjpudWxsLCJMaW5lV2VpZ2h0IjowLjAsIkxpbmVUeXBlIjowLCJQYXJlbnRTdHlsZSI6bnVsbH0sIlBhcmVudFN0eWxlIjpudWxsfSwiRGF0ZVN0eWxlIjp7IiRpZCI6IjE5NCIsIkZvbnRTZXR0aW5ncyI6eyIkaWQiOiIxOTUiLCJGb250U2l6ZSI6MTAsIkZvbnROYW1lIjoiQ2FsaWJyaSIsIklzQm9sZCI6ZmFsc2UsIklzSXRhbGljIjpmYWxzZSwiSXNVbmRlcmxpbmVkIjpmYWxzZSwiUGFyZW50U3R5bGUiOm51bGx9LCJBdXRvU2l6ZSI6MCwiRm9yZWdyb3VuZCI6eyIkaWQiOiIxOTYiLCJDb2xvciI6eyIkaWQiOiIxOTc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5OCIsIlRvcCI6MC4wLCJMZWZ0IjowLjAsIlJpZ2h0IjowLjAsIkJvdHRvbSI6MC4wfSwiUGFkZGluZyI6eyIkaWQiOiIxOTkiLCJUb3AiOjAuMCwiTGVmdCI6MC4wLCJSaWdodCI6MC4wLCJCb3R0b20iOjAuMH0sIkJhY2tncm91bmQiOnsiJHJlZiI6IjE3MCJ9LCJJc1Zpc2libGUiOmZhbHNlLCJXaWR0aCI6MC4wLCJIZWlnaHQiOjAuMCwiQm9yZGVyU3R5bGUiOnsiJGlkIjoiMjAwIiwiTGluZUNvbG9yIjpudWxsLCJMaW5lV2VpZ2h0IjowLjAsIkxpbmVUeXBlIjowLCJQYXJlbnRTdHlsZSI6bnVsbH0sIlBhcmVudFN0eWxlIjpudWxsfSwiRGF0ZUZvcm1hdCI6eyIkaWQiOiIy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yIiwiRm9ybWF0IjowLCJJc1Zpc2libGUiOmZhbHNlLCJMYXN0S25vd25WaXNpYmlsaXR5U3RhdGUiOmZhbHNlfSwiSXNWaXNpYmxlIjp0cnVlLCJQYXJlbnRTdHlsZSI6bnVsbH0sIkluZGV4IjoxMywiUGVyY2VudGFnZUNvbXBsZXRlIjpudWxsLCJQb3NpdGlvbiI6eyJSYXRpbyI6MC4wLCJJc0N1c3RvbSI6ZmFsc2V9LCJEYXRlRm9ybWF0Ijp7IiRyZWYiOiIyMDEifSwiV2Vla051bWJlcmluZyI6eyIkaWQiOiIyMDMiLCJGb3JtYXQiOjAsIklzVmlzaWJsZSI6ZmFsc2UsIkxhc3RLbm93blZpc2liaWxpdHlTdGF0ZSI6ZmFsc2V9LCJSZWxhdGVkVGFza0lkIjoiN2NhMzJhY2QtNTkwOC00NzFhLTkwNDItOTZiMDcwMTExNTk1IiwiSWQiOiI1OWEyOGJmNi1lMjUwLTRiZmMtOTgxNy1iODFlMWRiNzBjZTciLCJJbXBvcnRJZCI6bnVsbCwiVGl0bGUiOiJQbGFubmluZyBSMiBCZWdpbiIsIk5vdGUiOm51bGwsIkh5cGVybGluayI6eyIkaWQiOiIyMDQiLCJBZGRyZXNzIjoiIiwiU3ViQWRkcmVzcyI6IiJ9LCJJc0NoYW5nZWQiOmZhbHNlLCJJc05ldyI6ZmFsc2V9LHsiJGlkIjoiMjA1IiwiRGF0ZSI6IjIwMTktMDctMTBUMTE6NTk6MDAiLCJTdHlsZSI6eyIkaWQiOiIyMDYiLCJTaGFwZSI6MSwiQ29ubmVjdG9yTWFyZ2luIjp7IiRpZCI6IjIwNyIsIlRvcCI6MC4wLCJMZWZ0IjoyLjAsIlJpZ2h0IjoyLjAsIkJvdHRvbSI6MC4wfSwiQ29ubmVjdG9yU3R5bGUiOnsiJGlkIjoiMjA4IiwiTGluZUNvbG9yIjp7IiRyZWYiOiIxNDcifSwiTGluZVdlaWdodCI6MS4wLCJMaW5lVHlwZSI6MCwiUGFyZW50U3R5bGUiOm51bGx9LCJJc0JlbG93VGltZWJhbmQiOnRydWUsIlBvc2l0aW9uT25UYXNrIjozLCJIaWRlRGF0ZSI6ZmFsc2UsIlNoYXBlU2l6ZSI6MCwiU3BhY2luZyI6MC4wLCJQYWRkaW5nIjp7IiRpZCI6IjIwOSIsIlRvcCI6Ny4wLCJMZWZ0IjozLjAsIlJpZ2h0IjowLjAsIkJvdHRvbSI6Mi4wfSwiU2hhcGVTdHlsZSI6eyIkaWQiOiIyMTAiLCJNYXJnaW4iOnsiJGlkIjoiMjExIiwiVG9wIjowLjAsIkxlZnQiOjAuMCwiUmlnaHQiOjAuMCwiQm90dG9tIjowLjB9LCJQYWRkaW5nIjp7IiRpZCI6IjIxMiIsIlRvcCI6MC4wLCJMZWZ0IjowLjAsIlJpZ2h0IjowLjAsIkJvdHRvbSI6MC4wfSwiQmFja2dyb3VuZCI6eyIkaWQiOiIyMTMiLCJDb2xvciI6eyIkaWQiOiIyMTQiLCJBIjoyNTUsIlIiOjY4LCJHIjo4NCwiQiI6MTA2fX0sIklzVmlzaWJsZSI6dHJ1ZSwiV2lkdGgiOjEyLjAsIkhlaWdodCI6MTQuMCwiQm9yZGVyU3R5bGUiOnsiJGlkIjoiMjE1IiwiTGluZUNvbG9yIjpudWxsLCJMaW5lV2VpZ2h0IjowLjAsIkxpbmVUeXBlIjowLCJQYXJlbnRTdHlsZSI6bnVsbH0sIlBhcmVudFN0eWxlIjpudWxsfSwiVGl0bGVTdHlsZSI6eyIkaWQiOiIyMTYiLCJGb250U2V0dGluZ3MiOnsiJGlkIjoiMjE3IiwiRm9udFNpemUiOjExLCJGb250TmFtZSI6IkNhbGlicmkiLCJJc0JvbGQiOnRydWUsIklzSXRhbGljIjpmYWxzZSwiSXNVbmRlcmxpbmVkIjpmYWxzZSwiUGFyZW50U3R5bGUiOm51bGx9LCJBdXRvU2l6ZSI6MCwiRm9yZWdyb3VuZCI6eyIkaWQiOiIyMTgiLCJDb2xvciI6eyIkaWQiOiIyMTk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IwIiwiVG9wIjowLjAsIkxlZnQiOjAuMCwiUmlnaHQiOjAuMCwiQm90dG9tIjowLjB9LCJQYWRkaW5nIjp7IiRpZCI6IjIyMSIsIlRvcCI6MC4wLCJMZWZ0IjowLjAsIlJpZ2h0IjowLjAsIkJvdHRvbSI6MC4wfSwiQmFja2dyb3VuZCI6eyIkcmVmIjoiMTYyIn0sIklzVmlzaWJsZSI6ZmFsc2UsIldpZHRoIjowLjAsIkhlaWdodCI6MC4wLCJCb3JkZXJTdHlsZSI6eyIkaWQiOiIyMjIiLCJMaW5lQ29sb3IiOm51bGwsIkxpbmVXZWlnaHQiOjAuMCwiTGluZVR5cGUiOjAsIlBhcmVudFN0eWxlIjpudWxsfSwiUGFyZW50U3R5bGUiOm51bGx9LCJEYXRlU3R5bGUiOnsiJGlkIjoiMjIzIiwiRm9udFNldHRpbmdzIjp7IiRpZCI6IjIyNCIsIkZvbnRTaXplIjoxMCwiRm9udE5hbWUiOiJDYWxpYnJpIiwiSXNCb2xkIjpmYWxzZSwiSXNJdGFsaWMiOmZhbHNlLCJJc1VuZGVybGluZWQiOmZhbHNlLCJQYXJlbnRTdHlsZSI6bnVsbH0sIkF1dG9TaXplIjowLCJGb3JlZ3JvdW5kIjp7IiRpZCI6IjIyNSIsIkNvbG9yIjp7IiRpZCI6IjIyN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I3IiwiVG9wIjowLjAsIkxlZnQiOjAuMCwiUmlnaHQiOjAuMCwiQm90dG9tIjowLjB9LCJQYWRkaW5nIjp7IiRpZCI6IjIyOCIsIlRvcCI6MC4wLCJMZWZ0IjowLjAsIlJpZ2h0IjowLjAsIkJvdHRvbSI6MC4wfSwiQmFja2dyb3VuZCI6eyIkcmVmIjoiMTcwIn0sIklzVmlzaWJsZSI6ZmFsc2UsIldpZHRoIjowLjAsIkhlaWdodCI6MC4wLCJCb3JkZXJTdHlsZSI6eyIkaWQiOiIyMjkiLCJMaW5lQ29sb3IiOm51bGwsIkxpbmVXZWlnaHQiOjAuMCwiTGluZVR5cGUiOjAsIlBhcmVudFN0eWxlIjpudWxsfSwiUGFyZW50U3R5bGUiOm51bGx9LCJEYXRlRm9ybWF0Ijp7IiRpZCI6IjIz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EiLCJGb3JtYXQiOjAsIklzVmlzaWJsZSI6ZmFsc2UsIkxhc3RLbm93blZpc2liaWxpdHlTdGF0ZSI6ZmFsc2V9LCJJc1Zpc2libGUiOnRydWUsIlBhcmVudFN0eWxlIjpudWxsfSwiSW5kZXgiOjE0LCJQZXJjZW50YWdlQ29tcGxldGUiOm51bGwsIlBvc2l0aW9uIjp7IlJhdGlvIjowLjAsIklzQ3VzdG9tIjpmYWxzZX0sIkRhdGVGb3JtYXQiOnsiJHJlZiI6IjIzMCJ9LCJXZWVrTnVtYmVyaW5nIjp7IiRpZCI6IjIzMiIsIkZvcm1hdCI6MCwiSXNWaXNpYmxlIjpmYWxzZSwiTGFzdEtub3duVmlzaWJpbGl0eVN0YXRlIjpmYWxzZX0sIlJlbGF0ZWRUYXNrSWQiOiI3Y2EzMmFjZC01OTA4LTQ3MWEtOTA0Mi05NmIwNzAxMTE1OTUiLCJJZCI6IjUxMjg4ZGQ3LWVlMTEtNDFjMS04N2U5LWYzYWIxM2YxMGU5MSIsIkltcG9ydElkIjpudWxsLCJUaXRsZSI6IlBsYW5uaW5nIFIyIEJlZ2luIiwiTm90ZSI6bnVsbCwiSHlwZXJsaW5rIjp7IiRpZCI6IjIzMyIsIkFkZHJlc3MiOiIiLCJTdWJBZGRyZXNzIjoiIn0sIklzQ2hhbmdlZCI6ZmFsc2UsIklzTmV3IjpmYWxzZX1dLCJUYXNrRGVmaW5pdGlvbiI6eyIkaWQiOiIyMzQiLCJHcm91cE5hbWUiOiIxYjk5MjVjOS1jNGEwLTRjNzktYTExYi1hOGI5MWM5N2UwYjEiLCJTdGFydERhdGUiOiIyMDE5LTA1LTE3VDAwOjAwOjAwIiwiRW5kRGF0ZSI6IjIwMTktMDctMjBUMTE6NTk6MDAiLCJQZXJjZW50YWdlQ29tcGxldGUiOm51bGwsIlN0eWxlIjp7IiRpZCI6IjIzNSIsIlNoYXBlIjoxLCJTaGFwZVRoaWNrbmVzcyI6MywiRHVyYXRpb25Gb3JtYXQiOjAsIkluY2x1ZGVOb25Xb3JraW5nRGF5c0luRHVyYXRpb24iOmZhbHNlLCJQZXJjZW50YWdlQ29tcGxldGVTdHlsZSI6eyIkaWQiOiIyMzYiLCJGb250U2V0dGluZ3MiOnsiJGlkIjoiMjM3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IzOCIsIlRvcCI6MC4wLCJMZWZ0IjowLjAsIlJpZ2h0IjowLjAsIkJvdHRvbSI6MC4wfSwiUGFkZGluZyI6eyIkaWQiOiIyMzkiLCJUb3AiOjAuMCwiTGVmdCI6MC4wLCJSaWdodCI6MC4wLCJCb3R0b20iOjAuMH0sIkJhY2tncm91bmQiOnsiJHJlZiI6IjE0In0sIklzVmlzaWJsZSI6dHJ1ZSwiV2lkdGgiOjAuMCwiSGVpZ2h0IjowLjAsIkJvcmRlclN0eWxlIjp7IiRpZCI6IjI0MCIsIkxpbmVDb2xvciI6bnVsbCwiTGluZVdlaWdodCI6MC4wLCJMaW5lVHlwZSI6MCwiUGFyZW50U3R5bGUiOm51bGx9LCJQYXJlbnRTdHlsZSI6bnVsbH0sIkR1cmF0aW9uU3R5bGUiOnsiJGlkIjoiMjQxIiwiRm9udFNldHRpbmdzIjp7IiRpZCI6IjI0MiIsIkZvbnRTaXplIjoxMCwiRm9udE5hbWUiOiJDYWxpYnJpIiwiSXNCb2xkIjpmYWxzZSwiSXNJdGFsaWMiOmZhbHNlLCJJc1VuZGVybGluZWQiOmZhbHNlLCJQYXJlbnRTdHlsZSI6bnVsbH0sIkF1dG9TaXplIjowLCJGb3JlZ3JvdW5kIjp7IiRpZCI6IjI0MyIsIkNvbG9yIjp7IiRyZWYiOiIyMCJ9fSwiTWF4V2lkdGgiOjIwMC4wLCJNYXhIZWlnaHQiOiJJbmZpbml0eSIsIlNtYXJ0Rm9yZWdyb3VuZElzQWN0aXZlIjpmYWxzZSwiSG9yaXpvbnRhbEFsaWdubWVudCI6MCwiVmVydGljYWxBbGlnbm1lbnQiOjAsIlNtYXJ0Rm9yZWdyb3VuZCI6bnVsbCwiQmFja2dyb3VuZEZpbGxUeXBlIjowLCJNYXJnaW4iOnsiJGlkIjoiMjQ0IiwiVG9wIjowLjAsIkxlZnQiOjAuMCwiUmlnaHQiOjAuMCwiQm90dG9tIjowLjB9LCJQYWRkaW5nIjp7IiRpZCI6IjI0NSIsIlRvcCI6MC4wLCJMZWZ0IjowLjAsIlJpZ2h0IjowLjAsIkJvdHRvbSI6MC4wfSwiQmFja2dyb3VuZCI6eyIkcmVmIjoiMjMifSwiSXNWaXNpYmxlIjp0cnVlLCJXaWR0aCI6MC4wLCJIZWlnaHQiOjAuMCwiQm9yZGVyU3R5bGUiOnsiJGlkIjoiMjQ2IiwiTGluZUNvbG9yIjpudWxsLCJMaW5lV2VpZ2h0IjowLjAsIkxpbmVUeXBlIjowLCJQYXJlbnRTdHlsZSI6bnVsbH0sIlBhcmVudFN0eWxlIjpudWxsfSwiSG9yaXpvbnRhbENvbm5lY3RvclN0eWxlIjp7IiRpZCI6IjI0NyIsIkxpbmVDb2xvciI6eyIkcmVmIjoiMjYifSwiTGluZVdlaWdodCI6MS4wLCJMaW5lVHlwZSI6MCwiUGFyZW50U3R5bGUiOm51bGx9LCJWZXJ0aWNhbENvbm5lY3RvclN0eWxlIjp7IiRpZCI6IjI0OCIsIkxpbmVDb2xvciI6eyIkcmVmIjoiMjki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UsIklzQmVsb3dUaW1lYmFuZCI6dHJ1ZSwiUGVyY2VudGFnZUNvbXBsZXRlU2hhcGVPcGFjaXR5IjozNSwiU2hhcGVTdHlsZSI6eyIkaWQiOiIyNDkiLCJNYXJnaW4iOnsiJGlkIjoiMjUwIiwiVG9wIjowLjAsIkxlZnQiOjQuMCwiUmlnaHQiOjQuMCwiQm90dG9tIjowLjB9LCJQYWRkaW5nIjp7IiRpZCI6IjI1MSIsIlRvcCI6MC4wLCJMZWZ0IjowLjAsIlJpZ2h0IjowLjAsIkJvdHRvbSI6MC4wfSwiQmFja2dyb3VuZCI6eyIkaWQiOiIyNTIiLCJDb2xvciI6eyIkaWQiOiIyNTMiLCJBIjoyNTUsIlIiOjgyLCJHIjoxNDcsIkIiOjIwNX19LCJJc1Zpc2libGUiOnRydWUsIldpZHRoIjowLjAsIkhlaWdodCI6MTMuNDI2NjY2NjY2NjY2Njc3LCJCb3JkZXJTdHlsZSI6eyIkaWQiOiIyNTQiLCJMaW5lQ29sb3IiOnsiJHJlZiI6IjM3In0sIkxpbmVXZWlnaHQiOjAuMCwiTGluZVR5cGUiOjAsIlBhcmVudFN0eWxlIjpudWxsfSwiUGFyZW50U3R5bGUiOm51bGx9LCJUaXRsZVN0eWxlIjp7IiRpZCI6IjI1NSIsIkZvbnRTZXR0aW5ncyI6eyIkaWQiOiIyNTYiLCJGb250U2l6ZSI6MTEsIkZvbnROYW1lIjoiQ2FsaWJyaSIsIklzQm9sZCI6dHJ1ZSwiSXNJdGFsaWMiOmZhbHNlLCJJc1VuZGVybGluZWQiOmZhbHNlLCJQYXJlbnRTdHlsZSI6bnVsbH0sIkF1dG9TaXplIjowLCJGb3JlZ3JvdW5kIjp7IiRpZCI6IjI1NyIsIkNvbG9yIjp7IiRpZCI6IjI1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yNTkiLCJUb3AiOjAuMCwiTGVmdCI6MC4wLCJSaWdodCI6MC4wLCJCb3R0b20iOjAuMH0sIlBhZGRpbmciOnsiJGlkIjoiMjYwIiwiVG9wIjowLjAsIkxlZnQiOjAuMCwiUmlnaHQiOjAuMCwiQm90dG9tIjowLjB9LCJCYWNrZ3JvdW5kIjp7IiRyZWYiOiI0NSJ9LCJJc1Zpc2libGUiOnRydWUsIldpZHRoIjowLjAsIkhlaWdodCI6MC4wLCJCb3JkZXJTdHlsZSI6eyIkaWQiOiIyNjEiLCJMaW5lQ29sb3IiOm51bGwsIkxpbmVXZWlnaHQiOjAuMCwiTGluZVR5cGUiOjAsIlBhcmVudFN0eWxlIjpudWxsfSwiUGFyZW50U3R5bGUiOm51bGx9LCJEYXRlU3R5bGUiOnsiJGlkIjoiMjYyIiwiRm9udFNldHRpbmdzIjp7IiRpZCI6IjI2MyIsIkZvbnRTaXplIjoxMCwiRm9udE5hbWUiOiJDYWxpYnJpIiwiSXNCb2xkIjpmYWxzZSwiSXNJdGFsaWMiOmZhbHNlLCJJc1VuZGVybGluZWQiOmZhbHNlLCJQYXJlbnRTdHlsZSI6bnVsbH0sIkF1dG9TaXplIjowLCJGb3JlZ3JvdW5kIjp7IiRpZCI6IjI2NCIsIkNvbG9yIjp7IiRpZCI6IjI2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Y2IiwiVG9wIjowLjAsIkxlZnQiOjAuMCwiUmlnaHQiOjAuMCwiQm90dG9tIjowLjB9LCJQYWRkaW5nIjp7IiRpZCI6IjI2NyIsIlRvcCI6MC4wLCJMZWZ0IjowLjAsIlJpZ2h0IjowLjAsIkJvdHRvbSI6MC4wfSwiQmFja2dyb3VuZCI6eyIkcmVmIjoiNTMifSwiSXNWaXNpYmxlIjp0cnVlLCJXaWR0aCI6MC4wLCJIZWlnaHQiOjAuMCwiQm9yZGVyU3R5bGUiOnsiJGlkIjoiMjY4IiwiTGluZUNvbG9yIjpudWxsLCJMaW5lV2VpZ2h0IjowLjAsIkxpbmVUeXBlIjowLCJQYXJlbnRTdHlsZSI6bnVsbH0sIlBhcmVudFN0eWxlIjpudWxsfSwiRGF0ZUZvcm1hdCI6eyIkaWQiOiIyNjkiLCJGb3JtYXRTdHJpbmciOiJNL2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MCIsIkZvcm1hdCI6MCwiSXNWaXNpYmxlIjpmYWxzZSwiTGFzdEtub3duVmlzaWJpbGl0eVN0YXRlIjpmYWxzZX0sIklzVmlzaWJsZSI6dHJ1ZSwiUGFyZW50U3R5bGUiOm51bGx9LCJJbmRleCI6MTEsIlNtYXJ0RHVyYXRpb25BY3RpdmF0ZWQiOmZhbHNlLCJEYXRlRm9ybWF0Ijp7IiRyZWYiOiIyNjkifSwiV2Vla051bWJlcmluZyI6eyIkaWQiOiIyNzEiLCJGb3JtYXQiOjAsIklzVmlzaWJsZSI6ZmFsc2UsIkxhc3RLbm93blZpc2liaWxpdHlTdGF0ZSI6ZmFsc2V9LCJJZCI6IjdjYTMyYWNkLTU5MDgtNDcxYS05MDQyLTk2YjA3MDExMTU5NSIsIkltcG9ydElkIjpudWxsLCJUaXRsZSI6IkhlbHBkZXNrIENvbnRlbnQgUGxhbiIsIk5vdGUiOm51bGwsIkh5cGVybGluayI6eyIkaWQiOiIyNzIiLCJBZGRyZXNzIjoiIiwiU3ViQWRkcmVzcyI6IiJ9LCJJc0NoYW5nZWQiOmZhbHNlLCJJc05ldyI6ZmFsc2V9fV0sIl9taWxlc3RvbmVzIjpbeyIkaWQiOiIyNzMiLCJJZCI6IjMyYmY4M2FlLWQ2ODUtNDY3ZC04OTIwLWRiNTEwMDM3MjQyZiIsIkluZGV4IjoxMCwiR3JvdXBJZCI6IjFiOTkyNWM5LWM0YTAtNGM3OS1hMTFiLWE4YjkxYzk3ZTBiMSIsIlRpdGxlIjoiUGxhbm5pbmcgUjIgQmVnaW4iLCJEYXRlVGltZSI6IjIwMTktMDgtMDFUMTE6NTk6MDAiLCJQZXJjZW50YWdlQ29tcGxldGUiOm51bGwsIk5vdGUiOm51bGwsIlN0eWxlIjp7IiRpZCI6IjI3NCIsIlRpdGxlUG9zaXRpb24iOiJSaWdodCIsIkRhdGVQb3NpdGlvbiI6IkxlZnQiLCJTaGFwZVR5cGUiOjEsIlNoYXBlU2l6ZSI6MCwiU2hhcGVTdHlsZSI6eyIkaWQiOiIyNzUiLCJNYXJnaW4iOnsiJGlkIjoiMjc2IiwiVG9wIjowLjAsIkxlZnQiOjAuMCwiUmlnaHQiOjAuMCwiQm90dG9tIjowLjB9LCJQYWRkaW5nIjp7IiRpZCI6IjI3NyIsIlRvcCI6MC4wLCJMZWZ0IjowLjAsIlJpZ2h0IjowLjAsIkJvdHRvbSI6MC4wfSwiQmFja2dyb3VuZCI6eyIkaWQiOiIyNzgiLCJDb2xvciI6eyIkaWQiOiIyNzkiLCJBIjoyNTUsIlIiOjY4LCJHIjo4NCwiQiI6MTA2fX0sIklzVmlzaWJsZSI6dHJ1ZSwiV2lkdGgiOjEyLjAsIkhlaWdodCI6MTQuMCwiQm9yZGVyU3R5bGUiOnsiJGlkIjoiMjgwIiwiTGluZUNvbG9yIjp7IiRpZCI6IjI4MSIsIiR0eXBlIjoiTkxSRS5Db21tb24uRG9tLlNvbGlkQ29sb3JCcnVzaCwgTkxSRS5Db21tb24iLCJDb2xvciI6eyIkaWQiOiIyODIiLCJBIjoyNTUsIlIiOjI1NSwiRyI6MCwiQiI6MH19LCJMaW5lV2VpZ2h0IjowLjAsIkxpbmVUeXBlIjowLCJQYXJlbnRTdHlsZSI6bnVsbH0sIlBhcmVudFN0eWxlIjpudWxsfSwiVGl0bGVTdHlsZSI6eyIkaWQiOiIyODMiLCJGb250U2V0dGluZ3MiOnsiJGlkIjoiMjg0IiwiRm9udFNpemUiOjExLCJGb250TmFtZSI6IkNhbGlicmkiLCJJc0JvbGQiOnRydWUsIklzSXRhbGljIjpmYWxzZSwiSXNVbmRlcmxpbmVkIjpmYWxzZSwiUGFyZW50U3R5bGUiOm51bGx9LCJBdXRvU2l6ZSI6MCwiRm9yZWdyb3VuZCI6eyIkaWQiOiIyODUiLCJDb2xvciI6eyIkaWQiOiIy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g3IiwiVG9wIjowLjAsIkxlZnQiOjAuMCwiUmlnaHQiOjAuMCwiQm90dG9tIjowLjB9LCJQYWRkaW5nIjp7IiRpZCI6IjI4OCIsIlRvcCI6MC4wLCJMZWZ0IjowLjAsIlJpZ2h0IjowLjAsIkJvdHRvbSI6MC4wfSwiQmFja2dyb3VuZCI6eyIkcmVmIjoiMTYyIn0sIklzVmlzaWJsZSI6dHJ1ZSwiV2lkdGgiOjAuMCwiSGVpZ2h0IjowLjAsIkJvcmRlclN0eWxlIjpudWxsLCJQYXJlbnRTdHlsZSI6bnVsbH0sIkRhdGVTdHlsZSI6eyIkaWQiOiIyODkiLCJGb250U2V0dGluZ3MiOnsiJGlkIjoiMjkwIiwiRm9udFNpemUiOjEwLCJGb250TmFtZSI6IkNhbGlicmkiLCJJc0JvbGQiOmZhbHNlLCJJc0l0YWxpYyI6ZmFsc2UsIklzVW5kZXJsaW5lZCI6ZmFsc2UsIlBhcmVudFN0eWxlIjpudWxsfSwiQXV0b1NpemUiOjAsIkZvcmVncm91bmQiOnsiJGlkIjoiMjkxIiwiQ29sb3IiOnsiJGlkIjoiMjk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OTMiLCJUb3AiOjAuMCwiTGVmdCI6MC4wLCJSaWdodCI6MC4wLCJCb3R0b20iOjAuMH0sIlBhZGRpbmciOnsiJGlkIjoiMjk0IiwiVG9wIjowLjAsIkxlZnQiOjAuMCwiUmlnaHQiOjAuMCwiQm90dG9tIjowLjB9LCJCYWNrZ3JvdW5kIjp7IiRyZWYiOiIxNzAifSwiSXNWaXNpYmxlIjpmYWxzZSwiV2lkdGgiOjAuMCwiSGVpZ2h0IjowLjAsIkJvcmRlclN0eWxlIjpudWxsLCJQYXJlbnRTdHlsZSI6bnVsbH0sIkRhdGVGb3JtYXQiOnsiJGlkIjoiMjk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NiIsIkZvcm1hdCI6MCwiSXNWaXNpYmxlIjpmYWxzZSwiTGFzdEtub3duVmlzaWJpbGl0eVN0YXRlIjpmYWxzZX0sIklzVmlzaWJsZSI6dHJ1ZSwiUGFyZW50U3R5bGUiOm51bGx9LCJIeXBlcmxpbmsiOnsiJGlkIjoiMjk3IiwiQWRkcmVzcyI6IiIsIlN1YkFkZHJlc3MiOiIifSwiSW1wb3J0SWQiOiIifV0sIklkIjoiMWI5OTI1YzktYzRhMC00Yzc5LWExMWItYThiOTFjOTdlMGIxIiwiSXNTaW5nbGVJdGVtUm93IjpmYWxzZX1dLCJJbmRleCI6MCwiSWQiOiIxOWI2OTU2OC1jYWYzLTQyNWEtYjQyYy05OTQ5OTM2ZjU0OTgiLCJIZWFkZXJUZXh0IjpudWxsLCJJc0RlZmF1bHQiOnRydWUsIlN0eWxlIjp7IiRpZCI6IjI5OCIsIkhlYWRlclN0eWxlIjp7IiRpZCI6IjI5OSIsIlRleHRTdHlsZSI6eyIkaWQiOiIzMDAiLCJGb250U2V0dGluZ3MiOnsiJGlkIjoiMzAxIiwiRm9udFNpemUiOjExLCJGb250TmFtZSI6IkNhbGlicmkiLCJJc0JvbGQiOmZhbHNlLCJJc0l0YWxpYyI6ZmFsc2UsIklzVW5kZXJsaW5lZCI6ZmFsc2UsIlBhcmVudFN0eWxlIjpudWxsfSwiQXV0b1NpemUiOjIsIkZvcmVncm91bmQiOnsiJGlkIjoiMzAyIiwiQ29sb3IiOnsiJGlkIjoiMzA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zA0IiwiVG9wIjowLjAsIkxlZnQiOjAuMCwiUmlnaHQiOjAuMCwiQm90dG9tIjowLjB9LCJQYWRkaW5nIjp7IiRpZCI6IjMwNSIsIlRvcCI6MC4wLCJMZWZ0IjowLjAsIlJpZ2h0IjowLjAsIkJvdHRvbSI6MC4wfSwiQmFja2dyb3VuZCI6bnVsbCwiSXNWaXNpYmxlIjp0cnVlLCJXaWR0aCI6MC4wLCJIZWlnaHQiOjAuMCwiQm9yZGVyU3R5bGUiOm51bGwsIlBhcmVudFN0eWxlIjpudWxsfSwiUmVjdGFuZ2xlU3R5bGUiOnsiJGlkIjoiMzA2IiwiTWFyZ2luIjp7IiRpZCI6IjMwNyIsIlRvcCI6MC4wLCJMZWZ0IjowLjAsIlJpZ2h0IjowLjAsIkJvdHRvbSI6MC4wfSwiUGFkZGluZyI6eyIkaWQiOiIzMDgiLCJUb3AiOjAuMCwiTGVmdCI6MC4wLCJSaWdodCI6MC4wLCJCb3R0b20iOjAuMH0sIkJhY2tncm91bmQiOnsiJGlkIjoiMzA5IiwiQ29sb3IiOnsiJGlkIjoiMzEwIiwiQSI6NjMsIlIiOjkxLCJHIjoxNTUsIkIiOjIxM319LCJJc1Zpc2libGUiOnRydWUsIldpZHRoIjowLjAsIkhlaWdodCI6MC4wLCJCb3JkZXJTdHlsZSI6eyIkaWQiOiIzMTEiLCJMaW5lQ29sb3IiOnsiJGlkIjoiMzEyIiwiJHR5cGUiOiJOTFJFLkNvbW1vbi5Eb20uU29saWRDb2xvckJydXNoLCBOTFJFLkNvbW1vbiIsIkNvbG9yIjp7IiRpZCI6IjMxMyIsIkEiOjI1NSwiUiI6MjU1LCJHIjowLCJCIjowfX0sIkxpbmVXZWlnaHQiOjAuMCwiTGluZVR5cGUiOjAsIlBhcmVudFN0eWxlIjpudWxsfSwiUGFyZW50U3R5bGUiOm51bGx9LCJNYXJnaW4iOnsiJGlkIjoiMzE0IiwiVG9wIjowLjAsIkxlZnQiOjAuMCwiUmlnaHQiOjAuMCwiQm90dG9tIjowLjB9LCJQYWRkaW5nIjp7IiRpZCI6IjMxNSIsIlRvcCI6MC4wLCJMZWZ0IjowLjAsIlJpZ2h0IjowLjAsIkJvdHRvbSI6MC4wfSwiQmFja2dyb3VuZCI6bnVsbCwiSXNWaXNpYmxlIjp0cnVlLCJXaWR0aCI6MC4wLCJIZWlnaHQiOjAuMCwiQm9yZGVyU3R5bGUiOm51bGwsIlBhcmVudFN0eWxlIjpudWxsfSwiQmFja2dyb3VuZFN0eWxlIjp7IiRpZCI6IjMxNiIsIk1hcmdpbiI6eyIkaWQiOiIzMTciLCJUb3AiOjAuMCwiTGVmdCI6MC4wLCJSaWdodCI6MC4wLCJCb3R0b20iOjAuMH0sIlBhZGRpbmciOnsiJGlkIjoiMzE4IiwiVG9wIjowLjAsIkxlZnQiOjAuMCwiUmlnaHQiOjAuMCwiQm90dG9tIjowLjB9LCJCYWNrZ3JvdW5kIjp7IiRpZCI6IjMxOSIsIkNvbG9yIjp7IiRpZCI6IjMyMCIsIkEiOjUxLCJSIjoxNTUsIkciOjE4NywiQiI6ODl9fSwiSXNWaXNpYmxlIjp0cnVlLCJXaWR0aCI6MC4wLCJIZWlnaHQiOjAuMCwiQm9yZGVyU3R5bGUiOnsiJGlkIjoiMzIxIiwiTGluZUNvbG9yIjp7IiRpZCI6IjMyMiIsIiR0eXBlIjoiTkxSRS5Db21tb24uRG9tLlNvbGlkQ29sb3JCcnVzaCwgTkxSRS5Db21tb24iLCJDb2xvciI6eyIkaWQiOiIzMjMiLCJBIjoyNTUsIlIiOjI1NSwiRyI6MCwiQiI6MH19LCJMaW5lV2VpZ2h0IjowLjAsIkxpbmVUeXBlIjowLCJQYXJlbnRTdHlsZSI6bnVsbH0sIlBhcmVudFN0eWxlIjpudWxsfSwiTWFyZ2luIjp7IiRpZCI6IjMyNCIsIlRvcCI6MC4wLCJMZWZ0IjowLjAsIlJpZ2h0IjowLjAsIkJvdHRvbSI6MC4wfSwiUGFkZGluZyI6eyIkaWQiOiIzMjUiLCJUb3AiOjAuMCwiTGVmdCI6MC4wLCJSaWdodCI6MC4wLCJCb3R0b20iOjAuMH0sIklzVmlzaWJsZSI6dHJ1ZSwiV2lkdGgiOjAuMCwiSGVpZ2h0IjowLjAsIkJvcmRlclN0eWxlIjpudWxsLCJQYXJlbnRTdHlsZSI6bnVsbH19XSwiSWQiOiI3OWYwNWU4ZC1lNzJlLTRjYzMtODVmYy1lODc1ZmE2NTUxN2YiLCJJbmRleCI6NiwiSGVhZGVyVGV4dCI6IlBsYW4iLCJTdHlsZSI6eyIkaWQiOiIzMjYiLCJIZWFkZXJTdHlsZSI6eyIkaWQiOiIzMjciLCJUZXh0SXNWZXJ0aWNhbCI6ZmFsc2UsIlRleHRTdHlsZSI6eyIkaWQiOiIzMjgiLCJGb250U2V0dGluZ3MiOnsiJGlkIjoiMzI5IiwiRm9udFNpemUiOjEwLCJGb250TmFtZSI6IkZyYW5rbGluIEdvdGhpYyBNZWRpdW0iLCJJc0JvbGQiOmZhbHNlLCJJc0l0YWxpYyI6ZmFsc2UsIklzVW5kZXJsaW5lZCI6ZmFsc2UsIlBhcmVudFN0eWxlIjpudWxsfSwiQXV0b1NpemUiOjAsIkZvcmVncm91bmQiOnsiJGlkIjoiMzMwIiwiQ29sb3IiOnsiJGlkIjoiMzMxIiwiQSI6MjU1LCJSIjozMiwiRyI6NTYsIkIiOjEwMH19LCJNYXhXaWR0aCI6MC4wLCJNYXhIZWlnaHQiOjAuMCwiU21hcnRGb3JlZ3JvdW5kSXNBY3RpdmUiOmZhbHNlLCJIb3Jpem9udGFsQWxpZ25tZW50IjowLCJWZXJ0aWNhbEFsaWdubWVudCI6MCwiU21hcnRGb3JlZ3JvdW5kIjpudWxsLCJCYWNrZ3JvdW5kRmlsbFR5cGUiOjAsIk1hcmdpbiI6eyIkaWQiOiIzMzIiLCJUb3AiOjAuMCwiTGVmdCI6MC4wLCJSaWdodCI6MC4wLCJCb3R0b20iOjAuMH0sIlBhZGRpbmciOnsiJGlkIjoiMzMzIiwiVG9wIjowLjAsIkxlZnQiOjAuMCwiUmlnaHQiOjAuMCwiQm90dG9tIjowLjB9LCJCYWNrZ3JvdW5kIjpudWxsLCJJc1Zpc2libGUiOmZhbHNlLCJXaWR0aCI6MC4wLCJIZWlnaHQiOjAuMCwiQm9yZGVyU3R5bGUiOm51bGwsIlBhcmVudFN0eWxlIjpudWxsfSwiUmVjdGFuZ2xlU3R5bGUiOnsiJGlkIjoiMzM0IiwiTWFyZ2luIjp7IiRpZCI6IjMzNSIsIlRvcCI6MC4wLCJMZWZ0IjowLjAsIlJpZ2h0IjowLjAsIkJvdHRvbSI6MC4wfSwiUGFkZGluZyI6eyIkaWQiOiIzMzYiLCJUb3AiOjAuMCwiTGVmdCI6MC4wLCJSaWdodCI6MC4wLCJCb3R0b20iOjAuMH0sIkJhY2tncm91bmQiOnsiJGlkIjoiMzM3IiwiQ29sb3IiOnsiJGlkIjoiMzM4IiwiQSI6MTI3LCJSIjo5MSwiRyI6MTU1LCJCIjoyMTN9fSwiSXNWaXNpYmxlIjpmYWxzZSwiV2lkdGgiOjAuMCwiSGVpZ2h0IjowLjAsIkJvcmRlclN0eWxlIjp7IiRpZCI6IjMzOSIsIkxpbmVDb2xvciI6eyIkaWQiOiIzNDAiLCIkdHlwZSI6Ik5MUkUuQ29tbW9uLkRvbS5Tb2xpZENvbG9yQnJ1c2gsIE5MUkUuQ29tbW9uIiwiQ29sb3IiOnsiJGlkIjoiMzQxIiwiQSI6MjU1LCJSIjoyNTUsIkciOjAsIkIiOjB9fSwiTGluZVdlaWdodCI6MC4wLCJMaW5lVHlwZSI6MCwiUGFyZW50U3R5bGUiOm51bGx9LCJQYXJlbnRTdHlsZSI6bnVsbH0sIk1hcmdpbiI6eyIkaWQiOiIzNDIiLCJUb3AiOjAuMCwiTGVmdCI6MC4wLCJSaWdodCI6MC4wLCJCb3R0b20iOjAuMH0sIlBhZGRpbmciOnsiJGlkIjoiMzQzIiwiVG9wIjowLjAsIkxlZnQiOjAuMCwiUmlnaHQiOjAuMCwiQm90dG9tIjowLjB9LCJCYWNrZ3JvdW5kIjpudWxsLCJJc1Zpc2libGUiOnRydWUsIldpZHRoIjowLjAsIkhlaWdodCI6MC4wLCJCb3JkZXJTdHlsZSI6bnVsbCwiUGFyZW50U3R5bGUiOm51bGx9LCJCYWNrZ3JvdW5kU3R5bGUiOnsiJGlkIjoiMzQ0IiwiTWFyZ2luIjp7IiRpZCI6IjM0NSIsIlRvcCI6MC4wLCJMZWZ0IjowLjAsIlJpZ2h0IjowLjAsIkJvdHRvbSI6MC4wfSwiUGFkZGluZyI6eyIkaWQiOiIzNDYiLCJUb3AiOjAuMCwiTGVmdCI6MC4wLCJSaWdodCI6MC4wLCJCb3R0b20iOjAuMH0sIkJhY2tncm91bmQiOnsiJGlkIjoiMzQ3IiwiQ29sb3IiOnsiJGlkIjoiMzQ4IiwiQSI6MzgsIlIiOjkxLCJHIjoxNTUsIkIiOjIxM319LCJJc1Zpc2libGUiOnRydWUsIldpZHRoIjowLjAsIkhlaWdodCI6MC4wLCJCb3JkZXJTdHlsZSI6eyIkaWQiOiIzNDkiLCJMaW5lQ29sb3IiOnsiJGlkIjoiMzUwIiwiJHR5cGUiOiJOTFJFLkNvbW1vbi5Eb20uU29saWRDb2xvckJydXNoLCBOTFJFLkNvbW1vbiIsIkNvbG9yIjp7IiRpZCI6IjM1MSIsIkEiOjI1NSwiUiI6MjU1LCJHIjowLCJCIjowfX0sIkxpbmVXZWlnaHQiOjAuMCwiTGluZVR5cGUiOjAsIlBhcmVudFN0eWxlIjpudWxsfSwiUGFyZW50U3R5bGUiOm51bGx9LCJJc0Fib3ZlVGltZWJhbmQiOmZhbHNlLCJNYXJnaW4iOnsiJGlkIjoiMzUyIiwiVG9wIjowLjAsIkxlZnQiOjAuMCwiUmlnaHQiOjAuMCwiQm90dG9tIjowLjB9LCJQYWRkaW5nIjp7IiRpZCI6IjM1MyIsIlRvcCI6MC4wLCJMZWZ0IjowLjAsIlJpZ2h0IjowLjAsIkJvdHRvbSI6MC4wfSwiSXNWaXNpYmxlIjp0cnVlLCJXaWR0aCI6MC4wLCJIZWlnaHQiOjAuMCwiQm9yZGVyU3R5bGUiOnsiJGlkIjoiMzU0IiwiTGluZUNvbG9yIjpudWxsLCJMaW5lV2VpZ2h0IjowLjAsIkxpbmVUeXBlIjowLCJQYXJlbnRTdHlsZSI6bnVsbH0sIlBhcmVudFN0eWxlIjpudWxsfX0seyIkaWQiOiIzNTUiLCJfYWN0aXZpdGllcyI6W3siJGlkIjoiMzU2IiwiX3Jvd3MiOlt7IiRpZCI6IjM1NyIsIl90YXNrcyI6W10sIl9taWxlc3RvbmVzIjpbeyIkaWQiOiIzNTgiLCJJZCI6IjI5MDZlNjJjLTJkNjQtNDIzYS04YTZmLWYwY2ZmY2UzNDNmZCIsIkluZGV4IjoxNiwiR3JvdXBJZCI6Ijc2Y2ExZGU1LTc2ZWEtNDMwYy05NzA3LWY5ZWY0Y2IwYTM2NiIsIlRpdGxlIjoiUGVyZm9ybWFuY2UgVmFsaWRhdGlvbiIsIkRhdGVUaW1lIjoiMjAxOS0wMy0xNFQxMTo1OTowMCIsIlBlcmNlbnRhZ2VDb21wbGV0ZSI6bnVsbCwiTm90ZSI6bnVsbCwiU3R5bGUiOnsiJGlkIjoiMzU5IiwiVGl0bGVQb3NpdGlvbiI6IlJpZ2h0IiwiRGF0ZVBvc2l0aW9uIjoiTGVmdCIsIlNoYXBlVHlwZSI6MSwiU2hhcGVTaXplIjowLCJTaGFwZVN0eWxlIjp7IiRpZCI6IjM2MCIsIk1hcmdpbiI6eyIkcmVmIjoiMjc2In0sIlBhZGRpbmciOnsiJHJlZiI6IjI3NyJ9LCJCYWNrZ3JvdW5kIjp7IiRpZCI6IjM2MSIsIkNvbG9yIjp7IiRpZCI6IjM2MiIsIkEiOjI1NSwiUiI6MjA2LCJHIjoxNDYsIkIiOjB9fSwiSXNWaXNpYmxlIjp0cnVlLCJXaWR0aCI6MTIuMCwiSGVpZ2h0IjoxNC4wLCJCb3JkZXJTdHlsZSI6eyIkaWQiOiIzNjMiLCJMaW5lQ29sb3IiOnsiJHJlZiI6IjI4MSJ9LCJMaW5lV2VpZ2h0IjowLjAsIkxpbmVUeXBlIjowLCJQYXJlbnRTdHlsZSI6bnVsbH0sIlBhcmVudFN0eWxlIjpudWxsfSwiVGl0bGVTdHlsZSI6eyIkaWQiOiIzNjQiLCJGb250U2V0dGluZ3MiOnsiJGlkIjoiMzY1IiwiRm9udFNpemUiOjExLCJGb250TmFtZSI6IkNhbGlicmkiLCJJc0JvbGQiOnRydWUsIklzSXRhbGljIjpmYWxzZSwiSXNVbmRlcmxpbmVkIjpmYWxzZSwiUGFyZW50U3R5bGUiOm51bGx9LCJBdXRvU2l6ZSI6MCwiRm9yZWdyb3VuZCI6eyIkaWQiOiIzNjYiLCJDb2xvciI6eyIkaWQiOiIzNjciLCJBIjoyNTUsIlIiOjEyNywiRyI6OTY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zNjgiLCJGb250U2V0dGluZ3MiOnsiJGlkIjoiMzY5IiwiRm9udFNpemUiOjEwLCJGb250TmFtZSI6IkNhbGlicmkiLCJJc0JvbGQiOmZhbHNlLCJJc0l0YWxpYyI6ZmFsc2UsIklzVW5kZXJsaW5lZCI6ZmFsc2UsIlBhcmVudFN0eWxlIjpudWxsfSwiQXV0b1NpemUiOjAsIkZvcmVncm91bmQiOnsiJGlkIjoiMzcwIiwiQ29sb3IiOnsiJGlkIjoiMzc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Mz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yIsIkZvcm1hdCI6MCwiSXNWaXNpYmxlIjpmYWxzZSwiTGFzdEtub3duVmlzaWJpbGl0eVN0YXRlIjpmYWxzZX0sIklzVmlzaWJsZSI6dHJ1ZSwiUGFyZW50U3R5bGUiOm51bGx9LCJIeXBlcmxpbmsiOnsiJGlkIjoiMzc0IiwiQWRkcmVzcyI6IiIsIlN1YkFkZHJlc3MiOiIifSwiSW1wb3J0SWQiOiIifSx7IiRpZCI6IjM3NSIsIklkIjoiNGJlZTFjYmUtNzI3NS00YTcwLThlYjEtNmVhZWExZDNkNDJjIiwiSW5kZXgiOjE3LCJHcm91cElkIjoiNzZjYTFkZTUtNzZlYS00MzBjLTk3MDctZjllZjRjYjBhMzY2IiwiVGl0bGUiOiJUZXN0IENvbXBsZXRlIiwiRGF0ZVRpbWUiOiIyMDE5LTA1LTE0VDExOjU5OjAwIiwiUGVyY2VudGFnZUNvbXBsZXRlIjpudWxsLCJOb3RlIjpudWxsLCJTdHlsZSI6eyIkaWQiOiIzNzYiLCJUaXRsZVBvc2l0aW9uIjoiUmlnaHQiLCJEYXRlUG9zaXRpb24iOiJMZWZ0IiwiU2hhcGVUeXBlIjoxLCJTaGFwZVNpemUiOjAsIlNoYXBlU3R5bGUiOnsiJGlkIjoiMzc3IiwiTWFyZ2luIjp7IiRyZWYiOiIyNzYifSwiUGFkZGluZyI6eyIkcmVmIjoiMjc3In0sIkJhY2tncm91bmQiOnsiJGlkIjoiMzc4IiwiQ29sb3IiOnsiJGlkIjoiMzc5IiwiQSI6MjU1LCJSIjoyMDYsIkciOjE0NiwiQiI6MH19LCJJc1Zpc2libGUiOnRydWUsIldpZHRoIjoxMi4wLCJIZWlnaHQiOjE0LjAsIkJvcmRlclN0eWxlIjp7IiRpZCI6IjM4MCIsIkxpbmVDb2xvciI6eyIkcmVmIjoiMjgxIn0sIkxpbmVXZWlnaHQiOjAuMCwiTGluZVR5cGUiOjAsIlBhcmVudFN0eWxlIjpudWxsfSwiUGFyZW50U3R5bGUiOm51bGx9LCJUaXRsZVN0eWxlIjp7IiRpZCI6IjM4MSIsIkZvbnRTZXR0aW5ncyI6eyIkaWQiOiIzODIiLCJGb250U2l6ZSI6MTEsIkZvbnROYW1lIjoiQ2FsaWJyaSIsIklzQm9sZCI6dHJ1ZSwiSXNJdGFsaWMiOmZhbHNlLCJJc1VuZGVybGluZWQiOmZhbHNlLCJQYXJlbnRTdHlsZSI6bnVsbH0sIkF1dG9TaXplIjowLCJGb3JlZ3JvdW5kIjp7IiRpZCI6IjM4MyIsIkNvbG9yIjp7IiRpZCI6IjM4NCIsIkEiOjI1NSwiUiI6MTI3LCJHIjo5NiwiQiI6MH19LCJNYXhXaWR0aCI6MjAwLjAsIk1heEhlaWdodCI6IkluZmluaXR5IiwiU21hcnRGb3JlZ3JvdW5kSXNBY3RpdmUiOmZhbHNlLCJIb3Jpem9udGFsQWxpZ25tZW50IjowLCJWZXJ0aWNhbEFsaWdubWVudCI6MCwiU21hcnRGb3JlZ3JvdW5kIjpudWxsLCJCYWNrZ3JvdW5kRmlsbFR5cGUiOjAsIk1hcmdpbiI6eyIkcmVmIjoiMjg3In0sIlBhZGRpbmciOnsiJHJlZiI6IjI4OCJ9LCJCYWNrZ3JvdW5kIjp7IiRyZWYiOiIxNjIifSwiSXNWaXNpYmxlIjp0cnVlLCJXaWR0aCI6MC4wLCJIZWlnaHQiOjAuMCwiQm9yZGVyU3R5bGUiOm51bGwsIlBhcmVudFN0eWxlIjpudWxsfSwiRGF0ZVN0eWxlIjp7IiRpZCI6IjM4NSIsIkZvbnRTZXR0aW5ncyI6eyIkaWQiOiIzODYiLCJGb250U2l6ZSI6MTAsIkZvbnROYW1lIjoiQ2FsaWJyaSIsIklzQm9sZCI6ZmFsc2UsIklzSXRhbGljIjpmYWxzZSwiSXNVbmRlcmxpbmVkIjpmYWxzZSwiUGFyZW50U3R5bGUiOm51bGx9LCJBdXRvU2l6ZSI6MCwiRm9yZWdyb3VuZCI6eyIkaWQiOiIzODciLCJDb2xvciI6eyIkaWQiOiIzOD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OTMifSwiUGFkZGluZyI6eyIkcmVmIjoiMjk0In0sIkJhY2tncm91bmQiOnsiJHJlZiI6IjE3MCJ9LCJJc1Zpc2libGUiOmZhbHNlLCJXaWR0aCI6MC4wLCJIZWlnaHQiOjAuMCwiQm9yZGVyU3R5bGUiOm51bGwsIlBhcmVudFN0eWxlIjpudWxsfSwiRGF0ZUZvcm1hdCI6eyIkaWQiOiIzO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wIiwiRm9ybWF0IjowLCJJc1Zpc2libGUiOmZhbHNlLCJMYXN0S25vd25WaXNpYmlsaXR5U3RhdGUiOmZhbHNlfSwiSXNWaXNpYmxlIjp0cnVlLCJQYXJlbnRTdHlsZSI6bnVsbH0sIkh5cGVybGluayI6eyIkaWQiOiIzOTEiLCJBZGRyZXNzIjoiIiwiU3ViQWRkcmVzcyI6IiJ9LCJJbXBvcnRJZCI6IiJ9LHsiJGlkIjoiMzkyIiwiSWQiOiIwOTE5YWU4ZS1mOWNlLTRiYzgtODk3NC05ZmZjNGY4OTJiNTYiLCJJbmRleCI6MTgsIkdyb3VwSWQiOiI3NmNhMWRlNS03NmVhLTQzMGMtOTcwNy1mOWVmNGNiMGEzNjYiLCJUaXRsZSI6Ik1vbml0b3JpbmciLCJEYXRlVGltZSI6IjIwMTktMDYtMjZUMTE6NTk6MDAiLCJQZXJjZW50YWdlQ29tcGxldGUiOm51bGwsIk5vdGUiOm51bGwsIlN0eWxlIjp7IiRpZCI6IjM5MyIsIlRpdGxlUG9zaXRpb24iOiJSaWdodCIsIkRhdGVQb3NpdGlvbiI6IkxlZnQiLCJTaGFwZVR5cGUiOjEsIlNoYXBlU2l6ZSI6MCwiU2hhcGVTdHlsZSI6eyIkaWQiOiIzOTQiLCJNYXJnaW4iOnsiJHJlZiI6IjI3NiJ9LCJQYWRkaW5nIjp7IiRyZWYiOiIyNzcifSwiQmFja2dyb3VuZCI6eyIkaWQiOiIzOTUiLCJDb2xvciI6eyIkaWQiOiIzOTYiLCJBIjoyNTUsIlIiOjIwNiwiRyI6MTQ2LCJCIjowfX0sIklzVmlzaWJsZSI6dHJ1ZSwiV2lkdGgiOjEyLjAsIkhlaWdodCI6MTQuMCwiQm9yZGVyU3R5bGUiOnsiJGlkIjoiMzk3IiwiTGluZUNvbG9yIjp7IiRyZWYiOiIyODEifSwiTGluZVdlaWdodCI6MC4wLCJMaW5lVHlwZSI6MCwiUGFyZW50U3R5bGUiOm51bGx9LCJQYXJlbnRTdHlsZSI6bnVsbH0sIlRpdGxlU3R5bGUiOnsiJGlkIjoiMzk4IiwiRm9udFNldHRpbmdzIjp7IiRpZCI6IjM5OSIsIkZvbnRTaXplIjoxMSwiRm9udE5hbWUiOiJDYWxpYnJpIiwiSXNCb2xkIjp0cnVlLCJJc0l0YWxpYyI6ZmFsc2UsIklzVW5kZXJsaW5lZCI6ZmFsc2UsIlBhcmVudFN0eWxlIjpudWxsfSwiQXV0b1NpemUiOjAsIkZvcmVncm91bmQiOnsiJGlkIjoiNDAwIiwiQ29sb3IiOnsiJGlkIjoiNDAxIiwiQSI6MjU1LCJSIjoxMjcsIkciOjk2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DAyIiwiRm9udFNldHRpbmdzIjp7IiRpZCI6IjQwMyIsIkZvbnRTaXplIjoxMCwiRm9udE5hbWUiOiJDYWxpYnJpIiwiSXNCb2xkIjpmYWxzZSwiSXNJdGFsaWMiOmZhbHNlLCJJc1VuZGVybGluZWQiOmZhbHNlLCJQYXJlbnRTdHlsZSI6bnVsbH0sIkF1dG9TaXplIjowLCJGb3JlZ3JvdW5kIjp7IiRpZCI6IjQwNCIsIkNvbG9yIjp7IiRpZCI6IjQw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Qw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DciLCJGb3JtYXQiOjAsIklzVmlzaWJsZSI6ZmFsc2UsIkxhc3RLbm93blZpc2liaWxpdHlTdGF0ZSI6ZmFsc2V9LCJJc1Zpc2libGUiOnRydWUsIlBhcmVudFN0eWxlIjpudWxsfSwiSHlwZXJsaW5rIjp7IiRpZCI6IjQwOCIsIkFkZHJlc3MiOiIiLCJTdWJBZGRyZXNzIjoiIn0sIkltcG9ydElkIjoiIn0seyIkaWQiOiI0MDkiLCJJZCI6IjE2YTlmNzgxLWZiY2YtNDM0OC1hOTBkLTQxODM1ZmEzMjQ5ZSIsIkluZGV4IjoxOSwiR3JvdXBJZCI6Ijc2Y2ExZGU1LTc2ZWEtNDMwYy05NzA3LWY5ZWY0Y2IwYTM2NiIsIlRpdGxlIjoiUGhhc2UgU3luYyIsIkRhdGVUaW1lIjoiMjAxOS0wOC0yMFQxMTo1OTowMCIsIlBlcmNlbnRhZ2VDb21wbGV0ZSI6bnVsbCwiTm90ZSI6bnVsbCwiU3R5bGUiOnsiJGlkIjoiNDEwIiwiVGl0bGVQb3NpdGlvbiI6IlJpZ2h0IiwiRGF0ZVBvc2l0aW9uIjoiTGVmdCIsIlNoYXBlVHlwZSI6MSwiU2hhcGVTaXplIjowLCJTaGFwZVN0eWxlIjp7IiRpZCI6IjQxMSIsIk1hcmdpbiI6eyIkcmVmIjoiMjc2In0sIlBhZGRpbmciOnsiJHJlZiI6IjI3NyJ9LCJCYWNrZ3JvdW5kIjp7IiRpZCI6IjQxMiIsIkNvbG9yIjp7IiRpZCI6IjQxMyIsIkEiOjI1NSwiUiI6MjA2LCJHIjoxNDYsIkIiOjB9fSwiSXNWaXNpYmxlIjp0cnVlLCJXaWR0aCI6MTIuMCwiSGVpZ2h0IjoxNC4wLCJCb3JkZXJTdHlsZSI6eyIkaWQiOiI0MTQiLCJMaW5lQ29sb3IiOnsiJHJlZiI6IjI4MSJ9LCJMaW5lV2VpZ2h0IjowLjAsIkxpbmVUeXBlIjowLCJQYXJlbnRTdHlsZSI6bnVsbH0sIlBhcmVudFN0eWxlIjpudWxsfSwiVGl0bGVTdHlsZSI6eyIkaWQiOiI0MTUiLCJGb250U2V0dGluZ3MiOnsiJGlkIjoiNDE2IiwiRm9udFNpemUiOjExLCJGb250TmFtZSI6IkNhbGlicmkiLCJJc0JvbGQiOnRydWUsIklzSXRhbGljIjpmYWxzZSwiSXNVbmRlcmxpbmVkIjpmYWxzZSwiUGFyZW50U3R5bGUiOm51bGx9LCJBdXRvU2l6ZSI6MCwiRm9yZWdyb3VuZCI6eyIkaWQiOiI0MTciLCJDb2xvciI6eyIkaWQiOiI0MTgiLCJBIjoyNTUsIlIiOjEyNywiRyI6OTY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0MTkiLCJGb250U2V0dGluZ3MiOnsiJGlkIjoiNDIwIiwiRm9udFNpemUiOjEwLCJGb250TmFtZSI6IkNhbGlicmkiLCJJc0JvbGQiOmZhbHNlLCJJc0l0YWxpYyI6ZmFsc2UsIklzVW5kZXJsaW5lZCI6ZmFsc2UsIlBhcmVudFN0eWxlIjpudWxsfSwiQXV0b1NpemUiOjAsIkZvcmVncm91bmQiOnsiJGlkIjoiNDIxIiwiQ29sb3IiOnsiJGlkIjoiNDI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ND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yNCIsIkZvcm1hdCI6MCwiSXNWaXNpYmxlIjpmYWxzZSwiTGFzdEtub3duVmlzaWJpbGl0eVN0YXRlIjpmYWxzZX0sIklzVmlzaWJsZSI6dHJ1ZSwiUGFyZW50U3R5bGUiOm51bGx9LCJIeXBlcmxpbmsiOnsiJGlkIjoiNDI1IiwiQWRkcmVzcyI6IiIsIlN1YkFkZHJlc3MiOiIifSwiSW1wb3J0SWQiOiIifSx7IiRpZCI6IjQyNiIsIklkIjoiZmE4YzFiMWEtZDlmOS00ZjhlLTkwYjMtMjc0MzdmOTAyYTExIiwiSW5kZXgiOjIwLCJHcm91cElkIjoiNzZjYTFkZTUtNzZlYS00MzBjLTk3MDctZjllZjRjYjBhMzY2IiwiVGl0bGUiOiJMb2FkIEJhbGFuY2UiLCJEYXRlVGltZSI6IjIwMTktMTAtMDJUMTE6NTk6MDAiLCJQZXJjZW50YWdlQ29tcGxldGUiOm51bGwsIk5vdGUiOm51bGwsIlN0eWxlIjp7IiRpZCI6IjQyNyIsIlRpdGxlUG9zaXRpb24iOiJSaWdodCIsIkRhdGVQb3NpdGlvbiI6IkxlZnQiLCJTaGFwZVR5cGUiOjEsIlNoYXBlU2l6ZSI6MCwiU2hhcGVTdHlsZSI6eyIkaWQiOiI0MjgiLCJNYXJnaW4iOnsiJHJlZiI6IjI3NiJ9LCJQYWRkaW5nIjp7IiRyZWYiOiIyNzcifSwiQmFja2dyb3VuZCI6eyIkaWQiOiI0MjkiLCJDb2xvciI6eyIkaWQiOiI0MzAiLCJBIjoyNTUsIlIiOjIwNiwiRyI6MTQ2LCJCIjowfX0sIklzVmlzaWJsZSI6dHJ1ZSwiV2lkdGgiOjEyLjAsIkhlaWdodCI6MTQuMCwiQm9yZGVyU3R5bGUiOnsiJGlkIjoiNDMxIiwiTGluZUNvbG9yIjp7IiRyZWYiOiIyODEifSwiTGluZVdlaWdodCI6MC4wLCJMaW5lVHlwZSI6MCwiUGFyZW50U3R5bGUiOm51bGx9LCJQYXJlbnRTdHlsZSI6bnVsbH0sIlRpdGxlU3R5bGUiOnsiJGlkIjoiNDMyIiwiRm9udFNldHRpbmdzIjp7IiRpZCI6IjQzMyIsIkZvbnRTaXplIjoxMSwiRm9udE5hbWUiOiJDYWxpYnJpIiwiSXNCb2xkIjp0cnVlLCJJc0l0YWxpYyI6ZmFsc2UsIklzVW5kZXJsaW5lZCI6ZmFsc2UsIlBhcmVudFN0eWxlIjpudWxsfSwiQXV0b1NpemUiOjAsIkZvcmVncm91bmQiOnsiJGlkIjoiNDM0IiwiQ29sb3IiOnsiJGlkIjoiNDM1IiwiQSI6MjU1LCJSIjoxMjcsIkciOjk2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DM2IiwiRm9udFNldHRpbmdzIjp7IiRpZCI6IjQzNyIsIkZvbnRTaXplIjoxMCwiRm9udE5hbWUiOiJDYWxpYnJpIiwiSXNCb2xkIjpmYWxzZSwiSXNJdGFsaWMiOmZhbHNlLCJJc1VuZGVybGluZWQiOmZhbHNlLCJQYXJlbnRTdHlsZSI6bnVsbH0sIkF1dG9TaXplIjowLCJGb3JlZ3JvdW5kIjp7IiRpZCI6IjQzOCIsIkNvbG9yIjp7IiRpZCI6IjQz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Q0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DEiLCJGb3JtYXQiOjAsIklzVmlzaWJsZSI6ZmFsc2UsIkxhc3RLbm93blZpc2liaWxpdHlTdGF0ZSI6ZmFsc2V9LCJJc1Zpc2libGUiOnRydWUsIlBhcmVudFN0eWxlIjpudWxsfSwiSHlwZXJsaW5rIjp7IiRpZCI6IjQ0MiIsIkFkZHJlc3MiOiIiLCJTdWJBZGRyZXNzIjoiIn0sIkltcG9ydElkIjoiIn1dLCJJZCI6Ijc2Y2ExZGU1LTc2ZWEtNDMwYy05NzA3LWY5ZWY0Y2IwYTM2NiIsIklzU2luZ2xlSXRlbVJvdyI6ZmFsc2V9LHsiJGlkIjoiNDQzIiwiX3Rhc2tzIjpbeyIkaWQiOiI0NDQiLCJfYXR0YWNoZWRNaWxlc3RvbmVzIjpbXSwiVGFza0RlZmluaXRpb24iOnsiJGlkIjoiNDQ1IiwiR3JvdXBOYW1lIjoiNGQxZjIwNzktMjJlNy00N2I3LThiNmMtNjhjOThjMWI2ODMzIiwiU3RhcnREYXRlIjoiMjAxOS0wNS0xMVQwMDowMDowMCIsIkVuZERhdGUiOiIyMDE5LTA2LTMwVDExOjU5OjAwIiwiUGVyY2VudGFnZUNvbXBsZXRlIjpudWxsLCJTdHlsZSI6eyIkaWQiOiI0NDYiLCJTaGFwZSI6NiwiU2hhcGVUaGlja25lc3MiOjEsIkR1cmF0aW9uRm9ybWF0IjowLCJJbmNsdWRlTm9uV29ya2luZ0RheXNJbkR1cmF0aW9uIjpmYWxzZSwiUGVyY2VudGFnZUNvbXBsZXRlU3R5bGUiOnsiJGlkIjoiNDQ3IiwiRm9udFNldHRpbmdzIjp7IiRpZCI6IjQ0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0NDkiLCJUb3AiOjAuMCwiTGVmdCI6MC4wLCJSaWdodCI6MC4wLCJCb3R0b20iOjAuMH0sIlBhZGRpbmciOnsiJGlkIjoiNDUwIiwiVG9wIjowLjAsIkxlZnQiOjAuMCwiUmlnaHQiOjAuMCwiQm90dG9tIjowLjB9LCJCYWNrZ3JvdW5kIjp7IiRyZWYiOiIxNCJ9LCJJc1Zpc2libGUiOnRydWUsIldpZHRoIjowLjAsIkhlaWdodCI6MC4wLCJCb3JkZXJTdHlsZSI6eyIkaWQiOiI0NTEiLCJMaW5lQ29sb3IiOm51bGwsIkxpbmVXZWlnaHQiOjAuMCwiTGluZVR5cGUiOjAsIlBhcmVudFN0eWxlIjpudWxsfSwiUGFyZW50U3R5bGUiOm51bGx9LCJEdXJhdGlvblN0eWxlIjp7IiRpZCI6IjQ1MiIsIkZvbnRTZXR0aW5ncyI6eyIkaWQiOiI0NTMiLCJGb250U2l6ZSI6MTAsIkZvbnROYW1lIjoiQ2FsaWJyaSIsIklzQm9sZCI6ZmFsc2UsIklzSXRhbGljIjpmYWxzZSwiSXNVbmRlcmxpbmVkIjpmYWxzZSwiUGFyZW50U3R5bGUiOm51bGx9LCJBdXRvU2l6ZSI6MCwiRm9yZWdyb3VuZCI6eyIkaWQiOiI0NTQiLCJDb2xvciI6eyIkcmVmIjoiMjAifX0sIk1heFdpZHRoIjoyMDAuMCwiTWF4SGVpZ2h0IjoiSW5maW5pdHkiLCJTbWFydEZvcmVncm91bmRJc0FjdGl2ZSI6ZmFsc2UsIkhvcml6b250YWxBbGlnbm1lbnQiOjAsIlZlcnRpY2FsQWxpZ25tZW50IjowLCJTbWFydEZvcmVncm91bmQiOm51bGwsIkJhY2tncm91bmRGaWxsVHlwZSI6MCwiTWFyZ2luIjp7IiRpZCI6IjQ1NSIsIlRvcCI6MC4wLCJMZWZ0IjowLjAsIlJpZ2h0IjowLjAsIkJvdHRvbSI6MC4wfSwiUGFkZGluZyI6eyIkaWQiOiI0NTYiLCJUb3AiOjAuMCwiTGVmdCI6MC4wLCJSaWdodCI6MC4wLCJCb3R0b20iOjAuMH0sIkJhY2tncm91bmQiOnsiJHJlZiI6IjIzIn0sIklzVmlzaWJsZSI6dHJ1ZSwiV2lkdGgiOjAuMCwiSGVpZ2h0IjowLjAsIkJvcmRlclN0eWxlIjp7IiRpZCI6IjQ1NyIsIkxpbmVDb2xvciI6bnVsbCwiTGluZVdlaWdodCI6MC4wLCJMaW5lVHlwZSI6MCwiUGFyZW50U3R5bGUiOm51bGx9LCJQYXJlbnRTdHlsZSI6bnVsbH0sIkhvcml6b250YWxDb25uZWN0b3JTdHlsZSI6eyIkaWQiOiI0NTgiLCJMaW5lQ29sb3IiOnsiJHJlZiI6IjI2In0sIkxpbmVXZWlnaHQiOjEuMCwiTGluZVR5cGUiOjAsIlBhcmVudFN0eWxlIjpudWxsfSwiVmVydGljYWxDb25uZWN0b3JTdHlsZSI6eyIkaWQiOiI0NT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DYwIiwiTWFyZ2luIjp7IiRpZCI6IjQ2MSIsIlRvcCI6MC4wLCJMZWZ0Ijo0LjAsIlJpZ2h0Ijo0LjAsIkJvdHRvbSI6MC4wfSwiUGFkZGluZyI6eyIkaWQiOiI0NjIiLCJUb3AiOjAuMCwiTGVmdCI6MC4wLCJSaWdodCI6MC4wLCJCb3R0b20iOjAuMH0sIkJhY2tncm91bmQiOnsiJGlkIjoiNDYzIiwiQ29sb3IiOnsiJGlkIjoiNDY0IiwiQSI6MjU1LCJSIjoyNTQsIkciOjE4NiwiQiI6MTB9fSwiSXNWaXNpYmxlIjp0cnVlLCJXaWR0aCI6MC4wLCJIZWlnaHQiOjE2LjAsIkJvcmRlclN0eWxlIjp7IiRpZCI6IjQ2NSIsIkxpbmVDb2xvciI6eyIkcmVmIjoiMzcifSwiTGluZVdlaWdodCI6MC4wLCJMaW5lVHlwZSI6MCwiUGFyZW50U3R5bGUiOm51bGx9LCJQYXJlbnRTdHlsZSI6bnVsbH0sIlRpdGxlU3R5bGUiOnsiJGlkIjoiNDY2IiwiRm9udFNldHRpbmdzIjp7IiRpZCI6IjQ2NyIsIkZvbnRTaXplIjoxMSwiRm9udE5hbWUiOiJDYWxpYnJpIiwiSXNCb2xkIjpmYWxzZSwiSXNJdGFsaWMiOmZhbHNlLCJJc1VuZGVybGluZWQiOmZhbHNlLCJQYXJlbnRTdHlsZSI6bnVsbH0sIkF1dG9TaXplIjowLCJGb3JlZ3JvdW5kIjp7IiRpZCI6IjQ2OCIsIkNvbG9yIjp7IiRpZCI6IjQ2OSIsIkEiOjI1NSwiUiI6NzIsIkciOjcyLCJCIjo3Mn19LCJNYXhXaWR0aCI6OTYwLjAsIk1heEhlaWdodCI6IkluZmluaXR5IiwiU21hcnRGb3JlZ3JvdW5kSXNBY3RpdmUiOmZhbHNlLCJIb3Jpem9udGFsQWxpZ25tZW50IjoxLCJWZXJ0aWNhbEFsaWdubWVudCI6MCwiU21hcnRGb3JlZ3JvdW5kIjpudWxsLCJCYWNrZ3JvdW5kRmlsbFR5cGUiOjAsIk1hcmdpbiI6eyIkaWQiOiI0NzAiLCJUb3AiOjAuMCwiTGVmdCI6MC4wLCJSaWdodCI6MC4wLCJCb3R0b20iOjAuMH0sIlBhZGRpbmciOnsiJGlkIjoiNDcxIiwiVG9wIjowLjAsIkxlZnQiOjAuMCwiUmlnaHQiOjAuMCwiQm90dG9tIjowLjB9LCJCYWNrZ3JvdW5kIjp7IiRyZWYiOiI0NSJ9LCJJc1Zpc2libGUiOnRydWUsIldpZHRoIjowLjAsIkhlaWdodCI6MC4wLCJCb3JkZXJTdHlsZSI6eyIkaWQiOiI0NzIiLCJMaW5lQ29sb3IiOm51bGwsIkxpbmVXZWlnaHQiOjAuMCwiTGluZVR5cGUiOjAsIlBhcmVudFN0eWxlIjpudWxsfSwiUGFyZW50U3R5bGUiOm51bGx9LCJEYXRlU3R5bGUiOnsiJGlkIjoiNDczIiwiRm9udFNldHRpbmdzIjp7IiRpZCI6IjQ3NCIsIkZvbnRTaXplIjoxMCwiRm9udE5hbWUiOiJDYWxpYnJpIiwiSXNCb2xkIjpmYWxzZSwiSXNJdGFsaWMiOmZhbHNlLCJJc1VuZGVybGluZWQiOmZhbHNlLCJQYXJlbnRTdHlsZSI6bnVsbH0sIkF1dG9TaXplIjowLCJGb3JlZ3JvdW5kIjp7IiRpZCI6IjQ3NSIsIkNvbG9yIjp7IiRpZCI6IjQ3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c3IiwiVG9wIjowLjAsIkxlZnQiOjAuMCwiUmlnaHQiOjAuMCwiQm90dG9tIjowLjB9LCJQYWRkaW5nIjp7IiRpZCI6IjQ3OCIsIlRvcCI6MC4wLCJMZWZ0IjowLjAsIlJpZ2h0IjowLjAsIkJvdHRvbSI6MC4wfSwiQmFja2dyb3VuZCI6eyIkcmVmIjoiNTMifSwiSXNWaXNpYmxlIjp0cnVlLCJXaWR0aCI6MC4wLCJIZWlnaHQiOjAuMCwiQm9yZGVyU3R5bGUiOnsiJGlkIjoiNDc5IiwiTGluZUNvbG9yIjpudWxsLCJMaW5lV2VpZ2h0IjowLjAsIkxpbmVUeXBlIjowLCJQYXJlbnRTdHlsZSI6bnVsbH0sIlBhcmVudFN0eWxlIjpudWxsfSwiRGF0ZUZvcm1hdCI6eyIkaWQiOiI0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gxIiwiRm9ybWF0IjowLCJJc1Zpc2libGUiOmZhbHNlLCJMYXN0S25vd25WaXNpYmlsaXR5U3RhdGUiOmZhbHNlfSwiSXNWaXNpYmxlIjp0cnVlLCJQYXJlbnRTdHlsZSI6bnVsbH0sIkluZGV4IjoyMSwiU21hcnREdXJhdGlvbkFjdGl2YXRlZCI6ZmFsc2UsIkRhdGVGb3JtYXQiOnsiJHJlZiI6IjQ4MCJ9LCJXZWVrTnVtYmVyaW5nIjp7IiRpZCI6IjQ4MiIsIkZvcm1hdCI6MCwiSXNWaXNpYmxlIjpmYWxzZSwiTGFzdEtub3duVmlzaWJpbGl0eVN0YXRlIjpmYWxzZX0sIklkIjoiMTU0OGE0NTktMjlkNS00MmYwLThlYmItYzM2NDY5MGUzODY1IiwiSW1wb3J0SWQiOm51bGwsIlRpdGxlIjoiSW50ZWdyYXRpb24gSSIsIk5vdGUiOm51bGwsIkh5cGVybGluayI6eyIkaWQiOiI0ODMiLCJBZGRyZXNzIjoiIiwiU3ViQWRkcmVzcyI6IiJ9LCJJc0NoYW5nZWQiOmZhbHNlLCJJc05ldyI6ZmFsc2V9fSx7IiRpZCI6IjQ4NCIsIl9hdHRhY2hlZE1pbGVzdG9uZXMiOltdLCJUYXNrRGVmaW5pdGlvbiI6eyIkaWQiOiI0ODUiLCJHcm91cE5hbWUiOiI0ZDFmMjA3OS0yMmU3LTQ3YjctOGI2Yy02OGM5OGMxYjY4MzMiLCJTdGFydERhdGUiOiIyMDE5LTA2LTMwVDAwOjAwOjAwIiwiRW5kRGF0ZSI6IjIwMTktMDgtMTdUMTE6NTk6MDAiLCJQZXJjZW50YWdlQ29tcGxldGUiOm51bGwsIlN0eWxlIjp7IiRpZCI6IjQ4NiIsIlNoYXBlIjo2LCJTaGFwZVRoaWNrbmVzcyI6MSwiRHVyYXRpb25Gb3JtYXQiOjAsIkluY2x1ZGVOb25Xb3JraW5nRGF5c0luRHVyYXRpb24iOmZhbHNlLCJQZXJjZW50YWdlQ29tcGxldGVTdHlsZSI6eyIkaWQiOiI0ODciLCJGb250U2V0dGluZ3MiOnsiJGlkIjoiNDg4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Q4OSIsIlRvcCI6MC4wLCJMZWZ0IjowLjAsIlJpZ2h0IjowLjAsIkJvdHRvbSI6MC4wfSwiUGFkZGluZyI6eyIkaWQiOiI0OTAiLCJUb3AiOjAuMCwiTGVmdCI6MC4wLCJSaWdodCI6MC4wLCJCb3R0b20iOjAuMH0sIkJhY2tncm91bmQiOnsiJHJlZiI6IjE0In0sIklzVmlzaWJsZSI6dHJ1ZSwiV2lkdGgiOjAuMCwiSGVpZ2h0IjowLjAsIkJvcmRlclN0eWxlIjp7IiRpZCI6IjQ5MSIsIkxpbmVDb2xvciI6bnVsbCwiTGluZVdlaWdodCI6MC4wLCJMaW5lVHlwZSI6MCwiUGFyZW50U3R5bGUiOm51bGx9LCJQYXJlbnRTdHlsZSI6bnVsbH0sIkR1cmF0aW9uU3R5bGUiOnsiJGlkIjoiNDkyIiwiRm9udFNldHRpbmdzIjp7IiRpZCI6IjQ5MyIsIkZvbnRTaXplIjoxMCwiRm9udE5hbWUiOiJDYWxpYnJpIiwiSXNCb2xkIjpmYWxzZSwiSXNJdGFsaWMiOmZhbHNlLCJJc1VuZGVybGluZWQiOmZhbHNlLCJQYXJlbnRTdHlsZSI6bnVsbH0sIkF1dG9TaXplIjowLCJGb3JlZ3JvdW5kIjp7IiRpZCI6IjQ5NCIsIkNvbG9yIjp7IiRyZWYiOiIyMCJ9fSwiTWF4V2lkdGgiOjIwMC4wLCJNYXhIZWlnaHQiOiJJbmZpbml0eSIsIlNtYXJ0Rm9yZWdyb3VuZElzQWN0aXZlIjpmYWxzZSwiSG9yaXpvbnRhbEFsaWdubWVudCI6MCwiVmVydGljYWxBbGlnbm1lbnQiOjAsIlNtYXJ0Rm9yZWdyb3VuZCI6bnVsbCwiQmFja2dyb3VuZEZpbGxUeXBlIjowLCJNYXJnaW4iOnsiJGlkIjoiNDk1IiwiVG9wIjowLjAsIkxlZnQiOjAuMCwiUmlnaHQiOjAuMCwiQm90dG9tIjowLjB9LCJQYWRkaW5nIjp7IiRpZCI6IjQ5NiIsIlRvcCI6MC4wLCJMZWZ0IjowLjAsIlJpZ2h0IjowLjAsIkJvdHRvbSI6MC4wfSwiQmFja2dyb3VuZCI6eyIkcmVmIjoiMjMifSwiSXNWaXNpYmxlIjp0cnVlLCJXaWR0aCI6MC4wLCJIZWlnaHQiOjAuMCwiQm9yZGVyU3R5bGUiOnsiJGlkIjoiNDk3IiwiTGluZUNvbG9yIjpudWxsLCJMaW5lV2VpZ2h0IjowLjAsIkxpbmVUeXBlIjowLCJQYXJlbnRTdHlsZSI6bnVsbH0sIlBhcmVudFN0eWxlIjpudWxsfSwiSG9yaXpvbnRhbENvbm5lY3RvclN0eWxlIjp7IiRpZCI6IjQ5OCIsIkxpbmVDb2xvciI6eyIkcmVmIjoiMjYifSwiTGluZVdlaWdodCI6MS4wLCJMaW5lVHlwZSI6MCwiUGFyZW50U3R5bGUiOm51bGx9LCJWZXJ0aWNhbENvbm5lY3RvclN0eWxlIjp7IiRpZCI6IjQ5OSIsIkxpbmVDb2xvciI6eyIkcmVmIjoiMjk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U2hhcGVTdHlsZSI6eyIkaWQiOiI1MDAiLCJNYXJnaW4iOnsiJGlkIjoiNTAxIiwiVG9wIjowLjAsIkxlZnQiOjQuMCwiUmlnaHQiOjQuMCwiQm90dG9tIjowLjB9LCJQYWRkaW5nIjp7IiRpZCI6IjUwMiIsIlRvcCI6MC4wLCJMZWZ0IjowLjAsIlJpZ2h0IjowLjAsIkJvdHRvbSI6MC4wfSwiQmFja2dyb3VuZCI6eyIkaWQiOiI1MDMiLCJDb2xvciI6eyIkaWQiOiI1MDQiLCJBIjoyNTUsIlIiOjI1NCwiRyI6MTg2LCJCIjoxMH19LCJJc1Zpc2libGUiOnRydWUsIldpZHRoIjowLjAsIkhlaWdodCI6MTYuMCwiQm9yZGVyU3R5bGUiOnsiJGlkIjoiNTA1IiwiTGluZUNvbG9yIjp7IiRyZWYiOiIzNyJ9LCJMaW5lV2VpZ2h0IjowLjAsIkxpbmVUeXBlIjowLCJQYXJlbnRTdHlsZSI6bnVsbH0sIlBhcmVudFN0eWxlIjpudWxsfSwiVGl0bGVTdHlsZSI6eyIkaWQiOiI1MDYiLCJGb250U2V0dGluZ3MiOnsiJGlkIjoiNTA3IiwiRm9udFNpemUiOjExLCJGb250TmFtZSI6IkNhbGlicmkiLCJJc0JvbGQiOmZhbHNlLCJJc0l0YWxpYyI6ZmFsc2UsIklzVW5kZXJsaW5lZCI6ZmFsc2UsIlBhcmVudFN0eWxlIjpudWxsfSwiQXV0b1NpemUiOjAsIkZvcmVncm91bmQiOnsiJGlkIjoiNTA4IiwiQ29sb3IiOnsiJGlkIjoiNTA5IiwiQSI6MjU1LCJSIjo3MiwiRyI6NzIsIkIiOjcyfX0sIk1heFdpZHRoIjo5NjAuMCwiTWF4SGVpZ2h0IjoiSW5maW5pdHkiLCJTbWFydEZvcmVncm91bmRJc0FjdGl2ZSI6ZmFsc2UsIkhvcml6b250YWxBbGlnbm1lbnQiOjEsIlZlcnRpY2FsQWxpZ25tZW50IjowLCJTbWFydEZvcmVncm91bmQiOm51bGwsIkJhY2tncm91bmRGaWxsVHlwZSI6MCwiTWFyZ2luIjp7IiRpZCI6IjUxMCIsIlRvcCI6MC4wLCJMZWZ0IjowLjAsIlJpZ2h0IjowLjAsIkJvdHRvbSI6MC4wfSwiUGFkZGluZyI6eyIkaWQiOiI1MTEiLCJUb3AiOjAuMCwiTGVmdCI6MC4wLCJSaWdodCI6MC4wLCJCb3R0b20iOjAuMH0sIkJhY2tncm91bmQiOnsiJHJlZiI6IjQ1In0sIklzVmlzaWJsZSI6dHJ1ZSwiV2lkdGgiOjAuMCwiSGVpZ2h0IjowLjAsIkJvcmRlclN0eWxlIjp7IiRpZCI6IjUxMiIsIkxpbmVDb2xvciI6bnVsbCwiTGluZVdlaWdodCI6MC4wLCJMaW5lVHlwZSI6MCwiUGFyZW50U3R5bGUiOm51bGx9LCJQYXJlbnRTdHlsZSI6bnVsbH0sIkRhdGVTdHlsZSI6eyIkaWQiOiI1MTMiLCJGb250U2V0dGluZ3MiOnsiJGlkIjoiNTE0IiwiRm9udFNpemUiOjEwLCJGb250TmFtZSI6IkNhbGlicmkiLCJJc0JvbGQiOmZhbHNlLCJJc0l0YWxpYyI6ZmFsc2UsIklzVW5kZXJsaW5lZCI6ZmFsc2UsIlBhcmVudFN0eWxlIjpudWxsfSwiQXV0b1NpemUiOjAsIkZvcmVncm91bmQiOnsiJGlkIjoiNTE1IiwiQ29sb3IiOnsiJGlkIjoiNTE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TciLCJUb3AiOjAuMCwiTGVmdCI6MC4wLCJSaWdodCI6MC4wLCJCb3R0b20iOjAuMH0sIlBhZGRpbmciOnsiJGlkIjoiNTE4IiwiVG9wIjowLjAsIkxlZnQiOjAuMCwiUmlnaHQiOjAuMCwiQm90dG9tIjowLjB9LCJCYWNrZ3JvdW5kIjp7IiRyZWYiOiI1MyJ9LCJJc1Zpc2libGUiOnRydWUsIldpZHRoIjowLjAsIkhlaWdodCI6MC4wLCJCb3JkZXJTdHlsZSI6eyIkaWQiOiI1MTkiLCJMaW5lQ29sb3IiOm51bGwsIkxpbmVXZWlnaHQiOjAuMCwiTGluZVR5cGUiOjAsIlBhcmVudFN0eWxlIjpudWxsfSwiUGFyZW50U3R5bGUiOm51bGx9LCJEYXRlRm9ybWF0Ijp7IiRpZCI6IjU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EiLCJGb3JtYXQiOjAsIklzVmlzaWJsZSI6ZmFsc2UsIkxhc3RLbm93blZpc2liaWxpdHlTdGF0ZSI6ZmFsc2V9LCJJc1Zpc2libGUiOnRydWUsIlBhcmVudFN0eWxlIjpudWxsfSwiSW5kZXgiOjIyLCJTbWFydER1cmF0aW9uQWN0aXZhdGVkIjpmYWxzZSwiRGF0ZUZvcm1hdCI6eyIkcmVmIjoiNTIwIn0sIldlZWtOdW1iZXJpbmciOnsiJGlkIjoiNTIyIiwiRm9ybWF0IjowLCJJc1Zpc2libGUiOmZhbHNlLCJMYXN0S25vd25WaXNpYmlsaXR5U3RhdGUiOmZhbHNlfSwiSWQiOiI1MjZkZTViNi05ZTk3LTQ5N2YtOWE1Ni0yNWQ0NTNiZWI2MjMiLCJJbXBvcnRJZCI6bnVsbCwiVGl0bGUiOiJJbnRlZ3JhdGlvbiBJSSIsIk5vdGUiOm51bGwsIkh5cGVybGluayI6eyIkaWQiOiI1MjMiLCJBZGRyZXNzIjoiIiwiU3ViQWRkcmVzcyI6IiJ9LCJJc0NoYW5nZWQiOmZhbHNlLCJJc05ldyI6ZmFsc2V9fSx7IiRpZCI6IjUyNCIsIl9hdHRhY2hlZE1pbGVzdG9uZXMiOltdLCJUYXNrRGVmaW5pdGlvbiI6eyIkaWQiOiI1MjUiLCJHcm91cE5hbWUiOiI0ZDFmMjA3OS0yMmU3LTQ3YjctOGI2Yy02OGM5OGMxYjY4MzMiLCJTdGFydERhdGUiOiIyMDE5LTA4LTE4VDAwOjAwOjAwWiIsIkVuZERhdGUiOiIyMDE5LTEwLTA0VDExOjU5OjAwIiwiUGVyY2VudGFnZUNvbXBsZXRlIjpudWxsLCJTdHlsZSI6eyIkaWQiOiI1MjYiLCJTaGFwZSI6NiwiU2hhcGVUaGlja25lc3MiOjEsIkR1cmF0aW9uRm9ybWF0IjowLCJJbmNsdWRlTm9uV29ya2luZ0RheXNJbkR1cmF0aW9uIjpmYWxzZSwiUGVyY2VudGFnZUNvbXBsZXRlU3R5bGUiOnsiJGlkIjoiNTI3IiwiRm9udFNldHRpbmdzIjp7IiRpZCI6IjUy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1MjkiLCJUb3AiOjAuMCwiTGVmdCI6MC4wLCJSaWdodCI6MC4wLCJCb3R0b20iOjAuMH0sIlBhZGRpbmciOnsiJGlkIjoiNTMwIiwiVG9wIjowLjAsIkxlZnQiOjAuMCwiUmlnaHQiOjAuMCwiQm90dG9tIjowLjB9LCJCYWNrZ3JvdW5kIjp7IiRyZWYiOiIxNCJ9LCJJc1Zpc2libGUiOnRydWUsIldpZHRoIjowLjAsIkhlaWdodCI6MC4wLCJCb3JkZXJTdHlsZSI6eyIkaWQiOiI1MzEiLCJMaW5lQ29sb3IiOm51bGwsIkxpbmVXZWlnaHQiOjAuMCwiTGluZVR5cGUiOjAsIlBhcmVudFN0eWxlIjpudWxsfSwiUGFyZW50U3R5bGUiOm51bGx9LCJEdXJhdGlvblN0eWxlIjp7IiRpZCI6IjUzMiIsIkZvbnRTZXR0aW5ncyI6eyIkaWQiOiI1MzMiLCJGb250U2l6ZSI6MTAsIkZvbnROYW1lIjoiQ2FsaWJyaSIsIklzQm9sZCI6ZmFsc2UsIklzSXRhbGljIjpmYWxzZSwiSXNVbmRlcmxpbmVkIjpmYWxzZSwiUGFyZW50U3R5bGUiOm51bGx9LCJBdXRvU2l6ZSI6MCwiRm9yZWdyb3VuZCI6eyIkaWQiOiI1MzQiLCJDb2xvciI6eyIkcmVmIjoiMjAifX0sIk1heFdpZHRoIjoyMDAuMCwiTWF4SGVpZ2h0IjoiSW5maW5pdHkiLCJTbWFydEZvcmVncm91bmRJc0FjdGl2ZSI6ZmFsc2UsIkhvcml6b250YWxBbGlnbm1lbnQiOjAsIlZlcnRpY2FsQWxpZ25tZW50IjowLCJTbWFydEZvcmVncm91bmQiOm51bGwsIkJhY2tncm91bmRGaWxsVHlwZSI6MCwiTWFyZ2luIjp7IiRpZCI6IjUzNSIsIlRvcCI6MC4wLCJMZWZ0IjowLjAsIlJpZ2h0IjowLjAsIkJvdHRvbSI6MC4wfSwiUGFkZGluZyI6eyIkaWQiOiI1MzYiLCJUb3AiOjAuMCwiTGVmdCI6MC4wLCJSaWdodCI6MC4wLCJCb3R0b20iOjAuMH0sIkJhY2tncm91bmQiOnsiJHJlZiI6IjIzIn0sIklzVmlzaWJsZSI6dHJ1ZSwiV2lkdGgiOjAuMCwiSGVpZ2h0IjowLjAsIkJvcmRlclN0eWxlIjp7IiRpZCI6IjUzNyIsIkxpbmVDb2xvciI6bnVsbCwiTGluZVdlaWdodCI6MC4wLCJMaW5lVHlwZSI6MCwiUGFyZW50U3R5bGUiOm51bGx9LCJQYXJlbnRTdHlsZSI6bnVsbH0sIkhvcml6b250YWxDb25uZWN0b3JTdHlsZSI6eyIkaWQiOiI1MzgiLCJMaW5lQ29sb3IiOnsiJHJlZiI6IjI2In0sIkxpbmVXZWlnaHQiOjEuMCwiTGluZVR5cGUiOjAsIlBhcmVudFN0eWxlIjpudWxsfSwiVmVydGljYWxDb25uZWN0b3JTdHlsZSI6eyIkaWQiOiI1Mz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TQwIiwiTWFyZ2luIjp7IiRpZCI6IjU0MSIsIlRvcCI6MC4wLCJMZWZ0Ijo0LjAsIlJpZ2h0Ijo0LjAsIkJvdHRvbSI6MC4wfSwiUGFkZGluZyI6eyIkaWQiOiI1NDIiLCJUb3AiOjAuMCwiTGVmdCI6MC4wLCJSaWdodCI6MC4wLCJCb3R0b20iOjAuMH0sIkJhY2tncm91bmQiOnsiJGlkIjoiNTQzIiwiQ29sb3IiOnsiJGlkIjoiNTQ0IiwiQSI6MjU1LCJSIjoyNTQsIkciOjE4NiwiQiI6MTB9fSwiSXNWaXNpYmxlIjp0cnVlLCJXaWR0aCI6MC4wLCJIZWlnaHQiOjE2LjAsIkJvcmRlclN0eWxlIjp7IiRpZCI6IjU0NSIsIkxpbmVDb2xvciI6eyIkcmVmIjoiMzcifSwiTGluZVdlaWdodCI6MC4wLCJMaW5lVHlwZSI6MCwiUGFyZW50U3R5bGUiOm51bGx9LCJQYXJlbnRTdHlsZSI6bnVsbH0sIlRpdGxlU3R5bGUiOnsiJGlkIjoiNTQ2IiwiRm9udFNldHRpbmdzIjp7IiRpZCI6IjU0NyIsIkZvbnRTaXplIjoxMSwiRm9udE5hbWUiOiJDYWxpYnJpIiwiSXNCb2xkIjpmYWxzZSwiSXNJdGFsaWMiOmZhbHNlLCJJc1VuZGVybGluZWQiOmZhbHNlLCJQYXJlbnRTdHlsZSI6bnVsbH0sIkF1dG9TaXplIjowLCJGb3JlZ3JvdW5kIjp7IiRpZCI6IjU0OCIsIkNvbG9yIjp7IiRpZCI6IjU0OSIsIkEiOjI1NSwiUiI6NzIsIkciOjcyLCJCIjo3Mn19LCJNYXhXaWR0aCI6OTYwLjAsIk1heEhlaWdodCI6IkluZmluaXR5IiwiU21hcnRGb3JlZ3JvdW5kSXNBY3RpdmUiOmZhbHNlLCJIb3Jpem9udGFsQWxpZ25tZW50IjoxLCJWZXJ0aWNhbEFsaWdubWVudCI6MCwiU21hcnRGb3JlZ3JvdW5kIjpudWxsLCJCYWNrZ3JvdW5kRmlsbFR5cGUiOjAsIk1hcmdpbiI6eyIkaWQiOiI1NTAiLCJUb3AiOjAuMCwiTGVmdCI6MC4wLCJSaWdodCI6MC4wLCJCb3R0b20iOjAuMH0sIlBhZGRpbmciOnsiJGlkIjoiNTUxIiwiVG9wIjowLjAsIkxlZnQiOjAuMCwiUmlnaHQiOjAuMCwiQm90dG9tIjowLjB9LCJCYWNrZ3JvdW5kIjp7IiRyZWYiOiI0NSJ9LCJJc1Zpc2libGUiOnRydWUsIldpZHRoIjowLjAsIkhlaWdodCI6MC4wLCJCb3JkZXJTdHlsZSI6eyIkaWQiOiI1NTIiLCJMaW5lQ29sb3IiOm51bGwsIkxpbmVXZWlnaHQiOjAuMCwiTGluZVR5cGUiOjAsIlBhcmVudFN0eWxlIjpudWxsfSwiUGFyZW50U3R5bGUiOm51bGx9LCJEYXRlU3R5bGUiOnsiJGlkIjoiNTUzIiwiRm9udFNldHRpbmdzIjp7IiRpZCI6IjU1NCIsIkZvbnRTaXplIjoxMCwiRm9udE5hbWUiOiJDYWxpYnJpIiwiSXNCb2xkIjpmYWxzZSwiSXNJdGFsaWMiOmZhbHNlLCJJc1VuZGVybGluZWQiOmZhbHNlLCJQYXJlbnRTdHlsZSI6bnVsbH0sIkF1dG9TaXplIjowLCJGb3JlZ3JvdW5kIjp7IiRpZCI6IjU1NSIsIkNvbG9yIjp7IiRpZCI6IjU1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U3IiwiVG9wIjowLjAsIkxlZnQiOjAuMCwiUmlnaHQiOjAuMCwiQm90dG9tIjowLjB9LCJQYWRkaW5nIjp7IiRpZCI6IjU1OCIsIlRvcCI6MC4wLCJMZWZ0IjowLjAsIlJpZ2h0IjowLjAsIkJvdHRvbSI6MC4wfSwiQmFja2dyb3VuZCI6eyIkcmVmIjoiNTMifSwiSXNWaXNpYmxlIjp0cnVlLCJXaWR0aCI6MC4wLCJIZWlnaHQiOjAuMCwiQm9yZGVyU3R5bGUiOnsiJGlkIjoiNTU5IiwiTGluZUNvbG9yIjpudWxsLCJMaW5lV2VpZ2h0IjowLjAsIkxpbmVUeXBlIjowLCJQYXJlbnRTdHlsZSI6bnVsbH0sIlBhcmVudFN0eWxlIjpudWxsfSwiRGF0ZUZvcm1hdCI6eyIkaWQiOiI1N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YxIiwiRm9ybWF0IjowLCJJc1Zpc2libGUiOmZhbHNlLCJMYXN0S25vd25WaXNpYmlsaXR5U3RhdGUiOmZhbHNlfSwiSXNWaXNpYmxlIjp0cnVlLCJQYXJlbnRTdHlsZSI6bnVsbH0sIkluZGV4IjoyMywiU21hcnREdXJhdGlvbkFjdGl2YXRlZCI6ZmFsc2UsIkRhdGVGb3JtYXQiOnsiJHJlZiI6IjU2MCJ9LCJXZWVrTnVtYmVyaW5nIjp7IiRpZCI6IjU2MiIsIkZvcm1hdCI6MCwiSXNWaXNpYmxlIjpmYWxzZSwiTGFzdEtub3duVmlzaWJpbGl0eVN0YXRlIjpmYWxzZX0sIklkIjoiMmU5MjFlOTUtY2Q4ZC00YjEzLWExMzUtMDBiYzdiMjFiZjRjIiwiSW1wb3J0SWQiOm51bGwsIlRpdGxlIjoiSW50ZWdyYXRpb24gSUlJIiwiTm90ZSI6bnVsbCwiSHlwZXJsaW5rIjp7IiRpZCI6IjU2MyIsIkFkZHJlc3MiOiIiLCJTdWJBZGRyZXNzIjoiIn0sIklzQ2hhbmdlZCI6ZmFsc2UsIklzTmV3IjpmYWxzZX19XSwiX21pbGVzdG9uZXMiOltdLCJJZCI6IjRkMWYyMDc5LTIyZTctNDdiNy04YjZjLTY4Yzk4YzFiNjgzMyIsIklzU2luZ2xlSXRlbVJvdyI6ZmFsc2V9XSwiSW5kZXgiOjAsIklkIjoiNjQ0YWJhY2MtY2Q0Yy00MTA2LWJjNWMtMGUxNTYwMjI1MjczIiwiSGVhZGVyVGV4dCI6bnVsbCwiSXNEZWZhdWx0Ijp0cnVlLCJTdHlsZSI6eyIkaWQiOiI1NjQiLCJIZWFkZXJTdHlsZSI6eyIkaWQiOiI1NjUiLCJUZXh0U3R5bGUiOnsiJGlkIjoiNTY2IiwiRm9udFNldHRpbmdzIjp7IiRpZCI6IjU2NyIsIkZvbnRTaXplIjoxMSwiRm9udE5hbWUiOiJDYWxpYnJpIiwiSXNCb2xkIjpmYWxzZSwiSXNJdGFsaWMiOmZhbHNlLCJJc1VuZGVybGluZWQiOmZhbHNlLCJQYXJlbnRTdHlsZSI6bnVsbH0sIkF1dG9TaXplIjoyLCJGb3JlZ3JvdW5kIjp7IiRpZCI6IjU2OCIsIkNvbG9yIjp7IiRpZCI6IjU2OS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U3MCIsIlRvcCI6MC4wLCJMZWZ0IjowLjAsIlJpZ2h0IjowLjAsIkJvdHRvbSI6MC4wfSwiUGFkZGluZyI6eyIkaWQiOiI1NzEiLCJUb3AiOjAuMCwiTGVmdCI6MC4wLCJSaWdodCI6MC4wLCJCb3R0b20iOjAuMH0sIkJhY2tncm91bmQiOm51bGwsIklzVmlzaWJsZSI6dHJ1ZSwiV2lkdGgiOjAuMCwiSGVpZ2h0IjowLjAsIkJvcmRlclN0eWxlIjpudWxsLCJQYXJlbnRTdHlsZSI6bnVsbH0sIlJlY3RhbmdsZVN0eWxlIjp7IiRpZCI6IjU3MiIsIk1hcmdpbiI6eyIkaWQiOiI1NzMiLCJUb3AiOjAuMCwiTGVmdCI6MC4wLCJSaWdodCI6MC4wLCJCb3R0b20iOjAuMH0sIlBhZGRpbmciOnsiJGlkIjoiNTc0IiwiVG9wIjowLjAsIkxlZnQiOjAuMCwiUmlnaHQiOjAuMCwiQm90dG9tIjowLjB9LCJCYWNrZ3JvdW5kIjp7IiRpZCI6IjU3NSIsIkNvbG9yIjp7IiRpZCI6IjU3NiIsIkEiOjYzLCJSIjoyNTUsIkciOjE5MiwiQiI6MH19LCJJc1Zpc2libGUiOnRydWUsIldpZHRoIjowLjAsIkhlaWdodCI6MC4wLCJCb3JkZXJTdHlsZSI6eyIkaWQiOiI1NzciLCJMaW5lQ29sb3IiOnsiJGlkIjoiNTc4IiwiJHR5cGUiOiJOTFJFLkNvbW1vbi5Eb20uU29saWRDb2xvckJydXNoLCBOTFJFLkNvbW1vbiIsIkNvbG9yIjp7IiRpZCI6IjU3OSIsIkEiOjI1NSwiUiI6MjU1LCJHIjowLCJCIjowfX0sIkxpbmVXZWlnaHQiOjAuMCwiTGluZVR5cGUiOjAsIlBhcmVudFN0eWxlIjpudWxsfSwiUGFyZW50U3R5bGUiOm51bGx9LCJNYXJnaW4iOnsiJGlkIjoiNTgwIiwiVG9wIjowLjAsIkxlZnQiOjAuMCwiUmlnaHQiOjAuMCwiQm90dG9tIjowLjB9LCJQYWRkaW5nIjp7IiRpZCI6IjU4MSIsIlRvcCI6MC4wLCJMZWZ0IjowLjAsIlJpZ2h0IjowLjAsIkJvdHRvbSI6MC4wfSwiQmFja2dyb3VuZCI6bnVsbCwiSXNWaXNpYmxlIjp0cnVlLCJXaWR0aCI6MC4wLCJIZWlnaHQiOjAuMCwiQm9yZGVyU3R5bGUiOm51bGwsIlBhcmVudFN0eWxlIjpudWxsfSwiQmFja2dyb3VuZFN0eWxlIjp7IiRpZCI6IjU4MiIsIk1hcmdpbiI6eyIkaWQiOiI1ODMiLCJUb3AiOjAuMCwiTGVmdCI6MC4wLCJSaWdodCI6MC4wLCJCb3R0b20iOjAuMH0sIlBhZGRpbmciOnsiJGlkIjoiNTg0IiwiVG9wIjowLjAsIkxlZnQiOjAuMCwiUmlnaHQiOjAuMCwiQm90dG9tIjowLjB9LCJCYWNrZ3JvdW5kIjp7IiRpZCI6IjU4NSIsIkNvbG9yIjp7IiRpZCI6IjU4NiIsIkEiOjUxLCJSIjoxNTUsIkciOjE4NywiQiI6ODl9fSwiSXNWaXNpYmxlIjp0cnVlLCJXaWR0aCI6MC4wLCJIZWlnaHQiOjAuMCwiQm9yZGVyU3R5bGUiOnsiJGlkIjoiNTg3IiwiTGluZUNvbG9yIjp7IiRpZCI6IjU4OCIsIiR0eXBlIjoiTkxSRS5Db21tb24uRG9tLlNvbGlkQ29sb3JCcnVzaCwgTkxSRS5Db21tb24iLCJDb2xvciI6eyIkaWQiOiI1ODkiLCJBIjoyNTUsIlIiOjI1NSwiRyI6MCwiQiI6MH19LCJMaW5lV2VpZ2h0IjowLjAsIkxpbmVUeXBlIjowLCJQYXJlbnRTdHlsZSI6bnVsbH0sIlBhcmVudFN0eWxlIjpudWxsfSwiTWFyZ2luIjp7IiRpZCI6IjU5MCIsIlRvcCI6MC4wLCJMZWZ0IjowLjAsIlJpZ2h0IjowLjAsIkJvdHRvbSI6MC4wfSwiUGFkZGluZyI6eyIkaWQiOiI1OTEiLCJUb3AiOjAuMCwiTGVmdCI6MC4wLCJSaWdodCI6MC4wLCJCb3R0b20iOjAuMH0sIklzVmlzaWJsZSI6dHJ1ZSwiV2lkdGgiOjAuMCwiSGVpZ2h0IjowLjAsIkJvcmRlclN0eWxlIjpudWxsLCJQYXJlbnRTdHlsZSI6bnVsbH19XSwiSWQiOiIyMDdkZDMyNy0xZTM0LTQ2MDMtODQzMC1hNzc2NDc2NTQzZTciLCJJbmRleCI6MTUsIkhlYWRlclRleHQiOiJUZXN0IiwiU3R5bGUiOnsiJGlkIjoiNTkyIiwiSGVhZGVyU3R5bGUiOnsiJGlkIjoiNTkzIiwiVGV4dElzVmVydGljYWwiOmZhbHNlLCJUZXh0U3R5bGUiOnsiJGlkIjoiNTk0IiwiRm9udFNldHRpbmdzIjp7IiRpZCI6IjU5NSIsIkZvbnRTaXplIjoxMCwiRm9udE5hbWUiOiJGcmFua2xpbiBHb3RoaWMgTWVkaXVtIiwiSXNCb2xkIjpmYWxzZSwiSXNJdGFsaWMiOmZhbHNlLCJJc1VuZGVybGluZWQiOmZhbHNlLCJQYXJlbnRTdHlsZSI6bnVsbH0sIkF1dG9TaXplIjowLCJGb3JlZ3JvdW5kIjp7IiRpZCI6IjU5NiIsIkNvbG9yIjp7IiRpZCI6IjU5NyIsIkEiOjI1NSwiUiI6MTE4LCJHIjo5MC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NTk4IiwiTWFyZ2luIjp7IiRyZWYiOiIzMzUifSwiUGFkZGluZyI6eyIkcmVmIjoiMzM2In0sIkJhY2tncm91bmQiOnsiJGlkIjoiNTk5IiwiQ29sb3IiOnsiJGlkIjoiNjAwIiwiQSI6MTI3LCJSIjoyNTUsIkciOjE5MiwiQiI6MH19LCJJc1Zpc2libGUiOmZhbHNlLCJXaWR0aCI6MC4wLCJIZWlnaHQiOjAuMCwiQm9yZGVyU3R5bGUiOnsiJGlkIjoiNjAxIiwiTGluZUNvbG9yIjp7IiRyZWYiOiIzNDAifSwiTGluZVdlaWdodCI6MC4wLCJMaW5lVHlwZSI6MCwiUGFyZW50U3R5bGUiOm51bGx9LCJQYXJlbnRTdHlsZSI6bnVsbH0sIk1hcmdpbiI6eyIkcmVmIjoiMzQyIn0sIlBhZGRpbmciOnsiJHJlZiI6IjM0MyJ9LCJCYWNrZ3JvdW5kIjpudWxsLCJJc1Zpc2libGUiOnRydWUsIldpZHRoIjowLjAsIkhlaWdodCI6MC4wLCJCb3JkZXJTdHlsZSI6bnVsbCwiUGFyZW50U3R5bGUiOm51bGx9LCJCYWNrZ3JvdW5kU3R5bGUiOnsiJGlkIjoiNjAyIiwiTWFyZ2luIjp7IiRyZWYiOiIzNDUifSwiUGFkZGluZyI6eyIkcmVmIjoiMzQ2In0sIkJhY2tncm91bmQiOnsiJGlkIjoiNjAzIiwiQ29sb3IiOnsiJGlkIjoiNjA0IiwiQSI6MzgsIlIiOjI1NSwiRyI6MTkyLCJCIjowfX0sIklzVmlzaWJsZSI6dHJ1ZSwiV2lkdGgiOjAuMCwiSGVpZ2h0IjowLjAsIkJvcmRlclN0eWxlIjp7IiRpZCI6IjYwNSIsIkxpbmVDb2xvciI6eyIkcmVmIjoiMzUwIn0sIkxpbmVXZWlnaHQiOjAuMCwiTGluZVR5cGUiOjAsIlBhcmVudFN0eWxlIjpudWxsfSwiUGFyZW50U3R5bGUiOm51bGx9LCJJc0Fib3ZlVGltZWJhbmQiOmZhbHNlLCJNYXJnaW4iOnsiJGlkIjoiNjA2IiwiVG9wIjowLjAsIkxlZnQiOjAuMCwiUmlnaHQiOjAuMCwiQm90dG9tIjowLjB9LCJQYWRkaW5nIjp7IiRpZCI6IjYwNyIsIlRvcCI6MC4wLCJMZWZ0IjowLjAsIlJpZ2h0IjowLjAsIkJvdHRvbSI6MC4wfSwiSXNWaXNpYmxlIjp0cnVlLCJXaWR0aCI6MC4wLCJIZWlnaHQiOjAuMCwiQm9yZGVyU3R5bGUiOnsiJGlkIjoiNjA4IiwiTGluZUNvbG9yIjpudWxsLCJMaW5lV2VpZ2h0IjowLjAsIkxpbmVUeXBlIjowLCJQYXJlbnRTdHlsZSI6bnVsbH0sIlBhcmVudFN0eWxlIjpudWxsfX0seyIkaWQiOiI2MDkiLCJfYWN0aXZpdGllcyI6W3siJGlkIjoiNjEwIiwiX3Jvd3MiOlt7IiRpZCI6IjYxMSIsIl90YXNrcyI6W3siJGlkIjoiNjEyIiwiX2F0dGFjaGVkTWlsZXN0b25lcyI6W10sIlRhc2tEZWZpbml0aW9uIjp7IiRpZCI6IjYxMyIsIkdyb3VwTmFtZSI6IjllMzI4YTQ3LTgyMTAtNDI1NS1hZjg2LTQ1NWMwOTY2NmFlNSIsIlN0YXJ0RGF0ZSI6IjIwMTktMDQtMDFUMDA6MDA6MDAiLCJFbmREYXRlIjoiMjAxOS0wNS0xM1QxMTo1OTowMCIsIlBlcmNlbnRhZ2VDb21wbGV0ZSI6bnVsbCwiU3R5bGUiOnsiJGlkIjoiNjE0IiwiU2hhcGUiOjMsIlNoYXBlVGhpY2tuZXNzIjowLCJEdXJhdGlvbkZvcm1hdCI6MCwiSW5jbHVkZU5vbldvcmtpbmdEYXlzSW5EdXJhdGlvbiI6ZmFsc2UsIlBlcmNlbnRhZ2VDb21wbGV0ZVN0eWxlIjp7IiRpZCI6IjYxNSIsIkZvbnRTZXR0aW5ncyI6eyIkaWQiOiI2MTY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E3IiwiVG9wIjowLjAsIkxlZnQiOjAuMCwiUmlnaHQiOjAuMCwiQm90dG9tIjowLjB9LCJQYWRkaW5nIjp7IiRpZCI6IjYxOCIsIlRvcCI6MC4wLCJMZWZ0IjowLjAsIlJpZ2h0IjowLjAsIkJvdHRvbSI6MC4wfSwiQmFja2dyb3VuZCI6eyIkcmVmIjoiMTQifSwiSXNWaXNpYmxlIjp0cnVlLCJXaWR0aCI6MC4wLCJIZWlnaHQiOjAuMCwiQm9yZGVyU3R5bGUiOnsiJGlkIjoiNjE5IiwiTGluZUNvbG9yIjpudWxsLCJMaW5lV2VpZ2h0IjowLjAsIkxpbmVUeXBlIjowLCJQYXJlbnRTdHlsZSI6bnVsbH0sIlBhcmVudFN0eWxlIjpudWxsfSwiRHVyYXRpb25TdHlsZSI6eyIkaWQiOiI2MjAiLCJGb250U2V0dGluZ3MiOnsiJGlkIjoiNjIxIiwiRm9udFNpemUiOjEwLCJGb250TmFtZSI6IkNhbGlicmkiLCJJc0JvbGQiOmZhbHNlLCJJc0l0YWxpYyI6ZmFsc2UsIklzVW5kZXJsaW5lZCI6ZmFsc2UsIlBhcmVudFN0eWxlIjpudWxsfSwiQXV0b1NpemUiOjAsIkZvcmVncm91bmQiOnsiJGlkIjoiNjIyIiwiQ29sb3IiOnsiJHJlZiI6IjIwIn19LCJNYXhXaWR0aCI6MjAwLjAsIk1heEhlaWdodCI6IkluZmluaXR5IiwiU21hcnRGb3JlZ3JvdW5kSXNBY3RpdmUiOmZhbHNlLCJIb3Jpem9udGFsQWxpZ25tZW50IjowLCJWZXJ0aWNhbEFsaWdubWVudCI6MCwiU21hcnRGb3JlZ3JvdW5kIjpudWxsLCJCYWNrZ3JvdW5kRmlsbFR5cGUiOjAsIk1hcmdpbiI6eyIkaWQiOiI2MjMiLCJUb3AiOjAuMCwiTGVmdCI6MC4wLCJSaWdodCI6MC4wLCJCb3R0b20iOjAuMH0sIlBhZGRpbmciOnsiJGlkIjoiNjI0IiwiVG9wIjowLjAsIkxlZnQiOjAuMCwiUmlnaHQiOjAuMCwiQm90dG9tIjowLjB9LCJCYWNrZ3JvdW5kIjp7IiRyZWYiOiIyMyJ9LCJJc1Zpc2libGUiOnRydWUsIldpZHRoIjowLjAsIkhlaWdodCI6MC4wLCJCb3JkZXJTdHlsZSI6eyIkaWQiOiI2MjUiLCJMaW5lQ29sb3IiOm51bGwsIkxpbmVXZWlnaHQiOjAuMCwiTGluZVR5cGUiOjAsIlBhcmVudFN0eWxlIjpudWxsfSwiUGFyZW50U3R5bGUiOm51bGx9LCJIb3Jpem9udGFsQ29ubmVjdG9yU3R5bGUiOnsiJGlkIjoiNjI2IiwiTGluZUNvbG9yIjp7IiRyZWYiOiIyNiJ9LCJMaW5lV2VpZ2h0IjoxLjAsIkxpbmVUeXBlIjowLCJQYXJlbnRTdHlsZSI6bnVsbH0sIlZlcnRpY2FsQ29ubmVjdG9yU3R5bGUiOnsiJGlkIjoiNjI3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YyOCIsIk1hcmdpbiI6eyIkaWQiOiI2MjkiLCJUb3AiOjAuMCwiTGVmdCI6NC4wLCJSaWdodCI6NC4wLCJCb3R0b20iOjAuMH0sIlBhZGRpbmciOnsiJGlkIjoiNjMwIiwiVG9wIjowLjAsIkxlZnQiOjAuMCwiUmlnaHQiOjAuMCwiQm90dG9tIjowLjB9LCJCYWNrZ3JvdW5kIjp7IiRpZCI6IjYzMSIsIkNvbG9yIjp7IiRpZCI6IjYzMiIsIkEiOjI1NSwiUiI6MTE2LCJHIjoxNzMsIkIiOjczfX0sIklzVmlzaWJsZSI6dHJ1ZSwiV2lkdGgiOjAuMCwiSGVpZ2h0IjoxMy40MjY2NjY2NjY2NjY2NzcsIkJvcmRlclN0eWxlIjp7IiRpZCI6IjYzMyIsIkxpbmVDb2xvciI6eyIkcmVmIjoiMzcifSwiTGluZVdlaWdodCI6MC4wLCJMaW5lVHlwZSI6MCwiUGFyZW50U3R5bGUiOm51bGx9LCJQYXJlbnRTdHlsZSI6bnVsbH0sIlRpdGxlU3R5bGUiOnsiJGlkIjoiNjM0IiwiRm9udFNldHRpbmdzIjp7IiRpZCI6IjYzNSIsIkZvbnRTaXplIjoxMSwiRm9udE5hbWUiOiJDYWxpYnJpIiwiSXNCb2xkIjpmYWxzZSwiSXNJdGFsaWMiOmZhbHNlLCJJc1VuZGVybGluZWQiOmZhbHNlLCJQYXJlbnRTdHlsZSI6bnVsbH0sIkF1dG9TaXplIjowLCJGb3JlZ3JvdW5kIjp7IiRpZCI6IjYzNiIsIkNvbG9yIjp7IiRpZCI6IjYzNy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2MzgiLCJUb3AiOjAuMCwiTGVmdCI6MC4wLCJSaWdodCI6MC4wLCJCb3R0b20iOjAuMH0sIlBhZGRpbmciOnsiJGlkIjoiNjM5IiwiVG9wIjowLjAsIkxlZnQiOjAuMCwiUmlnaHQiOjAuMCwiQm90dG9tIjowLjB9LCJCYWNrZ3JvdW5kIjp7IiRyZWYiOiI0NSJ9LCJJc1Zpc2libGUiOnRydWUsIldpZHRoIjowLjAsIkhlaWdodCI6MC4wLCJCb3JkZXJTdHlsZSI6eyIkaWQiOiI2NDAiLCJMaW5lQ29sb3IiOm51bGwsIkxpbmVXZWlnaHQiOjAuMCwiTGluZVR5cGUiOjAsIlBhcmVudFN0eWxlIjpudWxsfSwiUGFyZW50U3R5bGUiOm51bGx9LCJEYXRlU3R5bGUiOnsiJGlkIjoiNjQxIiwiRm9udFNldHRpbmdzIjp7IiRpZCI6IjY0MiIsIkZvbnRTaXplIjoxMCwiRm9udE5hbWUiOiJDYWxpYnJpIiwiSXNCb2xkIjpmYWxzZSwiSXNJdGFsaWMiOmZhbHNlLCJJc1VuZGVybGluZWQiOmZhbHNlLCJQYXJlbnRTdHlsZSI6bnVsbH0sIkF1dG9TaXplIjowLCJGb3JlZ3JvdW5kIjp7IiRpZCI6IjY0MyIsIkNvbG9yIjp7IiRpZCI6IjY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jQ1IiwiVG9wIjowLjAsIkxlZnQiOjAuMCwiUmlnaHQiOjAuMCwiQm90dG9tIjowLjB9LCJQYWRkaW5nIjp7IiRpZCI6IjY0NiIsIlRvcCI6MC4wLCJMZWZ0IjowLjAsIlJpZ2h0IjowLjAsIkJvdHRvbSI6MC4wfSwiQmFja2dyb3VuZCI6eyIkcmVmIjoiNTMifSwiSXNWaXNpYmxlIjp0cnVlLCJXaWR0aCI6MC4wLCJIZWlnaHQiOjAuMCwiQm9yZGVyU3R5bGUiOnsiJGlkIjoiNjQ3IiwiTGluZUNvbG9yIjpudWxsLCJMaW5lV2VpZ2h0IjowLjAsIkxpbmVUeXBlIjowLCJQYXJlbnRTdHlsZSI6bnVsbH0sIlBhcmVudFN0eWxlIjpudWxsfSwiRGF0ZUZvcm1hdCI6eyIkaWQiOiI2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Q5IiwiRm9ybWF0IjowLCJJc1Zpc2libGUiOmZhbHNlLCJMYXN0S25vd25WaXNpYmlsaXR5U3RhdGUiOmZhbHNlfSwiSXNWaXNpYmxlIjp0cnVlLCJQYXJlbnRTdHlsZSI6bnVsbH0sIkluZGV4IjoyNSwiU21hcnREdXJhdGlvbkFjdGl2YXRlZCI6ZmFsc2UsIkRhdGVGb3JtYXQiOnsiJHJlZiI6IjY0OCJ9LCJXZWVrTnVtYmVyaW5nIjp7IiRpZCI6IjY1MCIsIkZvcm1hdCI6MCwiSXNWaXNpYmxlIjpmYWxzZSwiTGFzdEtub3duVmlzaWJpbGl0eVN0YXRlIjpmYWxzZX0sIklkIjoiNDdjYmU4OWMtZGY1NS00MTk5LTlhZTAtZDNhYzUyNjE5NGY2IiwiSW1wb3J0SWQiOm51bGwsIlRpdGxlIjoiQWxwaGEgQnVpbGQiLCJOb3RlIjpudWxsLCJIeXBlcmxpbmsiOnsiJGlkIjoiNjUxIiwiQWRkcmVzcyI6IiIsIlN1YkFkZHJlc3MiOiIifSwiSXNDaGFuZ2VkIjpmYWxzZSwiSXNOZXciOmZhbHNlfX0seyIkaWQiOiI2NTIiLCJfYXR0YWNoZWRNaWxlc3RvbmVzIjpbXSwiVGFza0RlZmluaXRpb24iOnsiJGlkIjoiNjUzIiwiR3JvdXBOYW1lIjoiOWUzMjhhNDctODIxMC00MjU1LWFmODYtNDU1YzA5NjY2YWU1IiwiU3RhcnREYXRlIjoiMjAxOS0wMy0wMVQwMDowMDowMCIsIkVuZERhdGUiOiIyMDE5LTA0LTAxVDExOjU5OjAwIiwiUGVyY2VudGFnZUNvbXBsZXRlIjpudWxsLCJTdHlsZSI6eyIkaWQiOiI2NTQiLCJTaGFwZSI6MSwiU2hhcGVUaGlja25lc3MiOjAsIkR1cmF0aW9uRm9ybWF0IjowLCJJbmNsdWRlTm9uV29ya2luZ0RheXNJbkR1cmF0aW9uIjpmYWxzZSwiUGVyY2VudGFnZUNvbXBsZXRlU3R5bGUiOnsiJGlkIjoiNjU1IiwiRm9udFNldHRpbmdzIjp7IiRpZCI6IjY1Ni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2NTciLCJUb3AiOjAuMCwiTGVmdCI6MC4wLCJSaWdodCI6MC4wLCJCb3R0b20iOjAuMH0sIlBhZGRpbmciOnsiJGlkIjoiNjU4IiwiVG9wIjowLjAsIkxlZnQiOjAuMCwiUmlnaHQiOjAuMCwiQm90dG9tIjowLjB9LCJCYWNrZ3JvdW5kIjp7IiRyZWYiOiIxNCJ9LCJJc1Zpc2libGUiOnRydWUsIldpZHRoIjowLjAsIkhlaWdodCI6MC4wLCJCb3JkZXJTdHlsZSI6eyIkaWQiOiI2NTkiLCJMaW5lQ29sb3IiOm51bGwsIkxpbmVXZWlnaHQiOjAuMCwiTGluZVR5cGUiOjAsIlBhcmVudFN0eWxlIjpudWxsfSwiUGFyZW50U3R5bGUiOm51bGx9LCJEdXJhdGlvblN0eWxlIjp7IiRpZCI6IjY2MCIsIkZvbnRTZXR0aW5ncyI6eyIkaWQiOiI2NjEiLCJGb250U2l6ZSI6MTAsIkZvbnROYW1lIjoiQ2FsaWJyaSIsIklzQm9sZCI6ZmFsc2UsIklzSXRhbGljIjpmYWxzZSwiSXNVbmRlcmxpbmVkIjpmYWxzZSwiUGFyZW50U3R5bGUiOm51bGx9LCJBdXRvU2l6ZSI6MCwiRm9yZWdyb3VuZCI6eyIkaWQiOiI2NjIiLCJDb2xvciI6eyIkcmVmIjoiMjAifX0sIk1heFdpZHRoIjoyMDAuMCwiTWF4SGVpZ2h0IjoiSW5maW5pdHkiLCJTbWFydEZvcmVncm91bmRJc0FjdGl2ZSI6ZmFsc2UsIkhvcml6b250YWxBbGlnbm1lbnQiOjAsIlZlcnRpY2FsQWxpZ25tZW50IjowLCJTbWFydEZvcmVncm91bmQiOm51bGwsIkJhY2tncm91bmRGaWxsVHlwZSI6MCwiTWFyZ2luIjp7IiRpZCI6IjY2MyIsIlRvcCI6MC4wLCJMZWZ0IjowLjAsIlJpZ2h0IjowLjAsIkJvdHRvbSI6MC4wfSwiUGFkZGluZyI6eyIkaWQiOiI2NjQiLCJUb3AiOjAuMCwiTGVmdCI6MC4wLCJSaWdodCI6MC4wLCJCb3R0b20iOjAuMH0sIkJhY2tncm91bmQiOnsiJHJlZiI6IjIzIn0sIklzVmlzaWJsZSI6dHJ1ZSwiV2lkdGgiOjAuMCwiSGVpZ2h0IjowLjAsIkJvcmRlclN0eWxlIjp7IiRpZCI6IjY2NSIsIkxpbmVDb2xvciI6bnVsbCwiTGluZVdlaWdodCI6MC4wLCJMaW5lVHlwZSI6MCwiUGFyZW50U3R5bGUiOm51bGx9LCJQYXJlbnRTdHlsZSI6bnVsbH0sIkhvcml6b250YWxDb25uZWN0b3JTdHlsZSI6eyIkaWQiOiI2NjYiLCJMaW5lQ29sb3IiOnsiJHJlZiI6IjI2In0sIkxpbmVXZWlnaHQiOjEuMCwiTGluZVR5cGUiOjAsIlBhcmVudFN0eWxlIjpudWxsfSwiVmVydGljYWxDb25uZWN0b3JTdHlsZSI6eyIkaWQiOiI2Njc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jY4IiwiTWFyZ2luIjp7IiRpZCI6IjY2OSIsIlRvcCI6MC4wLCJMZWZ0Ijo0LjAsIlJpZ2h0Ijo0LjAsIkJvdHRvbSI6MC4wfSwiUGFkZGluZyI6eyIkaWQiOiI2NzAiLCJUb3AiOjAuMCwiTGVmdCI6MC4wLCJSaWdodCI6MC4wLCJCb3R0b20iOjAuMH0sIkJhY2tncm91bmQiOnsiJGlkIjoiNjcxIiwiQ29sb3IiOnsiJGlkIjoiNjcyIiwiQSI6MjU1LCJSIjoxMTYsIkciOjE3MywiQiI6NzN9fSwiSXNWaXNpYmxlIjp0cnVlLCJXaWR0aCI6MC4wLCJIZWlnaHQiOjEzLjQyNjY2NjY2NjY2NjY3NywiQm9yZGVyU3R5bGUiOnsiJGlkIjoiNjczIiwiTGluZUNvbG9yIjp7IiRyZWYiOiIzNyJ9LCJMaW5lV2VpZ2h0IjowLjAsIkxpbmVUeXBlIjowLCJQYXJlbnRTdHlsZSI6bnVsbH0sIlBhcmVudFN0eWxlIjpudWxsfSwiVGl0bGVTdHlsZSI6eyIkaWQiOiI2NzQiLCJGb250U2V0dGluZ3MiOnsiJGlkIjoiNjc1IiwiRm9udFNpemUiOjExLCJGb250TmFtZSI6IkNhbGlicmkiLCJJc0JvbGQiOmZhbHNlLCJJc0l0YWxpYyI6ZmFsc2UsIklzVW5kZXJsaW5lZCI6ZmFsc2UsIlBhcmVudFN0eWxlIjpudWxsfSwiQXV0b1NpemUiOjAsIkZvcmVncm91bmQiOnsiJGlkIjoiNjc2IiwiQ29sb3IiOnsiJGlkIjoiNjc3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Y3OCIsIlRvcCI6MC4wLCJMZWZ0IjowLjAsIlJpZ2h0IjowLjAsIkJvdHRvbSI6MC4wfSwiUGFkZGluZyI6eyIkaWQiOiI2NzkiLCJUb3AiOjAuMCwiTGVmdCI6MC4wLCJSaWdodCI6MC4wLCJCb3R0b20iOjAuMH0sIkJhY2tncm91bmQiOnsiJHJlZiI6IjQ1In0sIklzVmlzaWJsZSI6dHJ1ZSwiV2lkdGgiOjAuMCwiSGVpZ2h0IjowLjAsIkJvcmRlclN0eWxlIjp7IiRpZCI6IjY4MCIsIkxpbmVDb2xvciI6bnVsbCwiTGluZVdlaWdodCI6MC4wLCJMaW5lVHlwZSI6MCwiUGFyZW50U3R5bGUiOm51bGx9LCJQYXJlbnRTdHlsZSI6bnVsbH0sIkRhdGVTdHlsZSI6eyIkaWQiOiI2ODEiLCJGb250U2V0dGluZ3MiOnsiJGlkIjoiNjgyIiwiRm9udFNpemUiOjEwLCJGb250TmFtZSI6IkNhbGlicmkiLCJJc0JvbGQiOmZhbHNlLCJJc0l0YWxpYyI6ZmFsc2UsIklzVW5kZXJsaW5lZCI6ZmFsc2UsIlBhcmVudFN0eWxlIjpudWxsfSwiQXV0b1NpemUiOjAsIkZvcmVncm91bmQiOnsiJGlkIjoiNjgzIiwiQ29sb3IiOnsiJGlkIjoiNj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ODUiLCJUb3AiOjAuMCwiTGVmdCI6MC4wLCJSaWdodCI6MC4wLCJCb3R0b20iOjAuMH0sIlBhZGRpbmciOnsiJGlkIjoiNjg2IiwiVG9wIjowLjAsIkxlZnQiOjAuMCwiUmlnaHQiOjAuMCwiQm90dG9tIjowLjB9LCJCYWNrZ3JvdW5kIjp7IiRyZWYiOiI1MyJ9LCJJc1Zpc2libGUiOnRydWUsIldpZHRoIjowLjAsIkhlaWdodCI6MC4wLCJCb3JkZXJTdHlsZSI6eyIkaWQiOiI2ODciLCJMaW5lQ29sb3IiOm51bGwsIkxpbmVXZWlnaHQiOjAuMCwiTGluZVR5cGUiOjAsIlBhcmVudFN0eWxlIjpudWxsfSwiUGFyZW50U3R5bGUiOm51bGx9LCJEYXRlRm9ybWF0Ijp7IiRpZCI6IjY4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ODkiLCJGb3JtYXQiOjAsIklzVmlzaWJsZSI6ZmFsc2UsIkxhc3RLbm93blZpc2liaWxpdHlTdGF0ZSI6ZmFsc2V9LCJJc1Zpc2libGUiOnRydWUsIlBhcmVudFN0eWxlIjpudWxsfSwiSW5kZXgiOjI2LCJTbWFydER1cmF0aW9uQWN0aXZhdGVkIjpmYWxzZSwiRGF0ZUZvcm1hdCI6eyIkcmVmIjoiNjg4In0sIldlZWtOdW1iZXJpbmciOnsiJGlkIjoiNjkwIiwiRm9ybWF0IjowLCJJc1Zpc2libGUiOmZhbHNlLCJMYXN0S25vd25WaXNpYmlsaXR5U3RhdGUiOmZhbHNlfSwiSWQiOiJjZjI1ZTdjYS1lYjkzLTRiNzUtYjFlZi1kMmRiNzE5MDVhZDUiLCJJbXBvcnRJZCI6bnVsbCwiVGl0bGUiOiJQcm90b3R5cGUiLCJOb3RlIjpudWxsLCJIeXBlcmxpbmsiOnsiJGlkIjoiNjkxIiwiQWRkcmVzcyI6IiIsIlN1YkFkZHJlc3MiOiIifSwiSXNDaGFuZ2VkIjpmYWxzZSwiSXNOZXciOmZhbHNlfX1dLCJfbWlsZXN0b25lcyI6W10sIklkIjoiOWUzMjhhNDctODIxMC00MjU1LWFmODYtNDU1YzA5NjY2YWU1IiwiSXNTaW5nbGVJdGVtUm93IjpmYWxzZX0seyIkaWQiOiI2OTIiLCJfdGFza3MiOlt7IiRpZCI6IjY5MyIsIl9hdHRhY2hlZE1pbGVzdG9uZXMiOltdLCJUYXNrRGVmaW5pdGlvbiI6eyIkaWQiOiI2OTQiLCJHcm91cE5hbWUiOm51bGwsIlN0YXJ0RGF0ZSI6IjIwMTktMDQtMDFUMDA6MDA6MDAiLCJFbmREYXRlIjoiMjAxOS0xMC0yMVQxMTo1OTowMCIsIlBlcmNlbnRhZ2VDb21wbGV0ZSI6bnVsbCwiU3R5bGUiOnsiJGlkIjoiNjk1IiwiU2hhcGUiOjYsIlNoYXBlVGhpY2tuZXNzIjoxLCJEdXJhdGlvbkZvcm1hdCI6MCwiSW5jbHVkZU5vbldvcmtpbmdEYXlzSW5EdXJhdGlvbiI6ZmFsc2UsIlBlcmNlbnRhZ2VDb21wbGV0ZVN0eWxlIjp7IiRpZCI6IjY5NiIsIkZvbnRTZXR0aW5ncyI6eyIkaWQiOiI2OTc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k4IiwiVG9wIjowLjAsIkxlZnQiOjAuMCwiUmlnaHQiOjAuMCwiQm90dG9tIjowLjB9LCJQYWRkaW5nIjp7IiRpZCI6IjY5OSIsIlRvcCI6MC4wLCJMZWZ0IjowLjAsIlJpZ2h0IjowLjAsIkJvdHRvbSI6MC4wfSwiQmFja2dyb3VuZCI6eyIkcmVmIjoiMTQifSwiSXNWaXNpYmxlIjp0cnVlLCJXaWR0aCI6MC4wLCJIZWlnaHQiOjAuMCwiQm9yZGVyU3R5bGUiOnsiJGlkIjoiNzAwIiwiTGluZUNvbG9yIjpudWxsLCJMaW5lV2VpZ2h0IjowLjAsIkxpbmVUeXBlIjowLCJQYXJlbnRTdHlsZSI6bnVsbH0sIlBhcmVudFN0eWxlIjpudWxsfSwiRHVyYXRpb25TdHlsZSI6eyIkaWQiOiI3MDEiLCJGb250U2V0dGluZ3MiOnsiJGlkIjoiNzAyIiwiRm9udFNpemUiOjEwLCJGb250TmFtZSI6IkNhbGlicmkiLCJJc0JvbGQiOmZhbHNlLCJJc0l0YWxpYyI6ZmFsc2UsIklzVW5kZXJsaW5lZCI6ZmFsc2UsIlBhcmVudFN0eWxlIjpudWxsfSwiQXV0b1NpemUiOjAsIkZvcmVncm91bmQiOnsiJGlkIjoiNzAzIiwiQ29sb3IiOnsiJHJlZiI6IjIwIn19LCJNYXhXaWR0aCI6MjAwLjAsIk1heEhlaWdodCI6IkluZmluaXR5IiwiU21hcnRGb3JlZ3JvdW5kSXNBY3RpdmUiOmZhbHNlLCJIb3Jpem9udGFsQWxpZ25tZW50IjowLCJWZXJ0aWNhbEFsaWdubWVudCI6MCwiU21hcnRGb3JlZ3JvdW5kIjpudWxsLCJCYWNrZ3JvdW5kRmlsbFR5cGUiOjAsIk1hcmdpbiI6eyIkaWQiOiI3MDQiLCJUb3AiOjAuMCwiTGVmdCI6MC4wLCJSaWdodCI6MC4wLCJCb3R0b20iOjAuMH0sIlBhZGRpbmciOnsiJGlkIjoiNzA1IiwiVG9wIjowLjAsIkxlZnQiOjAuMCwiUmlnaHQiOjAuMCwiQm90dG9tIjowLjB9LCJCYWNrZ3JvdW5kIjp7IiRyZWYiOiIyMyJ9LCJJc1Zpc2libGUiOnRydWUsIldpZHRoIjowLjAsIkhlaWdodCI6MC4wLCJCb3JkZXJTdHlsZSI6eyIkaWQiOiI3MDYiLCJMaW5lQ29sb3IiOm51bGwsIkxpbmVXZWlnaHQiOjAuMCwiTGluZVR5cGUiOjAsIlBhcmVudFN0eWxlIjpudWxsfSwiUGFyZW50U3R5bGUiOm51bGx9LCJIb3Jpem9udGFsQ29ubmVjdG9yU3R5bGUiOnsiJGlkIjoiNzA3IiwiTGluZUNvbG9yIjp7IiRyZWYiOiIyNiJ9LCJMaW5lV2VpZ2h0IjoxLjAsIkxpbmVUeXBlIjowLCJQYXJlbnRTdHlsZSI6bnVsbH0sIlZlcnRpY2FsQ29ubmVjdG9yU3R5bGUiOnsiJGlkIjoiNzA4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cwOSIsIk1hcmdpbiI6eyIkaWQiOiI3MTAiLCJUb3AiOjAuMCwiTGVmdCI6NC4wLCJSaWdodCI6NC4wLCJCb3R0b20iOjAuMH0sIlBhZGRpbmciOnsiJGlkIjoiNzExIiwiVG9wIjowLjAsIkxlZnQiOjAuMCwiUmlnaHQiOjAuMCwiQm90dG9tIjowLjB9LCJCYWNrZ3JvdW5kIjp7IiRpZCI6IjcxMiIsIkNvbG9yIjp7IiRpZCI6IjcxMyIsIkEiOjI1NSwiUiI6MTE2LCJHIjoxNzMsIkIiOjczfX0sIklzVmlzaWJsZSI6dHJ1ZSwiV2lkdGgiOjAuMCwiSGVpZ2h0IjoxNi4wLCJCb3JkZXJTdHlsZSI6eyIkaWQiOiI3MTQiLCJMaW5lQ29sb3IiOnsiJHJlZiI6IjM3In0sIkxpbmVXZWlnaHQiOjAuMCwiTGluZVR5cGUiOjAsIlBhcmVudFN0eWxlIjpudWxsfSwiUGFyZW50U3R5bGUiOm51bGx9LCJUaXRsZVN0eWxlIjp7IiRpZCI6IjcxNSIsIkZvbnRTZXR0aW5ncyI6eyIkaWQiOiI3MTYiLCJGb250U2l6ZSI6MTEsIkZvbnROYW1lIjoiQ2FsaWJyaSIsIklzQm9sZCI6ZmFsc2UsIklzSXRhbGljIjpmYWxzZSwiSXNVbmRlcmxpbmVkIjpmYWxzZSwiUGFyZW50U3R5bGUiOm51bGx9LCJBdXRvU2l6ZSI6MCwiRm9yZWdyb3VuZCI6eyIkaWQiOiI3MTciLCJDb2xvciI6eyIkaWQiOiI3MTg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zE5IiwiVG9wIjowLjAsIkxlZnQiOjAuMCwiUmlnaHQiOjAuMCwiQm90dG9tIjowLjB9LCJQYWRkaW5nIjp7IiRpZCI6IjcyMCIsIlRvcCI6MC4wLCJMZWZ0IjowLjAsIlJpZ2h0IjowLjAsIkJvdHRvbSI6MC4wfSwiQmFja2dyb3VuZCI6eyIkcmVmIjoiNDUifSwiSXNWaXNpYmxlIjp0cnVlLCJXaWR0aCI6MC4wLCJIZWlnaHQiOjAuMCwiQm9yZGVyU3R5bGUiOnsiJGlkIjoiNzIxIiwiTGluZUNvbG9yIjpudWxsLCJMaW5lV2VpZ2h0IjowLjAsIkxpbmVUeXBlIjowLCJQYXJlbnRTdHlsZSI6bnVsbH0sIlBhcmVudFN0eWxlIjpudWxsfSwiRGF0ZVN0eWxlIjp7IiRpZCI6IjcyMiIsIkZvbnRTZXR0aW5ncyI6eyIkaWQiOiI3MjMiLCJGb250U2l6ZSI6MTAsIkZvbnROYW1lIjoiQ2FsaWJyaSIsIklzQm9sZCI6ZmFsc2UsIklzSXRhbGljIjpmYWxzZSwiSXNVbmRlcmxpbmVkIjpmYWxzZSwiUGFyZW50U3R5bGUiOm51bGx9LCJBdXRvU2l6ZSI6MCwiRm9yZWdyb3VuZCI6eyIkaWQiOiI3MjQiLCJDb2xvciI6eyIkaWQiOiI3Mj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yNiIsIlRvcCI6MC4wLCJMZWZ0IjowLjAsIlJpZ2h0IjowLjAsIkJvdHRvbSI6MC4wfSwiUGFkZGluZyI6eyIkaWQiOiI3MjciLCJUb3AiOjAuMCwiTGVmdCI6MC4wLCJSaWdodCI6MC4wLCJCb3R0b20iOjAuMH0sIkJhY2tncm91bmQiOnsiJHJlZiI6IjUzIn0sIklzVmlzaWJsZSI6dHJ1ZSwiV2lkdGgiOjAuMCwiSGVpZ2h0IjowLjAsIkJvcmRlclN0eWxlIjp7IiRpZCI6IjcyOCIsIkxpbmVDb2xvciI6bnVsbCwiTGluZVdlaWdodCI6MC4wLCJMaW5lVHlwZSI6MCwiUGFyZW50U3R5bGUiOm51bGx9LCJQYXJlbnRTdHlsZSI6bnVsbH0sIkRhdGVGb3JtYXQiOnsiJGlkIjoiNz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zMCIsIkZvcm1hdCI6MCwiSXNWaXNpYmxlIjpmYWxzZSwiTGFzdEtub3duVmlzaWJpbGl0eVN0YXRlIjpmYWxzZX0sIklzVmlzaWJsZSI6dHJ1ZSwiUGFyZW50U3R5bGUiOm51bGx9LCJJbmRleCI6MjcsIlNtYXJ0RHVyYXRpb25BY3RpdmF0ZWQiOmZhbHNlLCJEYXRlRm9ybWF0Ijp7IiRyZWYiOiI3MjkifSwiV2Vla051bWJlcmluZyI6eyIkaWQiOiI3MzEiLCJGb3JtYXQiOjAsIklzVmlzaWJsZSI6ZmFsc2UsIkxhc3RLbm93blZpc2liaWxpdHlTdGF0ZSI6ZmFsc2V9LCJJZCI6IjU0NmRjMzMyLTNkNzQtNDY0YS04ZWY2LWE0ZTZlNTNmMzZlYSIsIkltcG9ydElkIjpudWxsLCJUaXRsZSI6IkRldmVsb3BtZW50IFBoYXNlIEkiLCJOb3RlIjpudWxsLCJIeXBlcmxpbmsiOnsiJGlkIjoiNzMyIiwiQWRkcmVzcyI6IiIsIlN1YkFkZHJlc3MiOiIifSwiSXNDaGFuZ2VkIjpmYWxzZSwiSXNOZXciOmZhbHNlfX1dLCJfbWlsZXN0b25lcyI6W10sIklkIjoiMDAwMDAwMDAtMDAwMC0wMDAwLTAwMDAtMDAwMDAwMDAwMDAwIiwiSXNTaW5nbGVJdGVtUm93Ijp0cnVlfSx7IiRpZCI6IjczMyIsIl90YXNrcyI6W3siJGlkIjoiNzM0IiwiX2F0dGFjaGVkTWlsZXN0b25lcyI6W10sIlRhc2tEZWZpbml0aW9uIjp7IiRpZCI6IjczNSIsIkdyb3VwTmFtZSI6bnVsbCwiU3RhcnREYXRlIjoiMjAxOS0wOC0yMVQwMDowMDowMCIsIkVuZERhdGUiOiIyMDE5LTEwLTIxVDExOjU5OjAwIiwiUGVyY2VudGFnZUNvbXBsZXRlIjpudWxsLCJTdHlsZSI6eyIkaWQiOiI3MzYiLCJTaGFwZSI6NiwiU2hhcGVUaGlja25lc3MiOjEsIkR1cmF0aW9uRm9ybWF0IjowLCJJbmNsdWRlTm9uV29ya2luZ0RheXNJbkR1cmF0aW9uIjpmYWxzZSwiUGVyY2VudGFnZUNvbXBsZXRlU3R5bGUiOnsiJGlkIjoiNzM3IiwiRm9udFNldHRpbmdzIjp7IiRpZCI6Ijcz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3MzkiLCJUb3AiOjAuMCwiTGVmdCI6MC4wLCJSaWdodCI6MC4wLCJCb3R0b20iOjAuMH0sIlBhZGRpbmciOnsiJGlkIjoiNzQwIiwiVG9wIjowLjAsIkxlZnQiOjAuMCwiUmlnaHQiOjAuMCwiQm90dG9tIjowLjB9LCJCYWNrZ3JvdW5kIjp7IiRyZWYiOiIxNCJ9LCJJc1Zpc2libGUiOnRydWUsIldpZHRoIjowLjAsIkhlaWdodCI6MC4wLCJCb3JkZXJTdHlsZSI6eyIkaWQiOiI3NDEiLCJMaW5lQ29sb3IiOm51bGwsIkxpbmVXZWlnaHQiOjAuMCwiTGluZVR5cGUiOjAsIlBhcmVudFN0eWxlIjpudWxsfSwiUGFyZW50U3R5bGUiOm51bGx9LCJEdXJhdGlvblN0eWxlIjp7IiRpZCI6Ijc0MiIsIkZvbnRTZXR0aW5ncyI6eyIkaWQiOiI3NDMiLCJGb250U2l6ZSI6MTAsIkZvbnROYW1lIjoiQ2FsaWJyaSIsIklzQm9sZCI6ZmFsc2UsIklzSXRhbGljIjpmYWxzZSwiSXNVbmRlcmxpbmVkIjpmYWxzZSwiUGFyZW50U3R5bGUiOm51bGx9LCJBdXRvU2l6ZSI6MCwiRm9yZWdyb3VuZCI6eyIkaWQiOiI3NDQiLCJDb2xvciI6eyIkcmVmIjoiMjAifX0sIk1heFdpZHRoIjoyMDAuMCwiTWF4SGVpZ2h0IjoiSW5maW5pdHkiLCJTbWFydEZvcmVncm91bmRJc0FjdGl2ZSI6ZmFsc2UsIkhvcml6b250YWxBbGlnbm1lbnQiOjAsIlZlcnRpY2FsQWxpZ25tZW50IjowLCJTbWFydEZvcmVncm91bmQiOm51bGwsIkJhY2tncm91bmRGaWxsVHlwZSI6MCwiTWFyZ2luIjp7IiRpZCI6Ijc0NSIsIlRvcCI6MC4wLCJMZWZ0IjowLjAsIlJpZ2h0IjowLjAsIkJvdHRvbSI6MC4wfSwiUGFkZGluZyI6eyIkaWQiOiI3NDYiLCJUb3AiOjAuMCwiTGVmdCI6MC4wLCJSaWdodCI6MC4wLCJCb3R0b20iOjAuMH0sIkJhY2tncm91bmQiOnsiJHJlZiI6IjIzIn0sIklzVmlzaWJsZSI6dHJ1ZSwiV2lkdGgiOjAuMCwiSGVpZ2h0IjowLjAsIkJvcmRlclN0eWxlIjp7IiRpZCI6Ijc0NyIsIkxpbmVDb2xvciI6bnVsbCwiTGluZVdlaWdodCI6MC4wLCJMaW5lVHlwZSI6MCwiUGFyZW50U3R5bGUiOm51bGx9LCJQYXJlbnRTdHlsZSI6bnVsbH0sIkhvcml6b250YWxDb25uZWN0b3JTdHlsZSI6eyIkaWQiOiI3NDgiLCJMaW5lQ29sb3IiOnsiJHJlZiI6IjI2In0sIkxpbmVXZWlnaHQiOjEuMCwiTGluZVR5cGUiOjAsIlBhcmVudFN0eWxlIjpudWxsfSwiVmVydGljYWxDb25uZWN0b3JTdHlsZSI6eyIkaWQiOiI3ND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zUwIiwiTWFyZ2luIjp7IiRpZCI6Ijc1MSIsIlRvcCI6MC4wLCJMZWZ0Ijo0LjAsIlJpZ2h0Ijo0LjAsIkJvdHRvbSI6MC4wfSwiUGFkZGluZyI6eyIkaWQiOiI3NTIiLCJUb3AiOjAuMCwiTGVmdCI6MC4wLCJSaWdodCI6MC4wLCJCb3R0b20iOjAuMH0sIkJhY2tncm91bmQiOnsiJGlkIjoiNzUzIiwiQ29sb3IiOnsiJGlkIjoiNzU0IiwiQSI6MjU1LCJSIjoxMTYsIkciOjE3MywiQiI6NzN9fSwiSXNWaXNpYmxlIjp0cnVlLCJXaWR0aCI6MC4wLCJIZWlnaHQiOjE2LjAsIkJvcmRlclN0eWxlIjp7IiRpZCI6Ijc1NSIsIkxpbmVDb2xvciI6eyIkcmVmIjoiMzcifSwiTGluZVdlaWdodCI6MC4wLCJMaW5lVHlwZSI6MCwiUGFyZW50U3R5bGUiOm51bGx9LCJQYXJlbnRTdHlsZSI6bnVsbH0sIlRpdGxlU3R5bGUiOnsiJGlkIjoiNzU2IiwiRm9udFNldHRpbmdzIjp7IiRpZCI6Ijc1NyIsIkZvbnRTaXplIjoxMSwiRm9udE5hbWUiOiJDYWxpYnJpIiwiSXNCb2xkIjpmYWxzZSwiSXNJdGFsaWMiOmZhbHNlLCJJc1VuZGVybGluZWQiOmZhbHNlLCJQYXJlbnRTdHlsZSI6bnVsbH0sIkF1dG9TaXplIjowLCJGb3JlZ3JvdW5kIjp7IiRpZCI6Ijc1OCIsIkNvbG9yIjp7IiRpZCI6Ijc1OS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3NjAiLCJUb3AiOjAuMCwiTGVmdCI6MC4wLCJSaWdodCI6MC4wLCJCb3R0b20iOjAuMH0sIlBhZGRpbmciOnsiJGlkIjoiNzYxIiwiVG9wIjowLjAsIkxlZnQiOjAuMCwiUmlnaHQiOjAuMCwiQm90dG9tIjowLjB9LCJCYWNrZ3JvdW5kIjp7IiRyZWYiOiI0NSJ9LCJJc1Zpc2libGUiOnRydWUsIldpZHRoIjowLjAsIkhlaWdodCI6MC4wLCJCb3JkZXJTdHlsZSI6eyIkaWQiOiI3NjIiLCJMaW5lQ29sb3IiOm51bGwsIkxpbmVXZWlnaHQiOjAuMCwiTGluZVR5cGUiOjAsIlBhcmVudFN0eWxlIjpudWxsfSwiUGFyZW50U3R5bGUiOm51bGx9LCJEYXRlU3R5bGUiOnsiJGlkIjoiNzYzIiwiRm9udFNldHRpbmdzIjp7IiRpZCI6Ijc2NCIsIkZvbnRTaXplIjoxMCwiRm9udE5hbWUiOiJDYWxpYnJpIiwiSXNCb2xkIjpmYWxzZSwiSXNJdGFsaWMiOmZhbHNlLCJJc1VuZGVybGluZWQiOmZhbHNlLCJQYXJlbnRTdHlsZSI6bnVsbH0sIkF1dG9TaXplIjowLCJGb3JlZ3JvdW5kIjp7IiRpZCI6Ijc2NSIsIkNvbG9yIjp7IiRpZCI6Ijc2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Y3IiwiVG9wIjowLjAsIkxlZnQiOjAuMCwiUmlnaHQiOjAuMCwiQm90dG9tIjowLjB9LCJQYWRkaW5nIjp7IiRpZCI6Ijc2OCIsIlRvcCI6MC4wLCJMZWZ0IjowLjAsIlJpZ2h0IjowLjAsIkJvdHRvbSI6MC4wfSwiQmFja2dyb3VuZCI6eyIkcmVmIjoiNTMifSwiSXNWaXNpYmxlIjp0cnVlLCJXaWR0aCI6MC4wLCJIZWlnaHQiOjAuMCwiQm9yZGVyU3R5bGUiOnsiJGlkIjoiNzY5IiwiTGluZUNvbG9yIjpudWxsLCJMaW5lV2VpZ2h0IjowLjAsIkxpbmVUeXBlIjowLCJQYXJlbnRTdHlsZSI6bnVsbH0sIlBhcmVudFN0eWxlIjpudWxsfSwiRGF0ZUZvcm1hdCI6eyIkaWQiOiI3Nz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cxIiwiRm9ybWF0IjowLCJJc1Zpc2libGUiOmZhbHNlLCJMYXN0S25vd25WaXNpYmlsaXR5U3RhdGUiOmZhbHNlfSwiSXNWaXNpYmxlIjp0cnVlLCJQYXJlbnRTdHlsZSI6bnVsbH0sIkluZGV4IjoyOCwiU21hcnREdXJhdGlvbkFjdGl2YXRlZCI6ZmFsc2UsIkRhdGVGb3JtYXQiOnsiJHJlZiI6Ijc3MCJ9LCJXZWVrTnVtYmVyaW5nIjp7IiRpZCI6Ijc3MiIsIkZvcm1hdCI6MCwiSXNWaXNpYmxlIjpmYWxzZSwiTGFzdEtub3duVmlzaWJpbGl0eVN0YXRlIjpmYWxzZX0sIklkIjoiN2Q5NjA5NjktZGRmYy00ZGZlLWE4MzEtNzIzMTQ5YzE4NDJlIiwiSW1wb3J0SWQiOm51bGwsIlRpdGxlIjoiRGV2ZWxvcG1lbnQgUGhhc2UgSUkiLCJOb3RlIjpudWxsLCJIeXBlcmxpbmsiOnsiJGlkIjoiNzczIiwiQWRkcmVzcyI6IiIsIlN1YkFkZHJlc3MiOiIifSwiSXNDaGFuZ2VkIjpmYWxzZSwiSXNOZXciOmZhbHNlfX1dLCJfbWlsZXN0b25lcyI6W10sIklkIjoiMDAwMDAwMDAtMDAwMC0wMDAwLTAwMDAtMDAwMDAwMDAwMDAwIiwiSXNTaW5nbGVJdGVtUm93Ijp0cnVlfSx7IiRpZCI6Ijc3NCIsIl90YXNrcyI6W10sIl9taWxlc3RvbmVzIjpbeyIkaWQiOiI3NzUiLCJJZCI6IjI2YzU2OWMwLTFlNmEtNDdiOC1iOWJiLTYyMTkwNjhkYzA4ZSIsIkluZGV4IjoyOSwiR3JvdXBJZCI6ImI5Y2NmYTVmLTdjOWQtNDUzMy1iODk5LTM1MjliMTIzY2QyZiIsIlRpdGxlIjoiUlRXIERlcGxveW1lbnQiLCJEYXRlVGltZSI6IjIwMTktMTAtMTlUMTE6NTk6MDAiLCJQZXJjZW50YWdlQ29tcGxldGUiOm51bGwsIk5vdGUiOm51bGwsIlN0eWxlIjp7IiRpZCI6Ijc3NiIsIlRpdGxlUG9zaXRpb24iOiJSaWdodCIsIkRhdGVQb3NpdGlvbiI6IkxlZnQiLCJTaGFwZVR5cGUiOjEsIlNoYXBlU2l6ZSI6MCwiU2hhcGVTdHlsZSI6eyIkaWQiOiI3NzciLCJNYXJnaW4iOnsiJHJlZiI6IjI3NiJ9LCJQYWRkaW5nIjp7IiRyZWYiOiIyNzcifSwiQmFja2dyb3VuZCI6eyIkaWQiOiI3NzgiLCJDb2xvciI6eyIkaWQiOiI3NzkiLCJBIjoyNTUsIlIiOjU3LCJHIjoxMTQsIkIiOjE4fX0sIklzVmlzaWJsZSI6dHJ1ZSwiV2lkdGgiOjEyLjAsIkhlaWdodCI6MTQuMCwiQm9yZGVyU3R5bGUiOnsiJGlkIjoiNzgwIiwiTGluZUNvbG9yIjp7IiRyZWYiOiIyODEifSwiTGluZVdlaWdodCI6MC4wLCJMaW5lVHlwZSI6MCwiUGFyZW50U3R5bGUiOm51bGx9LCJQYXJlbnRTdHlsZSI6bnVsbH0sIlRpdGxlU3R5bGUiOnsiJGlkIjoiNzgxIiwiRm9udFNldHRpbmdzIjp7IiRpZCI6Ijc4MiIsIkZvbnRTaXplIjoxMSwiRm9udE5hbWUiOiJDYWxpYnJpIiwiSXNCb2xkIjp0cnVlLCJJc0l0YWxpYyI6ZmFsc2UsIklzVW5kZXJsaW5lZCI6ZmFsc2UsIlBhcmVudFN0eWxlIjpudWxsfSwiQXV0b1NpemUiOjAsIkZvcmVncm91bmQiOnsiJGlkIjoiNzgzIiwiQ29sb3IiOnsiJGlkIjoiNzg0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zg1IiwiRm9udFNldHRpbmdzIjp7IiRpZCI6Ijc4NiIsIkZvbnRTaXplIjoxMCwiRm9udE5hbWUiOiJDYWxpYnJpIiwiSXNCb2xkIjpmYWxzZSwiSXNJdGFsaWMiOmZhbHNlLCJJc1VuZGVybGluZWQiOmZhbHNlLCJQYXJlbnRTdHlsZSI6bnVsbH0sIkF1dG9TaXplIjowLCJGb3JlZ3JvdW5kIjp7IiRpZCI6Ijc4NyIsIkNvbG9yIjp7IiRpZCI6Ijc4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c4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TAiLCJGb3JtYXQiOjAsIklzVmlzaWJsZSI6ZmFsc2UsIkxhc3RLbm93blZpc2liaWxpdHlTdGF0ZSI6ZmFsc2V9LCJJc1Zpc2libGUiOnRydWUsIlBhcmVudFN0eWxlIjpudWxsfSwiSHlwZXJsaW5rIjp7IiRpZCI6Ijc5MSIsIkFkZHJlc3MiOiIiLCJTdWJBZGRyZXNzIjoiIn0sIkltcG9ydElkIjoiIn0seyIkaWQiOiI3OTIiLCJJZCI6IjJiNjg4MGYxLTQ5YzYtNDIxNC1iNjEyLTllYzhkZGY1MzQzZSIsIkluZGV4IjozMCwiR3JvdXBJZCI6ImI5Y2NmYTVmLTdjOWQtNDUzMy1iODk5LTM1MjliMTIzY2QyZiIsIlRpdGxlIjoiUkMgUGlsb3QgRGVwbG95bWVudCIsIkRhdGVUaW1lIjoiMjAxOS0wOC0yNFQxMTo1OTowMCIsIlBlcmNlbnRhZ2VDb21wbGV0ZSI6bnVsbCwiTm90ZSI6bnVsbCwiU3R5bGUiOnsiJGlkIjoiNzkzIiwiVGl0bGVQb3NpdGlvbiI6IlJpZ2h0IiwiRGF0ZVBvc2l0aW9uIjoiTGVmdCIsIlNoYXBlVHlwZSI6MSwiU2hhcGVTaXplIjowLCJTaGFwZVN0eWxlIjp7IiRpZCI6Ijc5NCIsIk1hcmdpbiI6eyIkcmVmIjoiMjc2In0sIlBhZGRpbmciOnsiJHJlZiI6IjI3NyJ9LCJCYWNrZ3JvdW5kIjp7IiRpZCI6Ijc5NSIsIkNvbG9yIjp7IiRpZCI6Ijc5NiIsIkEiOjI1NSwiUiI6NTcsIkciOjExNCwiQiI6MTh9fSwiSXNWaXNpYmxlIjp0cnVlLCJXaWR0aCI6MTIuMCwiSGVpZ2h0IjoxNC4wLCJCb3JkZXJTdHlsZSI6eyIkaWQiOiI3OTciLCJMaW5lQ29sb3IiOnsiJHJlZiI6IjI4MSJ9LCJMaW5lV2VpZ2h0IjowLjAsIkxpbmVUeXBlIjowLCJQYXJlbnRTdHlsZSI6bnVsbH0sIlBhcmVudFN0eWxlIjpudWxsfSwiVGl0bGVTdHlsZSI6eyIkaWQiOiI3OTgiLCJGb250U2V0dGluZ3MiOnsiJGlkIjoiNzk5IiwiRm9udFNpemUiOjExLCJGb250TmFtZSI6IkNhbGlicmkiLCJJc0JvbGQiOnRydWUsIklzSXRhbGljIjpmYWxzZSwiSXNVbmRlcmxpbmVkIjpmYWxzZSwiUGFyZW50U3R5bGUiOm51bGx9LCJBdXRvU2l6ZSI6MCwiRm9yZWdyb3VuZCI6eyIkaWQiOiI4MDAiLCJDb2xvciI6eyIkaWQiOiI4MDE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4MDIiLCJGb250U2V0dGluZ3MiOnsiJGlkIjoiODAzIiwiRm9udFNpemUiOjEwLCJGb250TmFtZSI6IkNhbGlicmkiLCJJc0JvbGQiOmZhbHNlLCJJc0l0YWxpYyI6ZmFsc2UsIklzVW5kZXJsaW5lZCI6ZmFsc2UsIlBhcmVudFN0eWxlIjpudWxsfSwiQXV0b1NpemUiOjAsIkZvcmVncm91bmQiOnsiJGlkIjoiODA0IiwiQ29sb3IiOnsiJGlkIjoiODA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OD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wNyIsIkZvcm1hdCI6MCwiSXNWaXNpYmxlIjpmYWxzZSwiTGFzdEtub3duVmlzaWJpbGl0eVN0YXRlIjpmYWxzZX0sIklzVmlzaWJsZSI6dHJ1ZSwiUGFyZW50U3R5bGUiOm51bGx9LCJIeXBlcmxpbmsiOnsiJGlkIjoiODA4IiwiQWRkcmVzcyI6IiIsIlN1YkFkZHJlc3MiOiIifSwiSW1wb3J0SWQiOiIifV0sIklkIjoiYjljY2ZhNWYtN2M5ZC00NTMzLWI4OTktMzUyOWIxMjNjZDJmIiwiSXNTaW5nbGVJdGVtUm93IjpmYWxzZX0seyIkaWQiOiI4MDkiLCJfdGFza3MiOlt7IiRpZCI6IjgxMCIsIl9hdHRhY2hlZE1pbGVzdG9uZXMiOltdLCJUYXNrRGVmaW5pdGlvbiI6eyIkaWQiOiI4MTEiLCJHcm91cE5hbWUiOm51bGwsIlN0YXJ0RGF0ZSI6IjIwMTktMTEtMDFUMDA6MDA6MDAiLCJFbmREYXRlIjoiMjAxOS0xMi0yMlQxMTo1OTowMCIsIlBlcmNlbnRhZ2VDb21wbGV0ZSI6bnVsbCwiU3R5bGUiOnsiJGlkIjoiODEyIiwiU2hhcGUiOjMsIlNoYXBlVGhpY2tuZXNzIjowLCJEdXJhdGlvbkZvcm1hdCI6MCwiSW5jbHVkZU5vbldvcmtpbmdEYXlzSW5EdXJhdGlvbiI6ZmFsc2UsIlBlcmNlbnRhZ2VDb21wbGV0ZVN0eWxlIjp7IiRpZCI6IjgxMyIsIkZvbnRTZXR0aW5ncyI6eyIkaWQiOiI4M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ODE1IiwiVG9wIjowLjAsIkxlZnQiOjAuMCwiUmlnaHQiOjAuMCwiQm90dG9tIjowLjB9LCJQYWRkaW5nIjp7IiRpZCI6IjgxNiIsIlRvcCI6MC4wLCJMZWZ0IjowLjAsIlJpZ2h0IjowLjAsIkJvdHRvbSI6MC4wfSwiQmFja2dyb3VuZCI6eyIkcmVmIjoiMTQifSwiSXNWaXNpYmxlIjp0cnVlLCJXaWR0aCI6MC4wLCJIZWlnaHQiOjAuMCwiQm9yZGVyU3R5bGUiOnsiJGlkIjoiODE3IiwiTGluZUNvbG9yIjpudWxsLCJMaW5lV2VpZ2h0IjowLjAsIkxpbmVUeXBlIjowLCJQYXJlbnRTdHlsZSI6bnVsbH0sIlBhcmVudFN0eWxlIjpudWxsfSwiRHVyYXRpb25TdHlsZSI6eyIkaWQiOiI4MTgiLCJGb250U2V0dGluZ3MiOnsiJGlkIjoiODE5IiwiRm9udFNpemUiOjEwLCJGb250TmFtZSI6IkNhbGlicmkiLCJJc0JvbGQiOmZhbHNlLCJJc0l0YWxpYyI6ZmFsc2UsIklzVW5kZXJsaW5lZCI6ZmFsc2UsIlBhcmVudFN0eWxlIjpudWxsfSwiQXV0b1NpemUiOjAsIkZvcmVncm91bmQiOnsiJGlkIjoiODIwIiwiQ29sb3IiOnsiJHJlZiI6IjIwIn19LCJNYXhXaWR0aCI6MjAwLjAsIk1heEhlaWdodCI6IkluZmluaXR5IiwiU21hcnRGb3JlZ3JvdW5kSXNBY3RpdmUiOmZhbHNlLCJIb3Jpem9udGFsQWxpZ25tZW50IjowLCJWZXJ0aWNhbEFsaWdubWVudCI6MCwiU21hcnRGb3JlZ3JvdW5kIjpudWxsLCJCYWNrZ3JvdW5kRmlsbFR5cGUiOjAsIk1hcmdpbiI6eyIkaWQiOiI4MjEiLCJUb3AiOjAuMCwiTGVmdCI6MC4wLCJSaWdodCI6MC4wLCJCb3R0b20iOjAuMH0sIlBhZGRpbmciOnsiJGlkIjoiODIyIiwiVG9wIjowLjAsIkxlZnQiOjAuMCwiUmlnaHQiOjAuMCwiQm90dG9tIjowLjB9LCJCYWNrZ3JvdW5kIjp7IiRyZWYiOiIyMyJ9LCJJc1Zpc2libGUiOnRydWUsIldpZHRoIjowLjAsIkhlaWdodCI6MC4wLCJCb3JkZXJTdHlsZSI6eyIkaWQiOiI4MjMiLCJMaW5lQ29sb3IiOm51bGwsIkxpbmVXZWlnaHQiOjAuMCwiTGluZVR5cGUiOjAsIlBhcmVudFN0eWxlIjpudWxsfSwiUGFyZW50U3R5bGUiOm51bGx9LCJIb3Jpem9udGFsQ29ubmVjdG9yU3R5bGUiOnsiJGlkIjoiODI0IiwiTGluZUNvbG9yIjp7IiRyZWYiOiIyNiJ9LCJMaW5lV2VpZ2h0IjoxLjAsIkxpbmVUeXBlIjowLCJQYXJlbnRTdHlsZSI6bnVsbH0sIlZlcnRpY2FsQ29ubmVjdG9yU3R5bGUiOnsiJGlkIjoiODI1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gyNiIsIk1hcmdpbiI6eyIkaWQiOiI4MjciLCJUb3AiOjAuMCwiTGVmdCI6NC4wLCJSaWdodCI6NC4wLCJCb3R0b20iOjAuMH0sIlBhZGRpbmciOnsiJGlkIjoiODI4IiwiVG9wIjowLjAsIkxlZnQiOjAuMCwiUmlnaHQiOjAuMCwiQm90dG9tIjowLjB9LCJCYWNrZ3JvdW5kIjp7IiRpZCI6IjgyOSIsIkNvbG9yIjp7IiRpZCI6IjgzMCIsIkEiOjI1NSwiUiI6MTE2LCJHIjoxNzMsIkIiOjczfX0sIklzVmlzaWJsZSI6dHJ1ZSwiV2lkdGgiOjAuMCwiSGVpZ2h0IjoxMy40MjY2NjY2NjY2NjY2NzcsIkJvcmRlclN0eWxlIjp7IiRpZCI6IjgzMSIsIkxpbmVDb2xvciI6eyIkcmVmIjoiMzcifSwiTGluZVdlaWdodCI6MC4wLCJMaW5lVHlwZSI6MCwiUGFyZW50U3R5bGUiOm51bGx9LCJQYXJlbnRTdHlsZSI6bnVsbH0sIlRpdGxlU3R5bGUiOnsiJGlkIjoiODMyIiwiRm9udFNldHRpbmdzIjp7IiRpZCI6IjgzMyIsIkZvbnRTaXplIjoxMSwiRm9udE5hbWUiOiJDYWxpYnJpIiwiSXNCb2xkIjpmYWxzZSwiSXNJdGFsaWMiOmZhbHNlLCJJc1VuZGVybGluZWQiOmZhbHNlLCJQYXJlbnRTdHlsZSI6bnVsbH0sIkF1dG9TaXplIjowLCJGb3JlZ3JvdW5kIjp7IiRpZCI6IjgzNCIsIkNvbG9yIjp7IiRpZCI6IjgzNSIsIkEiOjI1NSwiUiI6MjU1LCJHIjoyNTUsIkIiOjI1NX19LCJNYXhXaWR0aCI6NzIwLjAsIk1heEhlaWdodCI6IkluZmluaXR5IiwiU21hcnRGb3JlZ3JvdW5kSXNBY3RpdmUiOmZhbHNlLCJIb3Jpem9udGFsQWxpZ25tZW50IjoxLCJWZXJ0aWNhbEFsaWdubWVudCI6MCwiU21hcnRGb3JlZ3JvdW5kIjpudWxsLCJCYWNrZ3JvdW5kRmlsbFR5cGUiOjAsIk1hcmdpbiI6eyIkaWQiOiI4MzYiLCJUb3AiOjAuMCwiTGVmdCI6MC4wLCJSaWdodCI6MC4wLCJCb3R0b20iOjAuMH0sIlBhZGRpbmciOnsiJGlkIjoiODM3IiwiVG9wIjowLjAsIkxlZnQiOjAuMCwiUmlnaHQiOjAuMCwiQm90dG9tIjowLjB9LCJCYWNrZ3JvdW5kIjp7IiRyZWYiOiI0NSJ9LCJJc1Zpc2libGUiOnRydWUsIldpZHRoIjowLjAsIkhlaWdodCI6MC4wLCJCb3JkZXJTdHlsZSI6eyIkaWQiOiI4MzgiLCJMaW5lQ29sb3IiOm51bGwsIkxpbmVXZWlnaHQiOjAuMCwiTGluZVR5cGUiOjAsIlBhcmVudFN0eWxlIjpudWxsfSwiUGFyZW50U3R5bGUiOm51bGx9LCJEYXRlU3R5bGUiOnsiJGlkIjoiODM5IiwiRm9udFNldHRpbmdzIjp7IiRpZCI6Ijg0MCIsIkZvbnRTaXplIjoxMCwiRm9udE5hbWUiOiJDYWxpYnJpIiwiSXNCb2xkIjpmYWxzZSwiSXNJdGFsaWMiOmZhbHNlLCJJc1VuZGVybGluZWQiOmZhbHNlLCJQYXJlbnRTdHlsZSI6bnVsbH0sIkF1dG9TaXplIjowLCJGb3JlZ3JvdW5kIjp7IiRpZCI6Ijg0MSIsIkNvbG9yIjp7IiRpZCI6Ijg0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zIiwiVG9wIjowLjAsIkxlZnQiOjAuMCwiUmlnaHQiOjAuMCwiQm90dG9tIjowLjB9LCJQYWRkaW5nIjp7IiRpZCI6Ijg0NCIsIlRvcCI6MC4wLCJMZWZ0IjowLjAsIlJpZ2h0IjowLjAsIkJvdHRvbSI6MC4wfSwiQmFja2dyb3VuZCI6eyIkcmVmIjoiNTMifSwiSXNWaXNpYmxlIjp0cnVlLCJXaWR0aCI6MC4wLCJIZWlnaHQiOjAuMCwiQm9yZGVyU3R5bGUiOnsiJGlkIjoiODQ1IiwiTGluZUNvbG9yIjpudWxsLCJMaW5lV2VpZ2h0IjowLjAsIkxpbmVUeXBlIjowLCJQYXJlbnRTdHlsZSI6bnVsbH0sIlBhcmVudFN0eWxlIjpudWxsfSwiRGF0ZUZvcm1hdCI6eyIkaWQiOiI4ND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Q3IiwiRm9ybWF0IjowLCJJc1Zpc2libGUiOmZhbHNlLCJMYXN0S25vd25WaXNpYmlsaXR5U3RhdGUiOmZhbHNlfSwiSXNWaXNpYmxlIjp0cnVlLCJQYXJlbnRTdHlsZSI6bnVsbH0sIkluZGV4IjozMSwiU21hcnREdXJhdGlvbkFjdGl2YXRlZCI6ZmFsc2UsIkRhdGVGb3JtYXQiOnsiJHJlZiI6Ijg0NiJ9LCJXZWVrTnVtYmVyaW5nIjp7IiRpZCI6Ijg0OCIsIkZvcm1hdCI6MCwiSXNWaXNpYmxlIjpmYWxzZSwiTGFzdEtub3duVmlzaWJpbGl0eVN0YXRlIjpmYWxzZX0sIklkIjoiZjhhMGM5ZWItODE3YS00OWZjLTg5NTYtOTgyOWIzOGM0Yjc4IiwiSW1wb3J0SWQiOm51bGwsIlRpdGxlIjoiVjIgRGV2ZWxvcG1lbnQgQmVnaW5zIiwiTm90ZSI6bnVsbCwiSHlwZXJsaW5rIjp7IiRpZCI6Ijg0OSIsIkFkZHJlc3MiOiIiLCJTdWJBZGRyZXNzIjoiIn0sIklzQ2hhbmdlZCI6ZmFsc2UsIklzTmV3IjpmYWxzZX19XSwiX21pbGVzdG9uZXMiOltdLCJJZCI6IjAwMDAwMDAwLTAwMDAtMDAwMC0wMDAwLTAwMDAwMDAwMDAwMCIsIklzU2luZ2xlSXRlbVJvdyI6dHJ1ZX1dLCJJbmRleCI6MCwiSWQiOiJlNzE5MTVmMS1mYmQ4LTQ2MjgtOTgyYy1kM2EyYTgxYjZlMmEiLCJIZWFkZXJUZXh0IjpudWxsLCJJc0RlZmF1bHQiOnRydWUsIlN0eWxlIjp7IiRpZCI6Ijg1MCIsIkhlYWRlclN0eWxlIjp7IiRpZCI6Ijg1MSIsIlRleHRTdHlsZSI6eyIkaWQiOiI4NTIiLCJGb250U2V0dGluZ3MiOnsiJGlkIjoiODUzIiwiRm9udFNpemUiOjExLCJGb250TmFtZSI6IkNhbGlicmkiLCJJc0JvbGQiOmZhbHNlLCJJc0l0YWxpYyI6ZmFsc2UsIklzVW5kZXJsaW5lZCI6ZmFsc2UsIlBhcmVudFN0eWxlIjpudWxsfSwiQXV0b1NpemUiOjIsIkZvcmVncm91bmQiOnsiJGlkIjoiODU0IiwiQ29sb3IiOnsiJGlkIjoiODU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DU2IiwiVG9wIjowLjAsIkxlZnQiOjAuMCwiUmlnaHQiOjAuMCwiQm90dG9tIjowLjB9LCJQYWRkaW5nIjp7IiRpZCI6Ijg1NyIsIlRvcCI6MC4wLCJMZWZ0IjowLjAsIlJpZ2h0IjowLjAsIkJvdHRvbSI6MC4wfSwiQmFja2dyb3VuZCI6bnVsbCwiSXNWaXNpYmxlIjp0cnVlLCJXaWR0aCI6MC4wLCJIZWlnaHQiOjAuMCwiQm9yZGVyU3R5bGUiOm51bGwsIlBhcmVudFN0eWxlIjpudWxsfSwiUmVjdGFuZ2xlU3R5bGUiOnsiJGlkIjoiODU4IiwiTWFyZ2luIjp7IiRpZCI6Ijg1OSIsIlRvcCI6MC4wLCJMZWZ0IjowLjAsIlJpZ2h0IjowLjAsIkJvdHRvbSI6MC4wfSwiUGFkZGluZyI6eyIkaWQiOiI4NjAiLCJUb3AiOjAuMCwiTGVmdCI6MC4wLCJSaWdodCI6MC4wLCJCb3R0b20iOjAuMH0sIkJhY2tncm91bmQiOnsiJGlkIjoiODYxIiwiQ29sb3IiOnsiJGlkIjoiODYyIiwiQSI6NjMsIlIiOjExMiwiRyI6MTczLCJCIjo3MX19LCJJc1Zpc2libGUiOnRydWUsIldpZHRoIjowLjAsIkhlaWdodCI6MC4wLCJCb3JkZXJTdHlsZSI6eyIkaWQiOiI4NjMiLCJMaW5lQ29sb3IiOnsiJGlkIjoiODY0IiwiJHR5cGUiOiJOTFJFLkNvbW1vbi5Eb20uU29saWRDb2xvckJydXNoLCBOTFJFLkNvbW1vbiIsIkNvbG9yIjp7IiRpZCI6Ijg2NSIsIkEiOjI1NSwiUiI6MjU1LCJHIjowLCJCIjowfX0sIkxpbmVXZWlnaHQiOjAuMCwiTGluZVR5cGUiOjAsIlBhcmVudFN0eWxlIjpudWxsfSwiUGFyZW50U3R5bGUiOm51bGx9LCJNYXJnaW4iOnsiJGlkIjoiODY2IiwiVG9wIjowLjAsIkxlZnQiOjAuMCwiUmlnaHQiOjAuMCwiQm90dG9tIjowLjB9LCJQYWRkaW5nIjp7IiRpZCI6Ijg2NyIsIlRvcCI6MC4wLCJMZWZ0IjowLjAsIlJpZ2h0IjowLjAsIkJvdHRvbSI6MC4wfSwiQmFja2dyb3VuZCI6bnVsbCwiSXNWaXNpYmxlIjp0cnVlLCJXaWR0aCI6MC4wLCJIZWlnaHQiOjAuMCwiQm9yZGVyU3R5bGUiOm51bGwsIlBhcmVudFN0eWxlIjpudWxsfSwiQmFja2dyb3VuZFN0eWxlIjp7IiRpZCI6Ijg2OCIsIk1hcmdpbiI6eyIkaWQiOiI4NjkiLCJUb3AiOjAuMCwiTGVmdCI6MC4wLCJSaWdodCI6MC4wLCJCb3R0b20iOjAuMH0sIlBhZGRpbmciOnsiJGlkIjoiODcwIiwiVG9wIjowLjAsIkxlZnQiOjAuMCwiUmlnaHQiOjAuMCwiQm90dG9tIjowLjB9LCJCYWNrZ3JvdW5kIjp7IiRpZCI6Ijg3MSIsIkNvbG9yIjp7IiRpZCI6Ijg3MiIsIkEiOjUxLCJSIjoxNTUsIkciOjE4NywiQiI6ODl9fSwiSXNWaXNpYmxlIjp0cnVlLCJXaWR0aCI6MC4wLCJIZWlnaHQiOjAuMCwiQm9yZGVyU3R5bGUiOnsiJGlkIjoiODczIiwiTGluZUNvbG9yIjp7IiRpZCI6Ijg3NCIsIiR0eXBlIjoiTkxSRS5Db21tb24uRG9tLlNvbGlkQ29sb3JCcnVzaCwgTkxSRS5Db21tb24iLCJDb2xvciI6eyIkaWQiOiI4NzUiLCJBIjoyNTUsIlIiOjI1NSwiRyI6MCwiQiI6MH19LCJMaW5lV2VpZ2h0IjowLjAsIkxpbmVUeXBlIjowLCJQYXJlbnRTdHlsZSI6bnVsbH0sIlBhcmVudFN0eWxlIjpudWxsfSwiTWFyZ2luIjp7IiRpZCI6Ijg3NiIsIlRvcCI6MC4wLCJMZWZ0IjowLjAsIlJpZ2h0IjowLjAsIkJvdHRvbSI6MC4wfSwiUGFkZGluZyI6eyIkaWQiOiI4NzciLCJUb3AiOjAuMCwiTGVmdCI6MC4wLCJSaWdodCI6MC4wLCJCb3R0b20iOjAuMH0sIklzVmlzaWJsZSI6dHJ1ZSwiV2lkdGgiOjAuMCwiSGVpZ2h0IjowLjAsIkJvcmRlclN0eWxlIjpudWxsLCJQYXJlbnRTdHlsZSI6bnVsbH19XSwiSWQiOiI4OTExYmNlYi02Nzk0LTQxYWQtYjM3NS02YTc5NGI2ODJmMzEiLCJJbmRleCI6MjQsIkhlYWRlclRleHQiOiJEZXZlbG9wIiwiU3R5bGUiOnsiJGlkIjoiODc4IiwiSGVhZGVyU3R5bGUiOnsiJGlkIjoiODc5IiwiVGV4dElzVmVydGljYWwiOmZhbHNlLCJUZXh0U3R5bGUiOnsiJGlkIjoiODgwIiwiRm9udFNldHRpbmdzIjp7IiRpZCI6Ijg4MSIsIkZvbnRTaXplIjoxMCwiRm9udE5hbWUiOiJGcmFua2xpbiBHb3RoaWMgTWVkaXVtIiwiSXNCb2xkIjpmYWxzZSwiSXNJdGFsaWMiOmZhbHNlLCJJc1VuZGVybGluZWQiOmZhbHNlLCJQYXJlbnRTdHlsZSI6bnVsbH0sIkF1dG9TaXplIjowLCJGb3JlZ3JvdW5kIjp7IiRpZCI6Ijg4MiIsIkNvbG9yIjp7IiRpZCI6Ijg4MyIsIkEiOjI1NSwiUiI6MzksIkciOjEwMy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ODg0IiwiTWFyZ2luIjp7IiRyZWYiOiIzMzUifSwiUGFkZGluZyI6eyIkcmVmIjoiMzM2In0sIkJhY2tncm91bmQiOnsiJGlkIjoiODg1IiwiQ29sb3IiOnsiJGlkIjoiODg2IiwiQSI6MTI3LCJSIjoxMTIsIkciOjE3MywiQiI6NzF9fSwiSXNWaXNpYmxlIjpmYWxzZSwiV2lkdGgiOjAuMCwiSGVpZ2h0IjowLjAsIkJvcmRlclN0eWxlIjp7IiRpZCI6Ijg4NyIsIkxpbmVDb2xvciI6eyIkcmVmIjoiMzQwIn0sIkxpbmVXZWlnaHQiOjAuMCwiTGluZVR5cGUiOjAsIlBhcmVudFN0eWxlIjpudWxsfSwiUGFyZW50U3R5bGUiOm51bGx9LCJNYXJnaW4iOnsiJHJlZiI6IjM0MiJ9LCJQYWRkaW5nIjp7IiRyZWYiOiIzNDMifSwiQmFja2dyb3VuZCI6bnVsbCwiSXNWaXNpYmxlIjp0cnVlLCJXaWR0aCI6MC4wLCJIZWlnaHQiOjAuMCwiQm9yZGVyU3R5bGUiOm51bGwsIlBhcmVudFN0eWxlIjpudWxsfSwiQmFja2dyb3VuZFN0eWxlIjp7IiRpZCI6Ijg4OCIsIk1hcmdpbiI6eyIkcmVmIjoiMzQ1In0sIlBhZGRpbmciOnsiJHJlZiI6IjM0NiJ9LCJCYWNrZ3JvdW5kIjp7IiRpZCI6Ijg4OSIsIkNvbG9yIjp7IiRpZCI6Ijg5MCIsIkEiOjM4LCJSIjoxMTIsIkciOjE3MywiQiI6NzF9fSwiSXNWaXNpYmxlIjp0cnVlLCJXaWR0aCI6MC4wLCJIZWlnaHQiOjAuMCwiQm9yZGVyU3R5bGUiOnsiJGlkIjoiODkxIiwiTGluZUNvbG9yIjp7IiRyZWYiOiIzNTAifSwiTGluZVdlaWdodCI6MC4wLCJMaW5lVHlwZSI6MCwiUGFyZW50U3R5bGUiOm51bGx9LCJQYXJlbnRTdHlsZSI6bnVsbH0sIklzQWJvdmVUaW1lYmFuZCI6ZmFsc2UsIk1hcmdpbiI6eyIkaWQiOiI4OTIiLCJUb3AiOjAuMCwiTGVmdCI6MC4wLCJSaWdodCI6MC4wLCJCb3R0b20iOjAuMH0sIlBhZGRpbmciOnsiJGlkIjoiODkzIiwiVG9wIjowLjAsIkxlZnQiOjAuMCwiUmlnaHQiOjAuMCwiQm90dG9tIjowLjB9LCJJc1Zpc2libGUiOnRydWUsIldpZHRoIjowLjAsIkhlaWdodCI6MC4wLCJCb3JkZXJTdHlsZSI6eyIkaWQiOiI4OTQiLCJMaW5lQ29sb3IiOm51bGwsIkxpbmVXZWlnaHQiOjAuMCwiTGluZVR5cGUiOjAsIlBhcmVudFN0eWxlIjpudWxsfSwiUGFyZW50U3R5bGUiOm51bGx9fSx7IiRpZCI6Ijg5NSIsIl9hY3Rpdml0aWVzIjpbeyIkaWQiOiI4OTYiLCJfcm93cyI6W3siJGlkIjoiODk3IiwiX3Rhc2tzIjpbXSwiX21pbGVzdG9uZXMiOlt7IiRpZCI6Ijg5OCIsIklkIjoiMDk3ZmUwMzUtMDMyZS00Y2ZlLTllODktZDIzZGRkOGQ1MGNjIiwiSW5kZXgiOjMzLCJHcm91cElkIjpudWxsLCJUaXRsZSI6IldXIExhdW5jaCBFdmVudCIsIkRhdGVUaW1lIjoiMjAxOS0xMS0wMVQxMTo1OTowMFoiLCJQZXJjZW50YWdlQ29tcGxldGUiOm51bGwsIk5vdGUiOm51bGwsIlN0eWxlIjp7IiRpZCI6Ijg5OSIsIlRpdGxlUG9zaXRpb24iOiJSaWdodCIsIkRhdGVQb3NpdGlvbiI6IkxlZnQiLCJTaGFwZVR5cGUiOjEzLCJTaGFwZVNpemUiOjAsIlNoYXBlU3R5bGUiOnsiJGlkIjoiOTAwIiwiTWFyZ2luIjp7IiRyZWYiOiIyNzYifSwiUGFkZGluZyI6eyIkcmVmIjoiMjc3In0sIkJhY2tncm91bmQiOnsiJGlkIjoiOTAxIiwiQ29sb3IiOnsiJGlkIjoiOTAyIiwiQSI6MjU1LCJSIjoxMTUsIkciOjExNSwiQiI6MTE1fX0sIklzVmlzaWJsZSI6dHJ1ZSwiV2lkdGgiOjEyLjAsIkhlaWdodCI6MTQuMCwiQm9yZGVyU3R5bGUiOnsiJGlkIjoiOTAzIiwiTGluZUNvbG9yIjp7IiRyZWYiOiIyODEifSwiTGluZVdlaWdodCI6MC4wLCJMaW5lVHlwZSI6MCwiUGFyZW50U3R5bGUiOm51bGx9LCJQYXJlbnRTdHlsZSI6bnVsbH0sIlRpdGxlU3R5bGUiOnsiJGlkIjoiOTA0IiwiRm9udFNldHRpbmdzIjp7IiRpZCI6IjkwNSIsIkZvbnRTaXplIjoxMSwiRm9udE5hbWUiOiJDYWxpYnJpIiwiSXNCb2xkIjp0cnVlLCJJc0l0YWxpYyI6ZmFsc2UsIklzVW5kZXJsaW5lZCI6ZmFsc2UsIlBhcmVudFN0eWxlIjpudWxsfSwiQXV0b1NpemUiOjAsIkZvcmVncm91bmQiOnsiJGlkIjoiOTA2IiwiQ29sb3IiOnsiJGlkIjoiOTA3IiwiQSI6MjU1LCJSIjo4OSwiRyI6ODksIkIiOjg5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A4IiwiRm9udFNldHRpbmdzIjp7IiRpZCI6IjkwOSIsIkZvbnRTaXplIjoxMCwiRm9udE5hbWUiOiJDYWxpYnJpIiwiSXNCb2xkIjpmYWxzZSwiSXNJdGFsaWMiOmZhbHNlLCJJc1VuZGVybGluZWQiOmZhbHNlLCJQYXJlbnRTdHlsZSI6bnVsbH0sIkF1dG9TaXplIjowLCJGb3JlZ3JvdW5kIjp7IiRpZCI6IjkxMCIsIkNvbG9yIjp7IiRpZCI6Ijkx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OTEyIiwiRm9ybWF0U3RyaW5nIjoiZGRkLCBNTU0gZCwgeXl5eSIsIlNlcGFyYXRvciI6Ii8iLCJVc2VJbnRlcm5hdGlvbmFsRGF0ZUZvcm1hdCI6ZmFsc2UsIkRhdGVJc1Zpc2libGUiOnRydWUsIlRpbWVJc1Zpc2libGUiOmZhbHNlLCJIb3VyRGlnaXRzIjoxLCJBbVBtRGVzaWduYXRvciI6MiwiVHJpbTAwTWludXRlcyI6ZmFsc2UsIkxhc3RLbm93blZpc2liaWxpdHlTdGF0ZSI6eyIkaWQiOiI5MTMiLCJEYXRlUGFydElzVmlzaWJsZSI6dHJ1ZSwiVGltZVBhcnRJc1Zpc2libGUiOmZhbHNlfX0sIldlZWtOdW1iZXJpbmciOnsiJGlkIjoiOTE0IiwiRm9ybWF0IjowLCJJc1Zpc2libGUiOmZhbHNlLCJMYXN0S25vd25WaXNpYmlsaXR5U3RhdGUiOmZhbHNlfSwiSXNWaXNpYmxlIjp0cnVlLCJQYXJlbnRTdHlsZSI6bnVsbH0sIkh5cGVybGluayI6eyIkaWQiOiI5MTUiLCJBZGRyZXNzIjoiIiwiU3ViQWRkcmVzcyI6IiJ9LCJJbXBvcnRJZCI6IiJ9XSwiSWQiOiIwMDAwMDAwMC0wMDAwLTAwMDAtMDAwMC0wMDAwMDAwMDAwMDAiLCJJc1NpbmdsZUl0ZW1Sb3ciOnRydWV9LHsiJGlkIjoiOTE2IiwiX3Rhc2tzIjpbXSwiX21pbGVzdG9uZXMiOlt7IiRpZCI6IjkxNyIsIklkIjoiY2EzZGJlNDAtMGMxNS00MjM0LTkzYjYtYzAyZTVmMTdmZmNmIiwiSW5kZXgiOjM0LCJHcm91cElkIjoiNjRlY2QxZGYtMTdiMS00NTYzLWEwNDEtMDdmYmIyNDg4NmQyIiwiVGl0bGUiOiJCZXRhIEJsb2cgTGF1bmNoIiwiRGF0ZVRpbWUiOiIyMDE5LTA3LTA0VDExOjU5OjAwWiIsIlBlcmNlbnRhZ2VDb21wbGV0ZSI6bnVsbCwiTm90ZSI6bnVsbCwiU3R5bGUiOnsiJGlkIjoiOTE4IiwiVGl0bGVQb3NpdGlvbiI6IkxlZnQiLCJEYXRlUG9zaXRpb24iOiJSaWdodCIsIlNoYXBlVHlwZSI6MTMsIlNoYXBlU2l6ZSI6MCwiU2hhcGVTdHlsZSI6eyIkaWQiOiI5MTkiLCJNYXJnaW4iOnsiJHJlZiI6IjI3NiJ9LCJQYWRkaW5nIjp7IiRyZWYiOiIyNzcifSwiQmFja2dyb3VuZCI6eyIkaWQiOiI5MjAiLCJDb2xvciI6eyIkaWQiOiI5MjEiLCJBIjoyNTUsIlIiOjExNSwiRyI6MTE1LCJCIjoxMTV9fSwiSXNWaXNpYmxlIjp0cnVlLCJXaWR0aCI6MTIuMCwiSGVpZ2h0IjoxNC4wLCJCb3JkZXJTdHlsZSI6eyIkaWQiOiI5MjIiLCJMaW5lQ29sb3IiOnsiJHJlZiI6IjI4MSJ9LCJMaW5lV2VpZ2h0IjowLjAsIkxpbmVUeXBlIjowLCJQYXJlbnRTdHlsZSI6bnVsbH0sIlBhcmVudFN0eWxlIjpudWxsfSwiVGl0bGVTdHlsZSI6eyIkaWQiOiI5MjMiLCJGb250U2V0dGluZ3MiOnsiJGlkIjoiOTI0IiwiRm9udFNpemUiOjExLCJGb250TmFtZSI6IkNhbGlicmkiLCJJc0JvbGQiOnRydWUsIklzSXRhbGljIjpmYWxzZSwiSXNVbmRlcmxpbmVkIjpmYWxzZSwiUGFyZW50U3R5bGUiOm51bGx9LCJBdXRvU2l6ZSI6MCwiRm9yZWdyb3VuZCI6eyIkaWQiOiI5MjUiLCJDb2xvciI6eyIkaWQiOiI5MjYiLCJBIjoyNTUsIlIiOjg5LCJHIjo4OSwiQiI6ODl9fSwiTWF4V2lkdGgiOjIwMC4wLCJNYXhIZWlnaHQiOiJJbmZpbml0eSIsIlNtYXJ0Rm9yZWdyb3VuZElzQWN0aXZlIjpmYWxzZSwiSG9yaXpvbnRhbEFsaWdubWVudCI6Mi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5MjciLCJGb250U2V0dGluZ3MiOnsiJGlkIjoiOTI4IiwiRm9udFNpemUiOjksIkZvbnROYW1lIjoiQ2FsaWJyaSIsIklzQm9sZCI6ZmFsc2UsIklzSXRhbGljIjpmYWxzZSwiSXNVbmRlcmxpbmVkIjpmYWxzZSwiUGFyZW50U3R5bGUiOm51bGx9LCJBdXRvU2l6ZSI6MCwiRm9yZWdyb3VuZCI6eyIkaWQiOiI5MjkiLCJDb2xvciI6eyIkaWQiOiI5MzAiLCJBIjoyNTUsIlIiOjExNSwiRyI6MTE1LCJCIjoxMTV9fSwiTWF4V2lkdGgiOjIwMC4wLCJNYXhIZWlnaHQiOiJJbmZpbml0eSIsIlNtYXJ0Rm9yZWdyb3VuZElzQWN0aXZlIjpmYWxzZSwiSG9yaXpvbnRhbEFsaWdubWVudCI6MC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OTMxIiwiRm9ybWF0U3RyaW5nIjoiTU1NTSBkLCB5eXl5IiwiU2VwYXJhdG9yIjoiLyIsIlVzZUludGVybmF0aW9uYWxEYXRlRm9ybWF0IjpmYWxzZSwiRGF0ZUlzVmlzaWJsZSI6dHJ1ZSwiVGltZUlzVmlzaWJsZSI6ZmFsc2UsIkhvdXJEaWdpdHMiOjEsIkFtUG1EZXNpZ25hdG9yIjoyLCJUcmltMDBNaW51dGVzIjpmYWxzZSwiTGFzdEtub3duVmlzaWJpbGl0eVN0YXRlIjp7IiRpZCI6IjkzMiIsIkRhdGVQYXJ0SXNWaXNpYmxlIjp0cnVlLCJUaW1lUGFydElzVmlzaWJsZSI6ZmFsc2V9fSwiV2Vla051bWJlcmluZyI6eyIkaWQiOiI5MzMiLCJGb3JtYXQiOjAsIklzVmlzaWJsZSI6ZmFsc2UsIkxhc3RLbm93blZpc2liaWxpdHlTdGF0ZSI6ZmFsc2V9LCJJc1Zpc2libGUiOnRydWUsIlBhcmVudFN0eWxlIjpudWxsfSwiSHlwZXJsaW5rIjp7IiRpZCI6IjkzNCIsIkFkZHJlc3MiOiIiLCJTdWJBZGRyZXNzIjoiIn0sIkltcG9ydElkIjoiIn0seyIkaWQiOiI5MzUiLCJJZCI6IjA4ZjczYmY4LTZhMjQtNGYwYS04MWFjLWUxZjc1ZWZiZGQ2YiIsIkluZGV4IjozNSwiR3JvdXBJZCI6IjY0ZWNkMWRmLTE3YjEtNDU2My1hMDQxLTA3ZmJiMjQ4ODZkMiIsIlRpdGxlIjoiR2FydG5lciBBbmFseXN0IFJldmlldyIsIkRhdGVUaW1lIjoiMjAxOS0xMS0wMVQxMTo1OTowMFoiLCJQZXJjZW50YWdlQ29tcGxldGUiOm51bGwsIk5vdGUiOm51bGwsIlN0eWxlIjp7IiRpZCI6IjkzNiIsIlRpdGxlUG9zaXRpb24iOiJMZWZ0IiwiRGF0ZVBvc2l0aW9uIjoiUmlnaHQiLCJTaGFwZVR5cGUiOjEzLCJTaGFwZVNpemUiOjAsIlNoYXBlU3R5bGUiOnsiJGlkIjoiOTM3IiwiTWFyZ2luIjp7IiRyZWYiOiIyNzYifSwiUGFkZGluZyI6eyIkcmVmIjoiMjc3In0sIkJhY2tncm91bmQiOnsiJGlkIjoiOTM4IiwiQ29sb3IiOnsiJGlkIjoiOTM5IiwiQSI6MjU1LCJSIjoxMTUsIkciOjExNSwiQiI6MTE1fX0sIklzVmlzaWJsZSI6dHJ1ZSwiV2lkdGgiOjEyLjAsIkhlaWdodCI6MTQuMCwiQm9yZGVyU3R5bGUiOnsiJGlkIjoiOTQwIiwiTGluZUNvbG9yIjp7IiRyZWYiOiIyODEifSwiTGluZVdlaWdodCI6MC4wLCJMaW5lVHlwZSI6MCwiUGFyZW50U3R5bGUiOm51bGx9LCJQYXJlbnRTdHlsZSI6bnVsbH0sIlRpdGxlU3R5bGUiOnsiJGlkIjoiOTQxIiwiRm9udFNldHRpbmdzIjp7IiRpZCI6Ijk0MiIsIkZvbnRTaXplIjoxMSwiRm9udE5hbWUiOiJDYWxpYnJpIiwiSXNCb2xkIjp0cnVlLCJJc0l0YWxpYyI6ZmFsc2UsIklzVW5kZXJsaW5lZCI6ZmFsc2UsIlBhcmVudFN0eWxlIjpudWxsfSwiQXV0b1NpemUiOjAsIkZvcmVncm91bmQiOnsiJGlkIjoiOTQzIiwiQ29sb3IiOnsiJGlkIjoiOTQ0IiwiQSI6MjU1LCJSIjo4OSwiRyI6ODksIkIiOjg5fX0sIk1heFdpZHRoIjoyMDAuMCwiTWF4SGVpZ2h0IjoiSW5maW5pdHkiLCJTbWFydEZvcmVncm91bmRJc0FjdGl2ZSI6ZmFsc2UsIkhvcml6b250YWxBbGlnbm1lbnQiOjI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Q1IiwiRm9udFNldHRpbmdzIjp7IiRpZCI6Ijk0NiIsIkZvbnRTaXplIjo5LCJGb250TmFtZSI6IkNhbGlicmkiLCJJc0JvbGQiOmZhbHNlLCJJc0l0YWxpYyI6ZmFsc2UsIklzVW5kZXJsaW5lZCI6ZmFsc2UsIlBhcmVudFN0eWxlIjpudWxsfSwiQXV0b1NpemUiOjAsIkZvcmVncm91bmQiOnsiJGlkIjoiOTQ3IiwiQ29sb3IiOnsiJGlkIjoiOTQ4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yZWYiOiIyOTMifSwiUGFkZGluZyI6eyIkcmVmIjoiMjk0In0sIkJhY2tncm91bmQiOnsiJHJlZiI6IjE3MCJ9LCJJc1Zpc2libGUiOnRydWUsIldpZHRoIjowLjAsIkhlaWdodCI6MC4wLCJCb3JkZXJTdHlsZSI6bnVsbCwiUGFyZW50U3R5bGUiOm51bGx9LCJEYXRlRm9ybWF0Ijp7IiRpZCI6Ijk0OS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5NTAiLCJEYXRlUGFydElzVmlzaWJsZSI6dHJ1ZSwiVGltZVBhcnRJc1Zpc2libGUiOmZhbHNlfX0sIldlZWtOdW1iZXJpbmciOnsiJGlkIjoiOTUxIiwiRm9ybWF0IjowLCJJc1Zpc2libGUiOmZhbHNlLCJMYXN0S25vd25WaXNpYmlsaXR5U3RhdGUiOmZhbHNlfSwiSXNWaXNpYmxlIjp0cnVlLCJQYXJlbnRTdHlsZSI6bnVsbH0sIkh5cGVybGluayI6eyIkaWQiOiI5NTIiLCJBZGRyZXNzIjoiIiwiU3ViQWRkcmVzcyI6IiJ9LCJJbXBvcnRJZCI6IiJ9XSwiSWQiOiI2NGVjZDFkZi0xN2IxLTQ1NjMtYTA0MS0wN2ZiYjI0ODg2ZDIiLCJJc1NpbmdsZUl0ZW1Sb3ciOmZhbHNlfSx7IiRpZCI6Ijk1MyIsIl90YXNrcyI6W10sIl9taWxlc3RvbmVzIjpbeyIkaWQiOiI5NTQiLCJJZCI6IjE1NWRjMGRmLTZmNDEtNDNhOC1hMDViLTdmMTg3ZDE2ZjNjYiIsIkluZGV4IjozNiwiR3JvdXBJZCI6ImEyNTcwODc5LTQ3YWItNDBiNy1hYjE1LThkN2ZjZmUxMGYzNCIsIlRpdGxlIjoiUHJlc3MgUmVsZWFzZSIsIkRhdGVUaW1lIjoiMjAxOS0wOC0wMlQxMTo1OTowMFoiLCJQZXJjZW50YWdlQ29tcGxldGUiOm51bGwsIk5vdGUiOm51bGwsIlN0eWxlIjp7IiRpZCI6Ijk1NSIsIlRpdGxlUG9zaXRpb24iOiJMZWZ0IiwiRGF0ZVBvc2l0aW9uIjoiUmlnaHQiLCJTaGFwZVR5cGUiOjEzLCJTaGFwZVNpemUiOjAsIlNoYXBlU3R5bGUiOnsiJGlkIjoiOTU2IiwiTWFyZ2luIjp7IiRyZWYiOiIyNzYifSwiUGFkZGluZyI6eyIkcmVmIjoiMjc3In0sIkJhY2tncm91bmQiOnsiJGlkIjoiOTU3IiwiQ29sb3IiOnsiJGlkIjoiOTU4IiwiQSI6MjU1LCJSIjoxMTUsIkciOjExNSwiQiI6MTE1fX0sIklzVmlzaWJsZSI6dHJ1ZSwiV2lkdGgiOjEyLjAsIkhlaWdodCI6MTQuMCwiQm9yZGVyU3R5bGUiOnsiJGlkIjoiOTU5IiwiTGluZUNvbG9yIjp7IiRyZWYiOiIyODEifSwiTGluZVdlaWdodCI6MC4wLCJMaW5lVHlwZSI6MCwiUGFyZW50U3R5bGUiOm51bGx9LCJQYXJlbnRTdHlsZSI6bnVsbH0sIlRpdGxlU3R5bGUiOnsiJGlkIjoiOTYwIiwiRm9udFNldHRpbmdzIjp7IiRpZCI6Ijk2MSIsIkZvbnRTaXplIjoxMSwiRm9udE5hbWUiOiJDYWxpYnJpIiwiSXNCb2xkIjp0cnVlLCJJc0l0YWxpYyI6ZmFsc2UsIklzVW5kZXJsaW5lZCI6ZmFsc2UsIlBhcmVudFN0eWxlIjpudWxsfSwiQXV0b1NpemUiOjAsIkZvcmVncm91bmQiOnsiJGlkIjoiOTYyIiwiQ29sb3IiOnsiJGlkIjoiOTYzIiwiQSI6MjU1LCJSIjo4OSwiRyI6ODksIkIiOjg5fX0sIk1heFdpZHRoIjoyMDAuMCwiTWF4SGVpZ2h0IjoiSW5maW5pdHkiLCJTbWFydEZvcmVncm91bmRJc0FjdGl2ZSI6ZmFsc2UsIkhvcml6b250YWxBbGlnbm1lbnQiOjI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Y0IiwiRm9udFNldHRpbmdzIjp7IiRpZCI6Ijk2NSIsIkZvbnRTaXplIjo5LCJGb250TmFtZSI6IkNhbGlicmkiLCJJc0JvbGQiOmZhbHNlLCJJc0l0YWxpYyI6ZmFsc2UsIklzVW5kZXJsaW5lZCI6ZmFsc2UsIlBhcmVudFN0eWxlIjpudWxsfSwiQXV0b1NpemUiOjAsIkZvcmVncm91bmQiOnsiJGlkIjoiOTY2IiwiQ29sb3IiOnsiJGlkIjoiOTY3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yZWYiOiIyOTMifSwiUGFkZGluZyI6eyIkcmVmIjoiMjk0In0sIkJhY2tncm91bmQiOnsiJHJlZiI6IjE3MCJ9LCJJc1Zpc2libGUiOnRydWUsIldpZHRoIjowLjAsIkhlaWdodCI6MC4wLCJCb3JkZXJTdHlsZSI6bnVsbCwiUGFyZW50U3R5bGUiOm51bGx9LCJEYXRlRm9ybWF0Ijp7IiRpZCI6Ijk2OC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5NjkiLCJEYXRlUGFydElzVmlzaWJsZSI6dHJ1ZSwiVGltZVBhcnRJc1Zpc2libGUiOmZhbHNlfX0sIldlZWtOdW1iZXJpbmciOnsiJGlkIjoiOTcwIiwiRm9ybWF0IjowLCJJc1Zpc2libGUiOmZhbHNlLCJMYXN0S25vd25WaXNpYmlsaXR5U3RhdGUiOmZhbHNlfSwiSXNWaXNpYmxlIjp0cnVlLCJQYXJlbnRTdHlsZSI6bnVsbH0sIkh5cGVybGluayI6eyIkaWQiOiI5NzEiLCJBZGRyZXNzIjoiIiwiU3ViQWRkcmVzcyI6IiJ9LCJJbXBvcnRJZCI6IiJ9LHsiJGlkIjoiOTcyIiwiSWQiOiIwN2I5OGJjZi02NzhkLTQ2NzEtYWE2My1lNmM5MGYwNDAyYWEiLCJJbmRleCI6MzcsIkdyb3VwSWQiOiJhMjU3MDg3OS00N2FiLTQwYjctYWIxNS04ZDdmY2ZlMTBmMzQiLCJUaXRsZSI6IlB1YmxpYyBXZWJzaXRlIExpdmUiLCJEYXRlVGltZSI6IjIwMTktMTEtMDFUMTE6NTk6MDBaIiwiUGVyY2VudGFnZUNvbXBsZXRlIjpudWxsLCJOb3RlIjpudWxsLCJTdHlsZSI6eyIkaWQiOiI5NzMiLCJUaXRsZVBvc2l0aW9uIjoiTGVmdCIsIkRhdGVQb3NpdGlvbiI6IlJpZ2h0IiwiU2hhcGVUeXBlIjoxMywiU2hhcGVTaXplIjowLCJTaGFwZVN0eWxlIjp7IiRpZCI6Ijk3NCIsIk1hcmdpbiI6eyIkcmVmIjoiMjc2In0sIlBhZGRpbmciOnsiJHJlZiI6IjI3NyJ9LCJCYWNrZ3JvdW5kIjp7IiRpZCI6Ijk3NSIsIkNvbG9yIjp7IiRpZCI6Ijk3NiIsIkEiOjI1NSwiUiI6MTE1LCJHIjoxMTUsIkIiOjExNX19LCJJc1Zpc2libGUiOnRydWUsIldpZHRoIjoxMi4wLCJIZWlnaHQiOjE0LjAsIkJvcmRlclN0eWxlIjp7IiRpZCI6Ijk3NyIsIkxpbmVDb2xvciI6eyIkcmVmIjoiMjgxIn0sIkxpbmVXZWlnaHQiOjAuMCwiTGluZVR5cGUiOjAsIlBhcmVudFN0eWxlIjpudWxsfSwiUGFyZW50U3R5bGUiOm51bGx9LCJUaXRsZVN0eWxlIjp7IiRpZCI6Ijk3OCIsIkZvbnRTZXR0aW5ncyI6eyIkaWQiOiI5NzkiLCJGb250U2l6ZSI6MTEsIkZvbnROYW1lIjoiQ2FsaWJyaSIsIklzQm9sZCI6dHJ1ZSwiSXNJdGFsaWMiOmZhbHNlLCJJc1VuZGVybGluZWQiOmZhbHNlLCJQYXJlbnRTdHlsZSI6bnVsbH0sIkF1dG9TaXplIjowLCJGb3JlZ3JvdW5kIjp7IiRpZCI6Ijk4MCIsIkNvbG9yIjp7IiRpZCI6Ijk4MSIsIkEiOjI1NSwiUiI6ODksIkciOjg5LCJCIjo4OX19LCJNYXhXaWR0aCI6MjAwLjAsIk1heEhlaWdodCI6IkluZmluaXR5IiwiU21hcnRGb3JlZ3JvdW5kSXNBY3RpdmUiOmZhbHNlLCJIb3Jpem9udGFsQWxpZ25tZW50IjoyLCJWZXJ0aWNhbEFsaWdubWVudCI6MCwiU21hcnRGb3JlZ3JvdW5kIjpudWxsLCJCYWNrZ3JvdW5kRmlsbFR5cGUiOjAsIk1hcmdpbiI6eyIkcmVmIjoiMjg3In0sIlBhZGRpbmciOnsiJHJlZiI6IjI4OCJ9LCJCYWNrZ3JvdW5kIjp7IiRyZWYiOiIxNjIifSwiSXNWaXNpYmxlIjp0cnVlLCJXaWR0aCI6MC4wLCJIZWlnaHQiOjAuMCwiQm9yZGVyU3R5bGUiOm51bGwsIlBhcmVudFN0eWxlIjpudWxsfSwiRGF0ZVN0eWxlIjp7IiRpZCI6Ijk4MiIsIkZvbnRTZXR0aW5ncyI6eyIkaWQiOiI5ODMiLCJGb250U2l6ZSI6OSwiRm9udE5hbWUiOiJDYWxpYnJpIiwiSXNCb2xkIjpmYWxzZSwiSXNJdGFsaWMiOmZhbHNlLCJJc1VuZGVybGluZWQiOmZhbHNlLCJQYXJlbnRTdHlsZSI6bnVsbH0sIkF1dG9TaXplIjowLCJGb3JlZ3JvdW5kIjp7IiRpZCI6Ijk4NCIsIkNvbG9yIjp7IiRpZCI6Ijk4NSIsIkEiOjI1NSwiUiI6MTE1LCJHIjoxMTUsIkIiOjExNX19LCJNYXhXaWR0aCI6MjAwLjAsIk1heEhlaWdodCI6IkluZmluaXR5IiwiU21hcnRGb3JlZ3JvdW5kSXNBY3RpdmUiOmZhbHNlLCJIb3Jpem9udGFsQWxpZ25tZW50IjowLCJWZXJ0aWNhbEFsaWdubWVudCI6MCwiU21hcnRGb3JlZ3JvdW5kIjpudWxsLCJCYWNrZ3JvdW5kRmlsbFR5cGUiOjAsIk1hcmdpbiI6eyIkcmVmIjoiMjkzIn0sIlBhZGRpbmciOnsiJHJlZiI6IjI5NCJ9LCJCYWNrZ3JvdW5kIjp7IiRyZWYiOiIxNzAifSwiSXNWaXNpYmxlIjp0cnVlLCJXaWR0aCI6MC4wLCJIZWlnaHQiOjAuMCwiQm9yZGVyU3R5bGUiOm51bGwsIlBhcmVudFN0eWxlIjpudWxsfSwiRGF0ZUZvcm1hdCI6eyIkaWQiOiI5ODYiLCJGb3JtYXRTdHJpbmciOiJNTU1NIGQsIHl5eXkiLCJTZXBhcmF0b3IiOiIvIiwiVXNlSW50ZXJuYXRpb25hbERhdGVGb3JtYXQiOmZhbHNlLCJEYXRlSXNWaXNpYmxlIjp0cnVlLCJUaW1lSXNWaXNpYmxlIjpmYWxzZSwiSG91ckRpZ2l0cyI6MSwiQW1QbURlc2lnbmF0b3IiOjIsIlRyaW0wME1pbnV0ZXMiOmZhbHNlLCJMYXN0S25vd25WaXNpYmlsaXR5U3RhdGUiOnsiJGlkIjoiOTg3IiwiRGF0ZVBhcnRJc1Zpc2libGUiOnRydWUsIlRpbWVQYXJ0SXNWaXNpYmxlIjpmYWxzZX19LCJXZWVrTnVtYmVyaW5nIjp7IiRpZCI6Ijk4OCIsIkZvcm1hdCI6MCwiSXNWaXNpYmxlIjpmYWxzZSwiTGFzdEtub3duVmlzaWJpbGl0eVN0YXRlIjpmYWxzZX0sIklzVmlzaWJsZSI6dHJ1ZSwiUGFyZW50U3R5bGUiOm51bGx9LCJIeXBlcmxpbmsiOnsiJGlkIjoiOTg5IiwiQWRkcmVzcyI6IiIsIlN1YkFkZHJlc3MiOiIifSwiSW1wb3J0SWQiOiIifV0sIklkIjoiYTI1NzA4NzktNDdhYi00MGI3LWFiMTUtOGQ3ZmNmZTEwZjM0IiwiSXNTaW5nbGVJdGVtUm93IjpmYWxzZX1dLCJJbmRleCI6MCwiSWQiOiI4NDlmYjY5NS03NTBkLTQ4N2QtYmVlMi0wYmJjNzVmZTQ4ZTIiLCJIZWFkZXJUZXh0IjpudWxsLCJJc0RlZmF1bHQiOnRydWUsIlN0eWxlIjp7IiRpZCI6Ijk5MCIsIkhlYWRlclN0eWxlIjp7IiRpZCI6Ijk5MSIsIlRleHRTdHlsZSI6eyIkaWQiOiI5OTIiLCJGb250U2V0dGluZ3MiOnsiJGlkIjoiOTkzIiwiRm9udFNpemUiOjExLCJGb250TmFtZSI6IkNhbGlicmkiLCJJc0JvbGQiOmZhbHNlLCJJc0l0YWxpYyI6ZmFsc2UsIklzVW5kZXJsaW5lZCI6ZmFsc2UsIlBhcmVudFN0eWxlIjpudWxsfSwiQXV0b1NpemUiOjIsIkZvcmVncm91bmQiOnsiJGlkIjoiOTk0IiwiQ29sb3IiOnsiJGlkIjoiOTk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k2IiwiVG9wIjowLjAsIkxlZnQiOjAuMCwiUmlnaHQiOjAuMCwiQm90dG9tIjowLjB9LCJQYWRkaW5nIjp7IiRpZCI6Ijk5NyIsIlRvcCI6MC4wLCJMZWZ0IjowLjAsIlJpZ2h0IjowLjAsIkJvdHRvbSI6MC4wfSwiQmFja2dyb3VuZCI6bnVsbCwiSXNWaXNpYmxlIjp0cnVlLCJXaWR0aCI6MC4wLCJIZWlnaHQiOjAuMCwiQm9yZGVyU3R5bGUiOm51bGwsIlBhcmVudFN0eWxlIjpudWxsfSwiUmVjdGFuZ2xlU3R5bGUiOnsiJGlkIjoiOTk4IiwiTWFyZ2luIjp7IiRpZCI6Ijk5OSIsIlRvcCI6MC4wLCJMZWZ0IjowLjAsIlJpZ2h0IjowLjAsIkJvdHRvbSI6MC4wfSwiUGFkZGluZyI6eyIkaWQiOiIxMDAwIiwiVG9wIjowLjAsIkxlZnQiOjAuMCwiUmlnaHQiOjAuMCwiQm90dG9tIjowLjB9LCJCYWNrZ3JvdW5kIjp7IiRpZCI6IjEwMDEiLCJDb2xvciI6eyIkaWQiOiIxMDAyIiwiQSI6NjMsIlIiOjE2NSwiRyI6MTY1LCJCIjoxNjV9fSwiSXNWaXNpYmxlIjp0cnVlLCJXaWR0aCI6MC4wLCJIZWlnaHQiOjAuMCwiQm9yZGVyU3R5bGUiOnsiJGlkIjoiMTAwMyIsIkxpbmVDb2xvciI6eyIkaWQiOiIxMDA0IiwiJHR5cGUiOiJOTFJFLkNvbW1vbi5Eb20uU29saWRDb2xvckJydXNoLCBOTFJFLkNvbW1vbiIsIkNvbG9yIjp7IiRpZCI6IjEwMDUiLCJBIjoyNTUsIlIiOjI1NSwiRyI6MCwiQiI6MH19LCJMaW5lV2VpZ2h0IjowLjAsIkxpbmVUeXBlIjowLCJQYXJlbnRTdHlsZSI6bnVsbH0sIlBhcmVudFN0eWxlIjpudWxsfSwiTWFyZ2luIjp7IiRpZCI6IjEwMDYiLCJUb3AiOjAuMCwiTGVmdCI6MC4wLCJSaWdodCI6MC4wLCJCb3R0b20iOjAuMH0sIlBhZGRpbmciOnsiJGlkIjoiMTAwNyIsIlRvcCI6MC4wLCJMZWZ0IjowLjAsIlJpZ2h0IjowLjAsIkJvdHRvbSI6MC4wfSwiQmFja2dyb3VuZCI6bnVsbCwiSXNWaXNpYmxlIjp0cnVlLCJXaWR0aCI6MC4wLCJIZWlnaHQiOjAuMCwiQm9yZGVyU3R5bGUiOm51bGwsIlBhcmVudFN0eWxlIjpudWxsfSwiQmFja2dyb3VuZFN0eWxlIjp7IiRpZCI6IjEwMDgiLCJNYXJnaW4iOnsiJGlkIjoiMTAwOSIsIlRvcCI6MC4wLCJMZWZ0IjowLjAsIlJpZ2h0IjowLjAsIkJvdHRvbSI6MC4wfSwiUGFkZGluZyI6eyIkaWQiOiIxMDEwIiwiVG9wIjowLjAsIkxlZnQiOjAuMCwiUmlnaHQiOjAuMCwiQm90dG9tIjowLjB9LCJCYWNrZ3JvdW5kIjp7IiRpZCI6IjEwMTEiLCJDb2xvciI6eyIkaWQiOiIxMDEyIiwiQSI6NTEsIlIiOjE1NSwiRyI6MTg3LCJCIjo4OX19LCJJc1Zpc2libGUiOnRydWUsIldpZHRoIjowLjAsIkhlaWdodCI6MC4wLCJCb3JkZXJTdHlsZSI6eyIkaWQiOiIxMDEzIiwiTGluZUNvbG9yIjp7IiRpZCI6IjEwMTQiLCIkdHlwZSI6Ik5MUkUuQ29tbW9uLkRvbS5Tb2xpZENvbG9yQnJ1c2gsIE5MUkUuQ29tbW9uIiwiQ29sb3IiOnsiJGlkIjoiMTAxNSIsIkEiOjI1NSwiUiI6MjU1LCJHIjowLCJCIjowfX0sIkxpbmVXZWlnaHQiOjAuMCwiTGluZVR5cGUiOjAsIlBhcmVudFN0eWxlIjpudWxsfSwiUGFyZW50U3R5bGUiOm51bGx9LCJNYXJnaW4iOnsiJGlkIjoiMTAxNiIsIlRvcCI6MC4wLCJMZWZ0IjowLjAsIlJpZ2h0IjowLjAsIkJvdHRvbSI6MC4wfSwiUGFkZGluZyI6eyIkaWQiOiIxMDE3IiwiVG9wIjowLjAsIkxlZnQiOjAuMCwiUmlnaHQiOjAuMCwiQm90dG9tIjowLjB9LCJJc1Zpc2libGUiOnRydWUsIldpZHRoIjowLjAsIkhlaWdodCI6MC4wLCJCb3JkZXJTdHlsZSI6bnVsbCwiUGFyZW50U3R5bGUiOm51bGx9fV0sIklkIjoiOWViNzY1ODQtYmIzMi00NTJlLWFjMDctZmIyNjM3YmFlYTFhIiwiSW5kZXgiOjMyLCJIZWFkZXJUZXh0IjoiTGF1bmNoIiwiU3R5bGUiOnsiJGlkIjoiMTAxOCIsIkhlYWRlclN0eWxlIjp7IiRpZCI6IjEwMTkiLCJUZXh0SXNWZXJ0aWNhbCI6ZmFsc2UsIlRleHRTdHlsZSI6eyIkaWQiOiIxMDIwIiwiRm9udFNldHRpbmdzIjp7IiRpZCI6IjEwMjEiLCJGb250U2l6ZSI6MTAsIkZvbnROYW1lIjoiRnJhbmtsaW4gR290aGljIE1lZGl1bSIsIklzQm9sZCI6ZmFsc2UsIklzSXRhbGljIjpmYWxzZSwiSXNVbmRlcmxpbmVkIjpmYWxzZSwiUGFyZW50U3R5bGUiOm51bGx9LCJBdXRvU2l6ZSI6MCwiRm9yZWdyb3VuZCI6eyIkaWQiOiIxMDIyIiwiQ29sb3IiOnsiJGlkIjoiMTAyMyIsIkEiOjI1NSwiUiI6MCwiRyI6MC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MTAyNCIsIk1hcmdpbiI6eyIkcmVmIjoiMzM1In0sIlBhZGRpbmciOnsiJHJlZiI6IjMzNiJ9LCJCYWNrZ3JvdW5kIjp7IiRpZCI6IjEwMjUiLCJDb2xvciI6eyIkaWQiOiIxMDI2IiwiQSI6MTI3LCJSIjoxNjUsIkciOjE2NSwiQiI6MTY1fX0sIklzVmlzaWJsZSI6ZmFsc2UsIldpZHRoIjowLjAsIkhlaWdodCI6MC4wLCJCb3JkZXJTdHlsZSI6eyIkaWQiOiIxMDI3IiwiTGluZUNvbG9yIjp7IiRyZWYiOiIzNDAifSwiTGluZVdlaWdodCI6MC4wLCJMaW5lVHlwZSI6MCwiUGFyZW50U3R5bGUiOm51bGx9LCJQYXJlbnRTdHlsZSI6bnVsbH0sIk1hcmdpbiI6eyIkcmVmIjoiMzQyIn0sIlBhZGRpbmciOnsiJHJlZiI6IjM0MyJ9LCJCYWNrZ3JvdW5kIjpudWxsLCJJc1Zpc2libGUiOnRydWUsIldpZHRoIjowLjAsIkhlaWdodCI6MC4wLCJCb3JkZXJTdHlsZSI6bnVsbCwiUGFyZW50U3R5bGUiOm51bGx9LCJCYWNrZ3JvdW5kU3R5bGUiOnsiJGlkIjoiMTAyOCIsIk1hcmdpbiI6eyIkcmVmIjoiMzQ1In0sIlBhZGRpbmciOnsiJHJlZiI6IjM0NiJ9LCJCYWNrZ3JvdW5kIjp7IiRpZCI6IjEwMjkiLCJDb2xvciI6eyIkaWQiOiIxMDMwIiwiQSI6MzgsIlIiOjE2NSwiRyI6MTY1LCJCIjoxNjV9fSwiSXNWaXNpYmxlIjp0cnVlLCJXaWR0aCI6MC4wLCJIZWlnaHQiOjAuMCwiQm9yZGVyU3R5bGUiOnsiJGlkIjoiMTAzMSIsIkxpbmVDb2xvciI6eyIkcmVmIjoiMzUwIn0sIkxpbmVXZWlnaHQiOjAuMCwiTGluZVR5cGUiOjAsIlBhcmVudFN0eWxlIjpudWxsfSwiUGFyZW50U3R5bGUiOm51bGx9LCJJc0Fib3ZlVGltZWJhbmQiOmZhbHNlLCJNYXJnaW4iOnsiJGlkIjoiMTAzMiIsIlRvcCI6MC4wLCJMZWZ0IjowLjAsIlJpZ2h0IjowLjAsIkJvdHRvbSI6MC4wfSwiUGFkZGluZyI6eyIkaWQiOiIxMDMzIiwiVG9wIjowLjAsIkxlZnQiOjAuMCwiUmlnaHQiOjAuMCwiQm90dG9tIjowLjB9LCJJc1Zpc2libGUiOnRydWUsIldpZHRoIjowLjAsIkhlaWdodCI6MC4wLCJCb3JkZXJTdHlsZSI6eyIkaWQiOiIxMDM0IiwiTGluZUNvbG9yIjpudWxsLCJMaW5lV2VpZ2h0IjowLjAsIkxpbmVUeXBlIjowLCJQYXJlbnRTdHlsZSI6bnVsbH0sIlBhcmVudFN0eWxlIjpudWxsfX1dLCJDdWx0dXJlSW5mb05hbWUiOiJlbi1VUyIsIlN0eWxlTmFtZSI6bnVsbCwiVmVyc2lvbiI6eyIkaWQiOiIxMDM1IiwiVmVyc2lvbiI6IjMuNi4xIiwiT3JpZ2luYWxBc3NlbWJseVZlcnNpb24iOiI0LjAwLjAxLjAwIiwiRWRpdGlvbiI6IlBybyIsIkxhc3RTYXZlZEVkaXRpb24iOjMsIklzUGx1c0VkaXRpb24iOnRydWUsIklzUHJvRWRpdGlvbiI6dHJ1ZX0sIkVmZmVjdCI6MCwiU3R5bGUiOnsiJGlkIjoiMTAzNiIsIlRpbWViYW5kU3R5bGUiOnsiJGlkIjoiMTAzNyIsIlNjYWxlTWFya2luZyI6MSwiU2hhcGUiOjEwLCJTaGFwZVN0eWxlIjp7IiRpZCI6IjEwMzgiLCJNYXJnaW4iOnsiJGlkIjoiMTAzOSIsIlRvcCI6MC4wLCJMZWZ0IjoxMC4wLCJSaWdodCI6MTAuMCwiQm90dG9tIjowLjB9LCJQYWRkaW5nIjp7IiRpZCI6IjEwNDAiLCJUb3AiOjMuMCwiTGVmdCI6MC4wLCJSaWdodCI6MC4wLCJCb3R0b20iOjMuMH0sIkJhY2tncm91bmQiOnsiJGlkIjoiMTA0MSIsIkNvbG9yIjp7IiRpZCI6IjEwNDIiLCJBIjoyNTUsIlIiOjY4LCJHIjo4NCwiQiI6MTA2fX0sIklzVmlzaWJsZSI6dHJ1ZSwiV2lkdGgiOjg1OC4wLCJIZWlnaHQiOjIwLjAsIkJvcmRlclN0eWxlIjp7IiRpZCI6IjEwNDMiLCJMaW5lQ29sb3IiOnsiJGlkIjoiMTA0NCIsIiR0eXBlIjoiTkxSRS5Db21tb24uRG9tLlNvbGlkQ29sb3JCcnVzaCwgTkxSRS5Db21tb24iLCJDb2xvciI6eyIkaWQiOiIxMDQ1IiwiQSI6MjU1LCJSIjoyNTUsIkciOjAsIkIiOjB9fSwiTGluZVdlaWdodCI6MC4wLCJMaW5lVHlwZSI6MCwiUGFyZW50U3R5bGUiOm51bGx9LCJQYXJlbnRTdHlsZSI6bnVsbH0sIk1pZGRsZVRpZXJTaGFwZVN0eWxlIjp7IiRpZCI6IjEwNDYiLCJNYXJnaW4iOnsiJHJlZiI6IjEwMzkifSwiUGFkZGluZyI6eyIkcmVmIjoiMTA0MCJ9LCJCYWNrZ3JvdW5kIjp7IiRyZWYiOiIxMDQxIn0sIklzVmlzaWJsZSI6dHJ1ZSwiV2lkdGgiOjg1OC4wLCJIZWlnaHQiOjIwLjAsIkJvcmRlclN0eWxlIjpudWxsLCJQYXJlbnRTdHlsZSI6bnVsbH0sIkJvdHRvbVRpZXJTaGFwZVN0eWxlIjp7IiRpZCI6IjEwNDciLCJNYXJnaW4iOnsiJHJlZiI6IjEwMzkifSwiUGFkZGluZyI6eyIkcmVmIjoiMTA0MCJ9LCJCYWNrZ3JvdW5kIjp7IiRyZWYiOiIxMDQxIn0sIklzVmlzaWJsZSI6dHJ1ZSwiV2lkdGgiOjg1OC4wLCJIZWlnaHQiOjIwLjAsIkJvcmRlclN0eWxlIjpudWxsLCJQYXJlbnRTdHlsZSI6bnVsbH0sIlJpZ2h0RW5kQ2Fwc1N0eWxlIjp7IiRpZCI6IjEwNDgiLCJGb250U2V0dGluZ3MiOnsiJGlkIjoiMTA0OSIsIkZvbnRTaXplIjoxOCwiRm9udE5hbWUiOiJDYWxpYnJpIiwiSXNCb2xkIjp0cnVlLCJJc0l0YWxpYyI6ZmFsc2UsIklzVW5kZXJsaW5lZCI6ZmFsc2UsIlBhcmVudFN0eWxlIjpudWxsfSwiQXV0b1NpemUiOjAsIkZvcmVncm91bmQiOnsiJGlkIjoiMTA1MCIsIkNvbG9yIjp7IiRpZCI6IjEwNTE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wNTIiLCJUb3AiOjAuMCwiTGVmdCI6MC4wLCJSaWdodCI6MjAuMCwiQm90dG9tIjowLjB9LCJQYWRkaW5nIjp7IiRpZCI6IjEwNTMiLCJUb3AiOjAuMCwiTGVmdCI6MC4wLCJSaWdodCI6MC4wLCJCb3R0b20iOjAuMH0sIkJhY2tncm91bmQiOnsiJGlkIjoiMTA1NCIsIkNvbG9yIjp7IiRyZWYiOiIxNSJ9fSwiSXNWaXNpYmxlIjpmYWxzZSwiV2lkdGgiOjAuMCwiSGVpZ2h0IjowLjAsIkJvcmRlclN0eWxlIjpudWxsLCJQYXJlbnRTdHlsZSI6bnVsbH0sIkxlZnRFbmRDYXBzU3R5bGUiOnsiJGlkIjoiMTA1NSIsIkZvbnRTZXR0aW5ncyI6eyIkaWQiOiIxMDU2IiwiRm9udFNpemUiOjE4LCJGb250TmFtZSI6IkNhbGlicmkiLCJJc0JvbGQiOnRydWUsIklzSXRhbGljIjpmYWxzZSwiSXNVbmRlcmxpbmVkIjpmYWxzZSwiUGFyZW50U3R5bGUiOm51bGx9LCJBdXRvU2l6ZSI6MCwiRm9yZWdyb3VuZCI6eyIkaWQiOiIxMDU3IiwiQ29sb3IiOnsiJGlkIjoiMTA1O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A1OSIsIlRvcCI6MC4wLCJMZWZ0IjoyMC4wLCJSaWdodCI6MC4wLCJCb3R0b20iOjAuMH0sIlBhZGRpbmciOnsiJGlkIjoiMTA2MCIsIlRvcCI6MC4wLCJMZWZ0IjowLjAsIlJpZ2h0IjowLjAsIkJvdHRvbSI6MC4wfSwiQmFja2dyb3VuZCI6eyIkaWQiOiIxMDYxIiwiQ29sb3IiOnsiJHJlZiI6IjE1In19LCJJc1Zpc2libGUiOmZhbHNlLCJXaWR0aCI6MC4wLCJIZWlnaHQiOjAuMCwiQm9yZGVyU3R5bGUiOm51bGwsIlBhcmVudFN0eWxlIjpudWxsfSwiVG9kYXlUZXh0U3R5bGUiOnsiJGlkIjoiMTA2MiIsIkZvbnRTZXR0aW5ncyI6eyIkaWQiOiIxMDYzIiwiRm9udFNpemUiOjEyLCJGb250TmFtZSI6IkNhbGlicmkiLCJJc0JvbGQiOmZhbHNlLCJJc0l0YWxpYyI6ZmFsc2UsIklzVW5kZXJsaW5lZCI6ZmFsc2UsIlBhcmVudFN0eWxlIjpudWxsfSwiQXV0b1NpemUiOjAsIkZvcmVncm91bmQiOnsiJGlkIjoiMTA2NCIsIkNvbG9yIjp7IiRpZCI6IjEwNj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A2NiIsIlRvcCI6MC4wLCJMZWZ0IjowLjAsIlJpZ2h0IjowLjAsIkJvdHRvbSI6MC4wfSwiUGFkZGluZyI6eyIkaWQiOiIxMDY3IiwiVG9wIjowLjAsIkxlZnQiOjAuMCwiUmlnaHQiOjAuMCwiQm90dG9tIjowLjB9LCJCYWNrZ3JvdW5kIjp7IiRpZCI6IjEwNjgiLCJDb2xvciI6eyIkcmVmIjoiMTUifX0sIklzVmlzaWJsZSI6dHJ1ZSwiV2lkdGgiOjAuMCwiSGVpZ2h0IjowLjAsIkJvcmRlclN0eWxlIjpudWxsLCJQYXJlbnRTdHlsZSI6bnVsbH0sIlRvZGF5TWFya2VyU3R5bGUiOnsiJGlkIjoiMTA2OSIsIk1hcmdpbiI6eyIkaWQiOiIxMDcwIiwiVG9wIjowLjAsIkxlZnQiOjAuMCwiUmlnaHQiOjAuMCwiQm90dG9tIjowLjB9LCJQYWRkaW5nIjp7IiRpZCI6IjEwNzEiLCJUb3AiOjAuMCwiTGVmdCI6MC4wLCJSaWdodCI6MC4wLCJCb3R0b20iOjAuMH0sIkJhY2tncm91bmQiOnsiJGlkIjoiMTA3MiIsIkNvbG9yIjp7IiRpZCI6IjEwNzMiLCJBIjoyNTUsIlIiOjI1NSwiRyI6MCwiQiI6MH19LCJJc1Zpc2libGUiOnRydWUsIldpZHRoIjowLjAsIkhlaWdodCI6MC4wLCJCb3JkZXJTdHlsZSI6bnVsbCwiUGFyZW50U3R5bGUiOm51bGx9LCJTY2FsZVN0eWxlIjp7IiRpZCI6IjEwNzQiLCJTaGFwZSI6MywiU2hvd1NlZ21lbnRTZXBhcmF0b3JzIjpmYWxzZSwiU2VnbWVudFNlcGFyYXRvck9wYWNpdHkiOjMwLCJIYXNCZWVuVmlzaWJsZUJlZm9yZSI6dHJ1ZSwiRm9udFNldHRpbmdzIjp7IiRpZCI6IjEwNzUiLCJGb250U2l6ZSI6MTIsIkZvbnROYW1lIjoiQ2FsaWJyaSIsIklzQm9sZCI6ZmFsc2UsIklzSXRhbGljIjpmYWxzZSwiSXNVbmRlcmxpbmVkIjpmYWxzZSwiUGFyZW50U3R5bGUiOm51bGx9LCJBdXRvU2l6ZSI6MCwiRm9yZWdyb3VuZCI6eyIkaWQiOiIxMDc2IiwiQ29sb3IiOnsiJGlkIjoiMTA3N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MDc4IiwiVG9wIjowLjAsIkxlZnQiOjUuMCwiUmlnaHQiOjAuMCwiQm90dG9tIjowLjB9LCJQYWRkaW5nIjp7IiRpZCI6IjEwNzkiLCJUb3AiOjAuMCwiTGVmdCI6MC4wLCJSaWdodCI6MC4wLCJCb3R0b20iOjAuMH0sIkJhY2tncm91bmQiOnsiJGlkIjoiMTA4MCIsIkNvbG9yIjp7IiRyZWYiOiIxNSJ9fSwiSXNWaXNpYmxlIjp0cnVlLCJXaWR0aCI6MC4wLCJIZWlnaHQiOjAuMCwiQm9yZGVyU3R5bGUiOm51bGwsIlBhcmVudFN0eWxlIjpudWxsfSwiU2luZ2xlU2NhbGVTaGFwZVN0eWxlIjp7IiRpZCI6IjEwODEiLCJTaGFwZSI6MywiSGVpZ2h0IjoyMC4wfSwiTWlkZGxlVGllclNjYWxlU3R5bGUiOnsiJGlkIjoiMTA4MiIsIlNoYXBlIjozLCJTaG93U2VnbWVudFNlcGFyYXRvcnMiOmZhbHNlLCJTZWdtZW50U2VwYXJhdG9yT3BhY2l0eSI6MzAsIkhhc0JlZW5WaXNpYmxlQmVmb3JlIjpmYWxzZSwiRm9udFNldHRpbmdzIjp7IiRpZCI6IjEwODMiLCJGb250U2l6ZSI6MTIsIkZvbnROYW1lIjoiQ2FsaWJyaSIsIklzQm9sZCI6ZmFsc2UsIklzSXRhbGljIjpmYWxzZSwiSXNVbmRlcmxpbmVkIjpmYWxzZSwiUGFyZW50U3R5bGUiOm51bGx9LCJBdXRvU2l6ZSI6MCwiRm9yZWdyb3VuZCI6eyIkcmVmIjoiMTA3NiJ9LCJNYXhXaWR0aCI6MjAwLjAsIk1heEhlaWdodCI6IkluZmluaXR5IiwiU21hcnRGb3JlZ3JvdW5kSXNBY3RpdmUiOmZhbHNlLCJIb3Jpem9udGFsQWxpZ25tZW50IjowLCJWZXJ0aWNhbEFsaWdubWVudCI6MSwiU21hcnRGb3JlZ3JvdW5kIjpudWxsLCJCYWNrZ3JvdW5kRmlsbFR5cGUiOjAsIk1hcmdpbiI6eyIkcmVmIjoiMTA3OCJ9LCJQYWRkaW5nIjp7IiRyZWYiOiIxMDc5In0sIkJhY2tncm91bmQiOnsiJHJlZiI6IjEwODAifSwiSXNWaXNpYmxlIjpmYWxzZSwiV2lkdGgiOjAuMCwiSGVpZ2h0IjowLjAsIkJvcmRlclN0eWxlIjpudWxsLCJQYXJlbnRTdHlsZSI6bnVsbH0sIkJvdHRvbVRpZXJTY2FsZVN0eWxlIjp7IiRpZCI6IjEwODQiLCJTaGFwZSI6MywiU2hvd1NlZ21lbnRTZXBhcmF0b3JzIjpmYWxzZSwiU2VnbWVudFNlcGFyYXRvck9wYWNpdHkiOjMwLCJIYXNCZWVuVmlzaWJsZUJlZm9yZSI6ZmFsc2UsIkZvbnRTZXR0aW5ncyI6eyIkaWQiOiIxMDg1IiwiRm9udFNpemUiOjEyLCJGb250TmFtZSI6IkNhbGlicmkiLCJJc0JvbGQiOmZhbHNlLCJJc0l0YWxpYyI6ZmFsc2UsIklzVW5kZXJsaW5lZCI6ZmFsc2UsIlBhcmVudFN0eWxlIjpudWxsfSwiQXV0b1NpemUiOjAsIkZvcmVncm91bmQiOnsiJHJlZiI6IjEwNzYifSwiTWF4V2lkdGgiOjIwMC4wLCJNYXhIZWlnaHQiOiJJbmZpbml0eSIsIlNtYXJ0Rm9yZWdyb3VuZElzQWN0aXZlIjpmYWxzZSwiSG9yaXpvbnRhbEFsaWdubWVudCI6MCwiVmVydGljYWxBbGlnbm1lbnQiOjEsIlNtYXJ0Rm9yZWdyb3VuZCI6bnVsbCwiQmFja2dyb3VuZEZpbGxUeXBlIjowLCJNYXJnaW4iOnsiJHJlZiI6IjEwNzgifSwiUGFkZGluZyI6eyIkcmVmIjoiMTA3OSJ9LCJCYWNrZ3JvdW5kIjp7IiRyZWYiOiIxMDgwIn0sIklzVmlzaWJsZSI6ZmFsc2UsIldpZHRoIjowLjAsIkhlaWdodCI6MC4wLCJCb3JkZXJTdHlsZSI6bnVsbCwiUGFyZW50U3R5bGUiOm51bGx9LCJFbGFwc2VkVGltZUJhY2tncm91bmQiOnsiJGlkIjoiMTA4NiIsIkNvbG9yIjp7IiRpZCI6IjEwODciLCJBIjoxOTEsIlIiOjI1NSwiRyI6MCwiQiI6MH19LCJBcHBlbmRZZWFyT25ZZWFyQ2hhbmdlIjpmYWxzZSwiRWxhcHNlZFRpbWVGb3JtYXQiOjIsIlRvZGF5TWFya2VyUG9zaXRpb24iOjAsIlF1aWNrUG9zaXRpb24iOjMsIkFic29sdXRlUG9zaXRpb24iOjE4My42LCJNYXJnaW4iOnsiJGlkIjoiMTA4OCIsIlRvcCI6MC4wLCJMZWZ0IjoxMC4wLCJSaWdodCI6MTAuMCwiQm90dG9tIjowLjB9LCJQYWRkaW5nIjp7IiRpZCI6IjEwODkiLCJUb3AiOjAuMCwiTGVmdCI6MC4wLCJSaWdodCI6MC4wLCJCb3R0b20iOjAuMH0sIkJhY2tncm91bmQiOnsiJGlkIjoiMTA5MCIsIkNvbG9yIjp7IiRpZCI6IjEwOTEiLCJBIjoyNTUsIlIiOjQ3LCJHIjo1NCwiQiI6MTUzfX0sIklzVmlzaWJsZSI6dHJ1ZSwiV2lkdGgiOjAuMCwiSGVpZ2h0IjowLjAsIkJvcmRlclN0eWxlIjpudWxsLCJQYXJlbnRTdHlsZSI6bnVsbH0sIkRlZmF1bHRNaWxlc3RvbmVTdHlsZSI6eyIkaWQiOiIxMDkyIiwiU2hhcGUiOjIsIkNvbm5lY3Rvck1hcmdpbiI6eyIkaWQiOiIxMDkzIiwiVG9wIjowLjAsIkxlZnQiOjIuMCwiUmlnaHQiOjIuMCwiQm90dG9tIjowLjB9LCJDb25uZWN0b3JTdHlsZSI6eyIkaWQiOiIxMDk0IiwiTGluZUNvbG9yIjp7IiRpZCI6IjEwOTUiLCIkdHlwZSI6Ik5MUkUuQ29tbW9uLkRvbS5Tb2xpZENvbG9yQnJ1c2gsIE5MUkUuQ29tbW9uIiwiQ29sb3IiOnsiJGlkIjoiMTA5NiIsIkEiOjEyNywiUiI6NzksIkciOjEyOSwiQiI6MTg5fX0sIkxpbmVXZWlnaHQiOjEuMCwiTGluZVR5cGUiOjAsIlBhcmVudFN0eWxlIjpudWxsfSwiSXNCZWxvd1RpbWViYW5kIjpmYWxzZSwiUG9zaXRpb25PblRhc2siOjAsIkhpZGVEYXRlIjpmYWxzZSwiU2hhcGVTaXplIjoxLCJTcGFjaW5nIjoyLjAsIlBhZGRpbmciOnsiJGlkIjoiMTA5NyIsIlRvcCI6Ny4wLCJMZWZ0IjozLjAsIlJpZ2h0IjowLjAsIkJvdHRvbSI6Mi4wfSwiU2hhcGVTdHlsZSI6eyIkaWQiOiIxMDk4IiwiTWFyZ2luIjp7IiRyZWYiOiIyNzYifSwiUGFkZGluZyI6eyIkcmVmIjoiMjc3In0sIkJhY2tncm91bmQiOnsiJGlkIjoiMTA5OSIsIkNvbG9yIjp7IiRpZCI6IjExMDAiLCJBIjoyNTUsIlIiOjAsIkciOjExNCwiQiI6MTg4fX0sIklzVmlzaWJsZSI6dHJ1ZSwiV2lkdGgiOjEzLjAsIkhlaWdodCI6MTMuMCwiQm9yZGVyU3R5bGUiOnsiJGlkIjoiMTEwMSIsIkxpbmVDb2xvciI6eyIkcmVmIjoiMjgxIn0sIkxpbmVXZWlnaHQiOjAuMCwiTGluZVR5cGUiOjAsIlBhcmVudFN0eWxlIjpudWxsfSwiUGFyZW50U3R5bGUiOm51bGx9LCJUaXRsZVN0eWxlIjp7IiRpZCI6IjExMDIiLCJGb250U2V0dGluZ3MiOnsiJGlkIjoiMTEwMyIsIkZvbnRTaXplIjoxMSwiRm9udE5hbWUiOiJDYWxpYnJpIiwiSXNCb2xkIjp0cnVlLCJJc0l0YWxpYyI6ZmFsc2UsIklzVW5kZXJsaW5lZCI6ZmFsc2UsIlBhcmVudFN0eWxlIjpudWxsfSwiQXV0b1NpemUiOjAsIkZvcmVncm91bmQiOnsiJGlkIjoiMTEwNCIsIkNvbG9yIjp7IiRpZCI6IjExMDU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xMTA2IiwiRm9udFNldHRpbmdzIjp7IiRpZCI6IjExMDciLCJGb250U2l6ZSI6MTAsIkZvbnROYW1lIjoiQ2FsaWJyaSIsIklzQm9sZCI6ZmFsc2UsIklzSXRhbGljIjpmYWxzZSwiSXNVbmRlcmxpbmVkIjpmYWxzZSwiUGFyZW50U3R5bGUiOm51bGx9LCJBdXRvU2l6ZSI6MCwiRm9yZWdyb3VuZCI6eyIkaWQiOiIxMTA4IiwiQ29sb3IiOnsiJGlkIjoiMTEw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MTE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ExIiwiRm9ybWF0IjowLCJJc1Zpc2libGUiOmZhbHNlLCJMYXN0S25vd25WaXNpYmlsaXR5U3RhdGUiOmZhbHNlfSwiSXNWaXNpYmxlIjp0cnVlLCJQYXJlbnRTdHlsZSI6bnVsbH0sIkRlZmF1bHRUYXNrU3R5bGUiOnsiJGlkIjoiMTExMiIsIlNoYXBlIjoxLCJTaGFwZVRoaWNrbmVzcyI6MCwiRHVyYXRpb25Gb3JtYXQiOjAsIkluY2x1ZGVOb25Xb3JraW5nRGF5c0luRHVyYXRpb24iOmZhbHNlLCJQZXJjZW50YWdlQ29tcGxldGVTdHlsZSI6eyIkaWQiOiIxMTEzIiwiRm9udFNldHRpbmdzIjp7IiRpZCI6IjExM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ExNSIsIlRvcCI6MC4wLCJMZWZ0IjowLjAsIlJpZ2h0IjowLjAsIkJvdHRvbSI6MC4wfSwiUGFkZGluZyI6eyIkaWQiOiIxMTE2IiwiVG9wIjowLjAsIkxlZnQiOjAuMCwiUmlnaHQiOjAuMCwiQm90dG9tIjowLjB9LCJCYWNrZ3JvdW5kIjp7IiRyZWYiOiIxNCJ9LCJJc1Zpc2libGUiOnRydWUsIldpZHRoIjowLjAsIkhlaWdodCI6MC4wLCJCb3JkZXJTdHlsZSI6bnVsbCwiUGFyZW50U3R5bGUiOm51bGx9LCJEdXJhdGlvblN0eWxlIjp7IiRpZCI6IjExMTciLCJGb250U2V0dGluZ3MiOnsiJGlkIjoiMTExOCIsIkZvbnRTaXplIjoxMCwiRm9udE5hbWUiOiJDYWxpYnJpIiwiSXNCb2xkIjpmYWxzZSwiSXNJdGFsaWMiOmZhbHNlLCJJc1VuZGVybGluZWQiOmZhbHNlLCJQYXJlbnRTdHlsZSI6bnVsbH0sIkF1dG9TaXplIjowLCJGb3JlZ3JvdW5kIjp7IiRpZCI6IjExMTkiLCJDb2xvciI6eyIkcmVmIjoiMjAifX0sIk1heFdpZHRoIjoyMDAuMCwiTWF4SGVpZ2h0IjoiSW5maW5pdHkiLCJTbWFydEZvcmVncm91bmRJc0FjdGl2ZSI6ZmFsc2UsIkhvcml6b250YWxBbGlnbm1lbnQiOjAsIlZlcnRpY2FsQWxpZ25tZW50IjowLCJTbWFydEZvcmVncm91bmQiOm51bGwsIkJhY2tncm91bmRGaWxsVHlwZSI6MCwiTWFyZ2luIjp7IiRpZCI6IjExMjAiLCJUb3AiOjAuMCwiTGVmdCI6MC4wLCJSaWdodCI6MC4wLCJCb3R0b20iOjAuMH0sIlBhZGRpbmciOnsiJGlkIjoiMTEyMSIsIlRvcCI6MC4wLCJMZWZ0IjowLjAsIlJpZ2h0IjowLjAsIkJvdHRvbSI6MC4wfSwiQmFja2dyb3VuZCI6eyIkcmVmIjoiMjMifSwiSXNWaXNpYmxlIjp0cnVlLCJXaWR0aCI6MC4wLCJIZWlnaHQiOjAuMCwiQm9yZGVyU3R5bGUiOm51bGwsIlBhcmVudFN0eWxlIjpudWxsfSwiSG9yaXpvbnRhbENvbm5lY3RvclN0eWxlIjp7IiRpZCI6IjExMjIiLCJMaW5lQ29sb3IiOnsiJHJlZiI6IjI2In0sIkxpbmVXZWlnaHQiOjEuMCwiTGluZVR5cGUiOjAsIlBhcmVudFN0eWxlIjpudWxsfSwiVmVydGljYWxDb25uZWN0b3JTdHlsZSI6eyIkaWQiOiIxMTIzIiwiTGluZUNvbG9yIjp7IiRyZWYiOiIy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ExMjQiLCJNYXJnaW4iOnsiJGlkIjoiMTEyNSIsIlRvcCI6MC4wLCJMZWZ0Ijo0LjAsIlJpZ2h0Ijo0LjAsIkJvdHRvbSI6MC4wfSwiUGFkZGluZyI6eyIkaWQiOiIxMTI2IiwiVG9wIjowLjAsIkxlZnQiOjAuMCwiUmlnaHQiOjAuMCwiQm90dG9tIjowLjB9LCJCYWNrZ3JvdW5kIjp7IiRpZCI6IjExMjciLCJDb2xvciI6eyIkaWQiOiIxMTI4IiwiQSI6MjU1LCJSIjowLCJHIjoxMTQsIkIiOjE4OH19LCJJc1Zpc2libGUiOnRydWUsIldpZHRoIjowLjAsIkhlaWdodCI6MTAuMCwiQm9yZGVyU3R5bGUiOnsiJGlkIjoiMTEyOSIsIkxpbmVDb2xvciI6eyIkcmVmIjoiMzcifSwiTGluZVdlaWdodCI6MC4wLCJMaW5lVHlwZSI6MCwiUGFyZW50U3R5bGUiOm51bGx9LCJQYXJlbnRTdHlsZSI6bnVsbH0sIlRpdGxlU3R5bGUiOnsiJGlkIjoiMTEzMCIsIkZvbnRTZXR0aW5ncyI6eyIkaWQiOiIxMTMxIiwiRm9udFNpemUiOjExLCJGb250TmFtZSI6IkNhbGlicmkiLCJJc0JvbGQiOnRydWUsIklzSXRhbGljIjpmYWxzZSwiSXNVbmRlcmxpbmVkIjpmYWxzZSwiUGFyZW50U3R5bGUiOm51bGx9LCJBdXRvU2l6ZSI6MCwiRm9yZWdyb3VuZCI6eyIkaWQiOiIxMTMyIiwiQ29sb3IiOnsiJGlkIjoiMTEzM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M0IiwiVG9wIjowLjAsIkxlZnQiOjAuMCwiUmlnaHQiOjAuMCwiQm90dG9tIjowLjB9LCJQYWRkaW5nIjp7IiRpZCI6IjExMzUiLCJUb3AiOjAuMCwiTGVmdCI6MC4wLCJSaWdodCI6MC4wLCJCb3R0b20iOjAuMH0sIkJhY2tncm91bmQiOnsiJHJlZiI6IjQ1In0sIklzVmlzaWJsZSI6dHJ1ZSwiV2lkdGgiOjAuMCwiSGVpZ2h0IjowLjAsIkJvcmRlclN0eWxlIjpudWxsLCJQYXJlbnRTdHlsZSI6bnVsbH0sIkRhdGVTdHlsZSI6eyIkaWQiOiIxMTM2IiwiRm9udFNldHRpbmdzIjp7IiRpZCI6IjExMzciLCJGb250U2l6ZSI6MTAsIkZvbnROYW1lIjoiQ2FsaWJyaSIsIklzQm9sZCI6ZmFsc2UsIklzSXRhbGljIjpmYWxzZSwiSXNVbmRlcmxpbmVkIjpmYWxzZSwiUGFyZW50U3R5bGUiOm51bGx9LCJBdXRvU2l6ZSI6MCwiRm9yZWdyb3VuZCI6eyIkaWQiOiIxMTM4IiwiQ29sb3IiOnsiJGlkIjoiMTEz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E0MCIsIlRvcCI6MC4wLCJMZWZ0IjowLjAsIlJpZ2h0IjowLjAsIkJvdHRvbSI6MC4wfSwiUGFkZGluZyI6eyIkaWQiOiIxMTQxIiwiVG9wIjowLjAsIkxlZnQiOjAuMCwiUmlnaHQiOjAuMCwiQm90dG9tIjowLjB9LCJCYWNrZ3JvdW5kIjp7IiRyZWYiOiI1MyJ9LCJJc1Zpc2libGUiOnRydWUsIldpZHRoIjowLjAsIkhlaWdodCI6MC4wLCJCb3JkZXJTdHlsZSI6bnVsbCwiUGFyZW50U3R5bGUiOm51bGx9LCJEYXRlRm9ybWF0Ijp7IiRpZCI6IjExN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0MyIsIkZvcm1hdCI6MCwiSXNWaXNpYmxlIjpmYWxzZSwiTGFzdEtub3duVmlzaWJpbGl0eVN0YXRlIjpmYWxzZX0sIklzVmlzaWJsZSI6dHJ1ZSwiUGFyZW50U3R5bGUiOm51bGwsIl9leHBsaWNpdGx5U2V0Ijp7IiRpZCI6IjExNDQ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ExNDUiLCJHcmlkbGluZVN0eWxlIjp7IiRpZCI6IjExNDYiLCJMaW5lQ29sb3IiOnsiJGlkIjoiMTE0NyIsIiR0eXBlIjoiTkxSRS5Db21tb24uRG9tLlNvbGlkQ29sb3JCcnVzaCwgTkxSRS5Db21tb24iLCJDb2xvciI6eyIkaWQiOiIxMTQ4IiwiQSI6MzgsIlIiOjkxLCJHIjoxNTUsIkIiOjIxM319LCJMaW5lV2VpZ2h0IjoxLjAsIkxpbmVUeXBlIjowLCJQYXJlbnRTdHlsZSI6bnVsbH0sIk1hcmdpbiI6eyIkaWQiOiIxMTQ5IiwiVG9wIjowLjAsIkxlZnQiOjAuMCwiUmlnaHQiOjAuMCwiQm90dG9tIjowLjB9LCJQYWRkaW5nIjp7IiRpZCI6IjExNTAiLCJUb3AiOjAuMCwiTGVmdCI6MC4wLCJSaWdodCI6MC4wLCJCb3R0b20iOjAuMH0sIkJhY2tncm91bmQiOm51bGwsIklzVmlzaWJsZSI6dHJ1ZSwiV2lkdGgiOjAuMCwiSGVpZ2h0IjowLjAsIkJvcmRlclN0eWxlIjp7IiRpZCI6IjExNTEiLCJMaW5lQ29sb3IiOm51bGwsIkxpbmVXZWlnaHQiOjAuMCwiTGluZVR5cGUiOjAsIlBhcmVudFN0eWxlIjpudWxsfSwiUGFyZW50U3R5bGUiOm51bGx9LCJBY3Rpdml0eUxpbmVQYW5lbFN0eWxlIjp7IiRpZCI6IjExNTIiLCJBY3Rpdml0eUxpbmVTdHlsZSI6eyIkaWQiOiIxMTUzIiwiTGluZUNvbG9yIjp7IiRpZCI6IjExNTQiLCIkdHlwZSI6Ik5MUkUuQ29tbW9uLkRvbS5Tb2xpZENvbG9yQnJ1c2gsIE5MUkUuQ29tbW9uIiwiQ29sb3IiOnsiJGlkIjoiMTE1NSIsIkEiOjM4LCJSIjo3OSwiRyI6MTI5LCJCIjoxODl9fSwiTGluZVdlaWdodCI6MS4wLCJMaW5lVHlwZSI6MCwiUGFyZW50U3R5bGUiOm51bGx9LCJNYXJnaW4iOnsiJGlkIjoiMTE1NiIsIlRvcCI6MC4wLCJMZWZ0IjowLjAsIlJpZ2h0IjowLjAsIkJvdHRvbSI6MC4wfSwiUGFkZGluZyI6eyIkaWQiOiIxMTU3IiwiVG9wIjowLjAsIkxlZnQiOjAuMCwiUmlnaHQiOjAuMCwiQm90dG9tIjowLjB9LCJCYWNrZ3JvdW5kIjpudWxsLCJJc1Zpc2libGUiOnRydWUsIldpZHRoIjowLjAsIkhlaWdodCI6MC4wLCJCb3JkZXJTdHlsZSI6bnVsbCwiUGFyZW50U3R5bGUiOm51bGx9LCJTaG93RWxhcHNlZFRpbWVHcmFkaWVudFN0eWxlIjpmYWxzZSwiVGltZWJhbmRSZXNlcnZlZExlZnRBcmVhU3R5bGUiOnsiJGlkIjoiMTE1OCIsIkFjdGl2aXR5SGVhZGVyV2lkdGgiOjAuMCwiSXNTZXQiOmZhbHNlfSwiRGVmYXVsdFN3aW1sYW5lU3R5bGUiOnsiJGlkIjoiMTE1OSIsIkhlYWRlclN0eWxlIjp7IiRpZCI6IjExNjAiLCJUZXh0U3R5bGUiOnsiJGlkIjoiMTE2MSIsIkZvbnRTZXR0aW5ncyI6eyIkaWQiOiIxMTYyIiwiRm9udFNpemUiOjEyLCJGb250TmFtZSI6IkNhbGlicmkiLCJJc0JvbGQiOmZhbHNlLCJJc0l0YWxpYyI6ZmFsc2UsIklzVW5kZXJsaW5lZCI6ZmFsc2UsIlBhcmVudFN0eWxlIjpudWxsfSwiQXV0b1NpemUiOjAsIkZvcmVncm91bmQiOnsiJGlkIjoiMTE2MyIsIkNvbG9yIjp7IiRpZCI6IjExNjQiLCJBIjoyNTUsIlIiOjMyLCJHIjo1NiwiQiI6MTAwfX0sIk1heFdpZHRoIjowLjAsIk1heEhlaWdodCI6MC4wLCJTbWFydEZvcmVncm91bmRJc0FjdGl2ZSI6ZmFsc2UsIkhvcml6b250YWxBbGlnbm1lbnQiOjAsIlZlcnRpY2FsQWxpZ25tZW50IjowLCJTbWFydEZvcmVncm91bmQiOm51bGwsIkJhY2tncm91bmRGaWxsVHlwZSI6MCwiTWFyZ2luIjp7IiRyZWYiOiIzMzIifSwiUGFkZGluZyI6eyIkcmVmIjoiMzMzIn0sIkJhY2tncm91bmQiOm51bGwsIklzVmlzaWJsZSI6ZmFsc2UsIldpZHRoIjowLjAsIkhlaWdodCI6MC4wLCJCb3JkZXJTdHlsZSI6bnVsbCwiUGFyZW50U3R5bGUiOm51bGx9LCJSZWN0YW5nbGVTdHlsZSI6eyIkaWQiOiIxMTY1IiwiTWFyZ2luIjp7IiRyZWYiOiIzMzUifSwiUGFkZGluZyI6eyIkcmVmIjoiMzM2In0sIkJhY2tncm91bmQiOnsiJGlkIjoiMTE2NiIsIkNvbG9yIjp7IiRpZCI6IjExNjciLCJBIjoxMjcsIlIiOjkxLCJHIjoxNTUsIkIiOjIxM319LCJJc1Zpc2libGUiOmZhbHNlLCJXaWR0aCI6MC4wLCJIZWlnaHQiOjAuMCwiQm9yZGVyU3R5bGUiOnsiJGlkIjoiMTE2OCIsIkxpbmVDb2xvciI6eyIkcmVmIjoiMzQwIn0sIkxpbmVXZWlnaHQiOjAuMCwiTGluZVR5cGUiOjAsIlBhcmVudFN0eWxlIjpudWxsfSwiUGFyZW50U3R5bGUiOm51bGx9LCJNYXJnaW4iOnsiJHJlZiI6IjM0MiJ9LCJQYWRkaW5nIjp7IiRyZWYiOiIzNDMifSwiQmFja2dyb3VuZCI6bnVsbCwiSXNWaXNpYmxlIjp0cnVlLCJXaWR0aCI6MC4wLCJIZWlnaHQiOjAuMCwiQm9yZGVyU3R5bGUiOm51bGwsIlBhcmVudFN0eWxlIjpudWxsfSwiQmFja2dyb3VuZFN0eWxlIjp7IiRpZCI6IjExNjkiLCJNYXJnaW4iOnsiJHJlZiI6IjM0NSJ9LCJQYWRkaW5nIjp7IiRyZWYiOiIzNDYifSwiQmFja2dyb3VuZCI6eyIkaWQiOiIxMTcwIiwiQ29sb3IiOnsiJGlkIjoiMTE3MSIsIkEiOjM4LCJSIjo5MSwiRyI6MTU1LCJCIjoyMTN9fSwiSXNWaXNpYmxlIjp0cnVlLCJXaWR0aCI6MC4wLCJIZWlnaHQiOjAuMCwiQm9yZGVyU3R5bGUiOnsiJGlkIjoiMTE3MiIsIkxpbmVDb2xvciI6eyIkcmVmIjoiMzUwIn0sIkxpbmVXZWlnaHQiOjAuMCwiTGluZVR5cGUiOjAsIlBhcmVudFN0eWxlIjpudWxsfSwiUGFyZW50U3R5bGUiOm51bGx9LCJJc0Fib3ZlVGltZWJhbmQiOmZhbHNlLCJNYXJnaW4iOnsiJGlkIjoiMTE3MyIsIlRvcCI6MC4wLCJMZWZ0IjowLjAsIlJpZ2h0IjowLjAsIkJvdHRvbSI6MC4wfSwiUGFkZGluZyI6eyIkaWQiOiIxMTc0IiwiVG9wIjowLjAsIkxlZnQiOjAuMCwiUmlnaHQiOjAuMCwiQm90dG9tIjowLjB9LCJJc1Zpc2libGUiOnRydWUsIldpZHRoIjowLjAsIkhlaWdodCI6MC4wLCJCb3JkZXJTdHlsZSI6bnVsbCwiUGFyZW50U3R5bGUiOm51bGx9fSwiU2NhbGUiOnsiJGlkIjoiMTE3NSIsIlN0YXJ0RGF0ZSI6IjAwMDEtMDEtMDFUMDA6MDA6MDAiLCJFbmREYXRlIjoiMjAxOS0xMi0yMlQxMjo1OTowMCIsIkZvcm1hdCI6Ik1NTSIsIlR5cGUiOjIsIkF1dG9EYXRlUmFuZ2UiOnRydWUsIldvcmtpbmdEYXlzIjozMSwiRmlzY2FsWWVhciI6eyIkaWQiOiIxMTc2IiwiU3RhcnRNb250aCI6MSwiVXNlU3RhcnRpbmdZZWFyRm9yTnVtYmVyaW5nIjp0cnVlLCJTaG93RmlzY2FsWWVhckxhYmVsIjp0cnVlfSwiVG9kYXlNYXJrZXJUZXh0IjoiVG9kYXkiLCJBdXRvU2NhbGVUeXBlIjp0cnVlfSwiU2NhbGVWMiI6eyIkaWQiOiIxMTc3IiwiU3RhcnREYXRlIjoiMDAwMS0wMS0wMVQwMDowMDowMCIsIkVuZERhdGUiOiIyMDE5LTEyLTIyVDEyOjU5OjAwIiwiQXV0b0RhdGVSYW5nZSI6dHJ1ZSwiV29ya2luZ0RheXMiOjMxLCJGaXNjYWxZZWFyIjp7IiRyZWYiOiIxMTc2In0sIlRvZGF5TWFya2VyVGV4dCI6IlRvZGF5IiwiQXV0b1NjYWxlVHlwZSI6dHJ1ZSwiVGltZWJhbmRTY2FsZXMiOnsiJGlkIjoiMTE3OCIsIlRvcFNjYWxlTGF5ZXIiOnsiJGlkIjoiMTE3OSIsIkZvcm1hdCI6Ik1NTSIsIlR5cGUiOjJ9LCJNaWRkbGVTY2FsZUxheWVyIjp7IiRpZCI6IjExODAiLCJGb3JtYXQiOm51bGwsIlR5cGUiOjB9LCJCb3R0b21TY2FsZUxheWVyIjp7IiRpZCI6IjExODEiLCJGb3JtYXQiOm51bGwsIlR5cGUiOjB9fX0sIk1pbGVzdG9uZXMiOlt7IiRpZCI6IjExODIiLCJEYXRlIjoiMjAxOS0wMS0yNVQxMTo1OTowMFoiLCJTdHlsZSI6eyIkaWQiOiIxMTgzIiwiU2hhcGUiOjE5LCJDb25uZWN0b3JNYXJnaW4iOnsiJGlkIjoiMTE4NCIsIlRvcCI6MC4wLCJMZWZ0IjoyLjAsIlJpZ2h0IjoyLjAsIkJvdHRvbSI6MC4wfSwiQ29ubmVjdG9yU3R5bGUiOnsiJGlkIjoiMTE4NSIsIkxpbmVDb2xvciI6eyIkaWQiOiIxMTg2IiwiJHR5cGUiOiJOTFJFLkNvbW1vbi5Eb20uU29saWRDb2xvckJydXNoLCBOTFJFLkNvbW1vbiIsIkNvbG9yIjp7IiRpZCI6IjExODciLCJBIjoxMjcsIlIiOjc5LCJHIjoxMjksIkIiOjE4OX19LCJMaW5lV2VpZ2h0IjoxLjAsIkxpbmVUeXBlIjowLCJQYXJlbnRTdHlsZSI6bnVsbH0sIklzQmVsb3dUaW1lYmFuZCI6ZmFsc2UsIlBvc2l0aW9uT25UYXNrIjowLCJIaWRlRGF0ZSI6ZmFsc2UsIlNoYXBlU2l6ZSI6MSwiU3BhY2luZyI6Mi4wLCJQYWRkaW5nIjp7IiRpZCI6IjExODgiLCJUb3AiOjcuMCwiTGVmdCI6My4wLCJSaWdodCI6MC4wLCJCb3R0b20iOjIuMH0sIlNoYXBlU3R5bGUiOnsiJGlkIjoiMTE4OSIsIk1hcmdpbiI6eyIkaWQiOiIxMTkwIiwiVG9wIjowLjAsIkxlZnQiOjAuMCwiUmlnaHQiOjAuMCwiQm90dG9tIjowLjB9LCJQYWRkaW5nIjp7IiRpZCI6IjExOTEiLCJUb3AiOjAuMCwiTGVmdCI6MC4wLCJSaWdodCI6MC4wLCJCb3R0b20iOjAuMH0sIkJhY2tncm91bmQiOnsiJGlkIjoiMTE5MiIsIkNvbG9yIjp7IiRpZCI6IjExOTMiLCJBIjoyNTUsIlIiOjExMiwiRyI6MTczLCJCIjo3MX19LCJJc1Zpc2libGUiOnRydWUsIldpZHRoIjoxMy4wLCJIZWlnaHQiOjEzLjAsIkJvcmRlclN0eWxlIjp7IiRpZCI6IjExOTQiLCJMaW5lQ29sb3IiOnsiJHJlZiI6IjI4MSJ9LCJMaW5lV2VpZ2h0IjowLjAsIkxpbmVUeXBlIjowLCJQYXJlbnRTdHlsZSI6bnVsbH0sIlBhcmVudFN0eWxlIjpudWxsfSwiVGl0bGVTdHlsZSI6eyIkaWQiOiIxMTk1IiwiRm9udFNldHRpbmdzIjp7IiRpZCI6IjExOTYiLCJGb250U2l6ZSI6MTEsIkZvbnROYW1lIjoiQ2FsaWJyaSIsIklzQm9sZCI6dHJ1ZSwiSXNJdGFsaWMiOmZhbHNlLCJJc1VuZGVybGluZWQiOmZhbHNlLCJQYXJlbnRTdHlsZSI6bnVsbH0sIkF1dG9TaXplIjowLCJGb3JlZ3JvdW5kIjp7IiRpZCI6IjExOTciLCJDb2xvciI6eyIkaWQiOiIxMTk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xOTkiLCJUb3AiOjAuMCwiTGVmdCI6MC4wLCJSaWdodCI6MC4wLCJCb3R0b20iOjAuMH0sIlBhZGRpbmciOnsiJGlkIjoiMTIwMCIsIlRvcCI6MC4wLCJMZWZ0IjowLjAsIlJpZ2h0IjowLjAsIkJvdHRvbSI6MC4wfSwiQmFja2dyb3VuZCI6eyIkcmVmIjoiMTYyIn0sIklzVmlzaWJsZSI6dHJ1ZSwiV2lkdGgiOjAuMCwiSGVpZ2h0IjowLjAsIkJvcmRlclN0eWxlIjp7IiRpZCI6IjEyMDEiLCJMaW5lQ29sb3IiOm51bGwsIkxpbmVXZWlnaHQiOjAuMCwiTGluZVR5cGUiOjAsIlBhcmVudFN0eWxlIjpudWxsfSwiUGFyZW50U3R5bGUiOm51bGx9LCJEYXRlU3R5bGUiOnsiJGlkIjoiMTIwMiIsIkZvbnRTZXR0aW5ncyI6eyIkaWQiOiIxMjAzIiwiRm9udFNpemUiOjEwLCJGb250TmFtZSI6IkNhbGlicmkiLCJJc0JvbGQiOmZhbHNlLCJJc0l0YWxpYyI6ZmFsc2UsIklzVW5kZXJsaW5lZCI6ZmFsc2UsIlBhcmVudFN0eWxlIjpudWxsfSwiQXV0b1NpemUiOjAsIkZvcmVncm91bmQiOnsiJGlkIjoiMTIwNCIsIkNvbG9yIjp7IiRpZCI6IjEyMD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DYiLCJUb3AiOjAuMCwiTGVmdCI6MC4wLCJSaWdodCI6MC4wLCJCb3R0b20iOjAuMH0sIlBhZGRpbmciOnsiJGlkIjoiMTIwNyIsIlRvcCI6MC4wLCJMZWZ0IjowLjAsIlJpZ2h0IjowLjAsIkJvdHRvbSI6MC4wfSwiQmFja2dyb3VuZCI6eyIkcmVmIjoiMTcwIn0sIklzVmlzaWJsZSI6dHJ1ZSwiV2lkdGgiOjAuMCwiSGVpZ2h0IjowLjAsIkJvcmRlclN0eWxlIjp7IiRpZCI6IjEyMDgiLCJMaW5lQ29sb3IiOm51bGwsIkxpbmVXZWlnaHQiOjAuMCwiTGluZVR5cGUiOjAsIlBhcmVudFN0eWxlIjpudWxsfSwiUGFyZW50U3R5bGUiOm51bGx9LCJEYXRlRm9ybWF0Ijp7IiRpZCI6IjEy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xMCIsIkZvcm1hdCI6MCwiSXNWaXNpYmxlIjpmYWxzZSwiTGFzdEtub3duVmlzaWJpbGl0eVN0YXRlIjpmYWxzZX0sIklzVmlzaWJsZSI6dHJ1ZSwiUGFyZW50U3R5bGUiOm51bGx9LCJJbmRleCI6MCwiUGVyY2VudGFnZUNvbXBsZXRlIjpudWxsLCJQb3NpdGlvbiI6eyJSYXRpbyI6MC4wLCJJc0N1c3RvbSI6ZmFsc2V9LCJEYXRlRm9ybWF0Ijp7IiRyZWYiOiIxMjA5In0sIldlZWtOdW1iZXJpbmciOnsiJGlkIjoiMTIxMSIsIkZvcm1hdCI6MCwiSXNWaXNpYmxlIjpmYWxzZSwiTGFzdEtub3duVmlzaWJpbGl0eVN0YXRlIjpmYWxzZX0sIlJlbGF0ZWRUYXNrSWQiOiIwMDAwMDAwMC0wMDAwLTAwMDAtMDAwMC0wMDAwMDAwMDAwMDAiLCJJZCI6IjE3NzE4ODcwLTdlNTQtNDgzMC1iOGNlLTg4NGE0NWIxNGQzYSIsIkltcG9ydElkIjpudWxsLCJUaXRsZSI6IlByb2plY3QgS2lja29mZiIsIk5vdGUiOm51bGwsIkh5cGVybGluayI6eyIkaWQiOiIxMjEyIiwiQWRkcmVzcyI6IiIsIlN1YkFkZHJlc3MiOiIifSwiSXNDaGFuZ2VkIjpmYWxzZSwiSXNOZXciOmZhbHNlfSx7IiRpZCI6IjEyMTMiLCJEYXRlIjoiMjAxOS0wMy0xMFQxMTo1OTowMFoiLCJTdHlsZSI6eyIkaWQiOiIxMjE0IiwiU2hhcGUiOjE5LCJDb25uZWN0b3JNYXJnaW4iOnsiJGlkIjoiMTIxNSIsIlRvcCI6MC4wLCJMZWZ0IjoyLjAsIlJpZ2h0IjoyLjAsIkJvdHRvbSI6MC4wfSwiQ29ubmVjdG9yU3R5bGUiOnsiJGlkIjoiMTIxNiIsIkxpbmVDb2xvciI6eyIkaWQiOiIxMjE3IiwiJHR5cGUiOiJOTFJFLkNvbW1vbi5Eb20uU29saWRDb2xvckJydXNoLCBOTFJFLkNvbW1vbiIsIkNvbG9yIjp7IiRpZCI6IjEyMTgiLCJBIjoxMjcsIlIiOjc5LCJHIjoxMjksIkIiOjE4OX19LCJMaW5lV2VpZ2h0IjoxLjAsIkxpbmVUeXBlIjowLCJQYXJlbnRTdHlsZSI6bnVsbH0sIklzQmVsb3dUaW1lYmFuZCI6ZmFsc2UsIlBvc2l0aW9uT25UYXNrIjowLCJIaWRlRGF0ZSI6ZmFsc2UsIlNoYXBlU2l6ZSI6MSwiU3BhY2luZyI6MC4wLCJQYWRkaW5nIjp7IiRpZCI6IjEyMTkiLCJUb3AiOjcuMCwiTGVmdCI6My4wLCJSaWdodCI6MC4wLCJCb3R0b20iOjIuMH0sIlNoYXBlU3R5bGUiOnsiJGlkIjoiMTIyMCIsIk1hcmdpbiI6eyIkaWQiOiIxMjIxIiwiVG9wIjowLjAsIkxlZnQiOjAuMCwiUmlnaHQiOjAuMCwiQm90dG9tIjowLjB9LCJQYWRkaW5nIjp7IiRpZCI6IjEyMjIiLCJUb3AiOjAuMCwiTGVmdCI6MC4wLCJSaWdodCI6MC4wLCJCb3R0b20iOjAuMH0sIkJhY2tncm91bmQiOnsiJGlkIjoiMTIyMyIsIkNvbG9yIjp7IiRpZCI6IjEyMjQiLCJBIjoyNTUsIlIiOjE3OCwiRyI6MTQsIkIiOjE4fX0sIklzVmlzaWJsZSI6dHJ1ZSwiV2lkdGgiOjEzLjAsIkhlaWdodCI6MTMuMCwiQm9yZGVyU3R5bGUiOnsiJGlkIjoiMTIyNSIsIkxpbmVDb2xvciI6eyIkcmVmIjoiMjgxIn0sIkxpbmVXZWlnaHQiOjAuMCwiTGluZVR5cGUiOjAsIlBhcmVudFN0eWxlIjpudWxsfSwiUGFyZW50U3R5bGUiOm51bGx9LCJUaXRsZVN0eWxlIjp7IiRpZCI6IjEyMjYiLCJGb250U2V0dGluZ3MiOnsiJGlkIjoiMTIyNyIsIkZvbnRTaXplIjoxMSwiRm9udE5hbWUiOiJDYWxpYnJpIiwiSXNCb2xkIjp0cnVlLCJJc0l0YWxpYyI6ZmFsc2UsIklzVW5kZXJsaW5lZCI6ZmFsc2UsIlBhcmVudFN0eWxlIjpudWxsfSwiQXV0b1NpemUiOjIsIkZvcmVncm91bmQiOnsiJGlkIjoiMTIyOCIsIkNvbG9yIjp7IiRpZCI6IjEyMjkiLCJBIjoyNTUsIlIiOjAsIkciOjAsIkIiOjB9fSwiTWF4V2lkdGgiOjc4Ljg2NjY2NjY2NjY2NjY3NCwiTWF4SGVpZ2h0IjoiSW5maW5pdHkiLCJTbWFydEZvcmVncm91bmRJc0FjdGl2ZSI6ZmFsc2UsIkhvcml6b250YWxBbGlnbm1lbnQiOjAsIlZlcnRpY2FsQWxpZ25tZW50IjowLCJTbWFydEZvcmVncm91bmQiOm51bGwsIkJhY2tncm91bmRGaWxsVHlwZSI6MCwiTWFyZ2luIjp7IiRpZCI6IjEyMzAiLCJUb3AiOjAuMCwiTGVmdCI6MC4wLCJSaWdodCI6MC4wLCJCb3R0b20iOjAuMH0sIlBhZGRpbmciOnsiJGlkIjoiMTIzMSIsIlRvcCI6MC4wLCJMZWZ0IjowLjAsIlJpZ2h0IjowLjAsIkJvdHRvbSI6MC4wfSwiQmFja2dyb3VuZCI6eyIkcmVmIjoiMTYyIn0sIklzVmlzaWJsZSI6dHJ1ZSwiV2lkdGgiOjAuMCwiSGVpZ2h0IjowLjAsIkJvcmRlclN0eWxlIjp7IiRpZCI6IjEyMzIiLCJMaW5lQ29sb3IiOm51bGwsIkxpbmVXZWlnaHQiOjAuMCwiTGluZVR5cGUiOjAsIlBhcmVudFN0eWxlIjpudWxsfSwiUGFyZW50U3R5bGUiOm51bGx9LCJEYXRlU3R5bGUiOnsiJGlkIjoiMTIzMyIsIkZvbnRTZXR0aW5ncyI6eyIkaWQiOiIxMjM0IiwiRm9udFNpemUiOjEwLCJGb250TmFtZSI6IkNhbGlicmkiLCJJc0JvbGQiOmZhbHNlLCJJc0l0YWxpYyI6ZmFsc2UsIklzVW5kZXJsaW5lZCI6ZmFsc2UsIlBhcmVudFN0eWxlIjpudWxsfSwiQXV0b1NpemUiOjAsIkZvcmVncm91bmQiOnsiJGlkIjoiMTIzNSIsIkNvbG9yIjp7IiRpZCI6IjEyMz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zciLCJUb3AiOjAuMCwiTGVmdCI6MC4wLCJSaWdodCI6MC4wLCJCb3R0b20iOjAuMH0sIlBhZGRpbmciOnsiJGlkIjoiMTIzOCIsIlRvcCI6MC4wLCJMZWZ0IjowLjAsIlJpZ2h0IjowLjAsIkJvdHRvbSI6MC4wfSwiQmFja2dyb3VuZCI6eyIkcmVmIjoiMTcwIn0sIklzVmlzaWJsZSI6dHJ1ZSwiV2lkdGgiOjAuMCwiSGVpZ2h0IjowLjAsIkJvcmRlclN0eWxlIjp7IiRpZCI6IjEyMzkiLCJMaW5lQ29sb3IiOm51bGwsIkxpbmVXZWlnaHQiOjAuMCwiTGluZVR5cGUiOjAsIlBhcmVudFN0eWxlIjpudWxsfSwiUGFyZW50U3R5bGUiOm51bGx9LCJEYXRlRm9ybWF0Ijp7IiRpZCI6IjEyN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0MSIsIkZvcm1hdCI6MCwiSXNWaXNpYmxlIjpmYWxzZSwiTGFzdEtub3duVmlzaWJpbGl0eVN0YXRlIjpmYWxzZX0sIklzVmlzaWJsZSI6dHJ1ZSwiUGFyZW50U3R5bGUiOm51bGx9LCJJbmRleCI6MSwiUGVyY2VudGFnZUNvbXBsZXRlIjpudWxsLCJQb3NpdGlvbiI6eyJSYXRpbyI6MC4wLCJJc0N1c3RvbSI6ZmFsc2V9LCJEYXRlRm9ybWF0Ijp7IiRyZWYiOiIxMjQwIn0sIldlZWtOdW1iZXJpbmciOnsiJGlkIjoiMTI0MiIsIkZvcm1hdCI6MCwiSXNWaXNpYmxlIjpmYWxzZSwiTGFzdEtub3duVmlzaWJpbGl0eVN0YXRlIjpmYWxzZX0sIlJlbGF0ZWRUYXNrSWQiOiIwMDAwMDAwMC0wMDAwLTAwMDAtMDAwMC0wMDAwMDAwMDAwMDAiLCJJZCI6ImU3ZDQyNDIxLWQ5ZTYtNDBhMi1hMTA3LWFmYTQyMzE0MWM0NiIsIkltcG9ydElkIjpudWxsLCJUaXRsZSI6IkV4ZWN1dGl2ZSBSZXZpZXciLCJOb3RlIjpudWxsLCJIeXBlcmxpbmsiOnsiJGlkIjoiMTI0MyIsIkFkZHJlc3MiOiIiLCJTdWJBZGRyZXNzIjoiIn0sIklzQ2hhbmdlZCI6ZmFsc2UsIklzTmV3IjpmYWxzZX0seyIkaWQiOiIxMjQ0IiwiRGF0ZSI6IjIwMTktMDMtMjFUMTE6NTk6MDBaIiwiU3R5bGUiOnsiJGlkIjoiMTI0NSIsIlNoYXBlIjoxOSwiQ29ubmVjdG9yTWFyZ2luIjp7IiRpZCI6IjEyNDYiLCJUb3AiOjAuMCwiTGVmdCI6Mi4wLCJSaWdodCI6Mi4wLCJCb3R0b20iOjAuMH0sIkNvbm5lY3RvclN0eWxlIjp7IiRpZCI6IjEyNDciLCJMaW5lQ29sb3IiOnsiJGlkIjoiMTI0OCIsIiR0eXBlIjoiTkxSRS5Db21tb24uRG9tLlNvbGlkQ29sb3JCcnVzaCwgTkxSRS5Db21tb24iLCJDb2xvciI6eyIkaWQiOiIxMjQ5IiwiQSI6MTI3LCJSIjo3OSwiRyI6MTI5LCJCIjoxODl9fSwiTGluZVdlaWdodCI6MS4wLCJMaW5lVHlwZSI6MCwiUGFyZW50U3R5bGUiOm51bGx9LCJJc0JlbG93VGltZWJhbmQiOmZhbHNlLCJQb3NpdGlvbk9uVGFzayI6MCwiSGlkZURhdGUiOmZhbHNlLCJTaGFwZVNpemUiOjEsIlNwYWNpbmciOjAuMCwiUGFkZGluZyI6eyIkaWQiOiIxMjUwIiwiVG9wIjo3LjAsIkxlZnQiOjMuMCwiUmlnaHQiOjAuMCwiQm90dG9tIjoyLjB9LCJTaGFwZVN0eWxlIjp7IiRpZCI6IjEyNTEiLCJNYXJnaW4iOnsiJGlkIjoiMTI1MiIsIlRvcCI6MC4wLCJMZWZ0IjowLjAsIlJpZ2h0IjowLjAsIkJvdHRvbSI6MC4wfSwiUGFkZGluZyI6eyIkaWQiOiIxMjUzIiwiVG9wIjowLjAsIkxlZnQiOjAuMCwiUmlnaHQiOjAuMCwiQm90dG9tIjowLjB9LCJCYWNrZ3JvdW5kIjp7IiRpZCI6IjEyNTQiLCJDb2xvciI6eyIkaWQiOiIxMjU1IiwiQSI6MjU1LCJSIjoxNzgsIkciOjE0LCJCIjoxOH19LCJJc1Zpc2libGUiOnRydWUsIldpZHRoIjoxMy4wLCJIZWlnaHQiOjEzLjAsIkJvcmRlclN0eWxlIjp7IiRpZCI6IjEyNTYiLCJMaW5lQ29sb3IiOnsiJHJlZiI6IjI4MSJ9LCJMaW5lV2VpZ2h0IjowLjAsIkxpbmVUeXBlIjowLCJQYXJlbnRTdHlsZSI6bnVsbH0sIlBhcmVudFN0eWxlIjpudWxsfSwiVGl0bGVTdHlsZSI6eyIkaWQiOiIxMjU3IiwiRm9udFNldHRpbmdzIjp7IiRpZCI6IjEyNTgiLCJGb250U2l6ZSI6MTEsIkZvbnROYW1lIjoiQ2FsaWJyaSIsIklzQm9sZCI6dHJ1ZSwiSXNJdGFsaWMiOmZhbHNlLCJJc1VuZGVybGluZWQiOmZhbHNlLCJQYXJlbnRTdHlsZSI6bnVsbH0sIkF1dG9TaXplIjoyLCJGb3JlZ3JvdW5kIjp7IiRpZCI6IjEyNTkiLCJDb2xvciI6eyIkaWQiOiIxMjYwIiwiQSI6MjU1LCJSIjowLCJHIjowLCJCIjowfX0sIk1heFdpZHRoIjo4NC40NDMzMzMzMzMzMzMzNDIsIk1heEhlaWdodCI6IkluZmluaXR5IiwiU21hcnRGb3JlZ3JvdW5kSXNBY3RpdmUiOmZhbHNlLCJIb3Jpem9udGFsQWxpZ25tZW50IjowLCJWZXJ0aWNhbEFsaWdubWVudCI6MCwiU21hcnRGb3JlZ3JvdW5kIjpudWxsLCJCYWNrZ3JvdW5kRmlsbFR5cGUiOjAsIk1hcmdpbiI6eyIkaWQiOiIxMjYxIiwiVG9wIjowLjAsIkxlZnQiOjAuMCwiUmlnaHQiOjAuMCwiQm90dG9tIjowLjB9LCJQYWRkaW5nIjp7IiRpZCI6IjEyNjIiLCJUb3AiOjAuMCwiTGVmdCI6MC4wLCJSaWdodCI6MC4wLCJCb3R0b20iOjAuMH0sIkJhY2tncm91bmQiOnsiJHJlZiI6IjE2MiJ9LCJJc1Zpc2libGUiOnRydWUsIldpZHRoIjowLjAsIkhlaWdodCI6MC4wLCJCb3JkZXJTdHlsZSI6eyIkaWQiOiIxMjYzIiwiTGluZUNvbG9yIjpudWxsLCJMaW5lV2VpZ2h0IjowLjAsIkxpbmVUeXBlIjowLCJQYXJlbnRTdHlsZSI6bnVsbH0sIlBhcmVudFN0eWxlIjpudWxsfSwiRGF0ZVN0eWxlIjp7IiRpZCI6IjEyNjQiLCJGb250U2V0dGluZ3MiOnsiJGlkIjoiMTI2NSIsIkZvbnRTaXplIjoxMCwiRm9udE5hbWUiOiJDYWxpYnJpIiwiSXNCb2xkIjpmYWxzZSwiSXNJdGFsaWMiOmZhbHNlLCJJc1VuZGVybGluZWQiOmZhbHNlLCJQYXJlbnRTdHlsZSI6bnVsbH0sIkF1dG9TaXplIjowLCJGb3JlZ3JvdW5kIjp7IiRpZCI6IjEyNjYiLCJDb2xvciI6eyIkaWQiOiIxMjY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Y4IiwiVG9wIjowLjAsIkxlZnQiOjAuMCwiUmlnaHQiOjAuMCwiQm90dG9tIjowLjB9LCJQYWRkaW5nIjp7IiRpZCI6IjEyNjkiLCJUb3AiOjAuMCwiTGVmdCI6MC4wLCJSaWdodCI6MC4wLCJCb3R0b20iOjAuMH0sIkJhY2tncm91bmQiOnsiJHJlZiI6IjE3MCJ9LCJJc1Zpc2libGUiOnRydWUsIldpZHRoIjowLjAsIkhlaWdodCI6MC4wLCJCb3JkZXJTdHlsZSI6eyIkaWQiOiIxMjcwIiwiTGluZUNvbG9yIjpudWxsLCJMaW5lV2VpZ2h0IjowLjAsIkxpbmVUeXBlIjowLCJQYXJlbnRTdHlsZSI6bnVsbH0sIlBhcmVudFN0eWxlIjpudWxsfSwiRGF0ZUZvcm1hdCI6eyIkaWQiOiIxM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zIiLCJGb3JtYXQiOjAsIklzVmlzaWJsZSI6ZmFsc2UsIkxhc3RLbm93blZpc2liaWxpdHlTdGF0ZSI6ZmFsc2V9LCJJc1Zpc2libGUiOnRydWUsIlBhcmVudFN0eWxlIjpudWxsfSwiSW5kZXgiOjIsIlBlcmNlbnRhZ2VDb21wbGV0ZSI6bnVsbCwiUG9zaXRpb24iOnsiUmF0aW8iOjAuMCwiSXNDdXN0b20iOmZhbHNlfSwiRGF0ZUZvcm1hdCI6eyIkcmVmIjoiMTI3MSJ9LCJXZWVrTnVtYmVyaW5nIjp7IiRpZCI6IjEyNzMiLCJGb3JtYXQiOjAsIklzVmlzaWJsZSI6ZmFsc2UsIkxhc3RLbm93blZpc2liaWxpdHlTdGF0ZSI6ZmFsc2V9LCJSZWxhdGVkVGFza0lkIjoiMDAwMDAwMDAtMDAwMC0wMDAwLTAwMDAtMDAwMDAwMDAwMDAwIiwiSWQiOiIwZTI4YTg0Yy1mNjcyLTRlMDAtYTA4OS05NjRiZTBkMjRiMGMiLCJJbXBvcnRJZCI6bnVsbCwiVGl0bGUiOiJFeGVjdXRpdmUgRGVjaXNpb24iLCJOb3RlIjpudWxsLCJIeXBlcmxpbmsiOnsiJGlkIjoiMTI3NCIsIkFkZHJlc3MiOiIiLCJTdWJBZGRyZXNzIjoiIn0sIklzQ2hhbmdlZCI6ZmFsc2UsIklzTmV3IjpmYWxzZX0seyIkaWQiOiIxMjc1IiwiRGF0ZSI6IjIwMTktMDYtMzBUMTE6NTk6MDBaIiwiU3R5bGUiOnsiJGlkIjoiMTI3NiIsIlNoYXBlIjoxOSwiQ29ubmVjdG9yTWFyZ2luIjp7IiRpZCI6IjEyNzciLCJUb3AiOjAuMCwiTGVmdCI6Mi4wLCJSaWdodCI6Mi4wLCJCb3R0b20iOjAuMH0sIkNvbm5lY3RvclN0eWxlIjp7IiRpZCI6IjEyNzgiLCJMaW5lQ29sb3IiOnsiJGlkIjoiMTI3OSIsIiR0eXBlIjoiTkxSRS5Db21tb24uRG9tLlNvbGlkQ29sb3JCcnVzaCwgTkxSRS5Db21tb24iLCJDb2xvciI6eyIkaWQiOiIxMjgwIiwiQSI6MTI3LCJSIjo3OSwiRyI6MTI5LCJCIjoxODl9fSwiTGluZVdlaWdodCI6MS4wLCJMaW5lVHlwZSI6MCwiUGFyZW50U3R5bGUiOm51bGx9LCJJc0JlbG93VGltZWJhbmQiOmZhbHNlLCJQb3NpdGlvbk9uVGFzayI6MCwiSGlkZURhdGUiOmZhbHNlLCJTaGFwZVNpemUiOjEsIlNwYWNpbmciOjAuMCwiUGFkZGluZyI6eyIkaWQiOiIxMjgxIiwiVG9wIjo3LjAsIkxlZnQiOjMuMCwiUmlnaHQiOjAuMCwiQm90dG9tIjoyLjB9LCJTaGFwZVN0eWxlIjp7IiRpZCI6IjEyODIiLCJNYXJnaW4iOnsiJGlkIjoiMTI4MyIsIlRvcCI6MC4wLCJMZWZ0IjowLjAsIlJpZ2h0IjowLjAsIkJvdHRvbSI6MC4wfSwiUGFkZGluZyI6eyIkaWQiOiIxMjg0IiwiVG9wIjowLjAsIkxlZnQiOjAuMCwiUmlnaHQiOjAuMCwiQm90dG9tIjowLjB9LCJCYWNrZ3JvdW5kIjp7IiRpZCI6IjEyODUiLCJDb2xvciI6eyIkaWQiOiIxMjg2IiwiQSI6MjU1LCJSIjo4MiwiRyI6MTQ3LCJCIjoyMDV9fSwiSXNWaXNpYmxlIjp0cnVlLCJXaWR0aCI6MTMuMCwiSGVpZ2h0IjoxMy4wLCJCb3JkZXJTdHlsZSI6eyIkaWQiOiIxMjg3IiwiTGluZUNvbG9yIjp7IiRyZWYiOiIyODEifSwiTGluZVdlaWdodCI6MC4wLCJMaW5lVHlwZSI6MCwiUGFyZW50U3R5bGUiOm51bGx9LCJQYXJlbnRTdHlsZSI6bnVsbH0sIlRpdGxlU3R5bGUiOnsiJGlkIjoiMTI4OCIsIkZvbnRTZXR0aW5ncyI6eyIkaWQiOiIxMjg5IiwiRm9udFNpemUiOjExLCJGb250TmFtZSI6IkNhbGlicmkiLCJJc0JvbGQiOnRydWUsIklzSXRhbGljIjpmYWxzZSwiSXNVbmRlcmxpbmVkIjpmYWxzZSwiUGFyZW50U3R5bGUiOm51bGx9LCJBdXRvU2l6ZSI6MCwiRm9yZWdyb3VuZCI6eyIkaWQiOiIxMjkwIiwiQ29sb3IiOnsiJGlkIjoiMTI5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kyIiwiVG9wIjowLjAsIkxlZnQiOjAuMCwiUmlnaHQiOjAuMCwiQm90dG9tIjowLjB9LCJQYWRkaW5nIjp7IiRpZCI6IjEyOTMiLCJUb3AiOjAuMCwiTGVmdCI6MC4wLCJSaWdodCI6MC4wLCJCb3R0b20iOjAuMH0sIkJhY2tncm91bmQiOnsiJHJlZiI6IjE2MiJ9LCJJc1Zpc2libGUiOnRydWUsIldpZHRoIjowLjAsIkhlaWdodCI6MC4wLCJCb3JkZXJTdHlsZSI6eyIkaWQiOiIxMjk0IiwiTGluZUNvbG9yIjpudWxsLCJMaW5lV2VpZ2h0IjowLjAsIkxpbmVUeXBlIjowLCJQYXJlbnRTdHlsZSI6bnVsbH0sIlBhcmVudFN0eWxlIjpudWxsfSwiRGF0ZVN0eWxlIjp7IiRpZCI6IjEyOTUiLCJGb250U2V0dGluZ3MiOnsiJGlkIjoiMTI5NiIsIkZvbnRTaXplIjoxMCwiRm9udE5hbWUiOiJDYWxpYnJpIiwiSXNCb2xkIjpmYWxzZSwiSXNJdGFsaWMiOmZhbHNlLCJJc1VuZGVybGluZWQiOmZhbHNlLCJQYXJlbnRTdHlsZSI6bnVsbH0sIkF1dG9TaXplIjowLCJGb3JlZ3JvdW5kIjp7IiRpZCI6IjEyOTciLCJDb2xvciI6eyIkaWQiOiIxMjk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k5IiwiVG9wIjowLjAsIkxlZnQiOjAuMCwiUmlnaHQiOjAuMCwiQm90dG9tIjowLjB9LCJQYWRkaW5nIjp7IiRpZCI6IjEzMDAiLCJUb3AiOjAuMCwiTGVmdCI6MC4wLCJSaWdodCI6MC4wLCJCb3R0b20iOjAuMH0sIkJhY2tncm91bmQiOnsiJHJlZiI6IjE3MCJ9LCJJc1Zpc2libGUiOnRydWUsIldpZHRoIjowLjAsIkhlaWdodCI6MC4wLCJCb3JkZXJTdHlsZSI6eyIkaWQiOiIxMzAxIiwiTGluZUNvbG9yIjpudWxsLCJMaW5lV2VpZ2h0IjowLjAsIkxpbmVUeXBlIjowLCJQYXJlbnRTdHlsZSI6bnVsbH0sIlBhcmVudFN0eWxlIjpudWxsfSwiRGF0ZUZvcm1hdCI6eyIkaWQiOiIxMzA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MiLCJGb3JtYXQiOjAsIklzVmlzaWJsZSI6ZmFsc2UsIkxhc3RLbm93blZpc2liaWxpdHlTdGF0ZSI6ZmFsc2V9LCJJc1Zpc2libGUiOnRydWUsIlBhcmVudFN0eWxlIjpudWxsfSwiSW5kZXgiOjMsIlBlcmNlbnRhZ2VDb21wbGV0ZSI6bnVsbCwiUG9zaXRpb24iOnsiUmF0aW8iOjAuMCwiSXNDdXN0b20iOmZhbHNlfSwiRGF0ZUZvcm1hdCI6eyIkcmVmIjoiMTMwMiJ9LCJXZWVrTnVtYmVyaW5nIjp7IiRpZCI6IjEzMDQiLCJGb3JtYXQiOjAsIklzVmlzaWJsZSI6ZmFsc2UsIkxhc3RLbm93blZpc2liaWxpdHlTdGF0ZSI6ZmFsc2V9LCJSZWxhdGVkVGFza0lkIjoiMDAwMDAwMDAtMDAwMC0wMDAwLTAwMDAtMDAwMDAwMDAwMDAwIiwiSWQiOiJiOGM2MDMyNi05OTUyLTQzOWItOTc3Yy1iMTAzZTVmNzZiZGIiLCJJbXBvcnRJZCI6bnVsbCwiVGl0bGUiOiJCZXRhIFJlbGVhc2UiLCJOb3RlIjpudWxsLCJIeXBlcmxpbmsiOnsiJGlkIjoiMTMwNSIsIkFkZHJlc3MiOiIiLCJTdWJBZGRyZXNzIjoiIn0sIklzQ2hhbmdlZCI6ZmFsc2UsIklzTmV3IjpmYWxzZX0seyIkaWQiOiIxMzA2IiwiRGF0ZSI6IjIwMTktMTAtMDFUMTE6NTk6MDBaIiwiU3R5bGUiOnsiJGlkIjoiMTMwNyIsIlNoYXBlIjoxOSwiQ29ubmVjdG9yTWFyZ2luIjp7IiRpZCI6IjEzMDgiLCJUb3AiOjAuMCwiTGVmdCI6Mi4wLCJSaWdodCI6Mi4wLCJCb3R0b20iOjAuMH0sIkNvbm5lY3RvclN0eWxlIjp7IiRpZCI6IjEzMDkiLCJMaW5lQ29sb3IiOnsiJGlkIjoiMTMxMCIsIiR0eXBlIjoiTkxSRS5Db21tb24uRG9tLlNvbGlkQ29sb3JCcnVzaCwgTkxSRS5Db21tb24iLCJDb2xvciI6eyIkaWQiOiIxMzExIiwiQSI6MTI3LCJSIjo3OSwiRyI6MTI5LCJCIjoxODl9fSwiTGluZVdlaWdodCI6MS4wLCJMaW5lVHlwZSI6MCwiUGFyZW50U3R5bGUiOm51bGx9LCJJc0JlbG93VGltZWJhbmQiOmZhbHNlLCJQb3NpdGlvbk9uVGFzayI6MCwiSGlkZURhdGUiOmZhbHNlLCJTaGFwZVNpemUiOjEsIlNwYWNpbmciOjAuMCwiUGFkZGluZyI6eyIkaWQiOiIxMzEyIiwiVG9wIjo3LjAsIkxlZnQiOjMuMCwiUmlnaHQiOjAuMCwiQm90dG9tIjoyLjB9LCJTaGFwZVN0eWxlIjp7IiRpZCI6IjEzMTMiLCJNYXJnaW4iOnsiJGlkIjoiMTMxNCIsIlRvcCI6MC4wLCJMZWZ0IjowLjAsIlJpZ2h0IjowLjAsIkJvdHRvbSI6MC4wfSwiUGFkZGluZyI6eyIkaWQiOiIxMzE1IiwiVG9wIjowLjAsIkxlZnQiOjAuMCwiUmlnaHQiOjAuMCwiQm90dG9tIjowLjB9LCJCYWNrZ3JvdW5kIjp7IiRpZCI6IjEzMTYiLCJDb2xvciI6eyIkaWQiOiIxMzE3IiwiQSI6MjU1LCJSIjo4MiwiRyI6MTQ3LCJCIjoyMDV9fSwiSXNWaXNpYmxlIjp0cnVlLCJXaWR0aCI6MTMuMCwiSGVpZ2h0IjoxMy4wLCJCb3JkZXJTdHlsZSI6eyIkaWQiOiIxMzE4IiwiTGluZUNvbG9yIjp7IiRyZWYiOiIyODEifSwiTGluZVdlaWdodCI6MC4wLCJMaW5lVHlwZSI6MCwiUGFyZW50U3R5bGUiOm51bGx9LCJQYXJlbnRTdHlsZSI6bnVsbH0sIlRpdGxlU3R5bGUiOnsiJGlkIjoiMTMxOSIsIkZvbnRTZXR0aW5ncyI6eyIkaWQiOiIxMzIwIiwiRm9udFNpemUiOjExLCJGb250TmFtZSI6IkNhbGlicmkiLCJJc0JvbGQiOnRydWUsIklzSXRhbGljIjpmYWxzZSwiSXNVbmRlcmxpbmVkIjpmYWxzZSwiUGFyZW50U3R5bGUiOm51bGx9LCJBdXRvU2l6ZSI6MCwiRm9yZWdyb3VuZCI6eyIkaWQiOiIxMzIxIiwiQ29sb3IiOnsiJGlkIjoiMTMy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zIzIiwiVG9wIjowLjAsIkxlZnQiOjAuMCwiUmlnaHQiOjAuMCwiQm90dG9tIjowLjB9LCJQYWRkaW5nIjp7IiRpZCI6IjEzMjQiLCJUb3AiOjAuMCwiTGVmdCI6MC4wLCJSaWdodCI6MC4wLCJCb3R0b20iOjAuMH0sIkJhY2tncm91bmQiOnsiJHJlZiI6IjE2MiJ9LCJJc1Zpc2libGUiOnRydWUsIldpZHRoIjowLjAsIkhlaWdodCI6MC4wLCJCb3JkZXJTdHlsZSI6eyIkaWQiOiIxMzI1IiwiTGluZUNvbG9yIjpudWxsLCJMaW5lV2VpZ2h0IjowLjAsIkxpbmVUeXBlIjowLCJQYXJlbnRTdHlsZSI6bnVsbH0sIlBhcmVudFN0eWxlIjpudWxsfSwiRGF0ZVN0eWxlIjp7IiRpZCI6IjEzMjYiLCJGb250U2V0dGluZ3MiOnsiJGlkIjoiMTMyNyIsIkZvbnRTaXplIjoxMCwiRm9udE5hbWUiOiJDYWxpYnJpIiwiSXNCb2xkIjpmYWxzZSwiSXNJdGFsaWMiOmZhbHNlLCJJc1VuZGVybGluZWQiOmZhbHNlLCJQYXJlbnRTdHlsZSI6bnVsbH0sIkF1dG9TaXplIjowLCJGb3JlZ3JvdW5kIjp7IiRpZCI6IjEzMjgiLCJDb2xvciI6eyIkaWQiOiIxMzI5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pZCI6IjEzMzAiLCJUb3AiOjAuMCwiTGVmdCI6MC4wLCJSaWdodCI6MC4wLCJCb3R0b20iOjAuMH0sIlBhZGRpbmciOnsiJGlkIjoiMTMzMSIsIlRvcCI6MC4wLCJMZWZ0IjowLjAsIlJpZ2h0IjowLjAsIkJvdHRvbSI6MC4wfSwiQmFja2dyb3VuZCI6eyIkcmVmIjoiMTcwIn0sIklzVmlzaWJsZSI6dHJ1ZSwiV2lkdGgiOjAuMCwiSGVpZ2h0IjowLjAsIkJvcmRlclN0eWxlIjp7IiRpZCI6IjEzMzIiLCJMaW5lQ29sb3IiOm51bGwsIkxpbmVXZWlnaHQiOjAuMCwiTGluZVR5cGUiOjAsIlBhcmVudFN0eWxlIjpudWxsfSwiUGFyZW50U3R5bGUiOm51bGx9LCJEYXRlRm9ybWF0Ijp7IiRpZCI6IjEz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zNCIsIkZvcm1hdCI6MCwiSXNWaXNpYmxlIjpmYWxzZSwiTGFzdEtub3duVmlzaWJpbGl0eVN0YXRlIjpmYWxzZX0sIklzVmlzaWJsZSI6dHJ1ZSwiUGFyZW50U3R5bGUiOm51bGx9LCJJbmRleCI6NCwiUGVyY2VudGFnZUNvbXBsZXRlIjpudWxsLCJQb3NpdGlvbiI6eyJSYXRpbyI6MC4wLCJJc0N1c3RvbSI6ZmFsc2V9LCJEYXRlRm9ybWF0Ijp7IiRyZWYiOiIxMzMzIn0sIldlZWtOdW1iZXJpbmciOnsiJGlkIjoiMTMzNSIsIkZvcm1hdCI6MCwiSXNWaXNpYmxlIjpmYWxzZSwiTGFzdEtub3duVmlzaWJpbGl0eVN0YXRlIjpmYWxzZX0sIlJlbGF0ZWRUYXNrSWQiOiIwMDAwMDAwMC0wMDAwLTAwMDAtMDAwMC0wMDAwMDAwMDAwMDAiLCJJZCI6Ijc4YWI5MDhmLTE0YzctNGM4OC05OGFjLTM0ZDI2NjVlMTJmMiIsIkltcG9ydElkIjpudWxsLCJUaXRsZSI6IlJlbGVhc2UgQ2FuZGlkYXRlIiwiTm90ZSI6bnVsbCwiSHlwZXJsaW5rIjp7IiRpZCI6IjEzMzYiLCJBZGRyZXNzIjoiIiwiU3ViQWRkcmVzcyI6IiJ9LCJJc0NoYW5nZWQiOmZhbHNlLCJJc05ldyI6ZmFsc2V9LHsiJGlkIjoiMTMzNyIsIkRhdGUiOiIyMDE5LTEwLTIwVDExOjU5OjAwWiIsIlN0eWxlIjp7IiRpZCI6IjEzMzgiLCJTaGFwZSI6MTksIkNvbm5lY3Rvck1hcmdpbiI6eyIkaWQiOiIxMzM5IiwiVG9wIjowLjAsIkxlZnQiOjIuMCwiUmlnaHQiOjIuMCwiQm90dG9tIjowLjB9LCJDb25uZWN0b3JTdHlsZSI6eyIkaWQiOiIxMzQwIiwiTGluZUNvbG9yIjp7IiRpZCI6IjEzNDEiLCIkdHlwZSI6Ik5MUkUuQ29tbW9uLkRvbS5Tb2xpZENvbG9yQnJ1c2gsIE5MUkUuQ29tbW9uIiwiQ29sb3IiOnsiJGlkIjoiMTM0MiIsIkEiOjEyNywiUiI6NzksIkciOjEyOSwiQiI6MTg5fX0sIkxpbmVXZWlnaHQiOjEuMCwiTGluZVR5cGUiOjAsIlBhcmVudFN0eWxlIjpudWxsfSwiSXNCZWxvd1RpbWViYW5kIjpmYWxzZSwiUG9zaXRpb25PblRhc2siOjAsIkhpZGVEYXRlIjpmYWxzZSwiU2hhcGVTaXplIjoxLCJTcGFjaW5nIjowLjAsIlBhZGRpbmciOnsiJGlkIjoiMTM0MyIsIlRvcCI6Ny4wLCJMZWZ0IjozLjAsIlJpZ2h0IjowLjAsIkJvdHRvbSI6Mi4wfSwiU2hhcGVTdHlsZSI6eyIkaWQiOiIxMzQ0IiwiTWFyZ2luIjp7IiRpZCI6IjEzNDUiLCJUb3AiOjAuMCwiTGVmdCI6MC4wLCJSaWdodCI6MC4wLCJCb3R0b20iOjAuMH0sIlBhZGRpbmciOnsiJGlkIjoiMTM0NiIsIlRvcCI6MC4wLCJMZWZ0IjowLjAsIlJpZ2h0IjowLjAsIkJvdHRvbSI6MC4wfSwiQmFja2dyb3VuZCI6eyIkaWQiOiIxMzQ3IiwiQ29sb3IiOnsiJGlkIjoiMTM0OCIsIkEiOjI1NSwiUiI6MTEyLCJHIjoxNzMsIkIiOjcxfX0sIklzVmlzaWJsZSI6dHJ1ZSwiV2lkdGgiOjEzLjAsIkhlaWdodCI6MTMuMCwiQm9yZGVyU3R5bGUiOnsiJGlkIjoiMTM0OSIsIkxpbmVDb2xvciI6eyIkcmVmIjoiMjgxIn0sIkxpbmVXZWlnaHQiOjAuMCwiTGluZVR5cGUiOjAsIlBhcmVudFN0eWxlIjpudWxsfSwiUGFyZW50U3R5bGUiOm51bGx9LCJUaXRsZVN0eWxlIjp7IiRpZCI6IjEzNTAiLCJGb250U2V0dGluZ3MiOnsiJGlkIjoiMTM1MSIsIkZvbnRTaXplIjoxMSwiRm9udE5hbWUiOiJDYWxpYnJpIiwiSXNCb2xkIjp0cnVlLCJJc0l0YWxpYyI6ZmFsc2UsIklzVW5kZXJsaW5lZCI6ZmFsc2UsIlBhcmVudFN0eWxlIjpudWxsfSwiQXV0b1NpemUiOjAsIkZvcmVncm91bmQiOnsiJGlkIjoiMTM1MiIsIkNvbG9yIjp7IiRpZCI6IjEzNTMiLCJBIjoyNTUsIlIiOjU4LCJHIjoxMzcsIkIiOjB9fSwiTWF4V2lkdGgiOjIwMC4wLCJNYXhIZWlnaHQiOiJJbmZpbml0eSIsIlNtYXJ0Rm9yZWdyb3VuZElzQWN0aXZlIjpmYWxzZSwiSG9yaXpvbnRhbEFsaWdubWVudCI6MCwiVmVydGljYWxBbGlnbm1lbnQiOjAsIlNtYXJ0Rm9yZWdyb3VuZCI6bnVsbCwiQmFja2dyb3VuZEZpbGxUeXBlIjowLCJNYXJnaW4iOnsiJGlkIjoiMTM1NCIsIlRvcCI6MC4wLCJMZWZ0IjowLjAsIlJpZ2h0IjowLjAsIkJvdHRvbSI6MC4wfSwiUGFkZGluZyI6eyIkaWQiOiIxMzU1IiwiVG9wIjowLjAsIkxlZnQiOjAuMCwiUmlnaHQiOjAuMCwiQm90dG9tIjowLjB9LCJCYWNrZ3JvdW5kIjp7IiRyZWYiOiIxNjIifSwiSXNWaXNpYmxlIjp0cnVlLCJXaWR0aCI6MC4wLCJIZWlnaHQiOjAuMCwiQm9yZGVyU3R5bGUiOnsiJGlkIjoiMTM1NiIsIkxpbmVDb2xvciI6bnVsbCwiTGluZVdlaWdodCI6MC4wLCJMaW5lVHlwZSI6MCwiUGFyZW50U3R5bGUiOm51bGx9LCJQYXJlbnRTdHlsZSI6bnVsbH0sIkRhdGVTdHlsZSI6eyIkaWQiOiIxMzU3IiwiRm9udFNldHRpbmdzIjp7IiRpZCI6IjEzNTgiLCJGb250U2l6ZSI6MTAsIkZvbnROYW1lIjoiQ2FsaWJyaSIsIklzQm9sZCI6ZmFsc2UsIklzSXRhbGljIjpmYWxzZSwiSXNVbmRlcmxpbmVkIjpmYWxzZSwiUGFyZW50U3R5bGUiOm51bGx9LCJBdXRvU2l6ZSI6MCwiRm9yZWdyb3VuZCI6eyIkaWQiOiIxMzU5IiwiQ29sb3IiOnsiJGlkIjoiMTM2MCIsIkEiOjI1NSwiUiI6NTgsIkciOjEzNywiQiI6MH19LCJNYXhXaWR0aCI6MjAwLjAsIk1heEhlaWdodCI6IkluZmluaXR5IiwiU21hcnRGb3JlZ3JvdW5kSXNBY3RpdmUiOmZhbHNlLCJIb3Jpem9udGFsQWxpZ25tZW50IjowLCJWZXJ0aWNhbEFsaWdubWVudCI6MCwiU21hcnRGb3JlZ3JvdW5kIjpudWxsLCJCYWNrZ3JvdW5kRmlsbFR5cGUiOjAsIk1hcmdpbiI6eyIkaWQiOiIxMzYxIiwiVG9wIjowLjAsIkxlZnQiOjAuMCwiUmlnaHQiOjAuMCwiQm90dG9tIjowLjB9LCJQYWRkaW5nIjp7IiRpZCI6IjEzNjIiLCJUb3AiOjAuMCwiTGVmdCI6MC4wLCJSaWdodCI6MC4wLCJCb3R0b20iOjAuMH0sIkJhY2tncm91bmQiOnsiJHJlZiI6IjE3MCJ9LCJJc1Zpc2libGUiOnRydWUsIldpZHRoIjowLjAsIkhlaWdodCI6MC4wLCJCb3JkZXJTdHlsZSI6eyIkaWQiOiIxMzYzIiwiTGluZUNvbG9yIjpudWxsLCJMaW5lV2VpZ2h0IjowLjAsIkxpbmVUeXBlIjowLCJQYXJlbnRTdHlsZSI6bnVsbH0sIlBhcmVudFN0eWxlIjpudWxsfSwiRGF0ZUZvcm1hdCI6eyIkaWQiOiIxMzY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jUiLCJGb3JtYXQiOjAsIklzVmlzaWJsZSI6ZmFsc2UsIkxhc3RLbm93blZpc2liaWxpdHlTdGF0ZSI6ZmFsc2V9LCJJc1Zpc2libGUiOnRydWUsIlBhcmVudFN0eWxlIjpudWxsfSwiSW5kZXgiOjUsIlBlcmNlbnRhZ2VDb21wbGV0ZSI6bnVsbCwiUG9zaXRpb24iOnsiUmF0aW8iOjAuMCwiSXNDdXN0b20iOmZhbHNlfSwiRGF0ZUZvcm1hdCI6eyIkcmVmIjoiMTM2NCJ9LCJXZWVrTnVtYmVyaW5nIjp7IiRpZCI6IjEzNjYiLCJGb3JtYXQiOjAsIklzVmlzaWJsZSI6ZmFsc2UsIkxhc3RLbm93blZpc2liaWxpdHlTdGF0ZSI6ZmFsc2V9LCJSZWxhdGVkVGFza0lkIjoiMDAwMDAwMDAtMDAwMC0wMDAwLTAwMDAtMDAwMDAwMDAwMDAwIiwiSWQiOiJiMWEyYjBhZC01MGM1LTRmM2QtYjI0Yi0zYWFiNjlkNjhmYzUiLCJJbXBvcnRJZCI6bnVsbCwiVGl0bGUiOiJGaW5hbCBSZWxlYXNlIiwiTm90ZSI6bnVsbCwiSHlwZXJsaW5rIjp7IiRpZCI6IjEzNjciLCJBZGRyZXNzIjoiIiwiU3ViQWRkcmVzcyI6IiJ9LCJJc0NoYW5nZWQiOmZhbHNlLCJJc05ldyI6ZmFsc2V9XSwiVGFza3MiOltdLCJTd2ltbGFuZXMiOltdLCJNc1Byb2plY3RJdGVtc1RyZWUiOm51bGwsIk1ldGFkYXRhIjp7IiRpZCI6IjEzNjgiLCJSZWNlbnRDb2xvcnNDb2xsZWN0aW9uIjoiW1wiI0ZGNTI5M0NEXCIsXCIjRkZDRTkyMDBcIixcIiNGRjc0QUQ0OVwiLFwiI0ZGNzM3MzczXCIsXCIjRkY0NDU0NkFcIixcIiNGRkZFQkEwQVwiLFwiI0ZGNzBBRDQ3XCIsXCIjRkZCMjBFMTJcIl0iLCJNc3BMYXRlc3RJbXBvcnRJdGVtcyI6IntcIiRpZFwiOlwiMVwiLFwiUm9vdFwiOntcIkltcG9ydElkXCI6bnVsbCxcIklzSW1wb3J0ZWRcIjpmYWxzZSxcIkNoaWxkcmVuXCI6W119fSIsIk1zcFN5bmNCeVVpZCI6IkZhbHNlIiwiTXNwQ29sdW1uc01hcHBpbmciOiJbe1wiJGlkXCI6XCIxXCIsXCJTZWxlY3RlZE1hcHBpbmdcIjoxLFwiQ29sdW1uSGVhZGVyXCI6XCJTd2ltbGFuZVwiLFwiQ29sdW1uRnJpZW5kbHlOYW1lXCI6bnVsbH0se1wiJGlkXCI6XCIyXCIsXCJTZWxlY3RlZE1hcHBpbmdcIjoyLFwiQ29sdW1uSGVhZGVyXCI6XCJOYW1lXCIsXCJDb2x1bW5GcmllbmRseU5hbWVcIjpudWxsfSx7XCIkaWRcIjpcIjNcIixcIlNlbGVjdGVkTWFwcGluZ1wiOjMsXCJDb2x1bW5IZWFkZXJcIjpcIlN0YXJ0XCIsXCJDb2x1bW5GcmllbmRseU5hbWVcIjpudWxsfSx7XCIkaWRcIjpcIjRcIixcIlNlbGVjdGVkTWFwcGluZ1wiOjQsXCJDb2x1bW5IZWFkZXJcIjpcIkZpbmlzaFwiLFwiQ29sdW1uRnJpZW5kbHlOYW1lXCI6bnVsbH0se1wiJGlkXCI6XCI1XCIsXCJTZWxlY3RlZE1hcHBpbmdcIjo1LFwiQ29sdW1uSGVhZGVyXCI6XCJQZXJjZW50Q29tcGxldGVcIixcIkNvbHVtbkZyaWVuZGx5TmFtZVwiOm51bGx9XSJ9LCJTZXR0aW5ncyI6eyIkaWQiOiIxMzY5IiwiSW1wYU9wdGlvbnMiOnsiJGlkIjoiMTM3MC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EzNzEiLCJVc2VUaW1lIjpmYWxzZSwiV29ya0RheVN0YXJ0IjoiMDA6MDA6MDAiLCJXb3JrRGF5RW5kIjoiMjM6NTk6MDAifSwiTGFzdFVzZWRUZW1wbGF0ZUlkIjoiZjM3NDYwNjMtMDA0Yy00NDVkLTkxODctY2VkZjdhY2UxNDNiIiwiRmlyc3RXZWVrT2ZZZWFyIjowLCJQbGFjZU1pbGVzdG9uZUF0VGhlQmVnaW5uaW5nT2ZUaGVEYXkiOmZhbHNlfQ=="/>
  <p:tag name="__MASTER" val="__part_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ENDDATE" val="2019-12-22T12:59:00.0000000"/>
  <p:tag name="OTLTIMEBANDWORKINGDAYS" val="Standard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False"/>
  <p:tag name="OTLTIMEBANDSCALEMARKING" val="Years"/>
  <p:tag name="OTLRIGHTENDCAPSMARGINRIGHT" val="20"/>
  <p:tag name="OTLLEFTENDCAPSMARGINLEF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SCALEFORMAT" val="MMM"/>
  <p:tag name="OTLTIMEBANDSCALETYPE" val="Months"/>
  <p:tag name="OTLTIMEBANDSHAPETYPE" val="RoundedCornerRectangleTimeband"/>
  <p:tag name="OTLTIMEBANDSHAPEHEIGHT" val="20"/>
  <p:tag name="OTLTIMEBANDSHAPEPADDINGLEFT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E5LTAxLTAxVDAwOjAwOjAwWiIsIkVuZERhdGUiOiIyMDE5LTAyLTI0VDExOjU5OjAwIiwiUGVyY2VudGFnZUNvbXBsZXRlIjpudWxsLCJTdHlsZSI6eyIkaWQiOiI3IiwiU2hhcGUiOjEsIlNoYXBlVGhpY2tuZXNzIjowLCJEdXJhdGlvbkZvcm1hdCI6MCwiSW5jbHVkZU5vbldvcmtpbmdEYXlzSW5EdXJhdGlvbiI6ZmFsc2UsIlBlcmNlbnRhZ2VDb21wbGV0ZVN0eWxlIjp7IiRpZCI6IjgiLCJGb250U2V0dGluZ3MiOnsiJGlkIjoiOSIsIkZvbnRTaXplIjoxMCwiRm9udE5hbWUiOiJDYWxpYnJpIiwiSXNCb2xkIjpmYWxzZSwiSXNJdGFsaWMiOmZhbHNlLCJJc1VuZGVybGluZWQiOmZhbHNlLCJQYXJlbnRTdHlsZSI6bnVsbH0sIkF1dG9TaXplIjowLCJGb3JlZ3JvdW5kIjp7IiRpZCI6IjEwIiwiQ29sb3IiOnsiJGlkIjoiM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iIsIlRvcCI6MC4wLCJMZWZ0IjowLjAsIlJpZ2h0IjowLjAsIkJvdHRvbSI6MC4wfSwiUGFkZGluZyI6eyIkaWQiOiIxMyIsIlRvcCI6MC4wLCJMZWZ0IjowLjAsIlJpZ2h0IjowLjAsIkJvdHRvbSI6MC4wfSwiQmFja2dyb3VuZCI6eyIkaWQiOiIxNCIsIkNvbG9yIjp7IiRpZCI6IjE1IiwiQSI6ODksIlIiOjAsIkciOjAsIkIiOjB9fSwiSXNWaXNpYmxlIjp0cnVlLCJXaWR0aCI6MC4wLCJIZWlnaHQiOjAuMCwiQm9yZGVyU3R5bGUiOnsiJGlkIjoiMTYiLCJMaW5lQ29sb3IiOm51bGwsIkxpbmVXZWlnaHQiOjAuMCwiTGluZVR5cGUiOjAsIlBhcmVudFN0eWxlIjpudWxsfSwiUGFyZW50U3R5bGUiOm51bGx9LCJEdXJhdGlvblN0eWxlIjp7IiRpZCI6IjE3IiwiRm9udFNldHRpbmdzIjp7IiRpZCI6IjE4IiwiRm9udFNpemUiOjEwLCJGb250TmFtZSI6IkNhbGlicmkiLCJJc0JvbGQiOmZhbHNlLCJJc0l0YWxpYyI6ZmFsc2UsIklzVW5kZXJsaW5lZCI6ZmFsc2UsIlBhcmVudFN0eWxlIjpudWxsfSwiQXV0b1NpemUiOjAsIkZvcmVncm91bmQiOnsiJGlkIjoiMTkiLCJDb2xvciI6eyIkaWQiOiIy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IiwiVG9wIjowLjAsIkxlZnQiOjAuMCwiUmlnaHQiOjAuMCwiQm90dG9tIjowLjB9LCJQYWRkaW5nIjp7IiRpZCI6IjIyIiwiVG9wIjowLjAsIkxlZnQiOjAuMCwiUmlnaHQiOjAuMCwiQm90dG9tIjowLjB9LCJCYWNrZ3JvdW5kIjp7IiRpZCI6IjIzIiwiQ29sb3IiOnsiJHJlZiI6IjE1In19LCJJc1Zpc2libGUiOnRydWUsIldpZHRoIjowLjAsIkhlaWdodCI6MC4wLCJCb3JkZXJTdHlsZSI6eyIkaWQiOiIyNCIsIkxpbmVDb2xvciI6bnVsbCwiTGluZVdlaWdodCI6MC4wLCJMaW5lVHlwZSI6MCwiUGFyZW50U3R5bGUiOm51bGx9LCJQYXJlbnRTdHlsZSI6bnVsbH0sIkhvcml6b250YWxDb25uZWN0b3JTdHlsZSI6eyIkaWQiOiIyNSIsIkxpbmVDb2xvciI6eyIkaWQiOiIyNiIsIiR0eXBlIjoiTkxSRS5Db21tb24uRG9tLlNvbGlkQ29sb3JCcnVzaCwgTkxSRS5Db21tb24iLCJDb2xvciI6eyIkaWQiOiIyNyIsIkEiOjI1NSwiUiI6MjA0LCJHIjoyMDQsIkIiOjIwNH19LCJMaW5lV2VpZ2h0IjoxLjAsIkxpbmVUeXBlIjowLCJQYXJlbnRTdHlsZSI6bnVsbH0sIlZlcnRpY2FsQ29ubmVjdG9yU3R5bGUiOnsiJGlkIjoiMjgiLCJMaW5lQ29sb3IiOnsiJGlkIjoiMjkiLCIkdHlwZSI6Ik5MUkUuQ29tbW9uLkRvbS5Tb2xpZENvbG9yQnJ1c2gsIE5MUkUuQ29tbW9uIiwiQ29sb3IiOnsiJGlkIjoiMzA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zMSIsIk1hcmdpbiI6eyIkaWQiOiIzMiIsIlRvcCI6MC4wLCJMZWZ0Ijo0LjAsIlJpZ2h0Ijo0LjAsIkJvdHRvbSI6MC4wfSwiUGFkZGluZyI6eyIkaWQiOiIzMyIsIlRvcCI6MC4wLCJMZWZ0IjowLjAsIlJpZ2h0IjowLjAsIkJvdHRvbSI6MC4wfSwiQmFja2dyb3VuZCI6eyIkaWQiOiIzNCIsIkNvbG9yIjp7IiRpZCI6IjM1IiwiQSI6MjU1LCJSIjo4MiwiRyI6MTQ3LCJCIjoyMDV9fSwiSXNWaXNpYmxlIjp0cnVlLCJXaWR0aCI6MC4wLCJIZWlnaHQiOjEzLjQyNjY2NjY2NjY2NjY3NywiQm9yZGVyU3R5bGUiOnsiJGlkIjoiMzYiLCJMaW5lQ29sb3IiOnsiJGlkIjoiMzciLCIkdHlwZSI6Ik5MUkUuQ29tbW9uLkRvbS5Tb2xpZENvbG9yQnJ1c2gsIE5MUkUuQ29tbW9uIiwiQ29sb3IiOnsiJGlkIjoiMzgiLCJBIjoyNTUsIlIiOjI1NSwiRyI6MCwiQiI6MH19LCJMaW5lV2VpZ2h0IjowLjAsIkxpbmVUeXBlIjowLCJQYXJlbnRTdHlsZSI6bnVsbH0sIlBhcmVudFN0eWxlIjpudWxsfSwiVGl0bGVTdHlsZSI6eyIkaWQiOiIzOSIsIkZvbnRTZXR0aW5ncyI6eyIkaWQiOiI0MCIsIkZvbnRTaXplIjoxMSwiRm9udE5hbWUiOiJDYWxpYnJpIiwiSXNCb2xkIjpmYWxzZSwiSXNJdGFsaWMiOmZhbHNlLCJJc1VuZGVybGluZWQiOmZhbHNlLCJQYXJlbnRTdHlsZSI6bnVsbH0sIkF1dG9TaXplIjoyLCJGb3JlZ3JvdW5kIjp7IiRpZCI6IjQxIiwiQ29sb3IiOnsiJGlkIjoiNDIiLCJBIjoyNTUsIlIiOjI1NSwiRyI6MjU1LCJCIjoyNTV9fSwiTWF4V2lkdGgiOjkwLjczLCJNYXhIZWlnaHQiOiJJbmZpbml0eSIsIlNtYXJ0Rm9yZWdyb3VuZElzQWN0aXZlIjpmYWxzZSwiSG9yaXpvbnRhbEFsaWdubWVudCI6MSwiVmVydGljYWxBbGlnbm1lbnQiOjAsIlNtYXJ0Rm9yZWdyb3VuZCI6bnVsbCwiQmFja2dyb3VuZEZpbGxUeXBlIjowLCJNYXJnaW4iOnsiJGlkIjoiNDMiLCJUb3AiOjAuMCwiTGVmdCI6MC4wLCJSaWdodCI6MC4wLCJCb3R0b20iOjAuMH0sIlBhZGRpbmciOnsiJGlkIjoiNDQiLCJUb3AiOjAuMCwiTGVmdCI6MC4wLCJSaWdodCI6MC4wLCJCb3R0b20iOjAuMH0sIkJhY2tncm91bmQiOnsiJGlkIjoiNDUiLCJDb2xvciI6eyIkcmVmIjoiMTUifX0sIklzVmlzaWJsZSI6dHJ1ZSwiV2lkdGgiOjAuMCwiSGVpZ2h0IjowLjAsIkJvcmRlclN0eWxlIjp7IiRpZCI6IjQ2IiwiTGluZUNvbG9yIjpudWxsLCJMaW5lV2VpZ2h0IjowLjAsIkxpbmVUeXBlIjowLCJQYXJlbnRTdHlsZSI6bnVsbH0sIlBhcmVudFN0eWxlIjpudWxsfSwiRGF0ZVN0eWxlIjp7IiRpZCI6IjQ3IiwiRm9udFNldHRpbmdzIjp7IiRpZCI6IjQ4IiwiRm9udFNpemUiOjEwLCJGb250TmFtZSI6IkNhbGlicmkiLCJJc0JvbGQiOmZhbHNlLCJJc0l0YWxpYyI6ZmFsc2UsIklzVW5kZXJsaW5lZCI6ZmFsc2UsIlBhcmVudFN0eWxlIjpudWxsfSwiQXV0b1NpemUiOjAsIkZvcmVncm91bmQiOnsiJGlkIjoiNDkiLCJDb2xvciI6eyIkaWQiOiI1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EiLCJUb3AiOjAuMCwiTGVmdCI6MC4wLCJSaWdodCI6MC4wLCJCb3R0b20iOjAuMH0sIlBhZGRpbmciOnsiJGlkIjoiNTIiLCJUb3AiOjAuMCwiTGVmdCI6MC4wLCJSaWdodCI6MC4wLCJCb3R0b20iOjAuMH0sIkJhY2tncm91bmQiOnsiJGlkIjoiNTMiLCJDb2xvciI6eyIkcmVmIjoiMTUifX0sIklzVmlzaWJsZSI6dHJ1ZSwiV2lkdGgiOjAuMCwiSGVpZ2h0IjowLjAsIkJvcmRlclN0eWxlIjp7IiRpZCI6IjU0IiwiTGluZUNvbG9yIjpudWxsLCJMaW5lV2VpZ2h0IjowLjAsIkxpbmVUeXBlIjowLCJQYXJlbnRTdHlsZSI6bnVsbH0sIlBhcmVudFN0eWxlIjpudWxsfSwiRGF0ZUZvcm1hdCI6eyIkaWQiOiI1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iIsIkZvcm1hdCI6MCwiSXNWaXNpYmxlIjpmYWxzZSwiTGFzdEtub3duVmlzaWJpbGl0eVN0YXRlIjpmYWxzZX0sIklzVmlzaWJsZSI6dHJ1ZSwiUGFyZW50U3R5bGUiOm51bGx9LCJJbmRleCI6NywiU21hcnREdXJhdGlvbkFjdGl2YXRlZCI6ZmFsc2UsIkRhdGVGb3JtYXQiOnsiJHJlZiI6IjU1In0sIldlZWtOdW1iZXJpbmciOnsiJGlkIjoiNTciLCJGb3JtYXQiOjAsIklzVmlzaWJsZSI6ZmFsc2UsIkxhc3RLbm93blZpc2liaWxpdHlTdGF0ZSI6ZmFsc2V9LCJJZCI6ImNiYzYwNTMyLTczNjctNDc0Mi05ODJlLTg1ZDU0Mjk3ODA2NCIsIkltcG9ydElkIjpudWxsLCJUaXRsZSI6IkFzc2VtYmxlIFJlc291cmNlcyIsIk5vdGUiOm51bGwsIkh5cGVybGluayI6eyIkaWQiOiI1OCIsIkFkZHJlc3MiOiIiLCJTdWJBZGRyZXNzIjoiIn0sIklzQ2hhbmdlZCI6ZmFsc2UsIklzTmV3IjpmYWxzZX19XSwiX21pbGVzdG9uZXMiOltdLCJJZCI6IjAwMDAwMDAwLTAwMDAtMDAwMC0wMDAwLTAwMDAwMDAwMDAwMCIsIklzU2luZ2xlSXRlbVJvdyI6dHJ1ZX0seyIkaWQiOiI1OSIsIl90YXNrcyI6W3siJGlkIjoiNjAiLCJfYXR0YWNoZWRNaWxlc3RvbmVzIjpbXSwiVGFza0RlZmluaXRpb24iOnsiJGlkIjoiNjEiLCJHcm91cE5hbWUiOm51bGwsIlN0YXJ0RGF0ZSI6IjIwMTktMDItMDFUMDA6MDA6MDBaIiwiRW5kRGF0ZSI6IjIwMTktMDMtMDdUMTE6NTk6MDAiLCJQZXJjZW50YWdlQ29tcGxldGUiOm51bGwsIlN0eWxlIjp7IiRpZCI6IjYyIiwiU2hhcGUiOjEsIlNoYXBlVGhpY2tuZXNzIjowLCJEdXJhdGlvbkZvcm1hdCI6MCwiSW5jbHVkZU5vbldvcmtpbmdEYXlzSW5EdXJhdGlvbiI6ZmFsc2UsIlBlcmNlbnRhZ2VDb21wbGV0ZVN0eWxlIjp7IiRpZCI6IjYzIiwiRm9udFNldHRpbmdzIjp7IiRpZCI6IjY0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Y1IiwiVG9wIjowLjAsIkxlZnQiOjAuMCwiUmlnaHQiOjAuMCwiQm90dG9tIjowLjB9LCJQYWRkaW5nIjp7IiRpZCI6IjY2IiwiVG9wIjowLjAsIkxlZnQiOjAuMCwiUmlnaHQiOjAuMCwiQm90dG9tIjowLjB9LCJCYWNrZ3JvdW5kIjp7IiRyZWYiOiIxNCJ9LCJJc1Zpc2libGUiOnRydWUsIldpZHRoIjowLjAsIkhlaWdodCI6MC4wLCJCb3JkZXJTdHlsZSI6eyIkaWQiOiI2NyIsIkxpbmVDb2xvciI6bnVsbCwiTGluZVdlaWdodCI6MC4wLCJMaW5lVHlwZSI6MCwiUGFyZW50U3R5bGUiOm51bGx9LCJQYXJlbnRTdHlsZSI6bnVsbH0sIkR1cmF0aW9uU3R5bGUiOnsiJGlkIjoiNjgiLCJGb250U2V0dGluZ3MiOnsiJGlkIjoiNjkiLCJGb250U2l6ZSI6MTAsIkZvbnROYW1lIjoiQ2FsaWJyaSIsIklzQm9sZCI6ZmFsc2UsIklzSXRhbGljIjpmYWxzZSwiSXNVbmRlcmxpbmVkIjpmYWxzZSwiUGFyZW50U3R5bGUiOm51bGx9LCJBdXRvU2l6ZSI6MCwiRm9yZWdyb3VuZCI6eyIkaWQiOiI3MCIsIkNvbG9yIjp7IiRyZWYiOiIyMCJ9fSwiTWF4V2lkdGgiOjIwMC4wLCJNYXhIZWlnaHQiOiJJbmZpbml0eSIsIlNtYXJ0Rm9yZWdyb3VuZElzQWN0aXZlIjpmYWxzZSwiSG9yaXpvbnRhbEFsaWdubWVudCI6MCwiVmVydGljYWxBbGlnbm1lbnQiOjAsIlNtYXJ0Rm9yZWdyb3VuZCI6bnVsbCwiQmFja2dyb3VuZEZpbGxUeXBlIjowLCJNYXJnaW4iOnsiJGlkIjoiNzEiLCJUb3AiOjAuMCwiTGVmdCI6MC4wLCJSaWdodCI6MC4wLCJCb3R0b20iOjAuMH0sIlBhZGRpbmciOnsiJGlkIjoiNzIiLCJUb3AiOjAuMCwiTGVmdCI6MC4wLCJSaWdodCI6MC4wLCJCb3R0b20iOjAuMH0sIkJhY2tncm91bmQiOnsiJHJlZiI6IjIzIn0sIklzVmlzaWJsZSI6dHJ1ZSwiV2lkdGgiOjAuMCwiSGVpZ2h0IjowLjAsIkJvcmRlclN0eWxlIjp7IiRpZCI6IjczIiwiTGluZUNvbG9yIjpudWxsLCJMaW5lV2VpZ2h0IjowLjAsIkxpbmVUeXBlIjowLCJQYXJlbnRTdHlsZSI6bnVsbH0sIlBhcmVudFN0eWxlIjpudWxsfSwiSG9yaXpvbnRhbENvbm5lY3RvclN0eWxlIjp7IiRpZCI6Ijc0IiwiTGluZUNvbG9yIjp7IiRyZWYiOiIyNiJ9LCJMaW5lV2VpZ2h0IjoxLjAsIkxpbmVUeXBlIjowLCJQYXJlbnRTdHlsZSI6bnVsbH0sIlZlcnRpY2FsQ29ubmVjdG9yU3R5bGUiOnsiJGlkIjoiNzU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zYiLCJNYXJnaW4iOnsiJGlkIjoiNzciLCJUb3AiOjAuMCwiTGVmdCI6NC4wLCJSaWdodCI6NC4wLCJCb3R0b20iOjAuMH0sIlBhZGRpbmciOnsiJGlkIjoiNzgiLCJUb3AiOjAuMCwiTGVmdCI6MC4wLCJSaWdodCI6MC4wLCJCb3R0b20iOjAuMH0sIkJhY2tncm91bmQiOnsiJGlkIjoiNzkiLCJDb2xvciI6eyIkaWQiOiI4MCIsIkEiOjI1NSwiUiI6ODIsIkciOjE0NywiQiI6MjA1fX0sIklzVmlzaWJsZSI6dHJ1ZSwiV2lkdGgiOjAuMCwiSGVpZ2h0IjoxMy40MjY2NjY2NjY2NjY2NzcsIkJvcmRlclN0eWxlIjp7IiRpZCI6IjgxIiwiTGluZUNvbG9yIjp7IiRyZWYiOiIzNyJ9LCJMaW5lV2VpZ2h0IjowLjAsIkxpbmVUeXBlIjowLCJQYXJlbnRTdHlsZSI6bnVsbH0sIlBhcmVudFN0eWxlIjpudWxsfSwiVGl0bGVTdHlsZSI6eyIkaWQiOiI4MiIsIkZvbnRTZXR0aW5ncyI6eyIkaWQiOiI4MyIsIkZvbnRTaXplIjoxMSwiRm9udE5hbWUiOiJDYWxpYnJpIiwiSXNCb2xkIjpmYWxzZSwiSXNJdGFsaWMiOmZhbHNlLCJJc1VuZGVybGluZWQiOmZhbHNlLCJQYXJlbnRTdHlsZSI6bnVsbH0sIkF1dG9TaXplIjoyLCJGb3JlZ3JvdW5kIjp7IiRpZCI6Ijg0IiwiQ29sb3IiOnsiJGlkIjoiODUiLCJBIjoyNTUsIlIiOjI1NSwiRyI6MjU1LCJCIjoyNTV9fSwiTWF4V2lkdGgiOjYzLjQ4MzMzMzMzMzMzMzMzNCwiTWF4SGVpZ2h0IjoiSW5maW5pdHkiLCJTbWFydEZvcmVncm91bmRJc0FjdGl2ZSI6ZmFsc2UsIkhvcml6b250YWxBbGlnbm1lbnQiOjE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yZWYiOiI0NSJ9LCJJc1Zpc2libGUiOnRydWUsIldpZHRoIjowLjAsIkhlaWdodCI6MC4wLCJCb3JkZXJTdHlsZSI6eyIkaWQiOiI4OCIsIkxpbmVDb2xvciI6bnVsbCwiTGluZVdlaWdodCI6MC4wLCJMaW5lVHlwZSI6MCwiUGFyZW50U3R5bGUiOm51bGx9LCJQYXJlbnRTdHlsZSI6bnVsbH0sIkRhdGVTdHlsZSI6eyIkaWQiOiI4OSIsIkZvbnRTZXR0aW5ncyI6eyIkaWQiOiI5MCIsIkZvbnRTaXplIjoxMCwiRm9udE5hbWUiOiJDYWxpYnJpIiwiSXNCb2xkIjpmYWxzZSwiSXNJdGFsaWMiOmZhbHNlLCJJc1VuZGVybGluZWQiOmZhbHNlLCJQYXJlbnRTdHlsZSI6bnVsbH0sIkF1dG9TaXplIjowLCJGb3JlZ3JvdW5kIjp7IiRpZCI6IjkxIiwiQ29sb3IiOnsiJGlkIjoiO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zIiwiVG9wIjowLjAsIkxlZnQiOjAuMCwiUmlnaHQiOjAuMCwiQm90dG9tIjowLjB9LCJQYWRkaW5nIjp7IiRpZCI6Ijk0IiwiVG9wIjowLjAsIkxlZnQiOjAuMCwiUmlnaHQiOjAuMCwiQm90dG9tIjowLjB9LCJCYWNrZ3JvdW5kIjp7IiRyZWYiOiI1MyJ9LCJJc1Zpc2libGUiOnRydWUsIldpZHRoIjowLjAsIkhlaWdodCI6MC4wLCJCb3JkZXJTdHlsZSI6eyIkaWQiOiI5NSIsIkxpbmVDb2xvciI6bnVsbCwiTGluZVdlaWdodCI6MC4wLCJMaW5lVHlwZSI6MCwiUGFyZW50U3R5bGUiOm51bGx9LCJQYXJlbnRTdHlsZSI6bnVsbH0sIkRhdGVGb3JtYXQiOnsiJGlkIjoi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ciLCJGb3JtYXQiOjAsIklzVmlzaWJsZSI6ZmFsc2UsIkxhc3RLbm93blZpc2liaWxpdHlTdGF0ZSI6ZmFsc2V9LCJJc1Zpc2libGUiOnRydWUsIlBhcmVudFN0eWxlIjpudWxsfSwiSW5kZXgiOjgsIlNtYXJ0RHVyYXRpb25BY3RpdmF0ZWQiOmZhbHNlLCJEYXRlRm9ybWF0Ijp7IiRyZWYiOiI5NiJ9LCJXZWVrTnVtYmVyaW5nIjp7IiRpZCI6Ijk4IiwiRm9ybWF0IjowLCJJc1Zpc2libGUiOmZhbHNlLCJMYXN0S25vd25WaXNpYmlsaXR5U3RhdGUiOmZhbHNlfSwiSWQiOiI5Y2U5NDBkOS03YTRiLTRmZTctYWMwYy1hM2IwMzUyZGVjY2IiLCJJbXBvcnRJZCI6bnVsbCwiVGl0bGUiOiJXb3JraW5nIFBsYW5zIiwiTm90ZSI6bnVsbCwiSHlwZXJsaW5rIjp7IiRpZCI6Ijk5IiwiQWRkcmVzcyI6IiIsIlN1YkFkZHJlc3MiOiIifSwiSXNDaGFuZ2VkIjpmYWxzZSwiSXNOZXciOmZhbHNlfX1dLCJfbWlsZXN0b25lcyI6W10sIklkIjoiMDAwMDAwMDAtMDAwMC0wMDAwLTAwMDAtMDAwMDAwMDAwMDAwIiwiSXNTaW5nbGVJdGVtUm93Ijp0cnVlfSx7IiRpZCI6IjEwMCIsIl90YXNrcyI6W3siJGlkIjoiMTAxIiwiX2F0dGFjaGVkTWlsZXN0b25lcyI6W10sIlRhc2tEZWZpbml0aW9uIjp7IiRpZCI6IjEwMiIsIkdyb3VwTmFtZSI6bnVsbCwiU3RhcnREYXRlIjoiMjAxOS0wMy0wMVQwMDowMDowMFoiLCJFbmREYXRlIjoiMjAxOS0wNS0xNlQxMTo1OTowMCIsIlBlcmNlbnRhZ2VDb21wbGV0ZSI6bnVsbCwiU3R5bGUiOnsiJGlkIjoiMTAzIiwiU2hhcGUiOjEsIlNoYXBlVGhpY2tuZXNzIjowLCJEdXJhdGlvbkZvcm1hdCI6MCwiSW5jbHVkZU5vbldvcmtpbmdEYXlzSW5EdXJhdGlvbiI6ZmFsc2UsIlBlcmNlbnRhZ2VDb21wbGV0ZVN0eWxlIjp7IiRpZCI6IjEwNCIsIkZvbnRTZXR0aW5ncyI6eyIkaWQiOiIxMDU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A2IiwiVG9wIjowLjAsIkxlZnQiOjAuMCwiUmlnaHQiOjAuMCwiQm90dG9tIjowLjB9LCJQYWRkaW5nIjp7IiRpZCI6IjEwNyIsIlRvcCI6MC4wLCJMZWZ0IjowLjAsIlJpZ2h0IjowLjAsIkJvdHRvbSI6MC4wfSwiQmFja2dyb3VuZCI6eyIkcmVmIjoiMTQifSwiSXNWaXNpYmxlIjp0cnVlLCJXaWR0aCI6MC4wLCJIZWlnaHQiOjAuMCwiQm9yZGVyU3R5bGUiOnsiJGlkIjoiMTA4IiwiTGluZUNvbG9yIjpudWxsLCJMaW5lV2VpZ2h0IjowLjAsIkxpbmVUeXBlIjowLCJQYXJlbnRTdHlsZSI6bnVsbH0sIlBhcmVudFN0eWxlIjpudWxsfSwiRHVyYXRpb25TdHlsZSI6eyIkaWQiOiIxMDkiLCJGb250U2V0dGluZ3MiOnsiJGlkIjoiMTEwIiwiRm9udFNpemUiOjEwLCJGb250TmFtZSI6IkNhbGlicmkiLCJJc0JvbGQiOmZhbHNlLCJJc0l0YWxpYyI6ZmFsc2UsIklzVW5kZXJsaW5lZCI6ZmFsc2UsIlBhcmVudFN0eWxlIjpudWxsfSwiQXV0b1NpemUiOjAsIkZvcmVncm91bmQiOnsiJGlkIjoiMTExIiwiQ29sb3IiOnsiJHJlZiI6IjIwIn19LCJNYXhXaWR0aCI6MjAwLjAsIk1heEhlaWdodCI6IkluZmluaXR5IiwiU21hcnRGb3JlZ3JvdW5kSXNBY3RpdmUiOmZhbHNlLCJIb3Jpem9udGFsQWxpZ25tZW50IjowLCJWZXJ0aWNhbEFsaWdubWVudCI6MCwiU21hcnRGb3JlZ3JvdW5kIjpudWxsLCJCYWNrZ3JvdW5kRmlsbFR5cGUiOjAsIk1hcmdpbiI6eyIkaWQiOiIxMTIiLCJUb3AiOjAuMCwiTGVmdCI6MC4wLCJSaWdodCI6MC4wLCJCb3R0b20iOjAuMH0sIlBhZGRpbmciOnsiJGlkIjoiMTEzIiwiVG9wIjowLjAsIkxlZnQiOjAuMCwiUmlnaHQiOjAuMCwiQm90dG9tIjowLjB9LCJCYWNrZ3JvdW5kIjp7IiRyZWYiOiIyMyJ9LCJJc1Zpc2libGUiOnRydWUsIldpZHRoIjowLjAsIkhlaWdodCI6MC4wLCJCb3JkZXJTdHlsZSI6eyIkaWQiOiIxMTQiLCJMaW5lQ29sb3IiOm51bGwsIkxpbmVXZWlnaHQiOjAuMCwiTGluZVR5cGUiOjAsIlBhcmVudFN0eWxlIjpudWxsfSwiUGFyZW50U3R5bGUiOm51bGx9LCJIb3Jpem9udGFsQ29ubmVjdG9yU3R5bGUiOnsiJGlkIjoiMTE1IiwiTGluZUNvbG9yIjp7IiRyZWYiOiIyNiJ9LCJMaW5lV2VpZ2h0IjoxLjAsIkxpbmVUeXBlIjowLCJQYXJlbnRTdHlsZSI6bnVsbH0sIlZlcnRpY2FsQ29ubmVjdG9yU3R5bGUiOnsiJGlkIjoiMTE2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ODIsIkciOjE0NywiQiI6MjA1fX0sIklzVmlzaWJsZSI6dHJ1ZSwiV2lkdGgiOjAuMCwiSGVpZ2h0IjoxMy40MjY2NjY2NjY2NjY2NzcsIkJvcmRlclN0eWxlIjp7IiRpZCI6IjEyMiIsIkxpbmVDb2xvciI6eyIkcmVmIjoiMzcifSwiTGluZVdlaWdodCI6MC4wLCJMaW5lVHlwZSI6MCwiUGFyZW50U3R5bGUiOm51bGx9LCJQYXJlbnRTdHlsZSI6bnVsbH0sIlRpdGxlU3R5bGUiOnsiJGlkIjoiMTIzIiwiRm9udFNldHRpbmdzIjp7IiRpZCI6IjEyNCIsIkZvbnRTaXplIjoxMSwiRm9udE5hbWUiOiJDYWxpYnJpIiwiSXNCb2xkIjpmYWxzZSwiSXNJdGFsaWMiOmZhbHNlLCJJc1VuZGVybGluZWQiOmZhbHNlLCJQYXJlbnRTdHlsZSI6bnVsbH0sIkF1dG9TaXplIjoyLCJGb3JlZ3JvdW5kIjp7IiRpZCI6IjEyNSIsIkNvbG9yIjp7IiRpZCI6IjEyNiIsIkEiOjI1NSwiUiI6MjU1LCJHIjoyNTUsIkIiOjI1NX19LCJNYXhXaWR0aCI6MTA2LjQ0MzMzMzMzMzMzMzM0LCJNYXhIZWlnaHQiOiJJbmZpbml0eSIsIlNtYXJ0Rm9yZWdyb3VuZElzQWN0aXZlIjpmYWxzZSwiSG9yaXpvbnRhbEFsaWdubWVudCI6MSwiVmVydGljYWxBbGlnbm1lbnQiOjAsIlNtYXJ0Rm9yZWdyb3VuZCI6bnVsbCwiQmFja2dyb3VuZEZpbGxUeXBlIjowLCJNYXJnaW4iOnsiJGlkIjoiMTI3IiwiVG9wIjowLjAsIkxlZnQiOjAuMCwiUmlnaHQiOjAuMCwiQm90dG9tIjowLjB9LCJQYWRkaW5nIjp7IiRpZCI6IjEyOCIsIlRvcCI6MC4wLCJMZWZ0IjowLjAsIlJpZ2h0IjowLjAsIkJvdHRvbSI6MC4wfSwiQmFja2dyb3VuZCI6eyIkcmVmIjoiNDUifSwiSXNWaXNpYmxlIjp0cnVlLCJXaWR0aCI6MC4wLCJIZWlnaHQiOjAuMCwiQm9yZGVyU3R5bGUiOnsiJGlkIjoiMTI5IiwiTGluZUNvbG9yIjpudWxsLCJMaW5lV2VpZ2h0IjowLjAsIkxpbmVUeXBlIjowLCJQYXJlbnRTdHlsZSI6bnVsbH0sIlBhcmVudFN0eWxlIjpudWxsfSwiRGF0ZVN0eWxlIjp7IiRpZCI6IjEzMCIsIkZvbnRTZXR0aW5ncyI6eyIkaWQiOiIxMzEiLCJGb250U2l6ZSI6MTAsIkZvbnROYW1lIjoiQ2FsaWJyaSIsIklzQm9sZCI6ZmFsc2UsIklzSXRhbGljIjpmYWxzZSwiSXNVbmRlcmxpbmVkIjpmYWxzZSwiUGFyZW50U3R5bGUiOm51bGx9LCJBdXRvU2l6ZSI6MCwiRm9yZWdyb3VuZCI6eyIkaWQiOiIxMzIiLCJDb2xvciI6eyIkaWQiOiIxMz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zNCIsIlRvcCI6MC4wLCJMZWZ0IjowLjAsIlJpZ2h0IjowLjAsIkJvdHRvbSI6MC4wfSwiUGFkZGluZyI6eyIkaWQiOiIxMzUiLCJUb3AiOjAuMCwiTGVmdCI6MC4wLCJSaWdodCI6MC4wLCJCb3R0b20iOjAuMH0sIkJhY2tncm91bmQiOnsiJHJlZiI6IjUzIn0sIklzVmlzaWJsZSI6dHJ1ZSwiV2lkdGgiOjAuMCwiSGVpZ2h0IjowLjAsIkJvcmRlclN0eWxlIjp7IiRpZCI6IjEzNiIsIkxpbmVDb2xvciI6bnVsbCwiTGluZVdlaWdodCI6MC4wLCJMaW5lVHlwZSI6MCwiUGFyZW50U3R5bGUiOm51bGx9LCJQYXJlbnRTdHlsZSI6bnVsbH0sIkRhdGVGb3JtYXQiOnsiJGlkIjoiMT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CIsIkZvcm1hdCI6MCwiSXNWaXNpYmxlIjpmYWxzZSwiTGFzdEtub3duVmlzaWJpbGl0eVN0YXRlIjpmYWxzZX0sIklzVmlzaWJsZSI6dHJ1ZSwiUGFyZW50U3R5bGUiOm51bGx9LCJJbmRleCI6OSwiU21hcnREdXJhdGlvbkFjdGl2YXRlZCI6ZmFsc2UsIkRhdGVGb3JtYXQiOnsiJHJlZiI6IjEzNyJ9LCJXZWVrTnVtYmVyaW5nIjp7IiRpZCI6IjEzOSIsIkZvcm1hdCI6MCwiSXNWaXNpYmxlIjpmYWxzZSwiTGFzdEtub3duVmlzaWJpbGl0eVN0YXRlIjpmYWxzZX0sIklkIjoiMmZmNWI4ZTAtMzRiNi00YTgyLTg2MjItMTQ3ZGE5YTJmNmIyIiwiSW1wb3J0SWQiOm51bGwsIlRpdGxlIjoiU3ViY29udHJhY3RvciBTZWxlY3Rpb24iLCJOb3RlIjpudWxsLCJIeXBlcmxpbmsiOnsiJGlkIjoiMTQwIiwiQWRkcmVzcyI6IiIsIlN1YkFkZHJlc3MiOiIifSwiSXNDaGFuZ2VkIjpmYWxzZSwiSXNOZXciOmZhbHNlfX1dLCJfbWlsZXN0b25lcyI6W10sIklkIjoiMDAwMDAwMDAtMDAwMC0wMDAwLTAwMDAtMDAwMDAwMDAwMDAwIiwiSXNTaW5nbGVJdGVtUm93Ijp0cnVlfSx7IiRpZCI6IjE0MSIsIl90YXNrcyI6W3siJGlkIjoiMTQyIiwiX2F0dGFjaGVkTWlsZXN0b25lcyI6W3siJGlkIjoiMTQzIiwiRGF0ZSI6IjIwMTktMDUtMjlUMTE6NTk6MDAiLCJTdHlsZSI6eyIkaWQiOiIxNDQiLCJTaGFwZSI6MSwiQ29ubmVjdG9yTWFyZ2luIjp7IiRpZCI6IjE0NSIsIlRvcCI6MC4wLCJMZWZ0IjoyLjAsIlJpZ2h0IjoyLjAsIkJvdHRvbSI6MC4wfSwiQ29ubmVjdG9yU3R5bGUiOnsiJGlkIjoiMTQ2IiwiTGluZUNvbG9yIjp7IiRpZCI6IjE0NyIsIiR0eXBlIjoiTkxSRS5Db21tb24uRG9tLlNvbGlkQ29sb3JCcnVzaCwgTkxSRS5Db21tb24iLCJDb2xvciI6eyIkaWQiOiIxNDgiLCJBIjoxMjcsIlIiOjc5LCJHIjoxMjksIkIiOjE4OX19LCJMaW5lV2VpZ2h0IjoxLjAsIkxpbmVUeXBlIjowLCJQYXJlbnRTdHlsZSI6bnVsbH0sIklzQmVsb3dUaW1lYmFuZCI6dHJ1ZSwiUG9zaXRpb25PblRhc2siOjMsIkhpZGVEYXRlIjpmYWxzZSwiU2hhcGVTaXplIjowLCJTcGFjaW5nIjowLjAsIlBhZGRpbmciOnsiJGlkIjoiMTQ5IiwiVG9wIjo3LjAsIkxlZnQiOjMuMCwiUmlnaHQiOjAuMCwiQm90dG9tIjoyLjB9LCJTaGFwZVN0eWxlIjp7IiRpZCI6IjE1MCIsIk1hcmdpbiI6eyIkaWQiOiIxNTEiLCJUb3AiOjAuMCwiTGVmdCI6MC4wLCJSaWdodCI6MC4wLCJCb3R0b20iOjAuMH0sIlBhZGRpbmciOnsiJGlkIjoiMTUyIiwiVG9wIjowLjAsIkxlZnQiOjAuMCwiUmlnaHQiOjAuMCwiQm90dG9tIjowLjB9LCJCYWNrZ3JvdW5kIjp7IiRpZCI6IjE1MyIsIkNvbG9yIjp7IiRpZCI6IjE1NCIsIkEiOjI1NSwiUiI6NjgsIkciOjg0LCJCIjoxMDZ9fSwiSXNWaXNpYmxlIjp0cnVlLCJXaWR0aCI6MTIuMCwiSGVpZ2h0IjoxNC4wLCJCb3JkZXJTdHlsZSI6eyIkaWQiOiIxNTUiLCJMaW5lQ29sb3IiOm51bGwsIkxpbmVXZWlnaHQiOjAuMCwiTGluZVR5cGUiOjAsIlBhcmVudFN0eWxlIjpudWxsfSwiUGFyZW50U3R5bGUiOm51bGx9LCJUaXRsZVN0eWxlIjp7IiRpZCI6IjE1NiIsIkZvbnRTZXR0aW5ncyI6eyIkaWQiOiIxNTciLCJGb250U2l6ZSI6MTEsIkZvbnROYW1lIjoiQ2FsaWJyaSIsIklzQm9sZCI6dHJ1ZSwiSXNJdGFsaWMiOmZhbHNlLCJJc1VuZGVybGluZWQiOmZhbHNlLCJQYXJlbnRTdHlsZSI6bnVsbH0sIkF1dG9TaXplIjowLCJGb3JlZ3JvdW5kIjp7IiRpZCI6IjE1OCIsIkNvbG9yIjp7IiRpZCI6IjE1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jAiLCJUb3AiOjAuMCwiTGVmdCI6MC4wLCJSaWdodCI6MC4wLCJCb3R0b20iOjAuMH0sIlBhZGRpbmciOnsiJGlkIjoiMTYxIiwiVG9wIjowLjAsIkxlZnQiOjAuMCwiUmlnaHQiOjAuMCwiQm90dG9tIjowLjB9LCJCYWNrZ3JvdW5kIjp7IiRpZCI6IjE2MiIsIkNvbG9yIjp7IiRyZWYiOiIxNSJ9fSwiSXNWaXNpYmxlIjpmYWxzZSwiV2lkdGgiOjAuMCwiSGVpZ2h0IjowLjAsIkJvcmRlclN0eWxlIjp7IiRpZCI6IjE2MyIsIkxpbmVDb2xvciI6bnVsbCwiTGluZVdlaWdodCI6MC4wLCJMaW5lVHlwZSI6MCwiUGFyZW50U3R5bGUiOm51bGx9LCJQYXJlbnRTdHlsZSI6bnVsbH0sIkRhdGVTdHlsZSI6eyIkaWQiOiIxNjQiLCJGb250U2V0dGluZ3MiOnsiJGlkIjoiMTY1IiwiRm9udFNpemUiOjEwLCJGb250TmFtZSI6IkNhbGlicmkiLCJJc0JvbGQiOmZhbHNlLCJJc0l0YWxpYyI6ZmFsc2UsIklzVW5kZXJsaW5lZCI6ZmFsc2UsIlBhcmVudFN0eWxlIjpudWxsfSwiQXV0b1NpemUiOjAsIkZvcmVncm91bmQiOnsiJGlkIjoiMTY2IiwiQ29sb3IiOnsiJGlkIjoiMTY3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NjgiLCJUb3AiOjAuMCwiTGVmdCI6MC4wLCJSaWdodCI6MC4wLCJCb3R0b20iOjAuMH0sIlBhZGRpbmciOnsiJGlkIjoiMTY5IiwiVG9wIjowLjAsIkxlZnQiOjAuMCwiUmlnaHQiOjAuMCwiQm90dG9tIjowLjB9LCJCYWNrZ3JvdW5kIjp7IiRpZCI6IjE3MCIsIkNvbG9yIjp7IiRyZWYiOiIxNSJ9fSwiSXNWaXNpYmxlIjpmYWxzZSwiV2lkdGgiOjAuMCwiSGVpZ2h0IjowLjAsIkJvcmRlclN0eWxlIjp7IiRpZCI6IjE3MSIsIkxpbmVDb2xvciI6bnVsbCwiTGluZVdlaWdodCI6MC4wLCJMaW5lVHlwZSI6MCwiUGFyZW50U3R5bGUiOm51bGx9LCJQYXJlbnRTdHlsZSI6bnVsbH0sIkRhdGVGb3JtYXQiOnsiJGlkIjoiMT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MyIsIkZvcm1hdCI6MCwiSXNWaXNpYmxlIjpmYWxzZSwiTGFzdEtub3duVmlzaWJpbGl0eVN0YXRlIjpmYWxzZX0sIklzVmlzaWJsZSI6dHJ1ZSwiUGFyZW50U3R5bGUiOm51bGx9LCJJbmRleCI6MTIsIlBlcmNlbnRhZ2VDb21wbGV0ZSI6bnVsbCwiUG9zaXRpb24iOnsiUmF0aW8iOjAuMCwiSXNDdXN0b20iOmZhbHNlfSwiRGF0ZUZvcm1hdCI6eyIkcmVmIjoiMTcyIn0sIldlZWtOdW1iZXJpbmciOnsiJGlkIjoiMTc0IiwiRm9ybWF0IjowLCJJc1Zpc2libGUiOmZhbHNlLCJMYXN0S25vd25WaXNpYmlsaXR5U3RhdGUiOmZhbHNlfSwiUmVsYXRlZFRhc2tJZCI6IjdjYTMyYWNkLTU5MDgtNDcxYS05MDQyLTk2YjA3MDExMTU5NSIsIklkIjoiOTZjOTU1NmEtNzE0OS00NTlhLWIxYWEtNTgzMGVlMjllNTA4IiwiSW1wb3J0SWQiOm51bGwsIlRpdGxlIjoiUGxhbm5pbmcgUjIgQmVnaW4iLCJOb3RlIjpudWxsLCJIeXBlcmxpbmsiOnsiJGlkIjoiMTc1IiwiQWRkcmVzcyI6IiIsIlN1YkFkZHJlc3MiOiIifSwiSXNDaGFuZ2VkIjpmYWxzZSwiSXNOZXciOmZhbHNlfSx7IiRpZCI6IjE3NiIsIkRhdGUiOiIyMDE5LTA2LTE5VDExOjU5OjAwIiwiU3R5bGUiOnsiJGlkIjoiMTc3IiwiU2hhcGUiOjEsIkNvbm5lY3Rvck1hcmdpbiI6eyIkaWQiOiIxNzgiLCJUb3AiOjAuMCwiTGVmdCI6Mi4wLCJSaWdodCI6Mi4wLCJCb3R0b20iOjAuMH0sIkNvbm5lY3RvclN0eWxlIjp7IiRpZCI6IjE3OSIsIkxpbmVDb2xvciI6eyIkcmVmIjoiMTQ3In0sIkxpbmVXZWlnaHQiOjEuMCwiTGluZVR5cGUiOjAsIlBhcmVudFN0eWxlIjpudWxsfSwiSXNCZWxvd1RpbWViYW5kIjp0cnVlLCJQb3NpdGlvbk9uVGFzayI6MywiSGlkZURhdGUiOmZhbHNlLCJTaGFwZVNpemUiOjAsIlNwYWNpbmciOjAuMCwiUGFkZGluZyI6eyIkaWQiOiIxODAiLCJUb3AiOjcuMCwiTGVmdCI6My4wLCJSaWdodCI6MC4wLCJCb3R0b20iOjIuMH0sIlNoYXBlU3R5bGUiOnsiJGlkIjoiMTgxIiwiTWFyZ2luIjp7IiRpZCI6IjE4MiIsIlRvcCI6MC4wLCJMZWZ0IjowLjAsIlJpZ2h0IjowLjAsIkJvdHRvbSI6MC4wfSwiUGFkZGluZyI6eyIkaWQiOiIxODMiLCJUb3AiOjAuMCwiTGVmdCI6MC4wLCJSaWdodCI6MC4wLCJCb3R0b20iOjAuMH0sIkJhY2tncm91bmQiOnsiJGlkIjoiMTg0IiwiQ29sb3IiOnsiJGlkIjoiMTg1IiwiQSI6MjU1LCJSIjo2OCwiRyI6ODQsIkIiOjEwNn19LCJJc1Zpc2libGUiOnRydWUsIldpZHRoIjoxMi4wLCJIZWlnaHQiOjE0LjAsIkJvcmRlclN0eWxlIjp7IiRpZCI6IjE4NiIsIkxpbmVDb2xvciI6bnVsbCwiTGluZVdlaWdodCI6MC4wLCJMaW5lVHlwZSI6MCwiUGFyZW50U3R5bGUiOm51bGx9LCJQYXJlbnRTdHlsZSI6bnVsbH0sIlRpdGxlU3R5bGUiOnsiJGlkIjoiMTg3IiwiRm9udFNldHRpbmdzIjp7IiRpZCI6IjE4OCIsIkZvbnRTaXplIjoxMSwiRm9udE5hbWUiOiJDYWxpYnJpIiwiSXNCb2xkIjp0cnVlLCJJc0l0YWxpYyI6ZmFsc2UsIklzVW5kZXJsaW5lZCI6ZmFsc2UsIlBhcmVudFN0eWxlIjpudWxsfSwiQXV0b1NpemUiOjAsIkZvcmVncm91bmQiOnsiJGlkIjoiMTg5IiwiQ29sb3IiOnsiJGlkIjoiMTk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5MSIsIlRvcCI6MC4wLCJMZWZ0IjowLjAsIlJpZ2h0IjowLjAsIkJvdHRvbSI6MC4wfSwiUGFkZGluZyI6eyIkaWQiOiIxOTIiLCJUb3AiOjAuMCwiTGVmdCI6MC4wLCJSaWdodCI6MC4wLCJCb3R0b20iOjAuMH0sIkJhY2tncm91bmQiOnsiJHJlZiI6IjE2MiJ9LCJJc1Zpc2libGUiOmZhbHNlLCJXaWR0aCI6MC4wLCJIZWlnaHQiOjAuMCwiQm9yZGVyU3R5bGUiOnsiJGlkIjoiMTkzIiwiTGluZUNvbG9yIjpudWxsLCJMaW5lV2VpZ2h0IjowLjAsIkxpbmVUeXBlIjowLCJQYXJlbnRTdHlsZSI6bnVsbH0sIlBhcmVudFN0eWxlIjpudWxsfSwiRGF0ZVN0eWxlIjp7IiRpZCI6IjE5NCIsIkZvbnRTZXR0aW5ncyI6eyIkaWQiOiIxOTUiLCJGb250U2l6ZSI6MTAsIkZvbnROYW1lIjoiQ2FsaWJyaSIsIklzQm9sZCI6ZmFsc2UsIklzSXRhbGljIjpmYWxzZSwiSXNVbmRlcmxpbmVkIjpmYWxzZSwiUGFyZW50U3R5bGUiOm51bGx9LCJBdXRvU2l6ZSI6MCwiRm9yZWdyb3VuZCI6eyIkaWQiOiIxOTYiLCJDb2xvciI6eyIkaWQiOiIxOTc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5OCIsIlRvcCI6MC4wLCJMZWZ0IjowLjAsIlJpZ2h0IjowLjAsIkJvdHRvbSI6MC4wfSwiUGFkZGluZyI6eyIkaWQiOiIxOTkiLCJUb3AiOjAuMCwiTGVmdCI6MC4wLCJSaWdodCI6MC4wLCJCb3R0b20iOjAuMH0sIkJhY2tncm91bmQiOnsiJHJlZiI6IjE3MCJ9LCJJc1Zpc2libGUiOmZhbHNlLCJXaWR0aCI6MC4wLCJIZWlnaHQiOjAuMCwiQm9yZGVyU3R5bGUiOnsiJGlkIjoiMjAwIiwiTGluZUNvbG9yIjpudWxsLCJMaW5lV2VpZ2h0IjowLjAsIkxpbmVUeXBlIjowLCJQYXJlbnRTdHlsZSI6bnVsbH0sIlBhcmVudFN0eWxlIjpudWxsfSwiRGF0ZUZvcm1hdCI6eyIkaWQiOiIy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yIiwiRm9ybWF0IjowLCJJc1Zpc2libGUiOmZhbHNlLCJMYXN0S25vd25WaXNpYmlsaXR5U3RhdGUiOmZhbHNlfSwiSXNWaXNpYmxlIjp0cnVlLCJQYXJlbnRTdHlsZSI6bnVsbH0sIkluZGV4IjoxMywiUGVyY2VudGFnZUNvbXBsZXRlIjpudWxsLCJQb3NpdGlvbiI6eyJSYXRpbyI6MC4wLCJJc0N1c3RvbSI6ZmFsc2V9LCJEYXRlRm9ybWF0Ijp7IiRyZWYiOiIyMDEifSwiV2Vla051bWJlcmluZyI6eyIkaWQiOiIyMDMiLCJGb3JtYXQiOjAsIklzVmlzaWJsZSI6ZmFsc2UsIkxhc3RLbm93blZpc2liaWxpdHlTdGF0ZSI6ZmFsc2V9LCJSZWxhdGVkVGFza0lkIjoiN2NhMzJhY2QtNTkwOC00NzFhLTkwNDItOTZiMDcwMTExNTk1IiwiSWQiOiI1OWEyOGJmNi1lMjUwLTRiZmMtOTgxNy1iODFlMWRiNzBjZTciLCJJbXBvcnRJZCI6bnVsbCwiVGl0bGUiOiJQbGFubmluZyBSMiBCZWdpbiIsIk5vdGUiOm51bGwsIkh5cGVybGluayI6eyIkaWQiOiIyMDQiLCJBZGRyZXNzIjoiIiwiU3ViQWRkcmVzcyI6IiJ9LCJJc0NoYW5nZWQiOmZhbHNlLCJJc05ldyI6ZmFsc2V9LHsiJGlkIjoiMjA1IiwiRGF0ZSI6IjIwMTktMDctMTBUMTE6NTk6MDAiLCJTdHlsZSI6eyIkaWQiOiIyMDYiLCJTaGFwZSI6MSwiQ29ubmVjdG9yTWFyZ2luIjp7IiRpZCI6IjIwNyIsIlRvcCI6MC4wLCJMZWZ0IjoyLjAsIlJpZ2h0IjoyLjAsIkJvdHRvbSI6MC4wfSwiQ29ubmVjdG9yU3R5bGUiOnsiJGlkIjoiMjA4IiwiTGluZUNvbG9yIjp7IiRyZWYiOiIxNDcifSwiTGluZVdlaWdodCI6MS4wLCJMaW5lVHlwZSI6MCwiUGFyZW50U3R5bGUiOm51bGx9LCJJc0JlbG93VGltZWJhbmQiOnRydWUsIlBvc2l0aW9uT25UYXNrIjozLCJIaWRlRGF0ZSI6ZmFsc2UsIlNoYXBlU2l6ZSI6MCwiU3BhY2luZyI6MC4wLCJQYWRkaW5nIjp7IiRpZCI6IjIwOSIsIlRvcCI6Ny4wLCJMZWZ0IjozLjAsIlJpZ2h0IjowLjAsIkJvdHRvbSI6Mi4wfSwiU2hhcGVTdHlsZSI6eyIkaWQiOiIyMTAiLCJNYXJnaW4iOnsiJGlkIjoiMjExIiwiVG9wIjowLjAsIkxlZnQiOjAuMCwiUmlnaHQiOjAuMCwiQm90dG9tIjowLjB9LCJQYWRkaW5nIjp7IiRpZCI6IjIxMiIsIlRvcCI6MC4wLCJMZWZ0IjowLjAsIlJpZ2h0IjowLjAsIkJvdHRvbSI6MC4wfSwiQmFja2dyb3VuZCI6eyIkaWQiOiIyMTMiLCJDb2xvciI6eyIkaWQiOiIyMTQiLCJBIjoyNTUsIlIiOjY4LCJHIjo4NCwiQiI6MTA2fX0sIklzVmlzaWJsZSI6dHJ1ZSwiV2lkdGgiOjEyLjAsIkhlaWdodCI6MTQuMCwiQm9yZGVyU3R5bGUiOnsiJGlkIjoiMjE1IiwiTGluZUNvbG9yIjpudWxsLCJMaW5lV2VpZ2h0IjowLjAsIkxpbmVUeXBlIjowLCJQYXJlbnRTdHlsZSI6bnVsbH0sIlBhcmVudFN0eWxlIjpudWxsfSwiVGl0bGVTdHlsZSI6eyIkaWQiOiIyMTYiLCJGb250U2V0dGluZ3MiOnsiJGlkIjoiMjE3IiwiRm9udFNpemUiOjExLCJGb250TmFtZSI6IkNhbGlicmkiLCJJc0JvbGQiOnRydWUsIklzSXRhbGljIjpmYWxzZSwiSXNVbmRlcmxpbmVkIjpmYWxzZSwiUGFyZW50U3R5bGUiOm51bGx9LCJBdXRvU2l6ZSI6MCwiRm9yZWdyb3VuZCI6eyIkaWQiOiIyMTgiLCJDb2xvciI6eyIkaWQiOiIyMTk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IwIiwiVG9wIjowLjAsIkxlZnQiOjAuMCwiUmlnaHQiOjAuMCwiQm90dG9tIjowLjB9LCJQYWRkaW5nIjp7IiRpZCI6IjIyMSIsIlRvcCI6MC4wLCJMZWZ0IjowLjAsIlJpZ2h0IjowLjAsIkJvdHRvbSI6MC4wfSwiQmFja2dyb3VuZCI6eyIkcmVmIjoiMTYyIn0sIklzVmlzaWJsZSI6ZmFsc2UsIldpZHRoIjowLjAsIkhlaWdodCI6MC4wLCJCb3JkZXJTdHlsZSI6eyIkaWQiOiIyMjIiLCJMaW5lQ29sb3IiOm51bGwsIkxpbmVXZWlnaHQiOjAuMCwiTGluZVR5cGUiOjAsIlBhcmVudFN0eWxlIjpudWxsfSwiUGFyZW50U3R5bGUiOm51bGx9LCJEYXRlU3R5bGUiOnsiJGlkIjoiMjIzIiwiRm9udFNldHRpbmdzIjp7IiRpZCI6IjIyNCIsIkZvbnRTaXplIjoxMCwiRm9udE5hbWUiOiJDYWxpYnJpIiwiSXNCb2xkIjpmYWxzZSwiSXNJdGFsaWMiOmZhbHNlLCJJc1VuZGVybGluZWQiOmZhbHNlLCJQYXJlbnRTdHlsZSI6bnVsbH0sIkF1dG9TaXplIjowLCJGb3JlZ3JvdW5kIjp7IiRpZCI6IjIyNSIsIkNvbG9yIjp7IiRpZCI6IjIyN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I3IiwiVG9wIjowLjAsIkxlZnQiOjAuMCwiUmlnaHQiOjAuMCwiQm90dG9tIjowLjB9LCJQYWRkaW5nIjp7IiRpZCI6IjIyOCIsIlRvcCI6MC4wLCJMZWZ0IjowLjAsIlJpZ2h0IjowLjAsIkJvdHRvbSI6MC4wfSwiQmFja2dyb3VuZCI6eyIkcmVmIjoiMTcwIn0sIklzVmlzaWJsZSI6ZmFsc2UsIldpZHRoIjowLjAsIkhlaWdodCI6MC4wLCJCb3JkZXJTdHlsZSI6eyIkaWQiOiIyMjkiLCJMaW5lQ29sb3IiOm51bGwsIkxpbmVXZWlnaHQiOjAuMCwiTGluZVR5cGUiOjAsIlBhcmVudFN0eWxlIjpudWxsfSwiUGFyZW50U3R5bGUiOm51bGx9LCJEYXRlRm9ybWF0Ijp7IiRpZCI6IjIz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EiLCJGb3JtYXQiOjAsIklzVmlzaWJsZSI6ZmFsc2UsIkxhc3RLbm93blZpc2liaWxpdHlTdGF0ZSI6ZmFsc2V9LCJJc1Zpc2libGUiOnRydWUsIlBhcmVudFN0eWxlIjpudWxsfSwiSW5kZXgiOjE0LCJQZXJjZW50YWdlQ29tcGxldGUiOm51bGwsIlBvc2l0aW9uIjp7IlJhdGlvIjowLjAsIklzQ3VzdG9tIjpmYWxzZX0sIkRhdGVGb3JtYXQiOnsiJHJlZiI6IjIzMCJ9LCJXZWVrTnVtYmVyaW5nIjp7IiRpZCI6IjIzMiIsIkZvcm1hdCI6MCwiSXNWaXNpYmxlIjpmYWxzZSwiTGFzdEtub3duVmlzaWJpbGl0eVN0YXRlIjpmYWxzZX0sIlJlbGF0ZWRUYXNrSWQiOiI3Y2EzMmFjZC01OTA4LTQ3MWEtOTA0Mi05NmIwNzAxMTE1OTUiLCJJZCI6IjUxMjg4ZGQ3LWVlMTEtNDFjMS04N2U5LWYzYWIxM2YxMGU5MSIsIkltcG9ydElkIjpudWxsLCJUaXRsZSI6IlBsYW5uaW5nIFIyIEJlZ2luIiwiTm90ZSI6bnVsbCwiSHlwZXJsaW5rIjp7IiRpZCI6IjIzMyIsIkFkZHJlc3MiOiIiLCJTdWJBZGRyZXNzIjoiIn0sIklzQ2hhbmdlZCI6ZmFsc2UsIklzTmV3IjpmYWxzZX1dLCJUYXNrRGVmaW5pdGlvbiI6eyIkaWQiOiIyMzQiLCJHcm91cE5hbWUiOiIxYjk5MjVjOS1jNGEwLTRjNzktYTExYi1hOGI5MWM5N2UwYjEiLCJTdGFydERhdGUiOiIyMDE5LTA1LTE3VDAwOjAwOjAwIiwiRW5kRGF0ZSI6IjIwMTktMDctMjBUMTE6NTk6MDAiLCJQZXJjZW50YWdlQ29tcGxldGUiOm51bGwsIlN0eWxlIjp7IiRpZCI6IjIzNSIsIlNoYXBlIjoxLCJTaGFwZVRoaWNrbmVzcyI6MywiRHVyYXRpb25Gb3JtYXQiOjAsIkluY2x1ZGVOb25Xb3JraW5nRGF5c0luRHVyYXRpb24iOmZhbHNlLCJQZXJjZW50YWdlQ29tcGxldGVTdHlsZSI6eyIkaWQiOiIyMzYiLCJGb250U2V0dGluZ3MiOnsiJGlkIjoiMjM3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IzOCIsIlRvcCI6MC4wLCJMZWZ0IjowLjAsIlJpZ2h0IjowLjAsIkJvdHRvbSI6MC4wfSwiUGFkZGluZyI6eyIkaWQiOiIyMzkiLCJUb3AiOjAuMCwiTGVmdCI6MC4wLCJSaWdodCI6MC4wLCJCb3R0b20iOjAuMH0sIkJhY2tncm91bmQiOnsiJHJlZiI6IjE0In0sIklzVmlzaWJsZSI6dHJ1ZSwiV2lkdGgiOjAuMCwiSGVpZ2h0IjowLjAsIkJvcmRlclN0eWxlIjp7IiRpZCI6IjI0MCIsIkxpbmVDb2xvciI6bnVsbCwiTGluZVdlaWdodCI6MC4wLCJMaW5lVHlwZSI6MCwiUGFyZW50U3R5bGUiOm51bGx9LCJQYXJlbnRTdHlsZSI6bnVsbH0sIkR1cmF0aW9uU3R5bGUiOnsiJGlkIjoiMjQxIiwiRm9udFNldHRpbmdzIjp7IiRpZCI6IjI0MiIsIkZvbnRTaXplIjoxMCwiRm9udE5hbWUiOiJDYWxpYnJpIiwiSXNCb2xkIjpmYWxzZSwiSXNJdGFsaWMiOmZhbHNlLCJJc1VuZGVybGluZWQiOmZhbHNlLCJQYXJlbnRTdHlsZSI6bnVsbH0sIkF1dG9TaXplIjowLCJGb3JlZ3JvdW5kIjp7IiRpZCI6IjI0MyIsIkNvbG9yIjp7IiRyZWYiOiIyMCJ9fSwiTWF4V2lkdGgiOjIwMC4wLCJNYXhIZWlnaHQiOiJJbmZpbml0eSIsIlNtYXJ0Rm9yZWdyb3VuZElzQWN0aXZlIjpmYWxzZSwiSG9yaXpvbnRhbEFsaWdubWVudCI6MCwiVmVydGljYWxBbGlnbm1lbnQiOjAsIlNtYXJ0Rm9yZWdyb3VuZCI6bnVsbCwiQmFja2dyb3VuZEZpbGxUeXBlIjowLCJNYXJnaW4iOnsiJGlkIjoiMjQ0IiwiVG9wIjowLjAsIkxlZnQiOjAuMCwiUmlnaHQiOjAuMCwiQm90dG9tIjowLjB9LCJQYWRkaW5nIjp7IiRpZCI6IjI0NSIsIlRvcCI6MC4wLCJMZWZ0IjowLjAsIlJpZ2h0IjowLjAsIkJvdHRvbSI6MC4wfSwiQmFja2dyb3VuZCI6eyIkcmVmIjoiMjMifSwiSXNWaXNpYmxlIjp0cnVlLCJXaWR0aCI6MC4wLCJIZWlnaHQiOjAuMCwiQm9yZGVyU3R5bGUiOnsiJGlkIjoiMjQ2IiwiTGluZUNvbG9yIjpudWxsLCJMaW5lV2VpZ2h0IjowLjAsIkxpbmVUeXBlIjowLCJQYXJlbnRTdHlsZSI6bnVsbH0sIlBhcmVudFN0eWxlIjpudWxsfSwiSG9yaXpvbnRhbENvbm5lY3RvclN0eWxlIjp7IiRpZCI6IjI0NyIsIkxpbmVDb2xvciI6eyIkcmVmIjoiMjYifSwiTGluZVdlaWdodCI6MS4wLCJMaW5lVHlwZSI6MCwiUGFyZW50U3R5bGUiOm51bGx9LCJWZXJ0aWNhbENvbm5lY3RvclN0eWxlIjp7IiRpZCI6IjI0OCIsIkxpbmVDb2xvciI6eyIkcmVmIjoiMjki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UsIklzQmVsb3dUaW1lYmFuZCI6dHJ1ZSwiUGVyY2VudGFnZUNvbXBsZXRlU2hhcGVPcGFjaXR5IjozNSwiU2hhcGVTdHlsZSI6eyIkaWQiOiIyNDkiLCJNYXJnaW4iOnsiJGlkIjoiMjUwIiwiVG9wIjowLjAsIkxlZnQiOjQuMCwiUmlnaHQiOjQuMCwiQm90dG9tIjowLjB9LCJQYWRkaW5nIjp7IiRpZCI6IjI1MSIsIlRvcCI6MC4wLCJMZWZ0IjowLjAsIlJpZ2h0IjowLjAsIkJvdHRvbSI6MC4wfSwiQmFja2dyb3VuZCI6eyIkaWQiOiIyNTIiLCJDb2xvciI6eyIkaWQiOiIyNTMiLCJBIjoyNTUsIlIiOjgyLCJHIjoxNDcsIkIiOjIwNX19LCJJc1Zpc2libGUiOnRydWUsIldpZHRoIjowLjAsIkhlaWdodCI6MTMuNDI2NjY2NjY2NjY2Njc3LCJCb3JkZXJTdHlsZSI6eyIkaWQiOiIyNTQiLCJMaW5lQ29sb3IiOnsiJHJlZiI6IjM3In0sIkxpbmVXZWlnaHQiOjAuMCwiTGluZVR5cGUiOjAsIlBhcmVudFN0eWxlIjpudWxsfSwiUGFyZW50U3R5bGUiOm51bGx9LCJUaXRsZVN0eWxlIjp7IiRpZCI6IjI1NSIsIkZvbnRTZXR0aW5ncyI6eyIkaWQiOiIyNTYiLCJGb250U2l6ZSI6MTEsIkZvbnROYW1lIjoiQ2FsaWJyaSIsIklzQm9sZCI6dHJ1ZSwiSXNJdGFsaWMiOmZhbHNlLCJJc1VuZGVybGluZWQiOmZhbHNlLCJQYXJlbnRTdHlsZSI6bnVsbH0sIkF1dG9TaXplIjowLCJGb3JlZ3JvdW5kIjp7IiRpZCI6IjI1NyIsIkNvbG9yIjp7IiRpZCI6IjI1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yNTkiLCJUb3AiOjAuMCwiTGVmdCI6MC4wLCJSaWdodCI6MC4wLCJCb3R0b20iOjAuMH0sIlBhZGRpbmciOnsiJGlkIjoiMjYwIiwiVG9wIjowLjAsIkxlZnQiOjAuMCwiUmlnaHQiOjAuMCwiQm90dG9tIjowLjB9LCJCYWNrZ3JvdW5kIjp7IiRyZWYiOiI0NSJ9LCJJc1Zpc2libGUiOnRydWUsIldpZHRoIjowLjAsIkhlaWdodCI6MC4wLCJCb3JkZXJTdHlsZSI6eyIkaWQiOiIyNjEiLCJMaW5lQ29sb3IiOm51bGwsIkxpbmVXZWlnaHQiOjAuMCwiTGluZVR5cGUiOjAsIlBhcmVudFN0eWxlIjpudWxsfSwiUGFyZW50U3R5bGUiOm51bGx9LCJEYXRlU3R5bGUiOnsiJGlkIjoiMjYyIiwiRm9udFNldHRpbmdzIjp7IiRpZCI6IjI2MyIsIkZvbnRTaXplIjoxMCwiRm9udE5hbWUiOiJDYWxpYnJpIiwiSXNCb2xkIjpmYWxzZSwiSXNJdGFsaWMiOmZhbHNlLCJJc1VuZGVybGluZWQiOmZhbHNlLCJQYXJlbnRTdHlsZSI6bnVsbH0sIkF1dG9TaXplIjowLCJGb3JlZ3JvdW5kIjp7IiRpZCI6IjI2NCIsIkNvbG9yIjp7IiRpZCI6IjI2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Y2IiwiVG9wIjowLjAsIkxlZnQiOjAuMCwiUmlnaHQiOjAuMCwiQm90dG9tIjowLjB9LCJQYWRkaW5nIjp7IiRpZCI6IjI2NyIsIlRvcCI6MC4wLCJMZWZ0IjowLjAsIlJpZ2h0IjowLjAsIkJvdHRvbSI6MC4wfSwiQmFja2dyb3VuZCI6eyIkcmVmIjoiNTMifSwiSXNWaXNpYmxlIjp0cnVlLCJXaWR0aCI6MC4wLCJIZWlnaHQiOjAuMCwiQm9yZGVyU3R5bGUiOnsiJGlkIjoiMjY4IiwiTGluZUNvbG9yIjpudWxsLCJMaW5lV2VpZ2h0IjowLjAsIkxpbmVUeXBlIjowLCJQYXJlbnRTdHlsZSI6bnVsbH0sIlBhcmVudFN0eWxlIjpudWxsfSwiRGF0ZUZvcm1hdCI6eyIkaWQiOiIyNjkiLCJGb3JtYXRTdHJpbmciOiJNL2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MCIsIkZvcm1hdCI6MCwiSXNWaXNpYmxlIjpmYWxzZSwiTGFzdEtub3duVmlzaWJpbGl0eVN0YXRlIjpmYWxzZX0sIklzVmlzaWJsZSI6dHJ1ZSwiUGFyZW50U3R5bGUiOm51bGx9LCJJbmRleCI6MTEsIlNtYXJ0RHVyYXRpb25BY3RpdmF0ZWQiOmZhbHNlLCJEYXRlRm9ybWF0Ijp7IiRyZWYiOiIyNjkifSwiV2Vla051bWJlcmluZyI6eyIkaWQiOiIyNzEiLCJGb3JtYXQiOjAsIklzVmlzaWJsZSI6ZmFsc2UsIkxhc3RLbm93blZpc2liaWxpdHlTdGF0ZSI6ZmFsc2V9LCJJZCI6IjdjYTMyYWNkLTU5MDgtNDcxYS05MDQyLTk2YjA3MDExMTU5NSIsIkltcG9ydElkIjpudWxsLCJUaXRsZSI6IkhlbHBkZXNrIENvbnRlbnQgUGxhbiIsIk5vdGUiOm51bGwsIkh5cGVybGluayI6eyIkaWQiOiIyNzIiLCJBZGRyZXNzIjoiIiwiU3ViQWRkcmVzcyI6IiJ9LCJJc0NoYW5nZWQiOmZhbHNlLCJJc05ldyI6ZmFsc2V9fV0sIl9taWxlc3RvbmVzIjpbeyIkaWQiOiIyNzMiLCJJZCI6IjMyYmY4M2FlLWQ2ODUtNDY3ZC04OTIwLWRiNTEwMDM3MjQyZiIsIkluZGV4IjoxMCwiR3JvdXBJZCI6IjFiOTkyNWM5LWM0YTAtNGM3OS1hMTFiLWE4YjkxYzk3ZTBiMSIsIlRpdGxlIjoiUGxhbm5pbmcgUjIgQmVnaW4iLCJEYXRlVGltZSI6IjIwMTktMDgtMDFUMTE6NTk6MDAiLCJQZXJjZW50YWdlQ29tcGxldGUiOm51bGwsIk5vdGUiOm51bGwsIlN0eWxlIjp7IiRpZCI6IjI3NCIsIlRpdGxlUG9zaXRpb24iOiJSaWdodCIsIkRhdGVQb3NpdGlvbiI6IkxlZnQiLCJTaGFwZVR5cGUiOjEsIlNoYXBlU2l6ZSI6MCwiU2hhcGVTdHlsZSI6eyIkaWQiOiIyNzUiLCJNYXJnaW4iOnsiJGlkIjoiMjc2IiwiVG9wIjowLjAsIkxlZnQiOjAuMCwiUmlnaHQiOjAuMCwiQm90dG9tIjowLjB9LCJQYWRkaW5nIjp7IiRpZCI6IjI3NyIsIlRvcCI6MC4wLCJMZWZ0IjowLjAsIlJpZ2h0IjowLjAsIkJvdHRvbSI6MC4wfSwiQmFja2dyb3VuZCI6eyIkaWQiOiIyNzgiLCJDb2xvciI6eyIkaWQiOiIyNzkiLCJBIjoyNTUsIlIiOjY4LCJHIjo4NCwiQiI6MTA2fX0sIklzVmlzaWJsZSI6dHJ1ZSwiV2lkdGgiOjEyLjAsIkhlaWdodCI6MTQuMCwiQm9yZGVyU3R5bGUiOnsiJGlkIjoiMjgwIiwiTGluZUNvbG9yIjp7IiRpZCI6IjI4MSIsIiR0eXBlIjoiTkxSRS5Db21tb24uRG9tLlNvbGlkQ29sb3JCcnVzaCwgTkxSRS5Db21tb24iLCJDb2xvciI6eyIkaWQiOiIyODIiLCJBIjoyNTUsIlIiOjI1NSwiRyI6MCwiQiI6MH19LCJMaW5lV2VpZ2h0IjowLjAsIkxpbmVUeXBlIjowLCJQYXJlbnRTdHlsZSI6bnVsbH0sIlBhcmVudFN0eWxlIjpudWxsfSwiVGl0bGVTdHlsZSI6eyIkaWQiOiIyODMiLCJGb250U2V0dGluZ3MiOnsiJGlkIjoiMjg0IiwiRm9udFNpemUiOjExLCJGb250TmFtZSI6IkNhbGlicmkiLCJJc0JvbGQiOnRydWUsIklzSXRhbGljIjpmYWxzZSwiSXNVbmRlcmxpbmVkIjpmYWxzZSwiUGFyZW50U3R5bGUiOm51bGx9LCJBdXRvU2l6ZSI6MCwiRm9yZWdyb3VuZCI6eyIkaWQiOiIyODUiLCJDb2xvciI6eyIkaWQiOiIy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g3IiwiVG9wIjowLjAsIkxlZnQiOjAuMCwiUmlnaHQiOjAuMCwiQm90dG9tIjowLjB9LCJQYWRkaW5nIjp7IiRpZCI6IjI4OCIsIlRvcCI6MC4wLCJMZWZ0IjowLjAsIlJpZ2h0IjowLjAsIkJvdHRvbSI6MC4wfSwiQmFja2dyb3VuZCI6eyIkcmVmIjoiMTYyIn0sIklzVmlzaWJsZSI6dHJ1ZSwiV2lkdGgiOjAuMCwiSGVpZ2h0IjowLjAsIkJvcmRlclN0eWxlIjpudWxsLCJQYXJlbnRTdHlsZSI6bnVsbH0sIkRhdGVTdHlsZSI6eyIkaWQiOiIyODkiLCJGb250U2V0dGluZ3MiOnsiJGlkIjoiMjkwIiwiRm9udFNpemUiOjEwLCJGb250TmFtZSI6IkNhbGlicmkiLCJJc0JvbGQiOmZhbHNlLCJJc0l0YWxpYyI6ZmFsc2UsIklzVW5kZXJsaW5lZCI6ZmFsc2UsIlBhcmVudFN0eWxlIjpudWxsfSwiQXV0b1NpemUiOjAsIkZvcmVncm91bmQiOnsiJGlkIjoiMjkxIiwiQ29sb3IiOnsiJGlkIjoiMjk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OTMiLCJUb3AiOjAuMCwiTGVmdCI6MC4wLCJSaWdodCI6MC4wLCJCb3R0b20iOjAuMH0sIlBhZGRpbmciOnsiJGlkIjoiMjk0IiwiVG9wIjowLjAsIkxlZnQiOjAuMCwiUmlnaHQiOjAuMCwiQm90dG9tIjowLjB9LCJCYWNrZ3JvdW5kIjp7IiRyZWYiOiIxNzAifSwiSXNWaXNpYmxlIjpmYWxzZSwiV2lkdGgiOjAuMCwiSGVpZ2h0IjowLjAsIkJvcmRlclN0eWxlIjpudWxsLCJQYXJlbnRTdHlsZSI6bnVsbH0sIkRhdGVGb3JtYXQiOnsiJGlkIjoiMjk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NiIsIkZvcm1hdCI6MCwiSXNWaXNpYmxlIjpmYWxzZSwiTGFzdEtub3duVmlzaWJpbGl0eVN0YXRlIjpmYWxzZX0sIklzVmlzaWJsZSI6dHJ1ZSwiUGFyZW50U3R5bGUiOm51bGx9LCJIeXBlcmxpbmsiOnsiJGlkIjoiMjk3IiwiQWRkcmVzcyI6IiIsIlN1YkFkZHJlc3MiOiIifSwiSW1wb3J0SWQiOiIifV0sIklkIjoiMWI5OTI1YzktYzRhMC00Yzc5LWExMWItYThiOTFjOTdlMGIxIiwiSXNTaW5nbGVJdGVtUm93IjpmYWxzZX1dLCJJbmRleCI6MCwiSWQiOiIxOWI2OTU2OC1jYWYzLTQyNWEtYjQyYy05OTQ5OTM2ZjU0OTgiLCJIZWFkZXJUZXh0IjpudWxsLCJJc0RlZmF1bHQiOnRydWUsIlN0eWxlIjp7IiRpZCI6IjI5OCIsIkhlYWRlclN0eWxlIjp7IiRpZCI6IjI5OSIsIlRleHRTdHlsZSI6eyIkaWQiOiIzMDAiLCJGb250U2V0dGluZ3MiOnsiJGlkIjoiMzAxIiwiRm9udFNpemUiOjExLCJGb250TmFtZSI6IkNhbGlicmkiLCJJc0JvbGQiOmZhbHNlLCJJc0l0YWxpYyI6ZmFsc2UsIklzVW5kZXJsaW5lZCI6ZmFsc2UsIlBhcmVudFN0eWxlIjpudWxsfSwiQXV0b1NpemUiOjIsIkZvcmVncm91bmQiOnsiJGlkIjoiMzAyIiwiQ29sb3IiOnsiJGlkIjoiMzA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zA0IiwiVG9wIjowLjAsIkxlZnQiOjAuMCwiUmlnaHQiOjAuMCwiQm90dG9tIjowLjB9LCJQYWRkaW5nIjp7IiRpZCI6IjMwNSIsIlRvcCI6MC4wLCJMZWZ0IjowLjAsIlJpZ2h0IjowLjAsIkJvdHRvbSI6MC4wfSwiQmFja2dyb3VuZCI6bnVsbCwiSXNWaXNpYmxlIjp0cnVlLCJXaWR0aCI6MC4wLCJIZWlnaHQiOjAuMCwiQm9yZGVyU3R5bGUiOm51bGwsIlBhcmVudFN0eWxlIjpudWxsfSwiUmVjdGFuZ2xlU3R5bGUiOnsiJGlkIjoiMzA2IiwiTWFyZ2luIjp7IiRpZCI6IjMwNyIsIlRvcCI6MC4wLCJMZWZ0IjowLjAsIlJpZ2h0IjowLjAsIkJvdHRvbSI6MC4wfSwiUGFkZGluZyI6eyIkaWQiOiIzMDgiLCJUb3AiOjAuMCwiTGVmdCI6MC4wLCJSaWdodCI6MC4wLCJCb3R0b20iOjAuMH0sIkJhY2tncm91bmQiOnsiJGlkIjoiMzA5IiwiQ29sb3IiOnsiJGlkIjoiMzEwIiwiQSI6NjMsIlIiOjkxLCJHIjoxNTUsIkIiOjIxM319LCJJc1Zpc2libGUiOnRydWUsIldpZHRoIjowLjAsIkhlaWdodCI6MC4wLCJCb3JkZXJTdHlsZSI6eyIkaWQiOiIzMTEiLCJMaW5lQ29sb3IiOnsiJGlkIjoiMzEyIiwiJHR5cGUiOiJOTFJFLkNvbW1vbi5Eb20uU29saWRDb2xvckJydXNoLCBOTFJFLkNvbW1vbiIsIkNvbG9yIjp7IiRpZCI6IjMxMyIsIkEiOjI1NSwiUiI6MjU1LCJHIjowLCJCIjowfX0sIkxpbmVXZWlnaHQiOjAuMCwiTGluZVR5cGUiOjAsIlBhcmVudFN0eWxlIjpudWxsfSwiUGFyZW50U3R5bGUiOm51bGx9LCJNYXJnaW4iOnsiJGlkIjoiMzE0IiwiVG9wIjowLjAsIkxlZnQiOjAuMCwiUmlnaHQiOjAuMCwiQm90dG9tIjowLjB9LCJQYWRkaW5nIjp7IiRpZCI6IjMxNSIsIlRvcCI6MC4wLCJMZWZ0IjowLjAsIlJpZ2h0IjowLjAsIkJvdHRvbSI6MC4wfSwiQmFja2dyb3VuZCI6bnVsbCwiSXNWaXNpYmxlIjp0cnVlLCJXaWR0aCI6MC4wLCJIZWlnaHQiOjAuMCwiQm9yZGVyU3R5bGUiOm51bGwsIlBhcmVudFN0eWxlIjpudWxsfSwiQmFja2dyb3VuZFN0eWxlIjp7IiRpZCI6IjMxNiIsIk1hcmdpbiI6eyIkaWQiOiIzMTciLCJUb3AiOjAuMCwiTGVmdCI6MC4wLCJSaWdodCI6MC4wLCJCb3R0b20iOjAuMH0sIlBhZGRpbmciOnsiJGlkIjoiMzE4IiwiVG9wIjowLjAsIkxlZnQiOjAuMCwiUmlnaHQiOjAuMCwiQm90dG9tIjowLjB9LCJCYWNrZ3JvdW5kIjp7IiRpZCI6IjMxOSIsIkNvbG9yIjp7IiRpZCI6IjMyMCIsIkEiOjUxLCJSIjoxNTUsIkciOjE4NywiQiI6ODl9fSwiSXNWaXNpYmxlIjp0cnVlLCJXaWR0aCI6MC4wLCJIZWlnaHQiOjAuMCwiQm9yZGVyU3R5bGUiOnsiJGlkIjoiMzIxIiwiTGluZUNvbG9yIjp7IiRpZCI6IjMyMiIsIiR0eXBlIjoiTkxSRS5Db21tb24uRG9tLlNvbGlkQ29sb3JCcnVzaCwgTkxSRS5Db21tb24iLCJDb2xvciI6eyIkaWQiOiIzMjMiLCJBIjoyNTUsIlIiOjI1NSwiRyI6MCwiQiI6MH19LCJMaW5lV2VpZ2h0IjowLjAsIkxpbmVUeXBlIjowLCJQYXJlbnRTdHlsZSI6bnVsbH0sIlBhcmVudFN0eWxlIjpudWxsfSwiTWFyZ2luIjp7IiRpZCI6IjMyNCIsIlRvcCI6MC4wLCJMZWZ0IjowLjAsIlJpZ2h0IjowLjAsIkJvdHRvbSI6MC4wfSwiUGFkZGluZyI6eyIkaWQiOiIzMjUiLCJUb3AiOjAuMCwiTGVmdCI6MC4wLCJSaWdodCI6MC4wLCJCb3R0b20iOjAuMH0sIklzVmlzaWJsZSI6dHJ1ZSwiV2lkdGgiOjAuMCwiSGVpZ2h0IjowLjAsIkJvcmRlclN0eWxlIjpudWxsLCJQYXJlbnRTdHlsZSI6bnVsbH19XSwiSWQiOiI3OWYwNWU4ZC1lNzJlLTRjYzMtODVmYy1lODc1ZmE2NTUxN2YiLCJJbmRleCI6NiwiSGVhZGVyVGV4dCI6IlBsYW4iLCJTdHlsZSI6eyIkaWQiOiIzMjYiLCJIZWFkZXJTdHlsZSI6eyIkaWQiOiIzMjciLCJUZXh0SXNWZXJ0aWNhbCI6ZmFsc2UsIlRleHRTdHlsZSI6eyIkaWQiOiIzMjgiLCJGb250U2V0dGluZ3MiOnsiJGlkIjoiMzI5IiwiRm9udFNpemUiOjEwLCJGb250TmFtZSI6IkZyYW5rbGluIEdvdGhpYyBNZWRpdW0iLCJJc0JvbGQiOmZhbHNlLCJJc0l0YWxpYyI6ZmFsc2UsIklzVW5kZXJsaW5lZCI6ZmFsc2UsIlBhcmVudFN0eWxlIjpudWxsfSwiQXV0b1NpemUiOjAsIkZvcmVncm91bmQiOnsiJGlkIjoiMzMwIiwiQ29sb3IiOnsiJGlkIjoiMzMxIiwiQSI6MjU1LCJSIjozMiwiRyI6NTYsIkIiOjEwMH19LCJNYXhXaWR0aCI6MC4wLCJNYXhIZWlnaHQiOjAuMCwiU21hcnRGb3JlZ3JvdW5kSXNBY3RpdmUiOmZhbHNlLCJIb3Jpem9udGFsQWxpZ25tZW50IjowLCJWZXJ0aWNhbEFsaWdubWVudCI6MCwiU21hcnRGb3JlZ3JvdW5kIjpudWxsLCJCYWNrZ3JvdW5kRmlsbFR5cGUiOjAsIk1hcmdpbiI6eyIkaWQiOiIzMzIiLCJUb3AiOjAuMCwiTGVmdCI6MC4wLCJSaWdodCI6MC4wLCJCb3R0b20iOjAuMH0sIlBhZGRpbmciOnsiJGlkIjoiMzMzIiwiVG9wIjowLjAsIkxlZnQiOjAuMCwiUmlnaHQiOjAuMCwiQm90dG9tIjowLjB9LCJCYWNrZ3JvdW5kIjpudWxsLCJJc1Zpc2libGUiOmZhbHNlLCJXaWR0aCI6MC4wLCJIZWlnaHQiOjAuMCwiQm9yZGVyU3R5bGUiOm51bGwsIlBhcmVudFN0eWxlIjpudWxsfSwiUmVjdGFuZ2xlU3R5bGUiOnsiJGlkIjoiMzM0IiwiTWFyZ2luIjp7IiRpZCI6IjMzNSIsIlRvcCI6MC4wLCJMZWZ0IjowLjAsIlJpZ2h0IjowLjAsIkJvdHRvbSI6MC4wfSwiUGFkZGluZyI6eyIkaWQiOiIzMzYiLCJUb3AiOjAuMCwiTGVmdCI6MC4wLCJSaWdodCI6MC4wLCJCb3R0b20iOjAuMH0sIkJhY2tncm91bmQiOnsiJGlkIjoiMzM3IiwiQ29sb3IiOnsiJGlkIjoiMzM4IiwiQSI6MTI3LCJSIjo5MSwiRyI6MTU1LCJCIjoyMTN9fSwiSXNWaXNpYmxlIjpmYWxzZSwiV2lkdGgiOjAuMCwiSGVpZ2h0IjowLjAsIkJvcmRlclN0eWxlIjp7IiRpZCI6IjMzOSIsIkxpbmVDb2xvciI6eyIkaWQiOiIzNDAiLCIkdHlwZSI6Ik5MUkUuQ29tbW9uLkRvbS5Tb2xpZENvbG9yQnJ1c2gsIE5MUkUuQ29tbW9uIiwiQ29sb3IiOnsiJGlkIjoiMzQxIiwiQSI6MjU1LCJSIjoyNTUsIkciOjAsIkIiOjB9fSwiTGluZVdlaWdodCI6MC4wLCJMaW5lVHlwZSI6MCwiUGFyZW50U3R5bGUiOm51bGx9LCJQYXJlbnRTdHlsZSI6bnVsbH0sIk1hcmdpbiI6eyIkaWQiOiIzNDIiLCJUb3AiOjAuMCwiTGVmdCI6MC4wLCJSaWdodCI6MC4wLCJCb3R0b20iOjAuMH0sIlBhZGRpbmciOnsiJGlkIjoiMzQzIiwiVG9wIjowLjAsIkxlZnQiOjAuMCwiUmlnaHQiOjAuMCwiQm90dG9tIjowLjB9LCJCYWNrZ3JvdW5kIjpudWxsLCJJc1Zpc2libGUiOnRydWUsIldpZHRoIjowLjAsIkhlaWdodCI6MC4wLCJCb3JkZXJTdHlsZSI6bnVsbCwiUGFyZW50U3R5bGUiOm51bGx9LCJCYWNrZ3JvdW5kU3R5bGUiOnsiJGlkIjoiMzQ0IiwiTWFyZ2luIjp7IiRpZCI6IjM0NSIsIlRvcCI6MC4wLCJMZWZ0IjowLjAsIlJpZ2h0IjowLjAsIkJvdHRvbSI6MC4wfSwiUGFkZGluZyI6eyIkaWQiOiIzNDYiLCJUb3AiOjAuMCwiTGVmdCI6MC4wLCJSaWdodCI6MC4wLCJCb3R0b20iOjAuMH0sIkJhY2tncm91bmQiOnsiJGlkIjoiMzQ3IiwiQ29sb3IiOnsiJGlkIjoiMzQ4IiwiQSI6MzgsIlIiOjkxLCJHIjoxNTUsIkIiOjIxM319LCJJc1Zpc2libGUiOnRydWUsIldpZHRoIjowLjAsIkhlaWdodCI6MC4wLCJCb3JkZXJTdHlsZSI6eyIkaWQiOiIzNDkiLCJMaW5lQ29sb3IiOnsiJGlkIjoiMzUwIiwiJHR5cGUiOiJOTFJFLkNvbW1vbi5Eb20uU29saWRDb2xvckJydXNoLCBOTFJFLkNvbW1vbiIsIkNvbG9yIjp7IiRpZCI6IjM1MSIsIkEiOjI1NSwiUiI6MjU1LCJHIjowLCJCIjowfX0sIkxpbmVXZWlnaHQiOjAuMCwiTGluZVR5cGUiOjAsIlBhcmVudFN0eWxlIjpudWxsfSwiUGFyZW50U3R5bGUiOm51bGx9LCJJc0Fib3ZlVGltZWJhbmQiOmZhbHNlLCJNYXJnaW4iOnsiJGlkIjoiMzUyIiwiVG9wIjowLjAsIkxlZnQiOjAuMCwiUmlnaHQiOjAuMCwiQm90dG9tIjowLjB9LCJQYWRkaW5nIjp7IiRpZCI6IjM1MyIsIlRvcCI6MC4wLCJMZWZ0IjowLjAsIlJpZ2h0IjowLjAsIkJvdHRvbSI6MC4wfSwiSXNWaXNpYmxlIjp0cnVlLCJXaWR0aCI6MC4wLCJIZWlnaHQiOjAuMCwiQm9yZGVyU3R5bGUiOnsiJGlkIjoiMzU0IiwiTGluZUNvbG9yIjpudWxsLCJMaW5lV2VpZ2h0IjowLjAsIkxpbmVUeXBlIjowLCJQYXJlbnRTdHlsZSI6bnVsbH0sIlBhcmVudFN0eWxlIjpudWxsfX0seyIkaWQiOiIzNTUiLCJfYWN0aXZpdGllcyI6W3siJGlkIjoiMzU2IiwiX3Jvd3MiOlt7IiRpZCI6IjM1NyIsIl90YXNrcyI6W10sIl9taWxlc3RvbmVzIjpbeyIkaWQiOiIzNTgiLCJJZCI6IjI5MDZlNjJjLTJkNjQtNDIzYS04YTZmLWYwY2ZmY2UzNDNmZCIsIkluZGV4IjoxNiwiR3JvdXBJZCI6Ijc2Y2ExZGU1LTc2ZWEtNDMwYy05NzA3LWY5ZWY0Y2IwYTM2NiIsIlRpdGxlIjoiUGVyZm9ybWFuY2UgVmFsaWRhdGlvbiIsIkRhdGVUaW1lIjoiMjAxOS0wMy0xNFQxMTo1OTowMCIsIlBlcmNlbnRhZ2VDb21wbGV0ZSI6bnVsbCwiTm90ZSI6bnVsbCwiU3R5bGUiOnsiJGlkIjoiMzU5IiwiVGl0bGVQb3NpdGlvbiI6IlJpZ2h0IiwiRGF0ZVBvc2l0aW9uIjoiTGVmdCIsIlNoYXBlVHlwZSI6MSwiU2hhcGVTaXplIjowLCJTaGFwZVN0eWxlIjp7IiRpZCI6IjM2MCIsIk1hcmdpbiI6eyIkcmVmIjoiMjc2In0sIlBhZGRpbmciOnsiJHJlZiI6IjI3NyJ9LCJCYWNrZ3JvdW5kIjp7IiRpZCI6IjM2MSIsIkNvbG9yIjp7IiRpZCI6IjM2MiIsIkEiOjI1NSwiUiI6MjA2LCJHIjoxNDYsIkIiOjB9fSwiSXNWaXNpYmxlIjp0cnVlLCJXaWR0aCI6MTIuMCwiSGVpZ2h0IjoxNC4wLCJCb3JkZXJTdHlsZSI6eyIkaWQiOiIzNjMiLCJMaW5lQ29sb3IiOnsiJHJlZiI6IjI4MSJ9LCJMaW5lV2VpZ2h0IjowLjAsIkxpbmVUeXBlIjowLCJQYXJlbnRTdHlsZSI6bnVsbH0sIlBhcmVudFN0eWxlIjpudWxsfSwiVGl0bGVTdHlsZSI6eyIkaWQiOiIzNjQiLCJGb250U2V0dGluZ3MiOnsiJGlkIjoiMzY1IiwiRm9udFNpemUiOjExLCJGb250TmFtZSI6IkNhbGlicmkiLCJJc0JvbGQiOnRydWUsIklzSXRhbGljIjpmYWxzZSwiSXNVbmRlcmxpbmVkIjpmYWxzZSwiUGFyZW50U3R5bGUiOm51bGx9LCJBdXRvU2l6ZSI6MCwiRm9yZWdyb3VuZCI6eyIkaWQiOiIzNjYiLCJDb2xvciI6eyIkaWQiOiIzNjciLCJBIjoyNTUsIlIiOjEyNywiRyI6OTY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zNjgiLCJGb250U2V0dGluZ3MiOnsiJGlkIjoiMzY5IiwiRm9udFNpemUiOjEwLCJGb250TmFtZSI6IkNhbGlicmkiLCJJc0JvbGQiOmZhbHNlLCJJc0l0YWxpYyI6ZmFsc2UsIklzVW5kZXJsaW5lZCI6ZmFsc2UsIlBhcmVudFN0eWxlIjpudWxsfSwiQXV0b1NpemUiOjAsIkZvcmVncm91bmQiOnsiJGlkIjoiMzcwIiwiQ29sb3IiOnsiJGlkIjoiMzc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Mz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yIsIkZvcm1hdCI6MCwiSXNWaXNpYmxlIjpmYWxzZSwiTGFzdEtub3duVmlzaWJpbGl0eVN0YXRlIjpmYWxzZX0sIklzVmlzaWJsZSI6dHJ1ZSwiUGFyZW50U3R5bGUiOm51bGx9LCJIeXBlcmxpbmsiOnsiJGlkIjoiMzc0IiwiQWRkcmVzcyI6IiIsIlN1YkFkZHJlc3MiOiIifSwiSW1wb3J0SWQiOiIifSx7IiRpZCI6IjM3NSIsIklkIjoiNGJlZTFjYmUtNzI3NS00YTcwLThlYjEtNmVhZWExZDNkNDJjIiwiSW5kZXgiOjE3LCJHcm91cElkIjoiNzZjYTFkZTUtNzZlYS00MzBjLTk3MDctZjllZjRjYjBhMzY2IiwiVGl0bGUiOiJUZXN0IENvbXBsZXRlIiwiRGF0ZVRpbWUiOiIyMDE5LTA1LTE0VDExOjU5OjAwIiwiUGVyY2VudGFnZUNvbXBsZXRlIjpudWxsLCJOb3RlIjpudWxsLCJTdHlsZSI6eyIkaWQiOiIzNzYiLCJUaXRsZVBvc2l0aW9uIjoiUmlnaHQiLCJEYXRlUG9zaXRpb24iOiJMZWZ0IiwiU2hhcGVUeXBlIjoxLCJTaGFwZVNpemUiOjAsIlNoYXBlU3R5bGUiOnsiJGlkIjoiMzc3IiwiTWFyZ2luIjp7IiRyZWYiOiIyNzYifSwiUGFkZGluZyI6eyIkcmVmIjoiMjc3In0sIkJhY2tncm91bmQiOnsiJGlkIjoiMzc4IiwiQ29sb3IiOnsiJGlkIjoiMzc5IiwiQSI6MjU1LCJSIjoyMDYsIkciOjE0NiwiQiI6MH19LCJJc1Zpc2libGUiOnRydWUsIldpZHRoIjoxMi4wLCJIZWlnaHQiOjE0LjAsIkJvcmRlclN0eWxlIjp7IiRpZCI6IjM4MCIsIkxpbmVDb2xvciI6eyIkcmVmIjoiMjgxIn0sIkxpbmVXZWlnaHQiOjAuMCwiTGluZVR5cGUiOjAsIlBhcmVudFN0eWxlIjpudWxsfSwiUGFyZW50U3R5bGUiOm51bGx9LCJUaXRsZVN0eWxlIjp7IiRpZCI6IjM4MSIsIkZvbnRTZXR0aW5ncyI6eyIkaWQiOiIzODIiLCJGb250U2l6ZSI6MTEsIkZvbnROYW1lIjoiQ2FsaWJyaSIsIklzQm9sZCI6dHJ1ZSwiSXNJdGFsaWMiOmZhbHNlLCJJc1VuZGVybGluZWQiOmZhbHNlLCJQYXJlbnRTdHlsZSI6bnVsbH0sIkF1dG9TaXplIjowLCJGb3JlZ3JvdW5kIjp7IiRpZCI6IjM4MyIsIkNvbG9yIjp7IiRpZCI6IjM4NCIsIkEiOjI1NSwiUiI6MTI3LCJHIjo5NiwiQiI6MH19LCJNYXhXaWR0aCI6MjAwLjAsIk1heEhlaWdodCI6IkluZmluaXR5IiwiU21hcnRGb3JlZ3JvdW5kSXNBY3RpdmUiOmZhbHNlLCJIb3Jpem9udGFsQWxpZ25tZW50IjowLCJWZXJ0aWNhbEFsaWdubWVudCI6MCwiU21hcnRGb3JlZ3JvdW5kIjpudWxsLCJCYWNrZ3JvdW5kRmlsbFR5cGUiOjAsIk1hcmdpbiI6eyIkcmVmIjoiMjg3In0sIlBhZGRpbmciOnsiJHJlZiI6IjI4OCJ9LCJCYWNrZ3JvdW5kIjp7IiRyZWYiOiIxNjIifSwiSXNWaXNpYmxlIjp0cnVlLCJXaWR0aCI6MC4wLCJIZWlnaHQiOjAuMCwiQm9yZGVyU3R5bGUiOm51bGwsIlBhcmVudFN0eWxlIjpudWxsfSwiRGF0ZVN0eWxlIjp7IiRpZCI6IjM4NSIsIkZvbnRTZXR0aW5ncyI6eyIkaWQiOiIzODYiLCJGb250U2l6ZSI6MTAsIkZvbnROYW1lIjoiQ2FsaWJyaSIsIklzQm9sZCI6ZmFsc2UsIklzSXRhbGljIjpmYWxzZSwiSXNVbmRlcmxpbmVkIjpmYWxzZSwiUGFyZW50U3R5bGUiOm51bGx9LCJBdXRvU2l6ZSI6MCwiRm9yZWdyb3VuZCI6eyIkaWQiOiIzODciLCJDb2xvciI6eyIkaWQiOiIzOD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OTMifSwiUGFkZGluZyI6eyIkcmVmIjoiMjk0In0sIkJhY2tncm91bmQiOnsiJHJlZiI6IjE3MCJ9LCJJc1Zpc2libGUiOmZhbHNlLCJXaWR0aCI6MC4wLCJIZWlnaHQiOjAuMCwiQm9yZGVyU3R5bGUiOm51bGwsIlBhcmVudFN0eWxlIjpudWxsfSwiRGF0ZUZvcm1hdCI6eyIkaWQiOiIzO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wIiwiRm9ybWF0IjowLCJJc1Zpc2libGUiOmZhbHNlLCJMYXN0S25vd25WaXNpYmlsaXR5U3RhdGUiOmZhbHNlfSwiSXNWaXNpYmxlIjp0cnVlLCJQYXJlbnRTdHlsZSI6bnVsbH0sIkh5cGVybGluayI6eyIkaWQiOiIzOTEiLCJBZGRyZXNzIjoiIiwiU3ViQWRkcmVzcyI6IiJ9LCJJbXBvcnRJZCI6IiJ9LHsiJGlkIjoiMzkyIiwiSWQiOiIwOTE5YWU4ZS1mOWNlLTRiYzgtODk3NC05ZmZjNGY4OTJiNTYiLCJJbmRleCI6MTgsIkdyb3VwSWQiOiI3NmNhMWRlNS03NmVhLTQzMGMtOTcwNy1mOWVmNGNiMGEzNjYiLCJUaXRsZSI6Ik1vbml0b3JpbmciLCJEYXRlVGltZSI6IjIwMTktMDYtMjZUMTE6NTk6MDAiLCJQZXJjZW50YWdlQ29tcGxldGUiOm51bGwsIk5vdGUiOm51bGwsIlN0eWxlIjp7IiRpZCI6IjM5MyIsIlRpdGxlUG9zaXRpb24iOiJSaWdodCIsIkRhdGVQb3NpdGlvbiI6IkxlZnQiLCJTaGFwZVR5cGUiOjEsIlNoYXBlU2l6ZSI6MCwiU2hhcGVTdHlsZSI6eyIkaWQiOiIzOTQiLCJNYXJnaW4iOnsiJHJlZiI6IjI3NiJ9LCJQYWRkaW5nIjp7IiRyZWYiOiIyNzcifSwiQmFja2dyb3VuZCI6eyIkaWQiOiIzOTUiLCJDb2xvciI6eyIkaWQiOiIzOTYiLCJBIjoyNTUsIlIiOjIwNiwiRyI6MTQ2LCJCIjowfX0sIklzVmlzaWJsZSI6dHJ1ZSwiV2lkdGgiOjEyLjAsIkhlaWdodCI6MTQuMCwiQm9yZGVyU3R5bGUiOnsiJGlkIjoiMzk3IiwiTGluZUNvbG9yIjp7IiRyZWYiOiIyODEifSwiTGluZVdlaWdodCI6MC4wLCJMaW5lVHlwZSI6MCwiUGFyZW50U3R5bGUiOm51bGx9LCJQYXJlbnRTdHlsZSI6bnVsbH0sIlRpdGxlU3R5bGUiOnsiJGlkIjoiMzk4IiwiRm9udFNldHRpbmdzIjp7IiRpZCI6IjM5OSIsIkZvbnRTaXplIjoxMSwiRm9udE5hbWUiOiJDYWxpYnJpIiwiSXNCb2xkIjp0cnVlLCJJc0l0YWxpYyI6ZmFsc2UsIklzVW5kZXJsaW5lZCI6ZmFsc2UsIlBhcmVudFN0eWxlIjpudWxsfSwiQXV0b1NpemUiOjAsIkZvcmVncm91bmQiOnsiJGlkIjoiNDAwIiwiQ29sb3IiOnsiJGlkIjoiNDAxIiwiQSI6MjU1LCJSIjoxMjcsIkciOjk2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DAyIiwiRm9udFNldHRpbmdzIjp7IiRpZCI6IjQwMyIsIkZvbnRTaXplIjoxMCwiRm9udE5hbWUiOiJDYWxpYnJpIiwiSXNCb2xkIjpmYWxzZSwiSXNJdGFsaWMiOmZhbHNlLCJJc1VuZGVybGluZWQiOmZhbHNlLCJQYXJlbnRTdHlsZSI6bnVsbH0sIkF1dG9TaXplIjowLCJGb3JlZ3JvdW5kIjp7IiRpZCI6IjQwNCIsIkNvbG9yIjp7IiRpZCI6IjQw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Qw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DciLCJGb3JtYXQiOjAsIklzVmlzaWJsZSI6ZmFsc2UsIkxhc3RLbm93blZpc2liaWxpdHlTdGF0ZSI6ZmFsc2V9LCJJc1Zpc2libGUiOnRydWUsIlBhcmVudFN0eWxlIjpudWxsfSwiSHlwZXJsaW5rIjp7IiRpZCI6IjQwOCIsIkFkZHJlc3MiOiIiLCJTdWJBZGRyZXNzIjoiIn0sIkltcG9ydElkIjoiIn0seyIkaWQiOiI0MDkiLCJJZCI6IjE2YTlmNzgxLWZiY2YtNDM0OC1hOTBkLTQxODM1ZmEzMjQ5ZSIsIkluZGV4IjoxOSwiR3JvdXBJZCI6Ijc2Y2ExZGU1LTc2ZWEtNDMwYy05NzA3LWY5ZWY0Y2IwYTM2NiIsIlRpdGxlIjoiUGhhc2UgU3luYyIsIkRhdGVUaW1lIjoiMjAxOS0wOC0yMFQxMTo1OTowMCIsIlBlcmNlbnRhZ2VDb21wbGV0ZSI6bnVsbCwiTm90ZSI6bnVsbCwiU3R5bGUiOnsiJGlkIjoiNDEwIiwiVGl0bGVQb3NpdGlvbiI6IlJpZ2h0IiwiRGF0ZVBvc2l0aW9uIjoiTGVmdCIsIlNoYXBlVHlwZSI6MSwiU2hhcGVTaXplIjowLCJTaGFwZVN0eWxlIjp7IiRpZCI6IjQxMSIsIk1hcmdpbiI6eyIkcmVmIjoiMjc2In0sIlBhZGRpbmciOnsiJHJlZiI6IjI3NyJ9LCJCYWNrZ3JvdW5kIjp7IiRpZCI6IjQxMiIsIkNvbG9yIjp7IiRpZCI6IjQxMyIsIkEiOjI1NSwiUiI6MjA2LCJHIjoxNDYsIkIiOjB9fSwiSXNWaXNpYmxlIjp0cnVlLCJXaWR0aCI6MTIuMCwiSGVpZ2h0IjoxNC4wLCJCb3JkZXJTdHlsZSI6eyIkaWQiOiI0MTQiLCJMaW5lQ29sb3IiOnsiJHJlZiI6IjI4MSJ9LCJMaW5lV2VpZ2h0IjowLjAsIkxpbmVUeXBlIjowLCJQYXJlbnRTdHlsZSI6bnVsbH0sIlBhcmVudFN0eWxlIjpudWxsfSwiVGl0bGVTdHlsZSI6eyIkaWQiOiI0MTUiLCJGb250U2V0dGluZ3MiOnsiJGlkIjoiNDE2IiwiRm9udFNpemUiOjExLCJGb250TmFtZSI6IkNhbGlicmkiLCJJc0JvbGQiOnRydWUsIklzSXRhbGljIjpmYWxzZSwiSXNVbmRlcmxpbmVkIjpmYWxzZSwiUGFyZW50U3R5bGUiOm51bGx9LCJBdXRvU2l6ZSI6MCwiRm9yZWdyb3VuZCI6eyIkaWQiOiI0MTciLCJDb2xvciI6eyIkaWQiOiI0MTgiLCJBIjoyNTUsIlIiOjEyNywiRyI6OTY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0MTkiLCJGb250U2V0dGluZ3MiOnsiJGlkIjoiNDIwIiwiRm9udFNpemUiOjEwLCJGb250TmFtZSI6IkNhbGlicmkiLCJJc0JvbGQiOmZhbHNlLCJJc0l0YWxpYyI6ZmFsc2UsIklzVW5kZXJsaW5lZCI6ZmFsc2UsIlBhcmVudFN0eWxlIjpudWxsfSwiQXV0b1NpemUiOjAsIkZvcmVncm91bmQiOnsiJGlkIjoiNDIxIiwiQ29sb3IiOnsiJGlkIjoiNDI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ND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yNCIsIkZvcm1hdCI6MCwiSXNWaXNpYmxlIjpmYWxzZSwiTGFzdEtub3duVmlzaWJpbGl0eVN0YXRlIjpmYWxzZX0sIklzVmlzaWJsZSI6dHJ1ZSwiUGFyZW50U3R5bGUiOm51bGx9LCJIeXBlcmxpbmsiOnsiJGlkIjoiNDI1IiwiQWRkcmVzcyI6IiIsIlN1YkFkZHJlc3MiOiIifSwiSW1wb3J0SWQiOiIifSx7IiRpZCI6IjQyNiIsIklkIjoiZmE4YzFiMWEtZDlmOS00ZjhlLTkwYjMtMjc0MzdmOTAyYTExIiwiSW5kZXgiOjIwLCJHcm91cElkIjoiNzZjYTFkZTUtNzZlYS00MzBjLTk3MDctZjllZjRjYjBhMzY2IiwiVGl0bGUiOiJMb2FkIEJhbGFuY2UiLCJEYXRlVGltZSI6IjIwMTktMTAtMDJUMTE6NTk6MDAiLCJQZXJjZW50YWdlQ29tcGxldGUiOm51bGwsIk5vdGUiOm51bGwsIlN0eWxlIjp7IiRpZCI6IjQyNyIsIlRpdGxlUG9zaXRpb24iOiJSaWdodCIsIkRhdGVQb3NpdGlvbiI6IkxlZnQiLCJTaGFwZVR5cGUiOjEsIlNoYXBlU2l6ZSI6MCwiU2hhcGVTdHlsZSI6eyIkaWQiOiI0MjgiLCJNYXJnaW4iOnsiJHJlZiI6IjI3NiJ9LCJQYWRkaW5nIjp7IiRyZWYiOiIyNzcifSwiQmFja2dyb3VuZCI6eyIkaWQiOiI0MjkiLCJDb2xvciI6eyIkaWQiOiI0MzAiLCJBIjoyNTUsIlIiOjIwNiwiRyI6MTQ2LCJCIjowfX0sIklzVmlzaWJsZSI6dHJ1ZSwiV2lkdGgiOjEyLjAsIkhlaWdodCI6MTQuMCwiQm9yZGVyU3R5bGUiOnsiJGlkIjoiNDMxIiwiTGluZUNvbG9yIjp7IiRyZWYiOiIyODEifSwiTGluZVdlaWdodCI6MC4wLCJMaW5lVHlwZSI6MCwiUGFyZW50U3R5bGUiOm51bGx9LCJQYXJlbnRTdHlsZSI6bnVsbH0sIlRpdGxlU3R5bGUiOnsiJGlkIjoiNDMyIiwiRm9udFNldHRpbmdzIjp7IiRpZCI6IjQzMyIsIkZvbnRTaXplIjoxMSwiRm9udE5hbWUiOiJDYWxpYnJpIiwiSXNCb2xkIjp0cnVlLCJJc0l0YWxpYyI6ZmFsc2UsIklzVW5kZXJsaW5lZCI6ZmFsc2UsIlBhcmVudFN0eWxlIjpudWxsfSwiQXV0b1NpemUiOjAsIkZvcmVncm91bmQiOnsiJGlkIjoiNDM0IiwiQ29sb3IiOnsiJGlkIjoiNDM1IiwiQSI6MjU1LCJSIjoxMjcsIkciOjk2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DM2IiwiRm9udFNldHRpbmdzIjp7IiRpZCI6IjQzNyIsIkZvbnRTaXplIjoxMCwiRm9udE5hbWUiOiJDYWxpYnJpIiwiSXNCb2xkIjpmYWxzZSwiSXNJdGFsaWMiOmZhbHNlLCJJc1VuZGVybGluZWQiOmZhbHNlLCJQYXJlbnRTdHlsZSI6bnVsbH0sIkF1dG9TaXplIjowLCJGb3JlZ3JvdW5kIjp7IiRpZCI6IjQzOCIsIkNvbG9yIjp7IiRpZCI6IjQz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Q0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DEiLCJGb3JtYXQiOjAsIklzVmlzaWJsZSI6ZmFsc2UsIkxhc3RLbm93blZpc2liaWxpdHlTdGF0ZSI6ZmFsc2V9LCJJc1Zpc2libGUiOnRydWUsIlBhcmVudFN0eWxlIjpudWxsfSwiSHlwZXJsaW5rIjp7IiRpZCI6IjQ0MiIsIkFkZHJlc3MiOiIiLCJTdWJBZGRyZXNzIjoiIn0sIkltcG9ydElkIjoiIn1dLCJJZCI6Ijc2Y2ExZGU1LTc2ZWEtNDMwYy05NzA3LWY5ZWY0Y2IwYTM2NiIsIklzU2luZ2xlSXRlbVJvdyI6ZmFsc2V9LHsiJGlkIjoiNDQzIiwiX3Rhc2tzIjpbeyIkaWQiOiI0NDQiLCJfYXR0YWNoZWRNaWxlc3RvbmVzIjpbXSwiVGFza0RlZmluaXRpb24iOnsiJGlkIjoiNDQ1IiwiR3JvdXBOYW1lIjoiNGQxZjIwNzktMjJlNy00N2I3LThiNmMtNjhjOThjMWI2ODMzIiwiU3RhcnREYXRlIjoiMjAxOS0wNS0xMVQwMDowMDowMCIsIkVuZERhdGUiOiIyMDE5LTA2LTMwVDExOjU5OjAwIiwiUGVyY2VudGFnZUNvbXBsZXRlIjpudWxsLCJTdHlsZSI6eyIkaWQiOiI0NDYiLCJTaGFwZSI6NiwiU2hhcGVUaGlja25lc3MiOjEsIkR1cmF0aW9uRm9ybWF0IjowLCJJbmNsdWRlTm9uV29ya2luZ0RheXNJbkR1cmF0aW9uIjpmYWxzZSwiUGVyY2VudGFnZUNvbXBsZXRlU3R5bGUiOnsiJGlkIjoiNDQ3IiwiRm9udFNldHRpbmdzIjp7IiRpZCI6IjQ0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0NDkiLCJUb3AiOjAuMCwiTGVmdCI6MC4wLCJSaWdodCI6MC4wLCJCb3R0b20iOjAuMH0sIlBhZGRpbmciOnsiJGlkIjoiNDUwIiwiVG9wIjowLjAsIkxlZnQiOjAuMCwiUmlnaHQiOjAuMCwiQm90dG9tIjowLjB9LCJCYWNrZ3JvdW5kIjp7IiRyZWYiOiIxNCJ9LCJJc1Zpc2libGUiOnRydWUsIldpZHRoIjowLjAsIkhlaWdodCI6MC4wLCJCb3JkZXJTdHlsZSI6eyIkaWQiOiI0NTEiLCJMaW5lQ29sb3IiOm51bGwsIkxpbmVXZWlnaHQiOjAuMCwiTGluZVR5cGUiOjAsIlBhcmVudFN0eWxlIjpudWxsfSwiUGFyZW50U3R5bGUiOm51bGx9LCJEdXJhdGlvblN0eWxlIjp7IiRpZCI6IjQ1MiIsIkZvbnRTZXR0aW5ncyI6eyIkaWQiOiI0NTMiLCJGb250U2l6ZSI6MTAsIkZvbnROYW1lIjoiQ2FsaWJyaSIsIklzQm9sZCI6ZmFsc2UsIklzSXRhbGljIjpmYWxzZSwiSXNVbmRlcmxpbmVkIjpmYWxzZSwiUGFyZW50U3R5bGUiOm51bGx9LCJBdXRvU2l6ZSI6MCwiRm9yZWdyb3VuZCI6eyIkaWQiOiI0NTQiLCJDb2xvciI6eyIkcmVmIjoiMjAifX0sIk1heFdpZHRoIjoyMDAuMCwiTWF4SGVpZ2h0IjoiSW5maW5pdHkiLCJTbWFydEZvcmVncm91bmRJc0FjdGl2ZSI6ZmFsc2UsIkhvcml6b250YWxBbGlnbm1lbnQiOjAsIlZlcnRpY2FsQWxpZ25tZW50IjowLCJTbWFydEZvcmVncm91bmQiOm51bGwsIkJhY2tncm91bmRGaWxsVHlwZSI6MCwiTWFyZ2luIjp7IiRpZCI6IjQ1NSIsIlRvcCI6MC4wLCJMZWZ0IjowLjAsIlJpZ2h0IjowLjAsIkJvdHRvbSI6MC4wfSwiUGFkZGluZyI6eyIkaWQiOiI0NTYiLCJUb3AiOjAuMCwiTGVmdCI6MC4wLCJSaWdodCI6MC4wLCJCb3R0b20iOjAuMH0sIkJhY2tncm91bmQiOnsiJHJlZiI6IjIzIn0sIklzVmlzaWJsZSI6dHJ1ZSwiV2lkdGgiOjAuMCwiSGVpZ2h0IjowLjAsIkJvcmRlclN0eWxlIjp7IiRpZCI6IjQ1NyIsIkxpbmVDb2xvciI6bnVsbCwiTGluZVdlaWdodCI6MC4wLCJMaW5lVHlwZSI6MCwiUGFyZW50U3R5bGUiOm51bGx9LCJQYXJlbnRTdHlsZSI6bnVsbH0sIkhvcml6b250YWxDb25uZWN0b3JTdHlsZSI6eyIkaWQiOiI0NTgiLCJMaW5lQ29sb3IiOnsiJHJlZiI6IjI2In0sIkxpbmVXZWlnaHQiOjEuMCwiTGluZVR5cGUiOjAsIlBhcmVudFN0eWxlIjpudWxsfSwiVmVydGljYWxDb25uZWN0b3JTdHlsZSI6eyIkaWQiOiI0NT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DYwIiwiTWFyZ2luIjp7IiRpZCI6IjQ2MSIsIlRvcCI6MC4wLCJMZWZ0Ijo0LjAsIlJpZ2h0Ijo0LjAsIkJvdHRvbSI6MC4wfSwiUGFkZGluZyI6eyIkaWQiOiI0NjIiLCJUb3AiOjAuMCwiTGVmdCI6MC4wLCJSaWdodCI6MC4wLCJCb3R0b20iOjAuMH0sIkJhY2tncm91bmQiOnsiJGlkIjoiNDYzIiwiQ29sb3IiOnsiJGlkIjoiNDY0IiwiQSI6MjU1LCJSIjoyNTQsIkciOjE4NiwiQiI6MTB9fSwiSXNWaXNpYmxlIjp0cnVlLCJXaWR0aCI6MC4wLCJIZWlnaHQiOjE2LjAsIkJvcmRlclN0eWxlIjp7IiRpZCI6IjQ2NSIsIkxpbmVDb2xvciI6eyIkcmVmIjoiMzcifSwiTGluZVdlaWdodCI6MC4wLCJMaW5lVHlwZSI6MCwiUGFyZW50U3R5bGUiOm51bGx9LCJQYXJlbnRTdHlsZSI6bnVsbH0sIlRpdGxlU3R5bGUiOnsiJGlkIjoiNDY2IiwiRm9udFNldHRpbmdzIjp7IiRpZCI6IjQ2NyIsIkZvbnRTaXplIjoxMSwiRm9udE5hbWUiOiJDYWxpYnJpIiwiSXNCb2xkIjpmYWxzZSwiSXNJdGFsaWMiOmZhbHNlLCJJc1VuZGVybGluZWQiOmZhbHNlLCJQYXJlbnRTdHlsZSI6bnVsbH0sIkF1dG9TaXplIjowLCJGb3JlZ3JvdW5kIjp7IiRpZCI6IjQ2OCIsIkNvbG9yIjp7IiRpZCI6IjQ2OSIsIkEiOjI1NSwiUiI6NzIsIkciOjcyLCJCIjo3Mn19LCJNYXhXaWR0aCI6OTYwLjAsIk1heEhlaWdodCI6IkluZmluaXR5IiwiU21hcnRGb3JlZ3JvdW5kSXNBY3RpdmUiOmZhbHNlLCJIb3Jpem9udGFsQWxpZ25tZW50IjoxLCJWZXJ0aWNhbEFsaWdubWVudCI6MCwiU21hcnRGb3JlZ3JvdW5kIjpudWxsLCJCYWNrZ3JvdW5kRmlsbFR5cGUiOjAsIk1hcmdpbiI6eyIkaWQiOiI0NzAiLCJUb3AiOjAuMCwiTGVmdCI6MC4wLCJSaWdodCI6MC4wLCJCb3R0b20iOjAuMH0sIlBhZGRpbmciOnsiJGlkIjoiNDcxIiwiVG9wIjowLjAsIkxlZnQiOjAuMCwiUmlnaHQiOjAuMCwiQm90dG9tIjowLjB9LCJCYWNrZ3JvdW5kIjp7IiRyZWYiOiI0NSJ9LCJJc1Zpc2libGUiOnRydWUsIldpZHRoIjowLjAsIkhlaWdodCI6MC4wLCJCb3JkZXJTdHlsZSI6eyIkaWQiOiI0NzIiLCJMaW5lQ29sb3IiOm51bGwsIkxpbmVXZWlnaHQiOjAuMCwiTGluZVR5cGUiOjAsIlBhcmVudFN0eWxlIjpudWxsfSwiUGFyZW50U3R5bGUiOm51bGx9LCJEYXRlU3R5bGUiOnsiJGlkIjoiNDczIiwiRm9udFNldHRpbmdzIjp7IiRpZCI6IjQ3NCIsIkZvbnRTaXplIjoxMCwiRm9udE5hbWUiOiJDYWxpYnJpIiwiSXNCb2xkIjpmYWxzZSwiSXNJdGFsaWMiOmZhbHNlLCJJc1VuZGVybGluZWQiOmZhbHNlLCJQYXJlbnRTdHlsZSI6bnVsbH0sIkF1dG9TaXplIjowLCJGb3JlZ3JvdW5kIjp7IiRpZCI6IjQ3NSIsIkNvbG9yIjp7IiRpZCI6IjQ3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c3IiwiVG9wIjowLjAsIkxlZnQiOjAuMCwiUmlnaHQiOjAuMCwiQm90dG9tIjowLjB9LCJQYWRkaW5nIjp7IiRpZCI6IjQ3OCIsIlRvcCI6MC4wLCJMZWZ0IjowLjAsIlJpZ2h0IjowLjAsIkJvdHRvbSI6MC4wfSwiQmFja2dyb3VuZCI6eyIkcmVmIjoiNTMifSwiSXNWaXNpYmxlIjp0cnVlLCJXaWR0aCI6MC4wLCJIZWlnaHQiOjAuMCwiQm9yZGVyU3R5bGUiOnsiJGlkIjoiNDc5IiwiTGluZUNvbG9yIjpudWxsLCJMaW5lV2VpZ2h0IjowLjAsIkxpbmVUeXBlIjowLCJQYXJlbnRTdHlsZSI6bnVsbH0sIlBhcmVudFN0eWxlIjpudWxsfSwiRGF0ZUZvcm1hdCI6eyIkaWQiOiI0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gxIiwiRm9ybWF0IjowLCJJc1Zpc2libGUiOmZhbHNlLCJMYXN0S25vd25WaXNpYmlsaXR5U3RhdGUiOmZhbHNlfSwiSXNWaXNpYmxlIjp0cnVlLCJQYXJlbnRTdHlsZSI6bnVsbH0sIkluZGV4IjoyMSwiU21hcnREdXJhdGlvbkFjdGl2YXRlZCI6ZmFsc2UsIkRhdGVGb3JtYXQiOnsiJHJlZiI6IjQ4MCJ9LCJXZWVrTnVtYmVyaW5nIjp7IiRpZCI6IjQ4MiIsIkZvcm1hdCI6MCwiSXNWaXNpYmxlIjpmYWxzZSwiTGFzdEtub3duVmlzaWJpbGl0eVN0YXRlIjpmYWxzZX0sIklkIjoiMTU0OGE0NTktMjlkNS00MmYwLThlYmItYzM2NDY5MGUzODY1IiwiSW1wb3J0SWQiOm51bGwsIlRpdGxlIjoiSW50ZWdyYXRpb24gSSIsIk5vdGUiOm51bGwsIkh5cGVybGluayI6eyIkaWQiOiI0ODMiLCJBZGRyZXNzIjoiIiwiU3ViQWRkcmVzcyI6IiJ9LCJJc0NoYW5nZWQiOmZhbHNlLCJJc05ldyI6ZmFsc2V9fSx7IiRpZCI6IjQ4NCIsIl9hdHRhY2hlZE1pbGVzdG9uZXMiOltdLCJUYXNrRGVmaW5pdGlvbiI6eyIkaWQiOiI0ODUiLCJHcm91cE5hbWUiOiI0ZDFmMjA3OS0yMmU3LTQ3YjctOGI2Yy02OGM5OGMxYjY4MzMiLCJTdGFydERhdGUiOiIyMDE5LTA2LTMwVDAwOjAwOjAwIiwiRW5kRGF0ZSI6IjIwMTktMDgtMTdUMTE6NTk6MDAiLCJQZXJjZW50YWdlQ29tcGxldGUiOm51bGwsIlN0eWxlIjp7IiRpZCI6IjQ4NiIsIlNoYXBlIjo2LCJTaGFwZVRoaWNrbmVzcyI6MSwiRHVyYXRpb25Gb3JtYXQiOjAsIkluY2x1ZGVOb25Xb3JraW5nRGF5c0luRHVyYXRpb24iOmZhbHNlLCJQZXJjZW50YWdlQ29tcGxldGVTdHlsZSI6eyIkaWQiOiI0ODciLCJGb250U2V0dGluZ3MiOnsiJGlkIjoiNDg4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Q4OSIsIlRvcCI6MC4wLCJMZWZ0IjowLjAsIlJpZ2h0IjowLjAsIkJvdHRvbSI6MC4wfSwiUGFkZGluZyI6eyIkaWQiOiI0OTAiLCJUb3AiOjAuMCwiTGVmdCI6MC4wLCJSaWdodCI6MC4wLCJCb3R0b20iOjAuMH0sIkJhY2tncm91bmQiOnsiJHJlZiI6IjE0In0sIklzVmlzaWJsZSI6dHJ1ZSwiV2lkdGgiOjAuMCwiSGVpZ2h0IjowLjAsIkJvcmRlclN0eWxlIjp7IiRpZCI6IjQ5MSIsIkxpbmVDb2xvciI6bnVsbCwiTGluZVdlaWdodCI6MC4wLCJMaW5lVHlwZSI6MCwiUGFyZW50U3R5bGUiOm51bGx9LCJQYXJlbnRTdHlsZSI6bnVsbH0sIkR1cmF0aW9uU3R5bGUiOnsiJGlkIjoiNDkyIiwiRm9udFNldHRpbmdzIjp7IiRpZCI6IjQ5MyIsIkZvbnRTaXplIjoxMCwiRm9udE5hbWUiOiJDYWxpYnJpIiwiSXNCb2xkIjpmYWxzZSwiSXNJdGFsaWMiOmZhbHNlLCJJc1VuZGVybGluZWQiOmZhbHNlLCJQYXJlbnRTdHlsZSI6bnVsbH0sIkF1dG9TaXplIjowLCJGb3JlZ3JvdW5kIjp7IiRpZCI6IjQ5NCIsIkNvbG9yIjp7IiRyZWYiOiIyMCJ9fSwiTWF4V2lkdGgiOjIwMC4wLCJNYXhIZWlnaHQiOiJJbmZpbml0eSIsIlNtYXJ0Rm9yZWdyb3VuZElzQWN0aXZlIjpmYWxzZSwiSG9yaXpvbnRhbEFsaWdubWVudCI6MCwiVmVydGljYWxBbGlnbm1lbnQiOjAsIlNtYXJ0Rm9yZWdyb3VuZCI6bnVsbCwiQmFja2dyb3VuZEZpbGxUeXBlIjowLCJNYXJnaW4iOnsiJGlkIjoiNDk1IiwiVG9wIjowLjAsIkxlZnQiOjAuMCwiUmlnaHQiOjAuMCwiQm90dG9tIjowLjB9LCJQYWRkaW5nIjp7IiRpZCI6IjQ5NiIsIlRvcCI6MC4wLCJMZWZ0IjowLjAsIlJpZ2h0IjowLjAsIkJvdHRvbSI6MC4wfSwiQmFja2dyb3VuZCI6eyIkcmVmIjoiMjMifSwiSXNWaXNpYmxlIjp0cnVlLCJXaWR0aCI6MC4wLCJIZWlnaHQiOjAuMCwiQm9yZGVyU3R5bGUiOnsiJGlkIjoiNDk3IiwiTGluZUNvbG9yIjpudWxsLCJMaW5lV2VpZ2h0IjowLjAsIkxpbmVUeXBlIjowLCJQYXJlbnRTdHlsZSI6bnVsbH0sIlBhcmVudFN0eWxlIjpudWxsfSwiSG9yaXpvbnRhbENvbm5lY3RvclN0eWxlIjp7IiRpZCI6IjQ5OCIsIkxpbmVDb2xvciI6eyIkcmVmIjoiMjYifSwiTGluZVdlaWdodCI6MS4wLCJMaW5lVHlwZSI6MCwiUGFyZW50U3R5bGUiOm51bGx9LCJWZXJ0aWNhbENvbm5lY3RvclN0eWxlIjp7IiRpZCI6IjQ5OSIsIkxpbmVDb2xvciI6eyIkcmVmIjoiMjk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U2hhcGVTdHlsZSI6eyIkaWQiOiI1MDAiLCJNYXJnaW4iOnsiJGlkIjoiNTAxIiwiVG9wIjowLjAsIkxlZnQiOjQuMCwiUmlnaHQiOjQuMCwiQm90dG9tIjowLjB9LCJQYWRkaW5nIjp7IiRpZCI6IjUwMiIsIlRvcCI6MC4wLCJMZWZ0IjowLjAsIlJpZ2h0IjowLjAsIkJvdHRvbSI6MC4wfSwiQmFja2dyb3VuZCI6eyIkaWQiOiI1MDMiLCJDb2xvciI6eyIkaWQiOiI1MDQiLCJBIjoyNTUsIlIiOjI1NCwiRyI6MTg2LCJCIjoxMH19LCJJc1Zpc2libGUiOnRydWUsIldpZHRoIjowLjAsIkhlaWdodCI6MTYuMCwiQm9yZGVyU3R5bGUiOnsiJGlkIjoiNTA1IiwiTGluZUNvbG9yIjp7IiRyZWYiOiIzNyJ9LCJMaW5lV2VpZ2h0IjowLjAsIkxpbmVUeXBlIjowLCJQYXJlbnRTdHlsZSI6bnVsbH0sIlBhcmVudFN0eWxlIjpudWxsfSwiVGl0bGVTdHlsZSI6eyIkaWQiOiI1MDYiLCJGb250U2V0dGluZ3MiOnsiJGlkIjoiNTA3IiwiRm9udFNpemUiOjExLCJGb250TmFtZSI6IkNhbGlicmkiLCJJc0JvbGQiOmZhbHNlLCJJc0l0YWxpYyI6ZmFsc2UsIklzVW5kZXJsaW5lZCI6ZmFsc2UsIlBhcmVudFN0eWxlIjpudWxsfSwiQXV0b1NpemUiOjAsIkZvcmVncm91bmQiOnsiJGlkIjoiNTA4IiwiQ29sb3IiOnsiJGlkIjoiNTA5IiwiQSI6MjU1LCJSIjo3MiwiRyI6NzIsIkIiOjcyfX0sIk1heFdpZHRoIjo5NjAuMCwiTWF4SGVpZ2h0IjoiSW5maW5pdHkiLCJTbWFydEZvcmVncm91bmRJc0FjdGl2ZSI6ZmFsc2UsIkhvcml6b250YWxBbGlnbm1lbnQiOjEsIlZlcnRpY2FsQWxpZ25tZW50IjowLCJTbWFydEZvcmVncm91bmQiOm51bGwsIkJhY2tncm91bmRGaWxsVHlwZSI6MCwiTWFyZ2luIjp7IiRpZCI6IjUxMCIsIlRvcCI6MC4wLCJMZWZ0IjowLjAsIlJpZ2h0IjowLjAsIkJvdHRvbSI6MC4wfSwiUGFkZGluZyI6eyIkaWQiOiI1MTEiLCJUb3AiOjAuMCwiTGVmdCI6MC4wLCJSaWdodCI6MC4wLCJCb3R0b20iOjAuMH0sIkJhY2tncm91bmQiOnsiJHJlZiI6IjQ1In0sIklzVmlzaWJsZSI6dHJ1ZSwiV2lkdGgiOjAuMCwiSGVpZ2h0IjowLjAsIkJvcmRlclN0eWxlIjp7IiRpZCI6IjUxMiIsIkxpbmVDb2xvciI6bnVsbCwiTGluZVdlaWdodCI6MC4wLCJMaW5lVHlwZSI6MCwiUGFyZW50U3R5bGUiOm51bGx9LCJQYXJlbnRTdHlsZSI6bnVsbH0sIkRhdGVTdHlsZSI6eyIkaWQiOiI1MTMiLCJGb250U2V0dGluZ3MiOnsiJGlkIjoiNTE0IiwiRm9udFNpemUiOjEwLCJGb250TmFtZSI6IkNhbGlicmkiLCJJc0JvbGQiOmZhbHNlLCJJc0l0YWxpYyI6ZmFsc2UsIklzVW5kZXJsaW5lZCI6ZmFsc2UsIlBhcmVudFN0eWxlIjpudWxsfSwiQXV0b1NpemUiOjAsIkZvcmVncm91bmQiOnsiJGlkIjoiNTE1IiwiQ29sb3IiOnsiJGlkIjoiNTE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TciLCJUb3AiOjAuMCwiTGVmdCI6MC4wLCJSaWdodCI6MC4wLCJCb3R0b20iOjAuMH0sIlBhZGRpbmciOnsiJGlkIjoiNTE4IiwiVG9wIjowLjAsIkxlZnQiOjAuMCwiUmlnaHQiOjAuMCwiQm90dG9tIjowLjB9LCJCYWNrZ3JvdW5kIjp7IiRyZWYiOiI1MyJ9LCJJc1Zpc2libGUiOnRydWUsIldpZHRoIjowLjAsIkhlaWdodCI6MC4wLCJCb3JkZXJTdHlsZSI6eyIkaWQiOiI1MTkiLCJMaW5lQ29sb3IiOm51bGwsIkxpbmVXZWlnaHQiOjAuMCwiTGluZVR5cGUiOjAsIlBhcmVudFN0eWxlIjpudWxsfSwiUGFyZW50U3R5bGUiOm51bGx9LCJEYXRlRm9ybWF0Ijp7IiRpZCI6IjU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EiLCJGb3JtYXQiOjAsIklzVmlzaWJsZSI6ZmFsc2UsIkxhc3RLbm93blZpc2liaWxpdHlTdGF0ZSI6ZmFsc2V9LCJJc1Zpc2libGUiOnRydWUsIlBhcmVudFN0eWxlIjpudWxsfSwiSW5kZXgiOjIyLCJTbWFydER1cmF0aW9uQWN0aXZhdGVkIjpmYWxzZSwiRGF0ZUZvcm1hdCI6eyIkcmVmIjoiNTIwIn0sIldlZWtOdW1iZXJpbmciOnsiJGlkIjoiNTIyIiwiRm9ybWF0IjowLCJJc1Zpc2libGUiOmZhbHNlLCJMYXN0S25vd25WaXNpYmlsaXR5U3RhdGUiOmZhbHNlfSwiSWQiOiI1MjZkZTViNi05ZTk3LTQ5N2YtOWE1Ni0yNWQ0NTNiZWI2MjMiLCJJbXBvcnRJZCI6bnVsbCwiVGl0bGUiOiJJbnRlZ3JhdGlvbiBJSSIsIk5vdGUiOm51bGwsIkh5cGVybGluayI6eyIkaWQiOiI1MjMiLCJBZGRyZXNzIjoiIiwiU3ViQWRkcmVzcyI6IiJ9LCJJc0NoYW5nZWQiOmZhbHNlLCJJc05ldyI6ZmFsc2V9fSx7IiRpZCI6IjUyNCIsIl9hdHRhY2hlZE1pbGVzdG9uZXMiOltdLCJUYXNrRGVmaW5pdGlvbiI6eyIkaWQiOiI1MjUiLCJHcm91cE5hbWUiOiI0ZDFmMjA3OS0yMmU3LTQ3YjctOGI2Yy02OGM5OGMxYjY4MzMiLCJTdGFydERhdGUiOiIyMDE5LTA4LTE4VDAwOjAwOjAwWiIsIkVuZERhdGUiOiIyMDE5LTEwLTA0VDExOjU5OjAwIiwiUGVyY2VudGFnZUNvbXBsZXRlIjpudWxsLCJTdHlsZSI6eyIkaWQiOiI1MjYiLCJTaGFwZSI6NiwiU2hhcGVUaGlja25lc3MiOjEsIkR1cmF0aW9uRm9ybWF0IjowLCJJbmNsdWRlTm9uV29ya2luZ0RheXNJbkR1cmF0aW9uIjpmYWxzZSwiUGVyY2VudGFnZUNvbXBsZXRlU3R5bGUiOnsiJGlkIjoiNTI3IiwiRm9udFNldHRpbmdzIjp7IiRpZCI6IjUy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1MjkiLCJUb3AiOjAuMCwiTGVmdCI6MC4wLCJSaWdodCI6MC4wLCJCb3R0b20iOjAuMH0sIlBhZGRpbmciOnsiJGlkIjoiNTMwIiwiVG9wIjowLjAsIkxlZnQiOjAuMCwiUmlnaHQiOjAuMCwiQm90dG9tIjowLjB9LCJCYWNrZ3JvdW5kIjp7IiRyZWYiOiIxNCJ9LCJJc1Zpc2libGUiOnRydWUsIldpZHRoIjowLjAsIkhlaWdodCI6MC4wLCJCb3JkZXJTdHlsZSI6eyIkaWQiOiI1MzEiLCJMaW5lQ29sb3IiOm51bGwsIkxpbmVXZWlnaHQiOjAuMCwiTGluZVR5cGUiOjAsIlBhcmVudFN0eWxlIjpudWxsfSwiUGFyZW50U3R5bGUiOm51bGx9LCJEdXJhdGlvblN0eWxlIjp7IiRpZCI6IjUzMiIsIkZvbnRTZXR0aW5ncyI6eyIkaWQiOiI1MzMiLCJGb250U2l6ZSI6MTAsIkZvbnROYW1lIjoiQ2FsaWJyaSIsIklzQm9sZCI6ZmFsc2UsIklzSXRhbGljIjpmYWxzZSwiSXNVbmRlcmxpbmVkIjpmYWxzZSwiUGFyZW50U3R5bGUiOm51bGx9LCJBdXRvU2l6ZSI6MCwiRm9yZWdyb3VuZCI6eyIkaWQiOiI1MzQiLCJDb2xvciI6eyIkcmVmIjoiMjAifX0sIk1heFdpZHRoIjoyMDAuMCwiTWF4SGVpZ2h0IjoiSW5maW5pdHkiLCJTbWFydEZvcmVncm91bmRJc0FjdGl2ZSI6ZmFsc2UsIkhvcml6b250YWxBbGlnbm1lbnQiOjAsIlZlcnRpY2FsQWxpZ25tZW50IjowLCJTbWFydEZvcmVncm91bmQiOm51bGwsIkJhY2tncm91bmRGaWxsVHlwZSI6MCwiTWFyZ2luIjp7IiRpZCI6IjUzNSIsIlRvcCI6MC4wLCJMZWZ0IjowLjAsIlJpZ2h0IjowLjAsIkJvdHRvbSI6MC4wfSwiUGFkZGluZyI6eyIkaWQiOiI1MzYiLCJUb3AiOjAuMCwiTGVmdCI6MC4wLCJSaWdodCI6MC4wLCJCb3R0b20iOjAuMH0sIkJhY2tncm91bmQiOnsiJHJlZiI6IjIzIn0sIklzVmlzaWJsZSI6dHJ1ZSwiV2lkdGgiOjAuMCwiSGVpZ2h0IjowLjAsIkJvcmRlclN0eWxlIjp7IiRpZCI6IjUzNyIsIkxpbmVDb2xvciI6bnVsbCwiTGluZVdlaWdodCI6MC4wLCJMaW5lVHlwZSI6MCwiUGFyZW50U3R5bGUiOm51bGx9LCJQYXJlbnRTdHlsZSI6bnVsbH0sIkhvcml6b250YWxDb25uZWN0b3JTdHlsZSI6eyIkaWQiOiI1MzgiLCJMaW5lQ29sb3IiOnsiJHJlZiI6IjI2In0sIkxpbmVXZWlnaHQiOjEuMCwiTGluZVR5cGUiOjAsIlBhcmVudFN0eWxlIjpudWxsfSwiVmVydGljYWxDb25uZWN0b3JTdHlsZSI6eyIkaWQiOiI1Mz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TQwIiwiTWFyZ2luIjp7IiRpZCI6IjU0MSIsIlRvcCI6MC4wLCJMZWZ0Ijo0LjAsIlJpZ2h0Ijo0LjAsIkJvdHRvbSI6MC4wfSwiUGFkZGluZyI6eyIkaWQiOiI1NDIiLCJUb3AiOjAuMCwiTGVmdCI6MC4wLCJSaWdodCI6MC4wLCJCb3R0b20iOjAuMH0sIkJhY2tncm91bmQiOnsiJGlkIjoiNTQzIiwiQ29sb3IiOnsiJGlkIjoiNTQ0IiwiQSI6MjU1LCJSIjoyNTQsIkciOjE4NiwiQiI6MTB9fSwiSXNWaXNpYmxlIjp0cnVlLCJXaWR0aCI6MC4wLCJIZWlnaHQiOjE2LjAsIkJvcmRlclN0eWxlIjp7IiRpZCI6IjU0NSIsIkxpbmVDb2xvciI6eyIkcmVmIjoiMzcifSwiTGluZVdlaWdodCI6MC4wLCJMaW5lVHlwZSI6MCwiUGFyZW50U3R5bGUiOm51bGx9LCJQYXJlbnRTdHlsZSI6bnVsbH0sIlRpdGxlU3R5bGUiOnsiJGlkIjoiNTQ2IiwiRm9udFNldHRpbmdzIjp7IiRpZCI6IjU0NyIsIkZvbnRTaXplIjoxMSwiRm9udE5hbWUiOiJDYWxpYnJpIiwiSXNCb2xkIjpmYWxzZSwiSXNJdGFsaWMiOmZhbHNlLCJJc1VuZGVybGluZWQiOmZhbHNlLCJQYXJlbnRTdHlsZSI6bnVsbH0sIkF1dG9TaXplIjowLCJGb3JlZ3JvdW5kIjp7IiRpZCI6IjU0OCIsIkNvbG9yIjp7IiRpZCI6IjU0OSIsIkEiOjI1NSwiUiI6NzIsIkciOjcyLCJCIjo3Mn19LCJNYXhXaWR0aCI6OTYwLjAsIk1heEhlaWdodCI6IkluZmluaXR5IiwiU21hcnRGb3JlZ3JvdW5kSXNBY3RpdmUiOmZhbHNlLCJIb3Jpem9udGFsQWxpZ25tZW50IjoxLCJWZXJ0aWNhbEFsaWdubWVudCI6MCwiU21hcnRGb3JlZ3JvdW5kIjpudWxsLCJCYWNrZ3JvdW5kRmlsbFR5cGUiOjAsIk1hcmdpbiI6eyIkaWQiOiI1NTAiLCJUb3AiOjAuMCwiTGVmdCI6MC4wLCJSaWdodCI6MC4wLCJCb3R0b20iOjAuMH0sIlBhZGRpbmciOnsiJGlkIjoiNTUxIiwiVG9wIjowLjAsIkxlZnQiOjAuMCwiUmlnaHQiOjAuMCwiQm90dG9tIjowLjB9LCJCYWNrZ3JvdW5kIjp7IiRyZWYiOiI0NSJ9LCJJc1Zpc2libGUiOnRydWUsIldpZHRoIjowLjAsIkhlaWdodCI6MC4wLCJCb3JkZXJTdHlsZSI6eyIkaWQiOiI1NTIiLCJMaW5lQ29sb3IiOm51bGwsIkxpbmVXZWlnaHQiOjAuMCwiTGluZVR5cGUiOjAsIlBhcmVudFN0eWxlIjpudWxsfSwiUGFyZW50U3R5bGUiOm51bGx9LCJEYXRlU3R5bGUiOnsiJGlkIjoiNTUzIiwiRm9udFNldHRpbmdzIjp7IiRpZCI6IjU1NCIsIkZvbnRTaXplIjoxMCwiRm9udE5hbWUiOiJDYWxpYnJpIiwiSXNCb2xkIjpmYWxzZSwiSXNJdGFsaWMiOmZhbHNlLCJJc1VuZGVybGluZWQiOmZhbHNlLCJQYXJlbnRTdHlsZSI6bnVsbH0sIkF1dG9TaXplIjowLCJGb3JlZ3JvdW5kIjp7IiRpZCI6IjU1NSIsIkNvbG9yIjp7IiRpZCI6IjU1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U3IiwiVG9wIjowLjAsIkxlZnQiOjAuMCwiUmlnaHQiOjAuMCwiQm90dG9tIjowLjB9LCJQYWRkaW5nIjp7IiRpZCI6IjU1OCIsIlRvcCI6MC4wLCJMZWZ0IjowLjAsIlJpZ2h0IjowLjAsIkJvdHRvbSI6MC4wfSwiQmFja2dyb3VuZCI6eyIkcmVmIjoiNTMifSwiSXNWaXNpYmxlIjp0cnVlLCJXaWR0aCI6MC4wLCJIZWlnaHQiOjAuMCwiQm9yZGVyU3R5bGUiOnsiJGlkIjoiNTU5IiwiTGluZUNvbG9yIjpudWxsLCJMaW5lV2VpZ2h0IjowLjAsIkxpbmVUeXBlIjowLCJQYXJlbnRTdHlsZSI6bnVsbH0sIlBhcmVudFN0eWxlIjpudWxsfSwiRGF0ZUZvcm1hdCI6eyIkaWQiOiI1N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YxIiwiRm9ybWF0IjowLCJJc1Zpc2libGUiOmZhbHNlLCJMYXN0S25vd25WaXNpYmlsaXR5U3RhdGUiOmZhbHNlfSwiSXNWaXNpYmxlIjp0cnVlLCJQYXJlbnRTdHlsZSI6bnVsbH0sIkluZGV4IjoyMywiU21hcnREdXJhdGlvbkFjdGl2YXRlZCI6ZmFsc2UsIkRhdGVGb3JtYXQiOnsiJHJlZiI6IjU2MCJ9LCJXZWVrTnVtYmVyaW5nIjp7IiRpZCI6IjU2MiIsIkZvcm1hdCI6MCwiSXNWaXNpYmxlIjpmYWxzZSwiTGFzdEtub3duVmlzaWJpbGl0eVN0YXRlIjpmYWxzZX0sIklkIjoiMmU5MjFlOTUtY2Q4ZC00YjEzLWExMzUtMDBiYzdiMjFiZjRjIiwiSW1wb3J0SWQiOm51bGwsIlRpdGxlIjoiSW50ZWdyYXRpb24gSUlJIiwiTm90ZSI6bnVsbCwiSHlwZXJsaW5rIjp7IiRpZCI6IjU2MyIsIkFkZHJlc3MiOiIiLCJTdWJBZGRyZXNzIjoiIn0sIklzQ2hhbmdlZCI6ZmFsc2UsIklzTmV3IjpmYWxzZX19XSwiX21pbGVzdG9uZXMiOltdLCJJZCI6IjRkMWYyMDc5LTIyZTctNDdiNy04YjZjLTY4Yzk4YzFiNjgzMyIsIklzU2luZ2xlSXRlbVJvdyI6ZmFsc2V9XSwiSW5kZXgiOjAsIklkIjoiNjQ0YWJhY2MtY2Q0Yy00MTA2LWJjNWMtMGUxNTYwMjI1MjczIiwiSGVhZGVyVGV4dCI6bnVsbCwiSXNEZWZhdWx0Ijp0cnVlLCJTdHlsZSI6eyIkaWQiOiI1NjQiLCJIZWFkZXJTdHlsZSI6eyIkaWQiOiI1NjUiLCJUZXh0U3R5bGUiOnsiJGlkIjoiNTY2IiwiRm9udFNldHRpbmdzIjp7IiRpZCI6IjU2NyIsIkZvbnRTaXplIjoxMSwiRm9udE5hbWUiOiJDYWxpYnJpIiwiSXNCb2xkIjpmYWxzZSwiSXNJdGFsaWMiOmZhbHNlLCJJc1VuZGVybGluZWQiOmZhbHNlLCJQYXJlbnRTdHlsZSI6bnVsbH0sIkF1dG9TaXplIjoyLCJGb3JlZ3JvdW5kIjp7IiRpZCI6IjU2OCIsIkNvbG9yIjp7IiRpZCI6IjU2OS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U3MCIsIlRvcCI6MC4wLCJMZWZ0IjowLjAsIlJpZ2h0IjowLjAsIkJvdHRvbSI6MC4wfSwiUGFkZGluZyI6eyIkaWQiOiI1NzEiLCJUb3AiOjAuMCwiTGVmdCI6MC4wLCJSaWdodCI6MC4wLCJCb3R0b20iOjAuMH0sIkJhY2tncm91bmQiOm51bGwsIklzVmlzaWJsZSI6dHJ1ZSwiV2lkdGgiOjAuMCwiSGVpZ2h0IjowLjAsIkJvcmRlclN0eWxlIjpudWxsLCJQYXJlbnRTdHlsZSI6bnVsbH0sIlJlY3RhbmdsZVN0eWxlIjp7IiRpZCI6IjU3MiIsIk1hcmdpbiI6eyIkaWQiOiI1NzMiLCJUb3AiOjAuMCwiTGVmdCI6MC4wLCJSaWdodCI6MC4wLCJCb3R0b20iOjAuMH0sIlBhZGRpbmciOnsiJGlkIjoiNTc0IiwiVG9wIjowLjAsIkxlZnQiOjAuMCwiUmlnaHQiOjAuMCwiQm90dG9tIjowLjB9LCJCYWNrZ3JvdW5kIjp7IiRpZCI6IjU3NSIsIkNvbG9yIjp7IiRpZCI6IjU3NiIsIkEiOjYzLCJSIjoyNTUsIkciOjE5MiwiQiI6MH19LCJJc1Zpc2libGUiOnRydWUsIldpZHRoIjowLjAsIkhlaWdodCI6MC4wLCJCb3JkZXJTdHlsZSI6eyIkaWQiOiI1NzciLCJMaW5lQ29sb3IiOnsiJGlkIjoiNTc4IiwiJHR5cGUiOiJOTFJFLkNvbW1vbi5Eb20uU29saWRDb2xvckJydXNoLCBOTFJFLkNvbW1vbiIsIkNvbG9yIjp7IiRpZCI6IjU3OSIsIkEiOjI1NSwiUiI6MjU1LCJHIjowLCJCIjowfX0sIkxpbmVXZWlnaHQiOjAuMCwiTGluZVR5cGUiOjAsIlBhcmVudFN0eWxlIjpudWxsfSwiUGFyZW50U3R5bGUiOm51bGx9LCJNYXJnaW4iOnsiJGlkIjoiNTgwIiwiVG9wIjowLjAsIkxlZnQiOjAuMCwiUmlnaHQiOjAuMCwiQm90dG9tIjowLjB9LCJQYWRkaW5nIjp7IiRpZCI6IjU4MSIsIlRvcCI6MC4wLCJMZWZ0IjowLjAsIlJpZ2h0IjowLjAsIkJvdHRvbSI6MC4wfSwiQmFja2dyb3VuZCI6bnVsbCwiSXNWaXNpYmxlIjp0cnVlLCJXaWR0aCI6MC4wLCJIZWlnaHQiOjAuMCwiQm9yZGVyU3R5bGUiOm51bGwsIlBhcmVudFN0eWxlIjpudWxsfSwiQmFja2dyb3VuZFN0eWxlIjp7IiRpZCI6IjU4MiIsIk1hcmdpbiI6eyIkaWQiOiI1ODMiLCJUb3AiOjAuMCwiTGVmdCI6MC4wLCJSaWdodCI6MC4wLCJCb3R0b20iOjAuMH0sIlBhZGRpbmciOnsiJGlkIjoiNTg0IiwiVG9wIjowLjAsIkxlZnQiOjAuMCwiUmlnaHQiOjAuMCwiQm90dG9tIjowLjB9LCJCYWNrZ3JvdW5kIjp7IiRpZCI6IjU4NSIsIkNvbG9yIjp7IiRpZCI6IjU4NiIsIkEiOjUxLCJSIjoxNTUsIkciOjE4NywiQiI6ODl9fSwiSXNWaXNpYmxlIjp0cnVlLCJXaWR0aCI6MC4wLCJIZWlnaHQiOjAuMCwiQm9yZGVyU3R5bGUiOnsiJGlkIjoiNTg3IiwiTGluZUNvbG9yIjp7IiRpZCI6IjU4OCIsIiR0eXBlIjoiTkxSRS5Db21tb24uRG9tLlNvbGlkQ29sb3JCcnVzaCwgTkxSRS5Db21tb24iLCJDb2xvciI6eyIkaWQiOiI1ODkiLCJBIjoyNTUsIlIiOjI1NSwiRyI6MCwiQiI6MH19LCJMaW5lV2VpZ2h0IjowLjAsIkxpbmVUeXBlIjowLCJQYXJlbnRTdHlsZSI6bnVsbH0sIlBhcmVudFN0eWxlIjpudWxsfSwiTWFyZ2luIjp7IiRpZCI6IjU5MCIsIlRvcCI6MC4wLCJMZWZ0IjowLjAsIlJpZ2h0IjowLjAsIkJvdHRvbSI6MC4wfSwiUGFkZGluZyI6eyIkaWQiOiI1OTEiLCJUb3AiOjAuMCwiTGVmdCI6MC4wLCJSaWdodCI6MC4wLCJCb3R0b20iOjAuMH0sIklzVmlzaWJsZSI6dHJ1ZSwiV2lkdGgiOjAuMCwiSGVpZ2h0IjowLjAsIkJvcmRlclN0eWxlIjpudWxsLCJQYXJlbnRTdHlsZSI6bnVsbH19XSwiSWQiOiIyMDdkZDMyNy0xZTM0LTQ2MDMtODQzMC1hNzc2NDc2NTQzZTciLCJJbmRleCI6MTUsIkhlYWRlclRleHQiOiJUZXN0IiwiU3R5bGUiOnsiJGlkIjoiNTkyIiwiSGVhZGVyU3R5bGUiOnsiJGlkIjoiNTkzIiwiVGV4dElzVmVydGljYWwiOmZhbHNlLCJUZXh0U3R5bGUiOnsiJGlkIjoiNTk0IiwiRm9udFNldHRpbmdzIjp7IiRpZCI6IjU5NSIsIkZvbnRTaXplIjoxMCwiRm9udE5hbWUiOiJGcmFua2xpbiBHb3RoaWMgTWVkaXVtIiwiSXNCb2xkIjpmYWxzZSwiSXNJdGFsaWMiOmZhbHNlLCJJc1VuZGVybGluZWQiOmZhbHNlLCJQYXJlbnRTdHlsZSI6bnVsbH0sIkF1dG9TaXplIjowLCJGb3JlZ3JvdW5kIjp7IiRpZCI6IjU5NiIsIkNvbG9yIjp7IiRpZCI6IjU5NyIsIkEiOjI1NSwiUiI6MTE4LCJHIjo5MC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NTk4IiwiTWFyZ2luIjp7IiRyZWYiOiIzMzUifSwiUGFkZGluZyI6eyIkcmVmIjoiMzM2In0sIkJhY2tncm91bmQiOnsiJGlkIjoiNTk5IiwiQ29sb3IiOnsiJGlkIjoiNjAwIiwiQSI6MTI3LCJSIjoyNTUsIkciOjE5MiwiQiI6MH19LCJJc1Zpc2libGUiOmZhbHNlLCJXaWR0aCI6MC4wLCJIZWlnaHQiOjAuMCwiQm9yZGVyU3R5bGUiOnsiJGlkIjoiNjAxIiwiTGluZUNvbG9yIjp7IiRyZWYiOiIzNDAifSwiTGluZVdlaWdodCI6MC4wLCJMaW5lVHlwZSI6MCwiUGFyZW50U3R5bGUiOm51bGx9LCJQYXJlbnRTdHlsZSI6bnVsbH0sIk1hcmdpbiI6eyIkcmVmIjoiMzQyIn0sIlBhZGRpbmciOnsiJHJlZiI6IjM0MyJ9LCJCYWNrZ3JvdW5kIjpudWxsLCJJc1Zpc2libGUiOnRydWUsIldpZHRoIjowLjAsIkhlaWdodCI6MC4wLCJCb3JkZXJTdHlsZSI6bnVsbCwiUGFyZW50U3R5bGUiOm51bGx9LCJCYWNrZ3JvdW5kU3R5bGUiOnsiJGlkIjoiNjAyIiwiTWFyZ2luIjp7IiRyZWYiOiIzNDUifSwiUGFkZGluZyI6eyIkcmVmIjoiMzQ2In0sIkJhY2tncm91bmQiOnsiJGlkIjoiNjAzIiwiQ29sb3IiOnsiJGlkIjoiNjA0IiwiQSI6MzgsIlIiOjI1NSwiRyI6MTkyLCJCIjowfX0sIklzVmlzaWJsZSI6dHJ1ZSwiV2lkdGgiOjAuMCwiSGVpZ2h0IjowLjAsIkJvcmRlclN0eWxlIjp7IiRpZCI6IjYwNSIsIkxpbmVDb2xvciI6eyIkcmVmIjoiMzUwIn0sIkxpbmVXZWlnaHQiOjAuMCwiTGluZVR5cGUiOjAsIlBhcmVudFN0eWxlIjpudWxsfSwiUGFyZW50U3R5bGUiOm51bGx9LCJJc0Fib3ZlVGltZWJhbmQiOmZhbHNlLCJNYXJnaW4iOnsiJGlkIjoiNjA2IiwiVG9wIjowLjAsIkxlZnQiOjAuMCwiUmlnaHQiOjAuMCwiQm90dG9tIjowLjB9LCJQYWRkaW5nIjp7IiRpZCI6IjYwNyIsIlRvcCI6MC4wLCJMZWZ0IjowLjAsIlJpZ2h0IjowLjAsIkJvdHRvbSI6MC4wfSwiSXNWaXNpYmxlIjp0cnVlLCJXaWR0aCI6MC4wLCJIZWlnaHQiOjAuMCwiQm9yZGVyU3R5bGUiOnsiJGlkIjoiNjA4IiwiTGluZUNvbG9yIjpudWxsLCJMaW5lV2VpZ2h0IjowLjAsIkxpbmVUeXBlIjowLCJQYXJlbnRTdHlsZSI6bnVsbH0sIlBhcmVudFN0eWxlIjpudWxsfX0seyIkaWQiOiI2MDkiLCJfYWN0aXZpdGllcyI6W3siJGlkIjoiNjEwIiwiX3Jvd3MiOlt7IiRpZCI6IjYxMSIsIl90YXNrcyI6W3siJGlkIjoiNjEyIiwiX2F0dGFjaGVkTWlsZXN0b25lcyI6W10sIlRhc2tEZWZpbml0aW9uIjp7IiRpZCI6IjYxMyIsIkdyb3VwTmFtZSI6IjllMzI4YTQ3LTgyMTAtNDI1NS1hZjg2LTQ1NWMwOTY2NmFlNSIsIlN0YXJ0RGF0ZSI6IjIwMTktMDQtMDFUMDA6MDA6MDAiLCJFbmREYXRlIjoiMjAxOS0wNS0xM1QxMTo1OTowMCIsIlBlcmNlbnRhZ2VDb21wbGV0ZSI6bnVsbCwiU3R5bGUiOnsiJGlkIjoiNjE0IiwiU2hhcGUiOjMsIlNoYXBlVGhpY2tuZXNzIjowLCJEdXJhdGlvbkZvcm1hdCI6MCwiSW5jbHVkZU5vbldvcmtpbmdEYXlzSW5EdXJhdGlvbiI6ZmFsc2UsIlBlcmNlbnRhZ2VDb21wbGV0ZVN0eWxlIjp7IiRpZCI6IjYxNSIsIkZvbnRTZXR0aW5ncyI6eyIkaWQiOiI2MTY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E3IiwiVG9wIjowLjAsIkxlZnQiOjAuMCwiUmlnaHQiOjAuMCwiQm90dG9tIjowLjB9LCJQYWRkaW5nIjp7IiRpZCI6IjYxOCIsIlRvcCI6MC4wLCJMZWZ0IjowLjAsIlJpZ2h0IjowLjAsIkJvdHRvbSI6MC4wfSwiQmFja2dyb3VuZCI6eyIkcmVmIjoiMTQifSwiSXNWaXNpYmxlIjp0cnVlLCJXaWR0aCI6MC4wLCJIZWlnaHQiOjAuMCwiQm9yZGVyU3R5bGUiOnsiJGlkIjoiNjE5IiwiTGluZUNvbG9yIjpudWxsLCJMaW5lV2VpZ2h0IjowLjAsIkxpbmVUeXBlIjowLCJQYXJlbnRTdHlsZSI6bnVsbH0sIlBhcmVudFN0eWxlIjpudWxsfSwiRHVyYXRpb25TdHlsZSI6eyIkaWQiOiI2MjAiLCJGb250U2V0dGluZ3MiOnsiJGlkIjoiNjIxIiwiRm9udFNpemUiOjEwLCJGb250TmFtZSI6IkNhbGlicmkiLCJJc0JvbGQiOmZhbHNlLCJJc0l0YWxpYyI6ZmFsc2UsIklzVW5kZXJsaW5lZCI6ZmFsc2UsIlBhcmVudFN0eWxlIjpudWxsfSwiQXV0b1NpemUiOjAsIkZvcmVncm91bmQiOnsiJGlkIjoiNjIyIiwiQ29sb3IiOnsiJHJlZiI6IjIwIn19LCJNYXhXaWR0aCI6MjAwLjAsIk1heEhlaWdodCI6IkluZmluaXR5IiwiU21hcnRGb3JlZ3JvdW5kSXNBY3RpdmUiOmZhbHNlLCJIb3Jpem9udGFsQWxpZ25tZW50IjowLCJWZXJ0aWNhbEFsaWdubWVudCI6MCwiU21hcnRGb3JlZ3JvdW5kIjpudWxsLCJCYWNrZ3JvdW5kRmlsbFR5cGUiOjAsIk1hcmdpbiI6eyIkaWQiOiI2MjMiLCJUb3AiOjAuMCwiTGVmdCI6MC4wLCJSaWdodCI6MC4wLCJCb3R0b20iOjAuMH0sIlBhZGRpbmciOnsiJGlkIjoiNjI0IiwiVG9wIjowLjAsIkxlZnQiOjAuMCwiUmlnaHQiOjAuMCwiQm90dG9tIjowLjB9LCJCYWNrZ3JvdW5kIjp7IiRyZWYiOiIyMyJ9LCJJc1Zpc2libGUiOnRydWUsIldpZHRoIjowLjAsIkhlaWdodCI6MC4wLCJCb3JkZXJTdHlsZSI6eyIkaWQiOiI2MjUiLCJMaW5lQ29sb3IiOm51bGwsIkxpbmVXZWlnaHQiOjAuMCwiTGluZVR5cGUiOjAsIlBhcmVudFN0eWxlIjpudWxsfSwiUGFyZW50U3R5bGUiOm51bGx9LCJIb3Jpem9udGFsQ29ubmVjdG9yU3R5bGUiOnsiJGlkIjoiNjI2IiwiTGluZUNvbG9yIjp7IiRyZWYiOiIyNiJ9LCJMaW5lV2VpZ2h0IjoxLjAsIkxpbmVUeXBlIjowLCJQYXJlbnRTdHlsZSI6bnVsbH0sIlZlcnRpY2FsQ29ubmVjdG9yU3R5bGUiOnsiJGlkIjoiNjI3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YyOCIsIk1hcmdpbiI6eyIkaWQiOiI2MjkiLCJUb3AiOjAuMCwiTGVmdCI6NC4wLCJSaWdodCI6NC4wLCJCb3R0b20iOjAuMH0sIlBhZGRpbmciOnsiJGlkIjoiNjMwIiwiVG9wIjowLjAsIkxlZnQiOjAuMCwiUmlnaHQiOjAuMCwiQm90dG9tIjowLjB9LCJCYWNrZ3JvdW5kIjp7IiRpZCI6IjYzMSIsIkNvbG9yIjp7IiRpZCI6IjYzMiIsIkEiOjI1NSwiUiI6MTE2LCJHIjoxNzMsIkIiOjczfX0sIklzVmlzaWJsZSI6dHJ1ZSwiV2lkdGgiOjAuMCwiSGVpZ2h0IjoxMy40MjY2NjY2NjY2NjY2NzcsIkJvcmRlclN0eWxlIjp7IiRpZCI6IjYzMyIsIkxpbmVDb2xvciI6eyIkcmVmIjoiMzcifSwiTGluZVdlaWdodCI6MC4wLCJMaW5lVHlwZSI6MCwiUGFyZW50U3R5bGUiOm51bGx9LCJQYXJlbnRTdHlsZSI6bnVsbH0sIlRpdGxlU3R5bGUiOnsiJGlkIjoiNjM0IiwiRm9udFNldHRpbmdzIjp7IiRpZCI6IjYzNSIsIkZvbnRTaXplIjoxMSwiRm9udE5hbWUiOiJDYWxpYnJpIiwiSXNCb2xkIjpmYWxzZSwiSXNJdGFsaWMiOmZhbHNlLCJJc1VuZGVybGluZWQiOmZhbHNlLCJQYXJlbnRTdHlsZSI6bnVsbH0sIkF1dG9TaXplIjowLCJGb3JlZ3JvdW5kIjp7IiRpZCI6IjYzNiIsIkNvbG9yIjp7IiRpZCI6IjYzNy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2MzgiLCJUb3AiOjAuMCwiTGVmdCI6MC4wLCJSaWdodCI6MC4wLCJCb3R0b20iOjAuMH0sIlBhZGRpbmciOnsiJGlkIjoiNjM5IiwiVG9wIjowLjAsIkxlZnQiOjAuMCwiUmlnaHQiOjAuMCwiQm90dG9tIjowLjB9LCJCYWNrZ3JvdW5kIjp7IiRyZWYiOiI0NSJ9LCJJc1Zpc2libGUiOnRydWUsIldpZHRoIjowLjAsIkhlaWdodCI6MC4wLCJCb3JkZXJTdHlsZSI6eyIkaWQiOiI2NDAiLCJMaW5lQ29sb3IiOm51bGwsIkxpbmVXZWlnaHQiOjAuMCwiTGluZVR5cGUiOjAsIlBhcmVudFN0eWxlIjpudWxsfSwiUGFyZW50U3R5bGUiOm51bGx9LCJEYXRlU3R5bGUiOnsiJGlkIjoiNjQxIiwiRm9udFNldHRpbmdzIjp7IiRpZCI6IjY0MiIsIkZvbnRTaXplIjoxMCwiRm9udE5hbWUiOiJDYWxpYnJpIiwiSXNCb2xkIjpmYWxzZSwiSXNJdGFsaWMiOmZhbHNlLCJJc1VuZGVybGluZWQiOmZhbHNlLCJQYXJlbnRTdHlsZSI6bnVsbH0sIkF1dG9TaXplIjowLCJGb3JlZ3JvdW5kIjp7IiRpZCI6IjY0MyIsIkNvbG9yIjp7IiRpZCI6IjY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jQ1IiwiVG9wIjowLjAsIkxlZnQiOjAuMCwiUmlnaHQiOjAuMCwiQm90dG9tIjowLjB9LCJQYWRkaW5nIjp7IiRpZCI6IjY0NiIsIlRvcCI6MC4wLCJMZWZ0IjowLjAsIlJpZ2h0IjowLjAsIkJvdHRvbSI6MC4wfSwiQmFja2dyb3VuZCI6eyIkcmVmIjoiNTMifSwiSXNWaXNpYmxlIjp0cnVlLCJXaWR0aCI6MC4wLCJIZWlnaHQiOjAuMCwiQm9yZGVyU3R5bGUiOnsiJGlkIjoiNjQ3IiwiTGluZUNvbG9yIjpudWxsLCJMaW5lV2VpZ2h0IjowLjAsIkxpbmVUeXBlIjowLCJQYXJlbnRTdHlsZSI6bnVsbH0sIlBhcmVudFN0eWxlIjpudWxsfSwiRGF0ZUZvcm1hdCI6eyIkaWQiOiI2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Q5IiwiRm9ybWF0IjowLCJJc1Zpc2libGUiOmZhbHNlLCJMYXN0S25vd25WaXNpYmlsaXR5U3RhdGUiOmZhbHNlfSwiSXNWaXNpYmxlIjp0cnVlLCJQYXJlbnRTdHlsZSI6bnVsbH0sIkluZGV4IjoyNSwiU21hcnREdXJhdGlvbkFjdGl2YXRlZCI6ZmFsc2UsIkRhdGVGb3JtYXQiOnsiJHJlZiI6IjY0OCJ9LCJXZWVrTnVtYmVyaW5nIjp7IiRpZCI6IjY1MCIsIkZvcm1hdCI6MCwiSXNWaXNpYmxlIjpmYWxzZSwiTGFzdEtub3duVmlzaWJpbGl0eVN0YXRlIjpmYWxzZX0sIklkIjoiNDdjYmU4OWMtZGY1NS00MTk5LTlhZTAtZDNhYzUyNjE5NGY2IiwiSW1wb3J0SWQiOm51bGwsIlRpdGxlIjoiQWxwaGEgQnVpbGQiLCJOb3RlIjpudWxsLCJIeXBlcmxpbmsiOnsiJGlkIjoiNjUxIiwiQWRkcmVzcyI6IiIsIlN1YkFkZHJlc3MiOiIifSwiSXNDaGFuZ2VkIjpmYWxzZSwiSXNOZXciOmZhbHNlfX0seyIkaWQiOiI2NTIiLCJfYXR0YWNoZWRNaWxlc3RvbmVzIjpbXSwiVGFza0RlZmluaXRpb24iOnsiJGlkIjoiNjUzIiwiR3JvdXBOYW1lIjoiOWUzMjhhNDctODIxMC00MjU1LWFmODYtNDU1YzA5NjY2YWU1IiwiU3RhcnREYXRlIjoiMjAxOS0wMy0wMVQwMDowMDowMCIsIkVuZERhdGUiOiIyMDE5LTA0LTAxVDExOjU5OjAwIiwiUGVyY2VudGFnZUNvbXBsZXRlIjpudWxsLCJTdHlsZSI6eyIkaWQiOiI2NTQiLCJTaGFwZSI6MSwiU2hhcGVUaGlja25lc3MiOjAsIkR1cmF0aW9uRm9ybWF0IjowLCJJbmNsdWRlTm9uV29ya2luZ0RheXNJbkR1cmF0aW9uIjpmYWxzZSwiUGVyY2VudGFnZUNvbXBsZXRlU3R5bGUiOnsiJGlkIjoiNjU1IiwiRm9udFNldHRpbmdzIjp7IiRpZCI6IjY1Ni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2NTciLCJUb3AiOjAuMCwiTGVmdCI6MC4wLCJSaWdodCI6MC4wLCJCb3R0b20iOjAuMH0sIlBhZGRpbmciOnsiJGlkIjoiNjU4IiwiVG9wIjowLjAsIkxlZnQiOjAuMCwiUmlnaHQiOjAuMCwiQm90dG9tIjowLjB9LCJCYWNrZ3JvdW5kIjp7IiRyZWYiOiIxNCJ9LCJJc1Zpc2libGUiOnRydWUsIldpZHRoIjowLjAsIkhlaWdodCI6MC4wLCJCb3JkZXJTdHlsZSI6eyIkaWQiOiI2NTkiLCJMaW5lQ29sb3IiOm51bGwsIkxpbmVXZWlnaHQiOjAuMCwiTGluZVR5cGUiOjAsIlBhcmVudFN0eWxlIjpudWxsfSwiUGFyZW50U3R5bGUiOm51bGx9LCJEdXJhdGlvblN0eWxlIjp7IiRpZCI6IjY2MCIsIkZvbnRTZXR0aW5ncyI6eyIkaWQiOiI2NjEiLCJGb250U2l6ZSI6MTAsIkZvbnROYW1lIjoiQ2FsaWJyaSIsIklzQm9sZCI6ZmFsc2UsIklzSXRhbGljIjpmYWxzZSwiSXNVbmRlcmxpbmVkIjpmYWxzZSwiUGFyZW50U3R5bGUiOm51bGx9LCJBdXRvU2l6ZSI6MCwiRm9yZWdyb3VuZCI6eyIkaWQiOiI2NjIiLCJDb2xvciI6eyIkcmVmIjoiMjAifX0sIk1heFdpZHRoIjoyMDAuMCwiTWF4SGVpZ2h0IjoiSW5maW5pdHkiLCJTbWFydEZvcmVncm91bmRJc0FjdGl2ZSI6ZmFsc2UsIkhvcml6b250YWxBbGlnbm1lbnQiOjAsIlZlcnRpY2FsQWxpZ25tZW50IjowLCJTbWFydEZvcmVncm91bmQiOm51bGwsIkJhY2tncm91bmRGaWxsVHlwZSI6MCwiTWFyZ2luIjp7IiRpZCI6IjY2MyIsIlRvcCI6MC4wLCJMZWZ0IjowLjAsIlJpZ2h0IjowLjAsIkJvdHRvbSI6MC4wfSwiUGFkZGluZyI6eyIkaWQiOiI2NjQiLCJUb3AiOjAuMCwiTGVmdCI6MC4wLCJSaWdodCI6MC4wLCJCb3R0b20iOjAuMH0sIkJhY2tncm91bmQiOnsiJHJlZiI6IjIzIn0sIklzVmlzaWJsZSI6dHJ1ZSwiV2lkdGgiOjAuMCwiSGVpZ2h0IjowLjAsIkJvcmRlclN0eWxlIjp7IiRpZCI6IjY2NSIsIkxpbmVDb2xvciI6bnVsbCwiTGluZVdlaWdodCI6MC4wLCJMaW5lVHlwZSI6MCwiUGFyZW50U3R5bGUiOm51bGx9LCJQYXJlbnRTdHlsZSI6bnVsbH0sIkhvcml6b250YWxDb25uZWN0b3JTdHlsZSI6eyIkaWQiOiI2NjYiLCJMaW5lQ29sb3IiOnsiJHJlZiI6IjI2In0sIkxpbmVXZWlnaHQiOjEuMCwiTGluZVR5cGUiOjAsIlBhcmVudFN0eWxlIjpudWxsfSwiVmVydGljYWxDb25uZWN0b3JTdHlsZSI6eyIkaWQiOiI2Njc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jY4IiwiTWFyZ2luIjp7IiRpZCI6IjY2OSIsIlRvcCI6MC4wLCJMZWZ0Ijo0LjAsIlJpZ2h0Ijo0LjAsIkJvdHRvbSI6MC4wfSwiUGFkZGluZyI6eyIkaWQiOiI2NzAiLCJUb3AiOjAuMCwiTGVmdCI6MC4wLCJSaWdodCI6MC4wLCJCb3R0b20iOjAuMH0sIkJhY2tncm91bmQiOnsiJGlkIjoiNjcxIiwiQ29sb3IiOnsiJGlkIjoiNjcyIiwiQSI6MjU1LCJSIjoxMTYsIkciOjE3MywiQiI6NzN9fSwiSXNWaXNpYmxlIjp0cnVlLCJXaWR0aCI6MC4wLCJIZWlnaHQiOjEzLjQyNjY2NjY2NjY2NjY3NywiQm9yZGVyU3R5bGUiOnsiJGlkIjoiNjczIiwiTGluZUNvbG9yIjp7IiRyZWYiOiIzNyJ9LCJMaW5lV2VpZ2h0IjowLjAsIkxpbmVUeXBlIjowLCJQYXJlbnRTdHlsZSI6bnVsbH0sIlBhcmVudFN0eWxlIjpudWxsfSwiVGl0bGVTdHlsZSI6eyIkaWQiOiI2NzQiLCJGb250U2V0dGluZ3MiOnsiJGlkIjoiNjc1IiwiRm9udFNpemUiOjExLCJGb250TmFtZSI6IkNhbGlicmkiLCJJc0JvbGQiOmZhbHNlLCJJc0l0YWxpYyI6ZmFsc2UsIklzVW5kZXJsaW5lZCI6ZmFsc2UsIlBhcmVudFN0eWxlIjpudWxsfSwiQXV0b1NpemUiOjAsIkZvcmVncm91bmQiOnsiJGlkIjoiNjc2IiwiQ29sb3IiOnsiJGlkIjoiNjc3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Y3OCIsIlRvcCI6MC4wLCJMZWZ0IjowLjAsIlJpZ2h0IjowLjAsIkJvdHRvbSI6MC4wfSwiUGFkZGluZyI6eyIkaWQiOiI2NzkiLCJUb3AiOjAuMCwiTGVmdCI6MC4wLCJSaWdodCI6MC4wLCJCb3R0b20iOjAuMH0sIkJhY2tncm91bmQiOnsiJHJlZiI6IjQ1In0sIklzVmlzaWJsZSI6dHJ1ZSwiV2lkdGgiOjAuMCwiSGVpZ2h0IjowLjAsIkJvcmRlclN0eWxlIjp7IiRpZCI6IjY4MCIsIkxpbmVDb2xvciI6bnVsbCwiTGluZVdlaWdodCI6MC4wLCJMaW5lVHlwZSI6MCwiUGFyZW50U3R5bGUiOm51bGx9LCJQYXJlbnRTdHlsZSI6bnVsbH0sIkRhdGVTdHlsZSI6eyIkaWQiOiI2ODEiLCJGb250U2V0dGluZ3MiOnsiJGlkIjoiNjgyIiwiRm9udFNpemUiOjEwLCJGb250TmFtZSI6IkNhbGlicmkiLCJJc0JvbGQiOmZhbHNlLCJJc0l0YWxpYyI6ZmFsc2UsIklzVW5kZXJsaW5lZCI6ZmFsc2UsIlBhcmVudFN0eWxlIjpudWxsfSwiQXV0b1NpemUiOjAsIkZvcmVncm91bmQiOnsiJGlkIjoiNjgzIiwiQ29sb3IiOnsiJGlkIjoiNj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ODUiLCJUb3AiOjAuMCwiTGVmdCI6MC4wLCJSaWdodCI6MC4wLCJCb3R0b20iOjAuMH0sIlBhZGRpbmciOnsiJGlkIjoiNjg2IiwiVG9wIjowLjAsIkxlZnQiOjAuMCwiUmlnaHQiOjAuMCwiQm90dG9tIjowLjB9LCJCYWNrZ3JvdW5kIjp7IiRyZWYiOiI1MyJ9LCJJc1Zpc2libGUiOnRydWUsIldpZHRoIjowLjAsIkhlaWdodCI6MC4wLCJCb3JkZXJTdHlsZSI6eyIkaWQiOiI2ODciLCJMaW5lQ29sb3IiOm51bGwsIkxpbmVXZWlnaHQiOjAuMCwiTGluZVR5cGUiOjAsIlBhcmVudFN0eWxlIjpudWxsfSwiUGFyZW50U3R5bGUiOm51bGx9LCJEYXRlRm9ybWF0Ijp7IiRpZCI6IjY4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ODkiLCJGb3JtYXQiOjAsIklzVmlzaWJsZSI6ZmFsc2UsIkxhc3RLbm93blZpc2liaWxpdHlTdGF0ZSI6ZmFsc2V9LCJJc1Zpc2libGUiOnRydWUsIlBhcmVudFN0eWxlIjpudWxsfSwiSW5kZXgiOjI2LCJTbWFydER1cmF0aW9uQWN0aXZhdGVkIjpmYWxzZSwiRGF0ZUZvcm1hdCI6eyIkcmVmIjoiNjg4In0sIldlZWtOdW1iZXJpbmciOnsiJGlkIjoiNjkwIiwiRm9ybWF0IjowLCJJc1Zpc2libGUiOmZhbHNlLCJMYXN0S25vd25WaXNpYmlsaXR5U3RhdGUiOmZhbHNlfSwiSWQiOiJjZjI1ZTdjYS1lYjkzLTRiNzUtYjFlZi1kMmRiNzE5MDVhZDUiLCJJbXBvcnRJZCI6bnVsbCwiVGl0bGUiOiJQcm90b3R5cGUiLCJOb3RlIjpudWxsLCJIeXBlcmxpbmsiOnsiJGlkIjoiNjkxIiwiQWRkcmVzcyI6IiIsIlN1YkFkZHJlc3MiOiIifSwiSXNDaGFuZ2VkIjpmYWxzZSwiSXNOZXciOmZhbHNlfX1dLCJfbWlsZXN0b25lcyI6W10sIklkIjoiOWUzMjhhNDctODIxMC00MjU1LWFmODYtNDU1YzA5NjY2YWU1IiwiSXNTaW5nbGVJdGVtUm93IjpmYWxzZX0seyIkaWQiOiI2OTIiLCJfdGFza3MiOlt7IiRpZCI6IjY5MyIsIl9hdHRhY2hlZE1pbGVzdG9uZXMiOltdLCJUYXNrRGVmaW5pdGlvbiI6eyIkaWQiOiI2OTQiLCJHcm91cE5hbWUiOm51bGwsIlN0YXJ0RGF0ZSI6IjIwMTktMDQtMDFUMDA6MDA6MDAiLCJFbmREYXRlIjoiMjAxOS0xMC0yMVQxMTo1OTowMCIsIlBlcmNlbnRhZ2VDb21wbGV0ZSI6bnVsbCwiU3R5bGUiOnsiJGlkIjoiNjk1IiwiU2hhcGUiOjYsIlNoYXBlVGhpY2tuZXNzIjoxLCJEdXJhdGlvbkZvcm1hdCI6MCwiSW5jbHVkZU5vbldvcmtpbmdEYXlzSW5EdXJhdGlvbiI6ZmFsc2UsIlBlcmNlbnRhZ2VDb21wbGV0ZVN0eWxlIjp7IiRpZCI6IjY5NiIsIkZvbnRTZXR0aW5ncyI6eyIkaWQiOiI2OTc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k4IiwiVG9wIjowLjAsIkxlZnQiOjAuMCwiUmlnaHQiOjAuMCwiQm90dG9tIjowLjB9LCJQYWRkaW5nIjp7IiRpZCI6IjY5OSIsIlRvcCI6MC4wLCJMZWZ0IjowLjAsIlJpZ2h0IjowLjAsIkJvdHRvbSI6MC4wfSwiQmFja2dyb3VuZCI6eyIkcmVmIjoiMTQifSwiSXNWaXNpYmxlIjp0cnVlLCJXaWR0aCI6MC4wLCJIZWlnaHQiOjAuMCwiQm9yZGVyU3R5bGUiOnsiJGlkIjoiNzAwIiwiTGluZUNvbG9yIjpudWxsLCJMaW5lV2VpZ2h0IjowLjAsIkxpbmVUeXBlIjowLCJQYXJlbnRTdHlsZSI6bnVsbH0sIlBhcmVudFN0eWxlIjpudWxsfSwiRHVyYXRpb25TdHlsZSI6eyIkaWQiOiI3MDEiLCJGb250U2V0dGluZ3MiOnsiJGlkIjoiNzAyIiwiRm9udFNpemUiOjEwLCJGb250TmFtZSI6IkNhbGlicmkiLCJJc0JvbGQiOmZhbHNlLCJJc0l0YWxpYyI6ZmFsc2UsIklzVW5kZXJsaW5lZCI6ZmFsc2UsIlBhcmVudFN0eWxlIjpudWxsfSwiQXV0b1NpemUiOjAsIkZvcmVncm91bmQiOnsiJGlkIjoiNzAzIiwiQ29sb3IiOnsiJHJlZiI6IjIwIn19LCJNYXhXaWR0aCI6MjAwLjAsIk1heEhlaWdodCI6IkluZmluaXR5IiwiU21hcnRGb3JlZ3JvdW5kSXNBY3RpdmUiOmZhbHNlLCJIb3Jpem9udGFsQWxpZ25tZW50IjowLCJWZXJ0aWNhbEFsaWdubWVudCI6MCwiU21hcnRGb3JlZ3JvdW5kIjpudWxsLCJCYWNrZ3JvdW5kRmlsbFR5cGUiOjAsIk1hcmdpbiI6eyIkaWQiOiI3MDQiLCJUb3AiOjAuMCwiTGVmdCI6MC4wLCJSaWdodCI6MC4wLCJCb3R0b20iOjAuMH0sIlBhZGRpbmciOnsiJGlkIjoiNzA1IiwiVG9wIjowLjAsIkxlZnQiOjAuMCwiUmlnaHQiOjAuMCwiQm90dG9tIjowLjB9LCJCYWNrZ3JvdW5kIjp7IiRyZWYiOiIyMyJ9LCJJc1Zpc2libGUiOnRydWUsIldpZHRoIjowLjAsIkhlaWdodCI6MC4wLCJCb3JkZXJTdHlsZSI6eyIkaWQiOiI3MDYiLCJMaW5lQ29sb3IiOm51bGwsIkxpbmVXZWlnaHQiOjAuMCwiTGluZVR5cGUiOjAsIlBhcmVudFN0eWxlIjpudWxsfSwiUGFyZW50U3R5bGUiOm51bGx9LCJIb3Jpem9udGFsQ29ubmVjdG9yU3R5bGUiOnsiJGlkIjoiNzA3IiwiTGluZUNvbG9yIjp7IiRyZWYiOiIyNiJ9LCJMaW5lV2VpZ2h0IjoxLjAsIkxpbmVUeXBlIjowLCJQYXJlbnRTdHlsZSI6bnVsbH0sIlZlcnRpY2FsQ29ubmVjdG9yU3R5bGUiOnsiJGlkIjoiNzA4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cwOSIsIk1hcmdpbiI6eyIkaWQiOiI3MTAiLCJUb3AiOjAuMCwiTGVmdCI6NC4wLCJSaWdodCI6NC4wLCJCb3R0b20iOjAuMH0sIlBhZGRpbmciOnsiJGlkIjoiNzExIiwiVG9wIjowLjAsIkxlZnQiOjAuMCwiUmlnaHQiOjAuMCwiQm90dG9tIjowLjB9LCJCYWNrZ3JvdW5kIjp7IiRpZCI6IjcxMiIsIkNvbG9yIjp7IiRpZCI6IjcxMyIsIkEiOjI1NSwiUiI6MTE2LCJHIjoxNzMsIkIiOjczfX0sIklzVmlzaWJsZSI6dHJ1ZSwiV2lkdGgiOjAuMCwiSGVpZ2h0IjoxNi4wLCJCb3JkZXJTdHlsZSI6eyIkaWQiOiI3MTQiLCJMaW5lQ29sb3IiOnsiJHJlZiI6IjM3In0sIkxpbmVXZWlnaHQiOjAuMCwiTGluZVR5cGUiOjAsIlBhcmVudFN0eWxlIjpudWxsfSwiUGFyZW50U3R5bGUiOm51bGx9LCJUaXRsZVN0eWxlIjp7IiRpZCI6IjcxNSIsIkZvbnRTZXR0aW5ncyI6eyIkaWQiOiI3MTYiLCJGb250U2l6ZSI6MTEsIkZvbnROYW1lIjoiQ2FsaWJyaSIsIklzQm9sZCI6ZmFsc2UsIklzSXRhbGljIjpmYWxzZSwiSXNVbmRlcmxpbmVkIjpmYWxzZSwiUGFyZW50U3R5bGUiOm51bGx9LCJBdXRvU2l6ZSI6MCwiRm9yZWdyb3VuZCI6eyIkaWQiOiI3MTciLCJDb2xvciI6eyIkaWQiOiI3MTg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zE5IiwiVG9wIjowLjAsIkxlZnQiOjAuMCwiUmlnaHQiOjAuMCwiQm90dG9tIjowLjB9LCJQYWRkaW5nIjp7IiRpZCI6IjcyMCIsIlRvcCI6MC4wLCJMZWZ0IjowLjAsIlJpZ2h0IjowLjAsIkJvdHRvbSI6MC4wfSwiQmFja2dyb3VuZCI6eyIkcmVmIjoiNDUifSwiSXNWaXNpYmxlIjp0cnVlLCJXaWR0aCI6MC4wLCJIZWlnaHQiOjAuMCwiQm9yZGVyU3R5bGUiOnsiJGlkIjoiNzIxIiwiTGluZUNvbG9yIjpudWxsLCJMaW5lV2VpZ2h0IjowLjAsIkxpbmVUeXBlIjowLCJQYXJlbnRTdHlsZSI6bnVsbH0sIlBhcmVudFN0eWxlIjpudWxsfSwiRGF0ZVN0eWxlIjp7IiRpZCI6IjcyMiIsIkZvbnRTZXR0aW5ncyI6eyIkaWQiOiI3MjMiLCJGb250U2l6ZSI6MTAsIkZvbnROYW1lIjoiQ2FsaWJyaSIsIklzQm9sZCI6ZmFsc2UsIklzSXRhbGljIjpmYWxzZSwiSXNVbmRlcmxpbmVkIjpmYWxzZSwiUGFyZW50U3R5bGUiOm51bGx9LCJBdXRvU2l6ZSI6MCwiRm9yZWdyb3VuZCI6eyIkaWQiOiI3MjQiLCJDb2xvciI6eyIkaWQiOiI3Mj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yNiIsIlRvcCI6MC4wLCJMZWZ0IjowLjAsIlJpZ2h0IjowLjAsIkJvdHRvbSI6MC4wfSwiUGFkZGluZyI6eyIkaWQiOiI3MjciLCJUb3AiOjAuMCwiTGVmdCI6MC4wLCJSaWdodCI6MC4wLCJCb3R0b20iOjAuMH0sIkJhY2tncm91bmQiOnsiJHJlZiI6IjUzIn0sIklzVmlzaWJsZSI6dHJ1ZSwiV2lkdGgiOjAuMCwiSGVpZ2h0IjowLjAsIkJvcmRlclN0eWxlIjp7IiRpZCI6IjcyOCIsIkxpbmVDb2xvciI6bnVsbCwiTGluZVdlaWdodCI6MC4wLCJMaW5lVHlwZSI6MCwiUGFyZW50U3R5bGUiOm51bGx9LCJQYXJlbnRTdHlsZSI6bnVsbH0sIkRhdGVGb3JtYXQiOnsiJGlkIjoiNz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zMCIsIkZvcm1hdCI6MCwiSXNWaXNpYmxlIjpmYWxzZSwiTGFzdEtub3duVmlzaWJpbGl0eVN0YXRlIjpmYWxzZX0sIklzVmlzaWJsZSI6dHJ1ZSwiUGFyZW50U3R5bGUiOm51bGx9LCJJbmRleCI6MjcsIlNtYXJ0RHVyYXRpb25BY3RpdmF0ZWQiOmZhbHNlLCJEYXRlRm9ybWF0Ijp7IiRyZWYiOiI3MjkifSwiV2Vla051bWJlcmluZyI6eyIkaWQiOiI3MzEiLCJGb3JtYXQiOjAsIklzVmlzaWJsZSI6ZmFsc2UsIkxhc3RLbm93blZpc2liaWxpdHlTdGF0ZSI6ZmFsc2V9LCJJZCI6IjU0NmRjMzMyLTNkNzQtNDY0YS04ZWY2LWE0ZTZlNTNmMzZlYSIsIkltcG9ydElkIjpudWxsLCJUaXRsZSI6IkRldmVsb3BtZW50IFBoYXNlIEkiLCJOb3RlIjpudWxsLCJIeXBlcmxpbmsiOnsiJGlkIjoiNzMyIiwiQWRkcmVzcyI6IiIsIlN1YkFkZHJlc3MiOiIifSwiSXNDaGFuZ2VkIjpmYWxzZSwiSXNOZXciOmZhbHNlfX1dLCJfbWlsZXN0b25lcyI6W10sIklkIjoiMDAwMDAwMDAtMDAwMC0wMDAwLTAwMDAtMDAwMDAwMDAwMDAwIiwiSXNTaW5nbGVJdGVtUm93Ijp0cnVlfSx7IiRpZCI6IjczMyIsIl90YXNrcyI6W3siJGlkIjoiNzM0IiwiX2F0dGFjaGVkTWlsZXN0b25lcyI6W10sIlRhc2tEZWZpbml0aW9uIjp7IiRpZCI6IjczNSIsIkdyb3VwTmFtZSI6bnVsbCwiU3RhcnREYXRlIjoiMjAxOS0wOC0yMVQwMDowMDowMCIsIkVuZERhdGUiOiIyMDE5LTEwLTIxVDExOjU5OjAwIiwiUGVyY2VudGFnZUNvbXBsZXRlIjpudWxsLCJTdHlsZSI6eyIkaWQiOiI3MzYiLCJTaGFwZSI6NiwiU2hhcGVUaGlja25lc3MiOjEsIkR1cmF0aW9uRm9ybWF0IjowLCJJbmNsdWRlTm9uV29ya2luZ0RheXNJbkR1cmF0aW9uIjpmYWxzZSwiUGVyY2VudGFnZUNvbXBsZXRlU3R5bGUiOnsiJGlkIjoiNzM3IiwiRm9udFNldHRpbmdzIjp7IiRpZCI6Ijcz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3MzkiLCJUb3AiOjAuMCwiTGVmdCI6MC4wLCJSaWdodCI6MC4wLCJCb3R0b20iOjAuMH0sIlBhZGRpbmciOnsiJGlkIjoiNzQwIiwiVG9wIjowLjAsIkxlZnQiOjAuMCwiUmlnaHQiOjAuMCwiQm90dG9tIjowLjB9LCJCYWNrZ3JvdW5kIjp7IiRyZWYiOiIxNCJ9LCJJc1Zpc2libGUiOnRydWUsIldpZHRoIjowLjAsIkhlaWdodCI6MC4wLCJCb3JkZXJTdHlsZSI6eyIkaWQiOiI3NDEiLCJMaW5lQ29sb3IiOm51bGwsIkxpbmVXZWlnaHQiOjAuMCwiTGluZVR5cGUiOjAsIlBhcmVudFN0eWxlIjpudWxsfSwiUGFyZW50U3R5bGUiOm51bGx9LCJEdXJhdGlvblN0eWxlIjp7IiRpZCI6Ijc0MiIsIkZvbnRTZXR0aW5ncyI6eyIkaWQiOiI3NDMiLCJGb250U2l6ZSI6MTAsIkZvbnROYW1lIjoiQ2FsaWJyaSIsIklzQm9sZCI6ZmFsc2UsIklzSXRhbGljIjpmYWxzZSwiSXNVbmRlcmxpbmVkIjpmYWxzZSwiUGFyZW50U3R5bGUiOm51bGx9LCJBdXRvU2l6ZSI6MCwiRm9yZWdyb3VuZCI6eyIkaWQiOiI3NDQiLCJDb2xvciI6eyIkcmVmIjoiMjAifX0sIk1heFdpZHRoIjoyMDAuMCwiTWF4SGVpZ2h0IjoiSW5maW5pdHkiLCJTbWFydEZvcmVncm91bmRJc0FjdGl2ZSI6ZmFsc2UsIkhvcml6b250YWxBbGlnbm1lbnQiOjAsIlZlcnRpY2FsQWxpZ25tZW50IjowLCJTbWFydEZvcmVncm91bmQiOm51bGwsIkJhY2tncm91bmRGaWxsVHlwZSI6MCwiTWFyZ2luIjp7IiRpZCI6Ijc0NSIsIlRvcCI6MC4wLCJMZWZ0IjowLjAsIlJpZ2h0IjowLjAsIkJvdHRvbSI6MC4wfSwiUGFkZGluZyI6eyIkaWQiOiI3NDYiLCJUb3AiOjAuMCwiTGVmdCI6MC4wLCJSaWdodCI6MC4wLCJCb3R0b20iOjAuMH0sIkJhY2tncm91bmQiOnsiJHJlZiI6IjIzIn0sIklzVmlzaWJsZSI6dHJ1ZSwiV2lkdGgiOjAuMCwiSGVpZ2h0IjowLjAsIkJvcmRlclN0eWxlIjp7IiRpZCI6Ijc0NyIsIkxpbmVDb2xvciI6bnVsbCwiTGluZVdlaWdodCI6MC4wLCJMaW5lVHlwZSI6MCwiUGFyZW50U3R5bGUiOm51bGx9LCJQYXJlbnRTdHlsZSI6bnVsbH0sIkhvcml6b250YWxDb25uZWN0b3JTdHlsZSI6eyIkaWQiOiI3NDgiLCJMaW5lQ29sb3IiOnsiJHJlZiI6IjI2In0sIkxpbmVXZWlnaHQiOjEuMCwiTGluZVR5cGUiOjAsIlBhcmVudFN0eWxlIjpudWxsfSwiVmVydGljYWxDb25uZWN0b3JTdHlsZSI6eyIkaWQiOiI3ND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zUwIiwiTWFyZ2luIjp7IiRpZCI6Ijc1MSIsIlRvcCI6MC4wLCJMZWZ0Ijo0LjAsIlJpZ2h0Ijo0LjAsIkJvdHRvbSI6MC4wfSwiUGFkZGluZyI6eyIkaWQiOiI3NTIiLCJUb3AiOjAuMCwiTGVmdCI6MC4wLCJSaWdodCI6MC4wLCJCb3R0b20iOjAuMH0sIkJhY2tncm91bmQiOnsiJGlkIjoiNzUzIiwiQ29sb3IiOnsiJGlkIjoiNzU0IiwiQSI6MjU1LCJSIjoxMTYsIkciOjE3MywiQiI6NzN9fSwiSXNWaXNpYmxlIjp0cnVlLCJXaWR0aCI6MC4wLCJIZWlnaHQiOjE2LjAsIkJvcmRlclN0eWxlIjp7IiRpZCI6Ijc1NSIsIkxpbmVDb2xvciI6eyIkcmVmIjoiMzcifSwiTGluZVdlaWdodCI6MC4wLCJMaW5lVHlwZSI6MCwiUGFyZW50U3R5bGUiOm51bGx9LCJQYXJlbnRTdHlsZSI6bnVsbH0sIlRpdGxlU3R5bGUiOnsiJGlkIjoiNzU2IiwiRm9udFNldHRpbmdzIjp7IiRpZCI6Ijc1NyIsIkZvbnRTaXplIjoxMSwiRm9udE5hbWUiOiJDYWxpYnJpIiwiSXNCb2xkIjpmYWxzZSwiSXNJdGFsaWMiOmZhbHNlLCJJc1VuZGVybGluZWQiOmZhbHNlLCJQYXJlbnRTdHlsZSI6bnVsbH0sIkF1dG9TaXplIjowLCJGb3JlZ3JvdW5kIjp7IiRpZCI6Ijc1OCIsIkNvbG9yIjp7IiRpZCI6Ijc1OS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3NjAiLCJUb3AiOjAuMCwiTGVmdCI6MC4wLCJSaWdodCI6MC4wLCJCb3R0b20iOjAuMH0sIlBhZGRpbmciOnsiJGlkIjoiNzYxIiwiVG9wIjowLjAsIkxlZnQiOjAuMCwiUmlnaHQiOjAuMCwiQm90dG9tIjowLjB9LCJCYWNrZ3JvdW5kIjp7IiRyZWYiOiI0NSJ9LCJJc1Zpc2libGUiOnRydWUsIldpZHRoIjowLjAsIkhlaWdodCI6MC4wLCJCb3JkZXJTdHlsZSI6eyIkaWQiOiI3NjIiLCJMaW5lQ29sb3IiOm51bGwsIkxpbmVXZWlnaHQiOjAuMCwiTGluZVR5cGUiOjAsIlBhcmVudFN0eWxlIjpudWxsfSwiUGFyZW50U3R5bGUiOm51bGx9LCJEYXRlU3R5bGUiOnsiJGlkIjoiNzYzIiwiRm9udFNldHRpbmdzIjp7IiRpZCI6Ijc2NCIsIkZvbnRTaXplIjoxMCwiRm9udE5hbWUiOiJDYWxpYnJpIiwiSXNCb2xkIjpmYWxzZSwiSXNJdGFsaWMiOmZhbHNlLCJJc1VuZGVybGluZWQiOmZhbHNlLCJQYXJlbnRTdHlsZSI6bnVsbH0sIkF1dG9TaXplIjowLCJGb3JlZ3JvdW5kIjp7IiRpZCI6Ijc2NSIsIkNvbG9yIjp7IiRpZCI6Ijc2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Y3IiwiVG9wIjowLjAsIkxlZnQiOjAuMCwiUmlnaHQiOjAuMCwiQm90dG9tIjowLjB9LCJQYWRkaW5nIjp7IiRpZCI6Ijc2OCIsIlRvcCI6MC4wLCJMZWZ0IjowLjAsIlJpZ2h0IjowLjAsIkJvdHRvbSI6MC4wfSwiQmFja2dyb3VuZCI6eyIkcmVmIjoiNTMifSwiSXNWaXNpYmxlIjp0cnVlLCJXaWR0aCI6MC4wLCJIZWlnaHQiOjAuMCwiQm9yZGVyU3R5bGUiOnsiJGlkIjoiNzY5IiwiTGluZUNvbG9yIjpudWxsLCJMaW5lV2VpZ2h0IjowLjAsIkxpbmVUeXBlIjowLCJQYXJlbnRTdHlsZSI6bnVsbH0sIlBhcmVudFN0eWxlIjpudWxsfSwiRGF0ZUZvcm1hdCI6eyIkaWQiOiI3Nz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cxIiwiRm9ybWF0IjowLCJJc1Zpc2libGUiOmZhbHNlLCJMYXN0S25vd25WaXNpYmlsaXR5U3RhdGUiOmZhbHNlfSwiSXNWaXNpYmxlIjp0cnVlLCJQYXJlbnRTdHlsZSI6bnVsbH0sIkluZGV4IjoyOCwiU21hcnREdXJhdGlvbkFjdGl2YXRlZCI6ZmFsc2UsIkRhdGVGb3JtYXQiOnsiJHJlZiI6Ijc3MCJ9LCJXZWVrTnVtYmVyaW5nIjp7IiRpZCI6Ijc3MiIsIkZvcm1hdCI6MCwiSXNWaXNpYmxlIjpmYWxzZSwiTGFzdEtub3duVmlzaWJpbGl0eVN0YXRlIjpmYWxzZX0sIklkIjoiN2Q5NjA5NjktZGRmYy00ZGZlLWE4MzEtNzIzMTQ5YzE4NDJlIiwiSW1wb3J0SWQiOm51bGwsIlRpdGxlIjoiRGV2ZWxvcG1lbnQgUGhhc2UgSUkiLCJOb3RlIjpudWxsLCJIeXBlcmxpbmsiOnsiJGlkIjoiNzczIiwiQWRkcmVzcyI6IiIsIlN1YkFkZHJlc3MiOiIifSwiSXNDaGFuZ2VkIjpmYWxzZSwiSXNOZXciOmZhbHNlfX1dLCJfbWlsZXN0b25lcyI6W10sIklkIjoiMDAwMDAwMDAtMDAwMC0wMDAwLTAwMDAtMDAwMDAwMDAwMDAwIiwiSXNTaW5nbGVJdGVtUm93Ijp0cnVlfSx7IiRpZCI6Ijc3NCIsIl90YXNrcyI6W10sIl9taWxlc3RvbmVzIjpbeyIkaWQiOiI3NzUiLCJJZCI6IjI2YzU2OWMwLTFlNmEtNDdiOC1iOWJiLTYyMTkwNjhkYzA4ZSIsIkluZGV4IjoyOSwiR3JvdXBJZCI6ImI5Y2NmYTVmLTdjOWQtNDUzMy1iODk5LTM1MjliMTIzY2QyZiIsIlRpdGxlIjoiUlRXIERlcGxveW1lbnQiLCJEYXRlVGltZSI6IjIwMTktMTAtMTlUMTE6NTk6MDAiLCJQZXJjZW50YWdlQ29tcGxldGUiOm51bGwsIk5vdGUiOm51bGwsIlN0eWxlIjp7IiRpZCI6Ijc3NiIsIlRpdGxlUG9zaXRpb24iOiJSaWdodCIsIkRhdGVQb3NpdGlvbiI6IkxlZnQiLCJTaGFwZVR5cGUiOjEsIlNoYXBlU2l6ZSI6MCwiU2hhcGVTdHlsZSI6eyIkaWQiOiI3NzciLCJNYXJnaW4iOnsiJHJlZiI6IjI3NiJ9LCJQYWRkaW5nIjp7IiRyZWYiOiIyNzcifSwiQmFja2dyb3VuZCI6eyIkaWQiOiI3NzgiLCJDb2xvciI6eyIkaWQiOiI3NzkiLCJBIjoyNTUsIlIiOjU3LCJHIjoxMTQsIkIiOjE4fX0sIklzVmlzaWJsZSI6dHJ1ZSwiV2lkdGgiOjEyLjAsIkhlaWdodCI6MTQuMCwiQm9yZGVyU3R5bGUiOnsiJGlkIjoiNzgwIiwiTGluZUNvbG9yIjp7IiRyZWYiOiIyODEifSwiTGluZVdlaWdodCI6MC4wLCJMaW5lVHlwZSI6MCwiUGFyZW50U3R5bGUiOm51bGx9LCJQYXJlbnRTdHlsZSI6bnVsbH0sIlRpdGxlU3R5bGUiOnsiJGlkIjoiNzgxIiwiRm9udFNldHRpbmdzIjp7IiRpZCI6Ijc4MiIsIkZvbnRTaXplIjoxMSwiRm9udE5hbWUiOiJDYWxpYnJpIiwiSXNCb2xkIjp0cnVlLCJJc0l0YWxpYyI6ZmFsc2UsIklzVW5kZXJsaW5lZCI6ZmFsc2UsIlBhcmVudFN0eWxlIjpudWxsfSwiQXV0b1NpemUiOjAsIkZvcmVncm91bmQiOnsiJGlkIjoiNzgzIiwiQ29sb3IiOnsiJGlkIjoiNzg0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zg1IiwiRm9udFNldHRpbmdzIjp7IiRpZCI6Ijc4NiIsIkZvbnRTaXplIjoxMCwiRm9udE5hbWUiOiJDYWxpYnJpIiwiSXNCb2xkIjpmYWxzZSwiSXNJdGFsaWMiOmZhbHNlLCJJc1VuZGVybGluZWQiOmZhbHNlLCJQYXJlbnRTdHlsZSI6bnVsbH0sIkF1dG9TaXplIjowLCJGb3JlZ3JvdW5kIjp7IiRpZCI6Ijc4NyIsIkNvbG9yIjp7IiRpZCI6Ijc4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c4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TAiLCJGb3JtYXQiOjAsIklzVmlzaWJsZSI6ZmFsc2UsIkxhc3RLbm93blZpc2liaWxpdHlTdGF0ZSI6ZmFsc2V9LCJJc1Zpc2libGUiOnRydWUsIlBhcmVudFN0eWxlIjpudWxsfSwiSHlwZXJsaW5rIjp7IiRpZCI6Ijc5MSIsIkFkZHJlc3MiOiIiLCJTdWJBZGRyZXNzIjoiIn0sIkltcG9ydElkIjoiIn0seyIkaWQiOiI3OTIiLCJJZCI6IjJiNjg4MGYxLTQ5YzYtNDIxNC1iNjEyLTllYzhkZGY1MzQzZSIsIkluZGV4IjozMCwiR3JvdXBJZCI6ImI5Y2NmYTVmLTdjOWQtNDUzMy1iODk5LTM1MjliMTIzY2QyZiIsIlRpdGxlIjoiUkMgUGlsb3QgRGVwbG95bWVudCIsIkRhdGVUaW1lIjoiMjAxOS0wOC0yNFQxMTo1OTowMCIsIlBlcmNlbnRhZ2VDb21wbGV0ZSI6bnVsbCwiTm90ZSI6bnVsbCwiU3R5bGUiOnsiJGlkIjoiNzkzIiwiVGl0bGVQb3NpdGlvbiI6IlJpZ2h0IiwiRGF0ZVBvc2l0aW9uIjoiTGVmdCIsIlNoYXBlVHlwZSI6MSwiU2hhcGVTaXplIjowLCJTaGFwZVN0eWxlIjp7IiRpZCI6Ijc5NCIsIk1hcmdpbiI6eyIkcmVmIjoiMjc2In0sIlBhZGRpbmciOnsiJHJlZiI6IjI3NyJ9LCJCYWNrZ3JvdW5kIjp7IiRpZCI6Ijc5NSIsIkNvbG9yIjp7IiRpZCI6Ijc5NiIsIkEiOjI1NSwiUiI6NTcsIkciOjExNCwiQiI6MTh9fSwiSXNWaXNpYmxlIjp0cnVlLCJXaWR0aCI6MTIuMCwiSGVpZ2h0IjoxNC4wLCJCb3JkZXJTdHlsZSI6eyIkaWQiOiI3OTciLCJMaW5lQ29sb3IiOnsiJHJlZiI6IjI4MSJ9LCJMaW5lV2VpZ2h0IjowLjAsIkxpbmVUeXBlIjowLCJQYXJlbnRTdHlsZSI6bnVsbH0sIlBhcmVudFN0eWxlIjpudWxsfSwiVGl0bGVTdHlsZSI6eyIkaWQiOiI3OTgiLCJGb250U2V0dGluZ3MiOnsiJGlkIjoiNzk5IiwiRm9udFNpemUiOjExLCJGb250TmFtZSI6IkNhbGlicmkiLCJJc0JvbGQiOnRydWUsIklzSXRhbGljIjpmYWxzZSwiSXNVbmRlcmxpbmVkIjpmYWxzZSwiUGFyZW50U3R5bGUiOm51bGx9LCJBdXRvU2l6ZSI6MCwiRm9yZWdyb3VuZCI6eyIkaWQiOiI4MDAiLCJDb2xvciI6eyIkaWQiOiI4MDE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4MDIiLCJGb250U2V0dGluZ3MiOnsiJGlkIjoiODAzIiwiRm9udFNpemUiOjEwLCJGb250TmFtZSI6IkNhbGlicmkiLCJJc0JvbGQiOmZhbHNlLCJJc0l0YWxpYyI6ZmFsc2UsIklzVW5kZXJsaW5lZCI6ZmFsc2UsIlBhcmVudFN0eWxlIjpudWxsfSwiQXV0b1NpemUiOjAsIkZvcmVncm91bmQiOnsiJGlkIjoiODA0IiwiQ29sb3IiOnsiJGlkIjoiODA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OD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wNyIsIkZvcm1hdCI6MCwiSXNWaXNpYmxlIjpmYWxzZSwiTGFzdEtub3duVmlzaWJpbGl0eVN0YXRlIjpmYWxzZX0sIklzVmlzaWJsZSI6dHJ1ZSwiUGFyZW50U3R5bGUiOm51bGx9LCJIeXBlcmxpbmsiOnsiJGlkIjoiODA4IiwiQWRkcmVzcyI6IiIsIlN1YkFkZHJlc3MiOiIifSwiSW1wb3J0SWQiOiIifV0sIklkIjoiYjljY2ZhNWYtN2M5ZC00NTMzLWI4OTktMzUyOWIxMjNjZDJmIiwiSXNTaW5nbGVJdGVtUm93IjpmYWxzZX0seyIkaWQiOiI4MDkiLCJfdGFza3MiOlt7IiRpZCI6IjgxMCIsIl9hdHRhY2hlZE1pbGVzdG9uZXMiOltdLCJUYXNrRGVmaW5pdGlvbiI6eyIkaWQiOiI4MTEiLCJHcm91cE5hbWUiOm51bGwsIlN0YXJ0RGF0ZSI6IjIwMTktMTEtMDFUMDA6MDA6MDAiLCJFbmREYXRlIjoiMjAxOS0xMi0yMlQxMTo1OTowMCIsIlBlcmNlbnRhZ2VDb21wbGV0ZSI6bnVsbCwiU3R5bGUiOnsiJGlkIjoiODEyIiwiU2hhcGUiOjMsIlNoYXBlVGhpY2tuZXNzIjowLCJEdXJhdGlvbkZvcm1hdCI6MCwiSW5jbHVkZU5vbldvcmtpbmdEYXlzSW5EdXJhdGlvbiI6ZmFsc2UsIlBlcmNlbnRhZ2VDb21wbGV0ZVN0eWxlIjp7IiRpZCI6IjgxMyIsIkZvbnRTZXR0aW5ncyI6eyIkaWQiOiI4M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ODE1IiwiVG9wIjowLjAsIkxlZnQiOjAuMCwiUmlnaHQiOjAuMCwiQm90dG9tIjowLjB9LCJQYWRkaW5nIjp7IiRpZCI6IjgxNiIsIlRvcCI6MC4wLCJMZWZ0IjowLjAsIlJpZ2h0IjowLjAsIkJvdHRvbSI6MC4wfSwiQmFja2dyb3VuZCI6eyIkcmVmIjoiMTQifSwiSXNWaXNpYmxlIjp0cnVlLCJXaWR0aCI6MC4wLCJIZWlnaHQiOjAuMCwiQm9yZGVyU3R5bGUiOnsiJGlkIjoiODE3IiwiTGluZUNvbG9yIjpudWxsLCJMaW5lV2VpZ2h0IjowLjAsIkxpbmVUeXBlIjowLCJQYXJlbnRTdHlsZSI6bnVsbH0sIlBhcmVudFN0eWxlIjpudWxsfSwiRHVyYXRpb25TdHlsZSI6eyIkaWQiOiI4MTgiLCJGb250U2V0dGluZ3MiOnsiJGlkIjoiODE5IiwiRm9udFNpemUiOjEwLCJGb250TmFtZSI6IkNhbGlicmkiLCJJc0JvbGQiOmZhbHNlLCJJc0l0YWxpYyI6ZmFsc2UsIklzVW5kZXJsaW5lZCI6ZmFsc2UsIlBhcmVudFN0eWxlIjpudWxsfSwiQXV0b1NpemUiOjAsIkZvcmVncm91bmQiOnsiJGlkIjoiODIwIiwiQ29sb3IiOnsiJHJlZiI6IjIwIn19LCJNYXhXaWR0aCI6MjAwLjAsIk1heEhlaWdodCI6IkluZmluaXR5IiwiU21hcnRGb3JlZ3JvdW5kSXNBY3RpdmUiOmZhbHNlLCJIb3Jpem9udGFsQWxpZ25tZW50IjowLCJWZXJ0aWNhbEFsaWdubWVudCI6MCwiU21hcnRGb3JlZ3JvdW5kIjpudWxsLCJCYWNrZ3JvdW5kRmlsbFR5cGUiOjAsIk1hcmdpbiI6eyIkaWQiOiI4MjEiLCJUb3AiOjAuMCwiTGVmdCI6MC4wLCJSaWdodCI6MC4wLCJCb3R0b20iOjAuMH0sIlBhZGRpbmciOnsiJGlkIjoiODIyIiwiVG9wIjowLjAsIkxlZnQiOjAuMCwiUmlnaHQiOjAuMCwiQm90dG9tIjowLjB9LCJCYWNrZ3JvdW5kIjp7IiRyZWYiOiIyMyJ9LCJJc1Zpc2libGUiOnRydWUsIldpZHRoIjowLjAsIkhlaWdodCI6MC4wLCJCb3JkZXJTdHlsZSI6eyIkaWQiOiI4MjMiLCJMaW5lQ29sb3IiOm51bGwsIkxpbmVXZWlnaHQiOjAuMCwiTGluZVR5cGUiOjAsIlBhcmVudFN0eWxlIjpudWxsfSwiUGFyZW50U3R5bGUiOm51bGx9LCJIb3Jpem9udGFsQ29ubmVjdG9yU3R5bGUiOnsiJGlkIjoiODI0IiwiTGluZUNvbG9yIjp7IiRyZWYiOiIyNiJ9LCJMaW5lV2VpZ2h0IjoxLjAsIkxpbmVUeXBlIjowLCJQYXJlbnRTdHlsZSI6bnVsbH0sIlZlcnRpY2FsQ29ubmVjdG9yU3R5bGUiOnsiJGlkIjoiODI1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gyNiIsIk1hcmdpbiI6eyIkaWQiOiI4MjciLCJUb3AiOjAuMCwiTGVmdCI6NC4wLCJSaWdodCI6NC4wLCJCb3R0b20iOjAuMH0sIlBhZGRpbmciOnsiJGlkIjoiODI4IiwiVG9wIjowLjAsIkxlZnQiOjAuMCwiUmlnaHQiOjAuMCwiQm90dG9tIjowLjB9LCJCYWNrZ3JvdW5kIjp7IiRpZCI6IjgyOSIsIkNvbG9yIjp7IiRpZCI6IjgzMCIsIkEiOjI1NSwiUiI6MTE2LCJHIjoxNzMsIkIiOjczfX0sIklzVmlzaWJsZSI6dHJ1ZSwiV2lkdGgiOjAuMCwiSGVpZ2h0IjoxMy40MjY2NjY2NjY2NjY2NzcsIkJvcmRlclN0eWxlIjp7IiRpZCI6IjgzMSIsIkxpbmVDb2xvciI6eyIkcmVmIjoiMzcifSwiTGluZVdlaWdodCI6MC4wLCJMaW5lVHlwZSI6MCwiUGFyZW50U3R5bGUiOm51bGx9LCJQYXJlbnRTdHlsZSI6bnVsbH0sIlRpdGxlU3R5bGUiOnsiJGlkIjoiODMyIiwiRm9udFNldHRpbmdzIjp7IiRpZCI6IjgzMyIsIkZvbnRTaXplIjoxMSwiRm9udE5hbWUiOiJDYWxpYnJpIiwiSXNCb2xkIjpmYWxzZSwiSXNJdGFsaWMiOmZhbHNlLCJJc1VuZGVybGluZWQiOmZhbHNlLCJQYXJlbnRTdHlsZSI6bnVsbH0sIkF1dG9TaXplIjowLCJGb3JlZ3JvdW5kIjp7IiRpZCI6IjgzNCIsIkNvbG9yIjp7IiRpZCI6IjgzNSIsIkEiOjI1NSwiUiI6MjU1LCJHIjoyNTUsIkIiOjI1NX19LCJNYXhXaWR0aCI6NzIwLjAsIk1heEhlaWdodCI6IkluZmluaXR5IiwiU21hcnRGb3JlZ3JvdW5kSXNBY3RpdmUiOmZhbHNlLCJIb3Jpem9udGFsQWxpZ25tZW50IjoxLCJWZXJ0aWNhbEFsaWdubWVudCI6MCwiU21hcnRGb3JlZ3JvdW5kIjpudWxsLCJCYWNrZ3JvdW5kRmlsbFR5cGUiOjAsIk1hcmdpbiI6eyIkaWQiOiI4MzYiLCJUb3AiOjAuMCwiTGVmdCI6MC4wLCJSaWdodCI6MC4wLCJCb3R0b20iOjAuMH0sIlBhZGRpbmciOnsiJGlkIjoiODM3IiwiVG9wIjowLjAsIkxlZnQiOjAuMCwiUmlnaHQiOjAuMCwiQm90dG9tIjowLjB9LCJCYWNrZ3JvdW5kIjp7IiRyZWYiOiI0NSJ9LCJJc1Zpc2libGUiOnRydWUsIldpZHRoIjowLjAsIkhlaWdodCI6MC4wLCJCb3JkZXJTdHlsZSI6eyIkaWQiOiI4MzgiLCJMaW5lQ29sb3IiOm51bGwsIkxpbmVXZWlnaHQiOjAuMCwiTGluZVR5cGUiOjAsIlBhcmVudFN0eWxlIjpudWxsfSwiUGFyZW50U3R5bGUiOm51bGx9LCJEYXRlU3R5bGUiOnsiJGlkIjoiODM5IiwiRm9udFNldHRpbmdzIjp7IiRpZCI6Ijg0MCIsIkZvbnRTaXplIjoxMCwiRm9udE5hbWUiOiJDYWxpYnJpIiwiSXNCb2xkIjpmYWxzZSwiSXNJdGFsaWMiOmZhbHNlLCJJc1VuZGVybGluZWQiOmZhbHNlLCJQYXJlbnRTdHlsZSI6bnVsbH0sIkF1dG9TaXplIjowLCJGb3JlZ3JvdW5kIjp7IiRpZCI6Ijg0MSIsIkNvbG9yIjp7IiRpZCI6Ijg0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zIiwiVG9wIjowLjAsIkxlZnQiOjAuMCwiUmlnaHQiOjAuMCwiQm90dG9tIjowLjB9LCJQYWRkaW5nIjp7IiRpZCI6Ijg0NCIsIlRvcCI6MC4wLCJMZWZ0IjowLjAsIlJpZ2h0IjowLjAsIkJvdHRvbSI6MC4wfSwiQmFja2dyb3VuZCI6eyIkcmVmIjoiNTMifSwiSXNWaXNpYmxlIjp0cnVlLCJXaWR0aCI6MC4wLCJIZWlnaHQiOjAuMCwiQm9yZGVyU3R5bGUiOnsiJGlkIjoiODQ1IiwiTGluZUNvbG9yIjpudWxsLCJMaW5lV2VpZ2h0IjowLjAsIkxpbmVUeXBlIjowLCJQYXJlbnRTdHlsZSI6bnVsbH0sIlBhcmVudFN0eWxlIjpudWxsfSwiRGF0ZUZvcm1hdCI6eyIkaWQiOiI4ND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Q3IiwiRm9ybWF0IjowLCJJc1Zpc2libGUiOmZhbHNlLCJMYXN0S25vd25WaXNpYmlsaXR5U3RhdGUiOmZhbHNlfSwiSXNWaXNpYmxlIjp0cnVlLCJQYXJlbnRTdHlsZSI6bnVsbH0sIkluZGV4IjozMSwiU21hcnREdXJhdGlvbkFjdGl2YXRlZCI6ZmFsc2UsIkRhdGVGb3JtYXQiOnsiJHJlZiI6Ijg0NiJ9LCJXZWVrTnVtYmVyaW5nIjp7IiRpZCI6Ijg0OCIsIkZvcm1hdCI6MCwiSXNWaXNpYmxlIjpmYWxzZSwiTGFzdEtub3duVmlzaWJpbGl0eVN0YXRlIjpmYWxzZX0sIklkIjoiZjhhMGM5ZWItODE3YS00OWZjLTg5NTYtOTgyOWIzOGM0Yjc4IiwiSW1wb3J0SWQiOm51bGwsIlRpdGxlIjoiVjIgRGV2ZWxvcG1lbnQgQmVnaW5zIiwiTm90ZSI6bnVsbCwiSHlwZXJsaW5rIjp7IiRpZCI6Ijg0OSIsIkFkZHJlc3MiOiIiLCJTdWJBZGRyZXNzIjoiIn0sIklzQ2hhbmdlZCI6ZmFsc2UsIklzTmV3IjpmYWxzZX19XSwiX21pbGVzdG9uZXMiOltdLCJJZCI6IjAwMDAwMDAwLTAwMDAtMDAwMC0wMDAwLTAwMDAwMDAwMDAwMCIsIklzU2luZ2xlSXRlbVJvdyI6dHJ1ZX1dLCJJbmRleCI6MCwiSWQiOiJlNzE5MTVmMS1mYmQ4LTQ2MjgtOTgyYy1kM2EyYTgxYjZlMmEiLCJIZWFkZXJUZXh0IjpudWxsLCJJc0RlZmF1bHQiOnRydWUsIlN0eWxlIjp7IiRpZCI6Ijg1MCIsIkhlYWRlclN0eWxlIjp7IiRpZCI6Ijg1MSIsIlRleHRTdHlsZSI6eyIkaWQiOiI4NTIiLCJGb250U2V0dGluZ3MiOnsiJGlkIjoiODUzIiwiRm9udFNpemUiOjExLCJGb250TmFtZSI6IkNhbGlicmkiLCJJc0JvbGQiOmZhbHNlLCJJc0l0YWxpYyI6ZmFsc2UsIklzVW5kZXJsaW5lZCI6ZmFsc2UsIlBhcmVudFN0eWxlIjpudWxsfSwiQXV0b1NpemUiOjIsIkZvcmVncm91bmQiOnsiJGlkIjoiODU0IiwiQ29sb3IiOnsiJGlkIjoiODU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DU2IiwiVG9wIjowLjAsIkxlZnQiOjAuMCwiUmlnaHQiOjAuMCwiQm90dG9tIjowLjB9LCJQYWRkaW5nIjp7IiRpZCI6Ijg1NyIsIlRvcCI6MC4wLCJMZWZ0IjowLjAsIlJpZ2h0IjowLjAsIkJvdHRvbSI6MC4wfSwiQmFja2dyb3VuZCI6bnVsbCwiSXNWaXNpYmxlIjp0cnVlLCJXaWR0aCI6MC4wLCJIZWlnaHQiOjAuMCwiQm9yZGVyU3R5bGUiOm51bGwsIlBhcmVudFN0eWxlIjpudWxsfSwiUmVjdGFuZ2xlU3R5bGUiOnsiJGlkIjoiODU4IiwiTWFyZ2luIjp7IiRpZCI6Ijg1OSIsIlRvcCI6MC4wLCJMZWZ0IjowLjAsIlJpZ2h0IjowLjAsIkJvdHRvbSI6MC4wfSwiUGFkZGluZyI6eyIkaWQiOiI4NjAiLCJUb3AiOjAuMCwiTGVmdCI6MC4wLCJSaWdodCI6MC4wLCJCb3R0b20iOjAuMH0sIkJhY2tncm91bmQiOnsiJGlkIjoiODYxIiwiQ29sb3IiOnsiJGlkIjoiODYyIiwiQSI6NjMsIlIiOjExMiwiRyI6MTczLCJCIjo3MX19LCJJc1Zpc2libGUiOnRydWUsIldpZHRoIjowLjAsIkhlaWdodCI6MC4wLCJCb3JkZXJTdHlsZSI6eyIkaWQiOiI4NjMiLCJMaW5lQ29sb3IiOnsiJGlkIjoiODY0IiwiJHR5cGUiOiJOTFJFLkNvbW1vbi5Eb20uU29saWRDb2xvckJydXNoLCBOTFJFLkNvbW1vbiIsIkNvbG9yIjp7IiRpZCI6Ijg2NSIsIkEiOjI1NSwiUiI6MjU1LCJHIjowLCJCIjowfX0sIkxpbmVXZWlnaHQiOjAuMCwiTGluZVR5cGUiOjAsIlBhcmVudFN0eWxlIjpudWxsfSwiUGFyZW50U3R5bGUiOm51bGx9LCJNYXJnaW4iOnsiJGlkIjoiODY2IiwiVG9wIjowLjAsIkxlZnQiOjAuMCwiUmlnaHQiOjAuMCwiQm90dG9tIjowLjB9LCJQYWRkaW5nIjp7IiRpZCI6Ijg2NyIsIlRvcCI6MC4wLCJMZWZ0IjowLjAsIlJpZ2h0IjowLjAsIkJvdHRvbSI6MC4wfSwiQmFja2dyb3VuZCI6bnVsbCwiSXNWaXNpYmxlIjp0cnVlLCJXaWR0aCI6MC4wLCJIZWlnaHQiOjAuMCwiQm9yZGVyU3R5bGUiOm51bGwsIlBhcmVudFN0eWxlIjpudWxsfSwiQmFja2dyb3VuZFN0eWxlIjp7IiRpZCI6Ijg2OCIsIk1hcmdpbiI6eyIkaWQiOiI4NjkiLCJUb3AiOjAuMCwiTGVmdCI6MC4wLCJSaWdodCI6MC4wLCJCb3R0b20iOjAuMH0sIlBhZGRpbmciOnsiJGlkIjoiODcwIiwiVG9wIjowLjAsIkxlZnQiOjAuMCwiUmlnaHQiOjAuMCwiQm90dG9tIjowLjB9LCJCYWNrZ3JvdW5kIjp7IiRpZCI6Ijg3MSIsIkNvbG9yIjp7IiRpZCI6Ijg3MiIsIkEiOjUxLCJSIjoxNTUsIkciOjE4NywiQiI6ODl9fSwiSXNWaXNpYmxlIjp0cnVlLCJXaWR0aCI6MC4wLCJIZWlnaHQiOjAuMCwiQm9yZGVyU3R5bGUiOnsiJGlkIjoiODczIiwiTGluZUNvbG9yIjp7IiRpZCI6Ijg3NCIsIiR0eXBlIjoiTkxSRS5Db21tb24uRG9tLlNvbGlkQ29sb3JCcnVzaCwgTkxSRS5Db21tb24iLCJDb2xvciI6eyIkaWQiOiI4NzUiLCJBIjoyNTUsIlIiOjI1NSwiRyI6MCwiQiI6MH19LCJMaW5lV2VpZ2h0IjowLjAsIkxpbmVUeXBlIjowLCJQYXJlbnRTdHlsZSI6bnVsbH0sIlBhcmVudFN0eWxlIjpudWxsfSwiTWFyZ2luIjp7IiRpZCI6Ijg3NiIsIlRvcCI6MC4wLCJMZWZ0IjowLjAsIlJpZ2h0IjowLjAsIkJvdHRvbSI6MC4wfSwiUGFkZGluZyI6eyIkaWQiOiI4NzciLCJUb3AiOjAuMCwiTGVmdCI6MC4wLCJSaWdodCI6MC4wLCJCb3R0b20iOjAuMH0sIklzVmlzaWJsZSI6dHJ1ZSwiV2lkdGgiOjAuMCwiSGVpZ2h0IjowLjAsIkJvcmRlclN0eWxlIjpudWxsLCJQYXJlbnRTdHlsZSI6bnVsbH19XSwiSWQiOiI4OTExYmNlYi02Nzk0LTQxYWQtYjM3NS02YTc5NGI2ODJmMzEiLCJJbmRleCI6MjQsIkhlYWRlclRleHQiOiJEZXZlbG9wIiwiU3R5bGUiOnsiJGlkIjoiODc4IiwiSGVhZGVyU3R5bGUiOnsiJGlkIjoiODc5IiwiVGV4dElzVmVydGljYWwiOmZhbHNlLCJUZXh0U3R5bGUiOnsiJGlkIjoiODgwIiwiRm9udFNldHRpbmdzIjp7IiRpZCI6Ijg4MSIsIkZvbnRTaXplIjoxMCwiRm9udE5hbWUiOiJGcmFua2xpbiBHb3RoaWMgTWVkaXVtIiwiSXNCb2xkIjpmYWxzZSwiSXNJdGFsaWMiOmZhbHNlLCJJc1VuZGVybGluZWQiOmZhbHNlLCJQYXJlbnRTdHlsZSI6bnVsbH0sIkF1dG9TaXplIjowLCJGb3JlZ3JvdW5kIjp7IiRpZCI6Ijg4MiIsIkNvbG9yIjp7IiRpZCI6Ijg4MyIsIkEiOjI1NSwiUiI6MzksIkciOjEwMy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ODg0IiwiTWFyZ2luIjp7IiRyZWYiOiIzMzUifSwiUGFkZGluZyI6eyIkcmVmIjoiMzM2In0sIkJhY2tncm91bmQiOnsiJGlkIjoiODg1IiwiQ29sb3IiOnsiJGlkIjoiODg2IiwiQSI6MTI3LCJSIjoxMTIsIkciOjE3MywiQiI6NzF9fSwiSXNWaXNpYmxlIjpmYWxzZSwiV2lkdGgiOjAuMCwiSGVpZ2h0IjowLjAsIkJvcmRlclN0eWxlIjp7IiRpZCI6Ijg4NyIsIkxpbmVDb2xvciI6eyIkcmVmIjoiMzQwIn0sIkxpbmVXZWlnaHQiOjAuMCwiTGluZVR5cGUiOjAsIlBhcmVudFN0eWxlIjpudWxsfSwiUGFyZW50U3R5bGUiOm51bGx9LCJNYXJnaW4iOnsiJHJlZiI6IjM0MiJ9LCJQYWRkaW5nIjp7IiRyZWYiOiIzNDMifSwiQmFja2dyb3VuZCI6bnVsbCwiSXNWaXNpYmxlIjp0cnVlLCJXaWR0aCI6MC4wLCJIZWlnaHQiOjAuMCwiQm9yZGVyU3R5bGUiOm51bGwsIlBhcmVudFN0eWxlIjpudWxsfSwiQmFja2dyb3VuZFN0eWxlIjp7IiRpZCI6Ijg4OCIsIk1hcmdpbiI6eyIkcmVmIjoiMzQ1In0sIlBhZGRpbmciOnsiJHJlZiI6IjM0NiJ9LCJCYWNrZ3JvdW5kIjp7IiRpZCI6Ijg4OSIsIkNvbG9yIjp7IiRpZCI6Ijg5MCIsIkEiOjM4LCJSIjoxMTIsIkciOjE3MywiQiI6NzF9fSwiSXNWaXNpYmxlIjp0cnVlLCJXaWR0aCI6MC4wLCJIZWlnaHQiOjAuMCwiQm9yZGVyU3R5bGUiOnsiJGlkIjoiODkxIiwiTGluZUNvbG9yIjp7IiRyZWYiOiIzNTAifSwiTGluZVdlaWdodCI6MC4wLCJMaW5lVHlwZSI6MCwiUGFyZW50U3R5bGUiOm51bGx9LCJQYXJlbnRTdHlsZSI6bnVsbH0sIklzQWJvdmVUaW1lYmFuZCI6ZmFsc2UsIk1hcmdpbiI6eyIkaWQiOiI4OTIiLCJUb3AiOjAuMCwiTGVmdCI6MC4wLCJSaWdodCI6MC4wLCJCb3R0b20iOjAuMH0sIlBhZGRpbmciOnsiJGlkIjoiODkzIiwiVG9wIjowLjAsIkxlZnQiOjAuMCwiUmlnaHQiOjAuMCwiQm90dG9tIjowLjB9LCJJc1Zpc2libGUiOnRydWUsIldpZHRoIjowLjAsIkhlaWdodCI6MC4wLCJCb3JkZXJTdHlsZSI6eyIkaWQiOiI4OTQiLCJMaW5lQ29sb3IiOm51bGwsIkxpbmVXZWlnaHQiOjAuMCwiTGluZVR5cGUiOjAsIlBhcmVudFN0eWxlIjpudWxsfSwiUGFyZW50U3R5bGUiOm51bGx9fSx7IiRpZCI6Ijg5NSIsIl9hY3Rpdml0aWVzIjpbeyIkaWQiOiI4OTYiLCJfcm93cyI6W3siJGlkIjoiODk3IiwiX3Rhc2tzIjpbXSwiX21pbGVzdG9uZXMiOlt7IiRpZCI6Ijg5OCIsIklkIjoiMDk3ZmUwMzUtMDMyZS00Y2ZlLTllODktZDIzZGRkOGQ1MGNjIiwiSW5kZXgiOjMzLCJHcm91cElkIjpudWxsLCJUaXRsZSI6IldXIExhdW5jaCBFdmVudCIsIkRhdGVUaW1lIjoiMjAxOS0xMS0wMVQxMTo1OTowMFoiLCJQZXJjZW50YWdlQ29tcGxldGUiOm51bGwsIk5vdGUiOm51bGwsIlN0eWxlIjp7IiRpZCI6Ijg5OSIsIlRpdGxlUG9zaXRpb24iOiJSaWdodCIsIkRhdGVQb3NpdGlvbiI6IkxlZnQiLCJTaGFwZVR5cGUiOjEzLCJTaGFwZVNpemUiOjAsIlNoYXBlU3R5bGUiOnsiJGlkIjoiOTAwIiwiTWFyZ2luIjp7IiRyZWYiOiIyNzYifSwiUGFkZGluZyI6eyIkcmVmIjoiMjc3In0sIkJhY2tncm91bmQiOnsiJGlkIjoiOTAxIiwiQ29sb3IiOnsiJGlkIjoiOTAyIiwiQSI6MjU1LCJSIjoxMTUsIkciOjExNSwiQiI6MTE1fX0sIklzVmlzaWJsZSI6dHJ1ZSwiV2lkdGgiOjEyLjAsIkhlaWdodCI6MTQuMCwiQm9yZGVyU3R5bGUiOnsiJGlkIjoiOTAzIiwiTGluZUNvbG9yIjp7IiRyZWYiOiIyODEifSwiTGluZVdlaWdodCI6MC4wLCJMaW5lVHlwZSI6MCwiUGFyZW50U3R5bGUiOm51bGx9LCJQYXJlbnRTdHlsZSI6bnVsbH0sIlRpdGxlU3R5bGUiOnsiJGlkIjoiOTA0IiwiRm9udFNldHRpbmdzIjp7IiRpZCI6IjkwNSIsIkZvbnRTaXplIjoxMSwiRm9udE5hbWUiOiJDYWxpYnJpIiwiSXNCb2xkIjp0cnVlLCJJc0l0YWxpYyI6ZmFsc2UsIklzVW5kZXJsaW5lZCI6ZmFsc2UsIlBhcmVudFN0eWxlIjpudWxsfSwiQXV0b1NpemUiOjAsIkZvcmVncm91bmQiOnsiJGlkIjoiOTA2IiwiQ29sb3IiOnsiJGlkIjoiOTA3IiwiQSI6MjU1LCJSIjo4OSwiRyI6ODksIkIiOjg5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A4IiwiRm9udFNldHRpbmdzIjp7IiRpZCI6IjkwOSIsIkZvbnRTaXplIjoxMCwiRm9udE5hbWUiOiJDYWxpYnJpIiwiSXNCb2xkIjpmYWxzZSwiSXNJdGFsaWMiOmZhbHNlLCJJc1VuZGVybGluZWQiOmZhbHNlLCJQYXJlbnRTdHlsZSI6bnVsbH0sIkF1dG9TaXplIjowLCJGb3JlZ3JvdW5kIjp7IiRpZCI6IjkxMCIsIkNvbG9yIjp7IiRpZCI6Ijkx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OTEyIiwiRm9ybWF0U3RyaW5nIjoiZGRkLCBNTU0gZCwgeXl5eSIsIlNlcGFyYXRvciI6Ii8iLCJVc2VJbnRlcm5hdGlvbmFsRGF0ZUZvcm1hdCI6ZmFsc2UsIkRhdGVJc1Zpc2libGUiOnRydWUsIlRpbWVJc1Zpc2libGUiOmZhbHNlLCJIb3VyRGlnaXRzIjoxLCJBbVBtRGVzaWduYXRvciI6MiwiVHJpbTAwTWludXRlcyI6ZmFsc2UsIkxhc3RLbm93blZpc2liaWxpdHlTdGF0ZSI6eyIkaWQiOiI5MTMiLCJEYXRlUGFydElzVmlzaWJsZSI6dHJ1ZSwiVGltZVBhcnRJc1Zpc2libGUiOmZhbHNlfX0sIldlZWtOdW1iZXJpbmciOnsiJGlkIjoiOTE0IiwiRm9ybWF0IjowLCJJc1Zpc2libGUiOmZhbHNlLCJMYXN0S25vd25WaXNpYmlsaXR5U3RhdGUiOmZhbHNlfSwiSXNWaXNpYmxlIjp0cnVlLCJQYXJlbnRTdHlsZSI6bnVsbH0sIkh5cGVybGluayI6eyIkaWQiOiI5MTUiLCJBZGRyZXNzIjoiIiwiU3ViQWRkcmVzcyI6IiJ9LCJJbXBvcnRJZCI6IiJ9XSwiSWQiOiIwMDAwMDAwMC0wMDAwLTAwMDAtMDAwMC0wMDAwMDAwMDAwMDAiLCJJc1NpbmdsZUl0ZW1Sb3ciOnRydWV9LHsiJGlkIjoiOTE2IiwiX3Rhc2tzIjpbXSwiX21pbGVzdG9uZXMiOlt7IiRpZCI6IjkxNyIsIklkIjoiY2EzZGJlNDAtMGMxNS00MjM0LTkzYjYtYzAyZTVmMTdmZmNmIiwiSW5kZXgiOjM0LCJHcm91cElkIjoiNjRlY2QxZGYtMTdiMS00NTYzLWEwNDEtMDdmYmIyNDg4NmQyIiwiVGl0bGUiOiJCZXRhIEJsb2cgTGF1bmNoIiwiRGF0ZVRpbWUiOiIyMDE5LTA3LTA0VDExOjU5OjAwWiIsIlBlcmNlbnRhZ2VDb21wbGV0ZSI6bnVsbCwiTm90ZSI6bnVsbCwiU3R5bGUiOnsiJGlkIjoiOTE4IiwiVGl0bGVQb3NpdGlvbiI6IkxlZnQiLCJEYXRlUG9zaXRpb24iOiJSaWdodCIsIlNoYXBlVHlwZSI6MTMsIlNoYXBlU2l6ZSI6MCwiU2hhcGVTdHlsZSI6eyIkaWQiOiI5MTkiLCJNYXJnaW4iOnsiJHJlZiI6IjI3NiJ9LCJQYWRkaW5nIjp7IiRyZWYiOiIyNzcifSwiQmFja2dyb3VuZCI6eyIkaWQiOiI5MjAiLCJDb2xvciI6eyIkaWQiOiI5MjEiLCJBIjoyNTUsIlIiOjExNSwiRyI6MTE1LCJCIjoxMTV9fSwiSXNWaXNpYmxlIjp0cnVlLCJXaWR0aCI6MTIuMCwiSGVpZ2h0IjoxNC4wLCJCb3JkZXJTdHlsZSI6eyIkaWQiOiI5MjIiLCJMaW5lQ29sb3IiOnsiJHJlZiI6IjI4MSJ9LCJMaW5lV2VpZ2h0IjowLjAsIkxpbmVUeXBlIjowLCJQYXJlbnRTdHlsZSI6bnVsbH0sIlBhcmVudFN0eWxlIjpudWxsfSwiVGl0bGVTdHlsZSI6eyIkaWQiOiI5MjMiLCJGb250U2V0dGluZ3MiOnsiJGlkIjoiOTI0IiwiRm9udFNpemUiOjExLCJGb250TmFtZSI6IkNhbGlicmkiLCJJc0JvbGQiOnRydWUsIklzSXRhbGljIjpmYWxzZSwiSXNVbmRlcmxpbmVkIjpmYWxzZSwiUGFyZW50U3R5bGUiOm51bGx9LCJBdXRvU2l6ZSI6MCwiRm9yZWdyb3VuZCI6eyIkaWQiOiI5MjUiLCJDb2xvciI6eyIkaWQiOiI5MjYiLCJBIjoyNTUsIlIiOjg5LCJHIjo4OSwiQiI6ODl9fSwiTWF4V2lkdGgiOjIwMC4wLCJNYXhIZWlnaHQiOiJJbmZpbml0eSIsIlNtYXJ0Rm9yZWdyb3VuZElzQWN0aXZlIjpmYWxzZSwiSG9yaXpvbnRhbEFsaWdubWVudCI6Mi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5MjciLCJGb250U2V0dGluZ3MiOnsiJGlkIjoiOTI4IiwiRm9udFNpemUiOjksIkZvbnROYW1lIjoiQ2FsaWJyaSIsIklzQm9sZCI6ZmFsc2UsIklzSXRhbGljIjpmYWxzZSwiSXNVbmRlcmxpbmVkIjpmYWxzZSwiUGFyZW50U3R5bGUiOm51bGx9LCJBdXRvU2l6ZSI6MCwiRm9yZWdyb3VuZCI6eyIkaWQiOiI5MjkiLCJDb2xvciI6eyIkaWQiOiI5MzAiLCJBIjoyNTUsIlIiOjExNSwiRyI6MTE1LCJCIjoxMTV9fSwiTWF4V2lkdGgiOjIwMC4wLCJNYXhIZWlnaHQiOiJJbmZpbml0eSIsIlNtYXJ0Rm9yZWdyb3VuZElzQWN0aXZlIjpmYWxzZSwiSG9yaXpvbnRhbEFsaWdubWVudCI6MC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OTMxIiwiRm9ybWF0U3RyaW5nIjoiTU1NTSBkLCB5eXl5IiwiU2VwYXJhdG9yIjoiLyIsIlVzZUludGVybmF0aW9uYWxEYXRlRm9ybWF0IjpmYWxzZSwiRGF0ZUlzVmlzaWJsZSI6dHJ1ZSwiVGltZUlzVmlzaWJsZSI6ZmFsc2UsIkhvdXJEaWdpdHMiOjEsIkFtUG1EZXNpZ25hdG9yIjoyLCJUcmltMDBNaW51dGVzIjpmYWxzZSwiTGFzdEtub3duVmlzaWJpbGl0eVN0YXRlIjp7IiRpZCI6IjkzMiIsIkRhdGVQYXJ0SXNWaXNpYmxlIjp0cnVlLCJUaW1lUGFydElzVmlzaWJsZSI6ZmFsc2V9fSwiV2Vla051bWJlcmluZyI6eyIkaWQiOiI5MzMiLCJGb3JtYXQiOjAsIklzVmlzaWJsZSI6ZmFsc2UsIkxhc3RLbm93blZpc2liaWxpdHlTdGF0ZSI6ZmFsc2V9LCJJc1Zpc2libGUiOnRydWUsIlBhcmVudFN0eWxlIjpudWxsfSwiSHlwZXJsaW5rIjp7IiRpZCI6IjkzNCIsIkFkZHJlc3MiOiIiLCJTdWJBZGRyZXNzIjoiIn0sIkltcG9ydElkIjoiIn0seyIkaWQiOiI5MzUiLCJJZCI6IjA4ZjczYmY4LTZhMjQtNGYwYS04MWFjLWUxZjc1ZWZiZGQ2YiIsIkluZGV4IjozNSwiR3JvdXBJZCI6IjY0ZWNkMWRmLTE3YjEtNDU2My1hMDQxLTA3ZmJiMjQ4ODZkMiIsIlRpdGxlIjoiR2FydG5lciBBbmFseXN0IFJldmlldyIsIkRhdGVUaW1lIjoiMjAxOS0xMS0wMVQxMTo1OTowMFoiLCJQZXJjZW50YWdlQ29tcGxldGUiOm51bGwsIk5vdGUiOm51bGwsIlN0eWxlIjp7IiRpZCI6IjkzNiIsIlRpdGxlUG9zaXRpb24iOiJMZWZ0IiwiRGF0ZVBvc2l0aW9uIjoiUmlnaHQiLCJTaGFwZVR5cGUiOjEzLCJTaGFwZVNpemUiOjAsIlNoYXBlU3R5bGUiOnsiJGlkIjoiOTM3IiwiTWFyZ2luIjp7IiRyZWYiOiIyNzYifSwiUGFkZGluZyI6eyIkcmVmIjoiMjc3In0sIkJhY2tncm91bmQiOnsiJGlkIjoiOTM4IiwiQ29sb3IiOnsiJGlkIjoiOTM5IiwiQSI6MjU1LCJSIjoxMTUsIkciOjExNSwiQiI6MTE1fX0sIklzVmlzaWJsZSI6dHJ1ZSwiV2lkdGgiOjEyLjAsIkhlaWdodCI6MTQuMCwiQm9yZGVyU3R5bGUiOnsiJGlkIjoiOTQwIiwiTGluZUNvbG9yIjp7IiRyZWYiOiIyODEifSwiTGluZVdlaWdodCI6MC4wLCJMaW5lVHlwZSI6MCwiUGFyZW50U3R5bGUiOm51bGx9LCJQYXJlbnRTdHlsZSI6bnVsbH0sIlRpdGxlU3R5bGUiOnsiJGlkIjoiOTQxIiwiRm9udFNldHRpbmdzIjp7IiRpZCI6Ijk0MiIsIkZvbnRTaXplIjoxMSwiRm9udE5hbWUiOiJDYWxpYnJpIiwiSXNCb2xkIjp0cnVlLCJJc0l0YWxpYyI6ZmFsc2UsIklzVW5kZXJsaW5lZCI6ZmFsc2UsIlBhcmVudFN0eWxlIjpudWxsfSwiQXV0b1NpemUiOjAsIkZvcmVncm91bmQiOnsiJGlkIjoiOTQzIiwiQ29sb3IiOnsiJGlkIjoiOTQ0IiwiQSI6MjU1LCJSIjo4OSwiRyI6ODksIkIiOjg5fX0sIk1heFdpZHRoIjoyMDAuMCwiTWF4SGVpZ2h0IjoiSW5maW5pdHkiLCJTbWFydEZvcmVncm91bmRJc0FjdGl2ZSI6ZmFsc2UsIkhvcml6b250YWxBbGlnbm1lbnQiOjI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Q1IiwiRm9udFNldHRpbmdzIjp7IiRpZCI6Ijk0NiIsIkZvbnRTaXplIjo5LCJGb250TmFtZSI6IkNhbGlicmkiLCJJc0JvbGQiOmZhbHNlLCJJc0l0YWxpYyI6ZmFsc2UsIklzVW5kZXJsaW5lZCI6ZmFsc2UsIlBhcmVudFN0eWxlIjpudWxsfSwiQXV0b1NpemUiOjAsIkZvcmVncm91bmQiOnsiJGlkIjoiOTQ3IiwiQ29sb3IiOnsiJGlkIjoiOTQ4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yZWYiOiIyOTMifSwiUGFkZGluZyI6eyIkcmVmIjoiMjk0In0sIkJhY2tncm91bmQiOnsiJHJlZiI6IjE3MCJ9LCJJc1Zpc2libGUiOnRydWUsIldpZHRoIjowLjAsIkhlaWdodCI6MC4wLCJCb3JkZXJTdHlsZSI6bnVsbCwiUGFyZW50U3R5bGUiOm51bGx9LCJEYXRlRm9ybWF0Ijp7IiRpZCI6Ijk0OS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5NTAiLCJEYXRlUGFydElzVmlzaWJsZSI6dHJ1ZSwiVGltZVBhcnRJc1Zpc2libGUiOmZhbHNlfX0sIldlZWtOdW1iZXJpbmciOnsiJGlkIjoiOTUxIiwiRm9ybWF0IjowLCJJc1Zpc2libGUiOmZhbHNlLCJMYXN0S25vd25WaXNpYmlsaXR5U3RhdGUiOmZhbHNlfSwiSXNWaXNpYmxlIjp0cnVlLCJQYXJlbnRTdHlsZSI6bnVsbH0sIkh5cGVybGluayI6eyIkaWQiOiI5NTIiLCJBZGRyZXNzIjoiIiwiU3ViQWRkcmVzcyI6IiJ9LCJJbXBvcnRJZCI6IiJ9XSwiSWQiOiI2NGVjZDFkZi0xN2IxLTQ1NjMtYTA0MS0wN2ZiYjI0ODg2ZDIiLCJJc1NpbmdsZUl0ZW1Sb3ciOmZhbHNlfSx7IiRpZCI6Ijk1MyIsIl90YXNrcyI6W10sIl9taWxlc3RvbmVzIjpbeyIkaWQiOiI5NTQiLCJJZCI6IjE1NWRjMGRmLTZmNDEtNDNhOC1hMDViLTdmMTg3ZDE2ZjNjYiIsIkluZGV4IjozNiwiR3JvdXBJZCI6ImEyNTcwODc5LTQ3YWItNDBiNy1hYjE1LThkN2ZjZmUxMGYzNCIsIlRpdGxlIjoiUHJlc3MgUmVsZWFzZSIsIkRhdGVUaW1lIjoiMjAxOS0wOC0wMlQxMTo1OTowMFoiLCJQZXJjZW50YWdlQ29tcGxldGUiOm51bGwsIk5vdGUiOm51bGwsIlN0eWxlIjp7IiRpZCI6Ijk1NSIsIlRpdGxlUG9zaXRpb24iOiJMZWZ0IiwiRGF0ZVBvc2l0aW9uIjoiUmlnaHQiLCJTaGFwZVR5cGUiOjEzLCJTaGFwZVNpemUiOjAsIlNoYXBlU3R5bGUiOnsiJGlkIjoiOTU2IiwiTWFyZ2luIjp7IiRyZWYiOiIyNzYifSwiUGFkZGluZyI6eyIkcmVmIjoiMjc3In0sIkJhY2tncm91bmQiOnsiJGlkIjoiOTU3IiwiQ29sb3IiOnsiJGlkIjoiOTU4IiwiQSI6MjU1LCJSIjoxMTUsIkciOjExNSwiQiI6MTE1fX0sIklzVmlzaWJsZSI6dHJ1ZSwiV2lkdGgiOjEyLjAsIkhlaWdodCI6MTQuMCwiQm9yZGVyU3R5bGUiOnsiJGlkIjoiOTU5IiwiTGluZUNvbG9yIjp7IiRyZWYiOiIyODEifSwiTGluZVdlaWdodCI6MC4wLCJMaW5lVHlwZSI6MCwiUGFyZW50U3R5bGUiOm51bGx9LCJQYXJlbnRTdHlsZSI6bnVsbH0sIlRpdGxlU3R5bGUiOnsiJGlkIjoiOTYwIiwiRm9udFNldHRpbmdzIjp7IiRpZCI6Ijk2MSIsIkZvbnRTaXplIjoxMSwiRm9udE5hbWUiOiJDYWxpYnJpIiwiSXNCb2xkIjp0cnVlLCJJc0l0YWxpYyI6ZmFsc2UsIklzVW5kZXJsaW5lZCI6ZmFsc2UsIlBhcmVudFN0eWxlIjpudWxsfSwiQXV0b1NpemUiOjAsIkZvcmVncm91bmQiOnsiJGlkIjoiOTYyIiwiQ29sb3IiOnsiJGlkIjoiOTYzIiwiQSI6MjU1LCJSIjo4OSwiRyI6ODksIkIiOjg5fX0sIk1heFdpZHRoIjoyMDAuMCwiTWF4SGVpZ2h0IjoiSW5maW5pdHkiLCJTbWFydEZvcmVncm91bmRJc0FjdGl2ZSI6ZmFsc2UsIkhvcml6b250YWxBbGlnbm1lbnQiOjI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Y0IiwiRm9udFNldHRpbmdzIjp7IiRpZCI6Ijk2NSIsIkZvbnRTaXplIjo5LCJGb250TmFtZSI6IkNhbGlicmkiLCJJc0JvbGQiOmZhbHNlLCJJc0l0YWxpYyI6ZmFsc2UsIklzVW5kZXJsaW5lZCI6ZmFsc2UsIlBhcmVudFN0eWxlIjpudWxsfSwiQXV0b1NpemUiOjAsIkZvcmVncm91bmQiOnsiJGlkIjoiOTY2IiwiQ29sb3IiOnsiJGlkIjoiOTY3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yZWYiOiIyOTMifSwiUGFkZGluZyI6eyIkcmVmIjoiMjk0In0sIkJhY2tncm91bmQiOnsiJHJlZiI6IjE3MCJ9LCJJc1Zpc2libGUiOnRydWUsIldpZHRoIjowLjAsIkhlaWdodCI6MC4wLCJCb3JkZXJTdHlsZSI6bnVsbCwiUGFyZW50U3R5bGUiOm51bGx9LCJEYXRlRm9ybWF0Ijp7IiRpZCI6Ijk2OC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5NjkiLCJEYXRlUGFydElzVmlzaWJsZSI6dHJ1ZSwiVGltZVBhcnRJc1Zpc2libGUiOmZhbHNlfX0sIldlZWtOdW1iZXJpbmciOnsiJGlkIjoiOTcwIiwiRm9ybWF0IjowLCJJc1Zpc2libGUiOmZhbHNlLCJMYXN0S25vd25WaXNpYmlsaXR5U3RhdGUiOmZhbHNlfSwiSXNWaXNpYmxlIjp0cnVlLCJQYXJlbnRTdHlsZSI6bnVsbH0sIkh5cGVybGluayI6eyIkaWQiOiI5NzEiLCJBZGRyZXNzIjoiIiwiU3ViQWRkcmVzcyI6IiJ9LCJJbXBvcnRJZCI6IiJ9LHsiJGlkIjoiOTcyIiwiSWQiOiIwN2I5OGJjZi02NzhkLTQ2NzEtYWE2My1lNmM5MGYwNDAyYWEiLCJJbmRleCI6MzcsIkdyb3VwSWQiOiJhMjU3MDg3OS00N2FiLTQwYjctYWIxNS04ZDdmY2ZlMTBmMzQiLCJUaXRsZSI6IlB1YmxpYyBXZWJzaXRlIExpdmUiLCJEYXRlVGltZSI6IjIwMTktMTEtMDFUMTE6NTk6MDBaIiwiUGVyY2VudGFnZUNvbXBsZXRlIjpudWxsLCJOb3RlIjpudWxsLCJTdHlsZSI6eyIkaWQiOiI5NzMiLCJUaXRsZVBvc2l0aW9uIjoiTGVmdCIsIkRhdGVQb3NpdGlvbiI6IlJpZ2h0IiwiU2hhcGVUeXBlIjoxMywiU2hhcGVTaXplIjowLCJTaGFwZVN0eWxlIjp7IiRpZCI6Ijk3NCIsIk1hcmdpbiI6eyIkcmVmIjoiMjc2In0sIlBhZGRpbmciOnsiJHJlZiI6IjI3NyJ9LCJCYWNrZ3JvdW5kIjp7IiRpZCI6Ijk3NSIsIkNvbG9yIjp7IiRpZCI6Ijk3NiIsIkEiOjI1NSwiUiI6MTE1LCJHIjoxMTUsIkIiOjExNX19LCJJc1Zpc2libGUiOnRydWUsIldpZHRoIjoxMi4wLCJIZWlnaHQiOjE0LjAsIkJvcmRlclN0eWxlIjp7IiRpZCI6Ijk3NyIsIkxpbmVDb2xvciI6eyIkcmVmIjoiMjgxIn0sIkxpbmVXZWlnaHQiOjAuMCwiTGluZVR5cGUiOjAsIlBhcmVudFN0eWxlIjpudWxsfSwiUGFyZW50U3R5bGUiOm51bGx9LCJUaXRsZVN0eWxlIjp7IiRpZCI6Ijk3OCIsIkZvbnRTZXR0aW5ncyI6eyIkaWQiOiI5NzkiLCJGb250U2l6ZSI6MTEsIkZvbnROYW1lIjoiQ2FsaWJyaSIsIklzQm9sZCI6dHJ1ZSwiSXNJdGFsaWMiOmZhbHNlLCJJc1VuZGVybGluZWQiOmZhbHNlLCJQYXJlbnRTdHlsZSI6bnVsbH0sIkF1dG9TaXplIjowLCJGb3JlZ3JvdW5kIjp7IiRpZCI6Ijk4MCIsIkNvbG9yIjp7IiRpZCI6Ijk4MSIsIkEiOjI1NSwiUiI6ODksIkciOjg5LCJCIjo4OX19LCJNYXhXaWR0aCI6MjAwLjAsIk1heEhlaWdodCI6IkluZmluaXR5IiwiU21hcnRGb3JlZ3JvdW5kSXNBY3RpdmUiOmZhbHNlLCJIb3Jpem9udGFsQWxpZ25tZW50IjoyLCJWZXJ0aWNhbEFsaWdubWVudCI6MCwiU21hcnRGb3JlZ3JvdW5kIjpudWxsLCJCYWNrZ3JvdW5kRmlsbFR5cGUiOjAsIk1hcmdpbiI6eyIkcmVmIjoiMjg3In0sIlBhZGRpbmciOnsiJHJlZiI6IjI4OCJ9LCJCYWNrZ3JvdW5kIjp7IiRyZWYiOiIxNjIifSwiSXNWaXNpYmxlIjp0cnVlLCJXaWR0aCI6MC4wLCJIZWlnaHQiOjAuMCwiQm9yZGVyU3R5bGUiOm51bGwsIlBhcmVudFN0eWxlIjpudWxsfSwiRGF0ZVN0eWxlIjp7IiRpZCI6Ijk4MiIsIkZvbnRTZXR0aW5ncyI6eyIkaWQiOiI5ODMiLCJGb250U2l6ZSI6OSwiRm9udE5hbWUiOiJDYWxpYnJpIiwiSXNCb2xkIjpmYWxzZSwiSXNJdGFsaWMiOmZhbHNlLCJJc1VuZGVybGluZWQiOmZhbHNlLCJQYXJlbnRTdHlsZSI6bnVsbH0sIkF1dG9TaXplIjowLCJGb3JlZ3JvdW5kIjp7IiRpZCI6Ijk4NCIsIkNvbG9yIjp7IiRpZCI6Ijk4NSIsIkEiOjI1NSwiUiI6MTE1LCJHIjoxMTUsIkIiOjExNX19LCJNYXhXaWR0aCI6MjAwLjAsIk1heEhlaWdodCI6IkluZmluaXR5IiwiU21hcnRGb3JlZ3JvdW5kSXNBY3RpdmUiOmZhbHNlLCJIb3Jpem9udGFsQWxpZ25tZW50IjowLCJWZXJ0aWNhbEFsaWdubWVudCI6MCwiU21hcnRGb3JlZ3JvdW5kIjpudWxsLCJCYWNrZ3JvdW5kRmlsbFR5cGUiOjAsIk1hcmdpbiI6eyIkcmVmIjoiMjkzIn0sIlBhZGRpbmciOnsiJHJlZiI6IjI5NCJ9LCJCYWNrZ3JvdW5kIjp7IiRyZWYiOiIxNzAifSwiSXNWaXNpYmxlIjp0cnVlLCJXaWR0aCI6MC4wLCJIZWlnaHQiOjAuMCwiQm9yZGVyU3R5bGUiOm51bGwsIlBhcmVudFN0eWxlIjpudWxsfSwiRGF0ZUZvcm1hdCI6eyIkaWQiOiI5ODYiLCJGb3JtYXRTdHJpbmciOiJNTU1NIGQsIHl5eXkiLCJTZXBhcmF0b3IiOiIvIiwiVXNlSW50ZXJuYXRpb25hbERhdGVGb3JtYXQiOmZhbHNlLCJEYXRlSXNWaXNpYmxlIjp0cnVlLCJUaW1lSXNWaXNpYmxlIjpmYWxzZSwiSG91ckRpZ2l0cyI6MSwiQW1QbURlc2lnbmF0b3IiOjIsIlRyaW0wME1pbnV0ZXMiOmZhbHNlLCJMYXN0S25vd25WaXNpYmlsaXR5U3RhdGUiOnsiJGlkIjoiOTg3IiwiRGF0ZVBhcnRJc1Zpc2libGUiOnRydWUsIlRpbWVQYXJ0SXNWaXNpYmxlIjpmYWxzZX19LCJXZWVrTnVtYmVyaW5nIjp7IiRpZCI6Ijk4OCIsIkZvcm1hdCI6MCwiSXNWaXNpYmxlIjpmYWxzZSwiTGFzdEtub3duVmlzaWJpbGl0eVN0YXRlIjpmYWxzZX0sIklzVmlzaWJsZSI6dHJ1ZSwiUGFyZW50U3R5bGUiOm51bGx9LCJIeXBlcmxpbmsiOnsiJGlkIjoiOTg5IiwiQWRkcmVzcyI6IiIsIlN1YkFkZHJlc3MiOiIifSwiSW1wb3J0SWQiOiIifV0sIklkIjoiYTI1NzA4NzktNDdhYi00MGI3LWFiMTUtOGQ3ZmNmZTEwZjM0IiwiSXNTaW5nbGVJdGVtUm93IjpmYWxzZX1dLCJJbmRleCI6MCwiSWQiOiI4NDlmYjY5NS03NTBkLTQ4N2QtYmVlMi0wYmJjNzVmZTQ4ZTIiLCJIZWFkZXJUZXh0IjpudWxsLCJJc0RlZmF1bHQiOnRydWUsIlN0eWxlIjp7IiRpZCI6Ijk5MCIsIkhlYWRlclN0eWxlIjp7IiRpZCI6Ijk5MSIsIlRleHRTdHlsZSI6eyIkaWQiOiI5OTIiLCJGb250U2V0dGluZ3MiOnsiJGlkIjoiOTkzIiwiRm9udFNpemUiOjExLCJGb250TmFtZSI6IkNhbGlicmkiLCJJc0JvbGQiOmZhbHNlLCJJc0l0YWxpYyI6ZmFsc2UsIklzVW5kZXJsaW5lZCI6ZmFsc2UsIlBhcmVudFN0eWxlIjpudWxsfSwiQXV0b1NpemUiOjIsIkZvcmVncm91bmQiOnsiJGlkIjoiOTk0IiwiQ29sb3IiOnsiJGlkIjoiOTk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k2IiwiVG9wIjowLjAsIkxlZnQiOjAuMCwiUmlnaHQiOjAuMCwiQm90dG9tIjowLjB9LCJQYWRkaW5nIjp7IiRpZCI6Ijk5NyIsIlRvcCI6MC4wLCJMZWZ0IjowLjAsIlJpZ2h0IjowLjAsIkJvdHRvbSI6MC4wfSwiQmFja2dyb3VuZCI6bnVsbCwiSXNWaXNpYmxlIjp0cnVlLCJXaWR0aCI6MC4wLCJIZWlnaHQiOjAuMCwiQm9yZGVyU3R5bGUiOm51bGwsIlBhcmVudFN0eWxlIjpudWxsfSwiUmVjdGFuZ2xlU3R5bGUiOnsiJGlkIjoiOTk4IiwiTWFyZ2luIjp7IiRpZCI6Ijk5OSIsIlRvcCI6MC4wLCJMZWZ0IjowLjAsIlJpZ2h0IjowLjAsIkJvdHRvbSI6MC4wfSwiUGFkZGluZyI6eyIkaWQiOiIxMDAwIiwiVG9wIjowLjAsIkxlZnQiOjAuMCwiUmlnaHQiOjAuMCwiQm90dG9tIjowLjB9LCJCYWNrZ3JvdW5kIjp7IiRpZCI6IjEwMDEiLCJDb2xvciI6eyIkaWQiOiIxMDAyIiwiQSI6NjMsIlIiOjE2NSwiRyI6MTY1LCJCIjoxNjV9fSwiSXNWaXNpYmxlIjp0cnVlLCJXaWR0aCI6MC4wLCJIZWlnaHQiOjAuMCwiQm9yZGVyU3R5bGUiOnsiJGlkIjoiMTAwMyIsIkxpbmVDb2xvciI6eyIkaWQiOiIxMDA0IiwiJHR5cGUiOiJOTFJFLkNvbW1vbi5Eb20uU29saWRDb2xvckJydXNoLCBOTFJFLkNvbW1vbiIsIkNvbG9yIjp7IiRpZCI6IjEwMDUiLCJBIjoyNTUsIlIiOjI1NSwiRyI6MCwiQiI6MH19LCJMaW5lV2VpZ2h0IjowLjAsIkxpbmVUeXBlIjowLCJQYXJlbnRTdHlsZSI6bnVsbH0sIlBhcmVudFN0eWxlIjpudWxsfSwiTWFyZ2luIjp7IiRpZCI6IjEwMDYiLCJUb3AiOjAuMCwiTGVmdCI6MC4wLCJSaWdodCI6MC4wLCJCb3R0b20iOjAuMH0sIlBhZGRpbmciOnsiJGlkIjoiMTAwNyIsIlRvcCI6MC4wLCJMZWZ0IjowLjAsIlJpZ2h0IjowLjAsIkJvdHRvbSI6MC4wfSwiQmFja2dyb3VuZCI6bnVsbCwiSXNWaXNpYmxlIjp0cnVlLCJXaWR0aCI6MC4wLCJIZWlnaHQiOjAuMCwiQm9yZGVyU3R5bGUiOm51bGwsIlBhcmVudFN0eWxlIjpudWxsfSwiQmFja2dyb3VuZFN0eWxlIjp7IiRpZCI6IjEwMDgiLCJNYXJnaW4iOnsiJGlkIjoiMTAwOSIsIlRvcCI6MC4wLCJMZWZ0IjowLjAsIlJpZ2h0IjowLjAsIkJvdHRvbSI6MC4wfSwiUGFkZGluZyI6eyIkaWQiOiIxMDEwIiwiVG9wIjowLjAsIkxlZnQiOjAuMCwiUmlnaHQiOjAuMCwiQm90dG9tIjowLjB9LCJCYWNrZ3JvdW5kIjp7IiRpZCI6IjEwMTEiLCJDb2xvciI6eyIkaWQiOiIxMDEyIiwiQSI6NTEsIlIiOjE1NSwiRyI6MTg3LCJCIjo4OX19LCJJc1Zpc2libGUiOnRydWUsIldpZHRoIjowLjAsIkhlaWdodCI6MC4wLCJCb3JkZXJTdHlsZSI6eyIkaWQiOiIxMDEzIiwiTGluZUNvbG9yIjp7IiRpZCI6IjEwMTQiLCIkdHlwZSI6Ik5MUkUuQ29tbW9uLkRvbS5Tb2xpZENvbG9yQnJ1c2gsIE5MUkUuQ29tbW9uIiwiQ29sb3IiOnsiJGlkIjoiMTAxNSIsIkEiOjI1NSwiUiI6MjU1LCJHIjowLCJCIjowfX0sIkxpbmVXZWlnaHQiOjAuMCwiTGluZVR5cGUiOjAsIlBhcmVudFN0eWxlIjpudWxsfSwiUGFyZW50U3R5bGUiOm51bGx9LCJNYXJnaW4iOnsiJGlkIjoiMTAxNiIsIlRvcCI6MC4wLCJMZWZ0IjowLjAsIlJpZ2h0IjowLjAsIkJvdHRvbSI6MC4wfSwiUGFkZGluZyI6eyIkaWQiOiIxMDE3IiwiVG9wIjowLjAsIkxlZnQiOjAuMCwiUmlnaHQiOjAuMCwiQm90dG9tIjowLjB9LCJJc1Zpc2libGUiOnRydWUsIldpZHRoIjowLjAsIkhlaWdodCI6MC4wLCJCb3JkZXJTdHlsZSI6bnVsbCwiUGFyZW50U3R5bGUiOm51bGx9fV0sIklkIjoiOWViNzY1ODQtYmIzMi00NTJlLWFjMDctZmIyNjM3YmFlYTFhIiwiSW5kZXgiOjMyLCJIZWFkZXJUZXh0IjoiTGF1bmNoIiwiU3R5bGUiOnsiJGlkIjoiMTAxOCIsIkhlYWRlclN0eWxlIjp7IiRpZCI6IjEwMTkiLCJUZXh0SXNWZXJ0aWNhbCI6ZmFsc2UsIlRleHRTdHlsZSI6eyIkaWQiOiIxMDIwIiwiRm9udFNldHRpbmdzIjp7IiRpZCI6IjEwMjEiLCJGb250U2l6ZSI6MTAsIkZvbnROYW1lIjoiRnJhbmtsaW4gR290aGljIE1lZGl1bSIsIklzQm9sZCI6ZmFsc2UsIklzSXRhbGljIjpmYWxzZSwiSXNVbmRlcmxpbmVkIjpmYWxzZSwiUGFyZW50U3R5bGUiOm51bGx9LCJBdXRvU2l6ZSI6MCwiRm9yZWdyb3VuZCI6eyIkaWQiOiIxMDIyIiwiQ29sb3IiOnsiJGlkIjoiMTAyMyIsIkEiOjI1NSwiUiI6MCwiRyI6MC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MTAyNCIsIk1hcmdpbiI6eyIkcmVmIjoiMzM1In0sIlBhZGRpbmciOnsiJHJlZiI6IjMzNiJ9LCJCYWNrZ3JvdW5kIjp7IiRpZCI6IjEwMjUiLCJDb2xvciI6eyIkaWQiOiIxMDI2IiwiQSI6MTI3LCJSIjoxNjUsIkciOjE2NSwiQiI6MTY1fX0sIklzVmlzaWJsZSI6ZmFsc2UsIldpZHRoIjowLjAsIkhlaWdodCI6MC4wLCJCb3JkZXJTdHlsZSI6eyIkaWQiOiIxMDI3IiwiTGluZUNvbG9yIjp7IiRyZWYiOiIzNDAifSwiTGluZVdlaWdodCI6MC4wLCJMaW5lVHlwZSI6MCwiUGFyZW50U3R5bGUiOm51bGx9LCJQYXJlbnRTdHlsZSI6bnVsbH0sIk1hcmdpbiI6eyIkcmVmIjoiMzQyIn0sIlBhZGRpbmciOnsiJHJlZiI6IjM0MyJ9LCJCYWNrZ3JvdW5kIjpudWxsLCJJc1Zpc2libGUiOnRydWUsIldpZHRoIjowLjAsIkhlaWdodCI6MC4wLCJCb3JkZXJTdHlsZSI6bnVsbCwiUGFyZW50U3R5bGUiOm51bGx9LCJCYWNrZ3JvdW5kU3R5bGUiOnsiJGlkIjoiMTAyOCIsIk1hcmdpbiI6eyIkcmVmIjoiMzQ1In0sIlBhZGRpbmciOnsiJHJlZiI6IjM0NiJ9LCJCYWNrZ3JvdW5kIjp7IiRpZCI6IjEwMjkiLCJDb2xvciI6eyIkaWQiOiIxMDMwIiwiQSI6MzgsIlIiOjE2NSwiRyI6MTY1LCJCIjoxNjV9fSwiSXNWaXNpYmxlIjp0cnVlLCJXaWR0aCI6MC4wLCJIZWlnaHQiOjAuMCwiQm9yZGVyU3R5bGUiOnsiJGlkIjoiMTAzMSIsIkxpbmVDb2xvciI6eyIkcmVmIjoiMzUwIn0sIkxpbmVXZWlnaHQiOjAuMCwiTGluZVR5cGUiOjAsIlBhcmVudFN0eWxlIjpudWxsfSwiUGFyZW50U3R5bGUiOm51bGx9LCJJc0Fib3ZlVGltZWJhbmQiOmZhbHNlLCJNYXJnaW4iOnsiJGlkIjoiMTAzMiIsIlRvcCI6MC4wLCJMZWZ0IjowLjAsIlJpZ2h0IjowLjAsIkJvdHRvbSI6MC4wfSwiUGFkZGluZyI6eyIkaWQiOiIxMDMzIiwiVG9wIjowLjAsIkxlZnQiOjAuMCwiUmlnaHQiOjAuMCwiQm90dG9tIjowLjB9LCJJc1Zpc2libGUiOnRydWUsIldpZHRoIjowLjAsIkhlaWdodCI6MC4wLCJCb3JkZXJTdHlsZSI6eyIkaWQiOiIxMDM0IiwiTGluZUNvbG9yIjpudWxsLCJMaW5lV2VpZ2h0IjowLjAsIkxpbmVUeXBlIjowLCJQYXJlbnRTdHlsZSI6bnVsbH0sIlBhcmVudFN0eWxlIjpudWxsfX1dLCJDdWx0dXJlSW5mb05hbWUiOiJlbi1VUyIsIlN0eWxlTmFtZSI6bnVsbCwiVmVyc2lvbiI6eyIkaWQiOiIxMDM1IiwiVmVyc2lvbiI6IjMuNi4xIiwiT3JpZ2luYWxBc3NlbWJseVZlcnNpb24iOiI0LjAwLjAxLjAwIiwiRWRpdGlvbiI6IlBybyIsIkxhc3RTYXZlZEVkaXRpb24iOjMsIklzUGx1c0VkaXRpb24iOnRydWUsIklzUHJvRWRpdGlvbiI6dHJ1ZX0sIkVmZmVjdCI6MCwiU3R5bGUiOnsiJGlkIjoiMTAzNiIsIlRpbWViYW5kU3R5bGUiOnsiJGlkIjoiMTAzNyIsIlNjYWxlTWFya2luZyI6MSwiU2hhcGUiOjEwLCJTaGFwZVN0eWxlIjp7IiRpZCI6IjEwMzgiLCJNYXJnaW4iOnsiJGlkIjoiMTAzOSIsIlRvcCI6MC4wLCJMZWZ0IjoxMC4wLCJSaWdodCI6MTAuMCwiQm90dG9tIjowLjB9LCJQYWRkaW5nIjp7IiRpZCI6IjEwNDAiLCJUb3AiOjMuMCwiTGVmdCI6MC4wLCJSaWdodCI6MC4wLCJCb3R0b20iOjMuMH0sIkJhY2tncm91bmQiOnsiJGlkIjoiMTA0MSIsIkNvbG9yIjp7IiRpZCI6IjEwNDIiLCJBIjoyNTUsIlIiOjY4LCJHIjo4NCwiQiI6MTA2fX0sIklzVmlzaWJsZSI6dHJ1ZSwiV2lkdGgiOjg1OC4wLCJIZWlnaHQiOjIwLjAsIkJvcmRlclN0eWxlIjp7IiRpZCI6IjEwNDMiLCJMaW5lQ29sb3IiOnsiJGlkIjoiMTA0NCIsIiR0eXBlIjoiTkxSRS5Db21tb24uRG9tLlNvbGlkQ29sb3JCcnVzaCwgTkxSRS5Db21tb24iLCJDb2xvciI6eyIkaWQiOiIxMDQ1IiwiQSI6MjU1LCJSIjoyNTUsIkciOjAsIkIiOjB9fSwiTGluZVdlaWdodCI6MC4wLCJMaW5lVHlwZSI6MCwiUGFyZW50U3R5bGUiOm51bGx9LCJQYXJlbnRTdHlsZSI6bnVsbH0sIk1pZGRsZVRpZXJTaGFwZVN0eWxlIjp7IiRpZCI6IjEwNDYiLCJNYXJnaW4iOnsiJHJlZiI6IjEwMzkifSwiUGFkZGluZyI6eyIkcmVmIjoiMTA0MCJ9LCJCYWNrZ3JvdW5kIjp7IiRyZWYiOiIxMDQxIn0sIklzVmlzaWJsZSI6dHJ1ZSwiV2lkdGgiOjg1OC4wLCJIZWlnaHQiOjIwLjAsIkJvcmRlclN0eWxlIjpudWxsLCJQYXJlbnRTdHlsZSI6bnVsbH0sIkJvdHRvbVRpZXJTaGFwZVN0eWxlIjp7IiRpZCI6IjEwNDciLCJNYXJnaW4iOnsiJHJlZiI6IjEwMzkifSwiUGFkZGluZyI6eyIkcmVmIjoiMTA0MCJ9LCJCYWNrZ3JvdW5kIjp7IiRyZWYiOiIxMDQxIn0sIklzVmlzaWJsZSI6dHJ1ZSwiV2lkdGgiOjg1OC4wLCJIZWlnaHQiOjIwLjAsIkJvcmRlclN0eWxlIjpudWxsLCJQYXJlbnRTdHlsZSI6bnVsbH0sIlJpZ2h0RW5kQ2Fwc1N0eWxlIjp7IiRpZCI6IjEwNDgiLCJGb250U2V0dGluZ3MiOnsiJGlkIjoiMTA0OSIsIkZvbnRTaXplIjoxOCwiRm9udE5hbWUiOiJDYWxpYnJpIiwiSXNCb2xkIjp0cnVlLCJJc0l0YWxpYyI6ZmFsc2UsIklzVW5kZXJsaW5lZCI6ZmFsc2UsIlBhcmVudFN0eWxlIjpudWxsfSwiQXV0b1NpemUiOjAsIkZvcmVncm91bmQiOnsiJGlkIjoiMTA1MCIsIkNvbG9yIjp7IiRpZCI6IjEwNTE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wNTIiLCJUb3AiOjAuMCwiTGVmdCI6MC4wLCJSaWdodCI6MjAuMCwiQm90dG9tIjowLjB9LCJQYWRkaW5nIjp7IiRpZCI6IjEwNTMiLCJUb3AiOjAuMCwiTGVmdCI6MC4wLCJSaWdodCI6MC4wLCJCb3R0b20iOjAuMH0sIkJhY2tncm91bmQiOnsiJGlkIjoiMTA1NCIsIkNvbG9yIjp7IiRyZWYiOiIxNSJ9fSwiSXNWaXNpYmxlIjpmYWxzZSwiV2lkdGgiOjAuMCwiSGVpZ2h0IjowLjAsIkJvcmRlclN0eWxlIjpudWxsLCJQYXJlbnRTdHlsZSI6bnVsbH0sIkxlZnRFbmRDYXBzU3R5bGUiOnsiJGlkIjoiMTA1NSIsIkZvbnRTZXR0aW5ncyI6eyIkaWQiOiIxMDU2IiwiRm9udFNpemUiOjE4LCJGb250TmFtZSI6IkNhbGlicmkiLCJJc0JvbGQiOnRydWUsIklzSXRhbGljIjpmYWxzZSwiSXNVbmRlcmxpbmVkIjpmYWxzZSwiUGFyZW50U3R5bGUiOm51bGx9LCJBdXRvU2l6ZSI6MCwiRm9yZWdyb3VuZCI6eyIkaWQiOiIxMDU3IiwiQ29sb3IiOnsiJGlkIjoiMTA1O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A1OSIsIlRvcCI6MC4wLCJMZWZ0IjoyMC4wLCJSaWdodCI6MC4wLCJCb3R0b20iOjAuMH0sIlBhZGRpbmciOnsiJGlkIjoiMTA2MCIsIlRvcCI6MC4wLCJMZWZ0IjowLjAsIlJpZ2h0IjowLjAsIkJvdHRvbSI6MC4wfSwiQmFja2dyb3VuZCI6eyIkaWQiOiIxMDYxIiwiQ29sb3IiOnsiJHJlZiI6IjE1In19LCJJc1Zpc2libGUiOmZhbHNlLCJXaWR0aCI6MC4wLCJIZWlnaHQiOjAuMCwiQm9yZGVyU3R5bGUiOm51bGwsIlBhcmVudFN0eWxlIjpudWxsfSwiVG9kYXlUZXh0U3R5bGUiOnsiJGlkIjoiMTA2MiIsIkZvbnRTZXR0aW5ncyI6eyIkaWQiOiIxMDYzIiwiRm9udFNpemUiOjEyLCJGb250TmFtZSI6IkNhbGlicmkiLCJJc0JvbGQiOmZhbHNlLCJJc0l0YWxpYyI6ZmFsc2UsIklzVW5kZXJsaW5lZCI6ZmFsc2UsIlBhcmVudFN0eWxlIjpudWxsfSwiQXV0b1NpemUiOjAsIkZvcmVncm91bmQiOnsiJGlkIjoiMTA2NCIsIkNvbG9yIjp7IiRpZCI6IjEwNj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A2NiIsIlRvcCI6MC4wLCJMZWZ0IjowLjAsIlJpZ2h0IjowLjAsIkJvdHRvbSI6MC4wfSwiUGFkZGluZyI6eyIkaWQiOiIxMDY3IiwiVG9wIjowLjAsIkxlZnQiOjAuMCwiUmlnaHQiOjAuMCwiQm90dG9tIjowLjB9LCJCYWNrZ3JvdW5kIjp7IiRpZCI6IjEwNjgiLCJDb2xvciI6eyIkcmVmIjoiMTUifX0sIklzVmlzaWJsZSI6dHJ1ZSwiV2lkdGgiOjAuMCwiSGVpZ2h0IjowLjAsIkJvcmRlclN0eWxlIjpudWxsLCJQYXJlbnRTdHlsZSI6bnVsbH0sIlRvZGF5TWFya2VyU3R5bGUiOnsiJGlkIjoiMTA2OSIsIk1hcmdpbiI6eyIkaWQiOiIxMDcwIiwiVG9wIjowLjAsIkxlZnQiOjAuMCwiUmlnaHQiOjAuMCwiQm90dG9tIjowLjB9LCJQYWRkaW5nIjp7IiRpZCI6IjEwNzEiLCJUb3AiOjAuMCwiTGVmdCI6MC4wLCJSaWdodCI6MC4wLCJCb3R0b20iOjAuMH0sIkJhY2tncm91bmQiOnsiJGlkIjoiMTA3MiIsIkNvbG9yIjp7IiRpZCI6IjEwNzMiLCJBIjoyNTUsIlIiOjI1NSwiRyI6MCwiQiI6MH19LCJJc1Zpc2libGUiOnRydWUsIldpZHRoIjowLjAsIkhlaWdodCI6MC4wLCJCb3JkZXJTdHlsZSI6bnVsbCwiUGFyZW50U3R5bGUiOm51bGx9LCJTY2FsZVN0eWxlIjp7IiRpZCI6IjEwNzQiLCJTaGFwZSI6MywiU2hvd1NlZ21lbnRTZXBhcmF0b3JzIjpmYWxzZSwiU2VnbWVudFNlcGFyYXRvck9wYWNpdHkiOjMwLCJIYXNCZWVuVmlzaWJsZUJlZm9yZSI6dHJ1ZSwiRm9udFNldHRpbmdzIjp7IiRpZCI6IjEwNzUiLCJGb250U2l6ZSI6MTIsIkZvbnROYW1lIjoiQ2FsaWJyaSIsIklzQm9sZCI6ZmFsc2UsIklzSXRhbGljIjpmYWxzZSwiSXNVbmRlcmxpbmVkIjpmYWxzZSwiUGFyZW50U3R5bGUiOm51bGx9LCJBdXRvU2l6ZSI6MCwiRm9yZWdyb3VuZCI6eyIkaWQiOiIxMDc2IiwiQ29sb3IiOnsiJGlkIjoiMTA3N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MDc4IiwiVG9wIjowLjAsIkxlZnQiOjUuMCwiUmlnaHQiOjAuMCwiQm90dG9tIjowLjB9LCJQYWRkaW5nIjp7IiRpZCI6IjEwNzkiLCJUb3AiOjAuMCwiTGVmdCI6MC4wLCJSaWdodCI6MC4wLCJCb3R0b20iOjAuMH0sIkJhY2tncm91bmQiOnsiJGlkIjoiMTA4MCIsIkNvbG9yIjp7IiRyZWYiOiIxNSJ9fSwiSXNWaXNpYmxlIjp0cnVlLCJXaWR0aCI6MC4wLCJIZWlnaHQiOjAuMCwiQm9yZGVyU3R5bGUiOm51bGwsIlBhcmVudFN0eWxlIjpudWxsfSwiU2luZ2xlU2NhbGVTaGFwZVN0eWxlIjp7IiRpZCI6IjEwODEiLCJTaGFwZSI6MywiSGVpZ2h0IjoyMC4wfSwiTWlkZGxlVGllclNjYWxlU3R5bGUiOnsiJGlkIjoiMTA4MiIsIlNoYXBlIjozLCJTaG93U2VnbWVudFNlcGFyYXRvcnMiOmZhbHNlLCJTZWdtZW50U2VwYXJhdG9yT3BhY2l0eSI6MzAsIkhhc0JlZW5WaXNpYmxlQmVmb3JlIjpmYWxzZSwiRm9udFNldHRpbmdzIjp7IiRpZCI6IjEwODMiLCJGb250U2l6ZSI6MTIsIkZvbnROYW1lIjoiQ2FsaWJyaSIsIklzQm9sZCI6ZmFsc2UsIklzSXRhbGljIjpmYWxzZSwiSXNVbmRlcmxpbmVkIjpmYWxzZSwiUGFyZW50U3R5bGUiOm51bGx9LCJBdXRvU2l6ZSI6MCwiRm9yZWdyb3VuZCI6eyIkcmVmIjoiMTA3NiJ9LCJNYXhXaWR0aCI6MjAwLjAsIk1heEhlaWdodCI6IkluZmluaXR5IiwiU21hcnRGb3JlZ3JvdW5kSXNBY3RpdmUiOmZhbHNlLCJIb3Jpem9udGFsQWxpZ25tZW50IjowLCJWZXJ0aWNhbEFsaWdubWVudCI6MSwiU21hcnRGb3JlZ3JvdW5kIjpudWxsLCJCYWNrZ3JvdW5kRmlsbFR5cGUiOjAsIk1hcmdpbiI6eyIkcmVmIjoiMTA3OCJ9LCJQYWRkaW5nIjp7IiRyZWYiOiIxMDc5In0sIkJhY2tncm91bmQiOnsiJHJlZiI6IjEwODAifSwiSXNWaXNpYmxlIjpmYWxzZSwiV2lkdGgiOjAuMCwiSGVpZ2h0IjowLjAsIkJvcmRlclN0eWxlIjpudWxsLCJQYXJlbnRTdHlsZSI6bnVsbH0sIkJvdHRvbVRpZXJTY2FsZVN0eWxlIjp7IiRpZCI6IjEwODQiLCJTaGFwZSI6MywiU2hvd1NlZ21lbnRTZXBhcmF0b3JzIjpmYWxzZSwiU2VnbWVudFNlcGFyYXRvck9wYWNpdHkiOjMwLCJIYXNCZWVuVmlzaWJsZUJlZm9yZSI6ZmFsc2UsIkZvbnRTZXR0aW5ncyI6eyIkaWQiOiIxMDg1IiwiRm9udFNpemUiOjEyLCJGb250TmFtZSI6IkNhbGlicmkiLCJJc0JvbGQiOmZhbHNlLCJJc0l0YWxpYyI6ZmFsc2UsIklzVW5kZXJsaW5lZCI6ZmFsc2UsIlBhcmVudFN0eWxlIjpudWxsfSwiQXV0b1NpemUiOjAsIkZvcmVncm91bmQiOnsiJHJlZiI6IjEwNzYifSwiTWF4V2lkdGgiOjIwMC4wLCJNYXhIZWlnaHQiOiJJbmZpbml0eSIsIlNtYXJ0Rm9yZWdyb3VuZElzQWN0aXZlIjpmYWxzZSwiSG9yaXpvbnRhbEFsaWdubWVudCI6MCwiVmVydGljYWxBbGlnbm1lbnQiOjEsIlNtYXJ0Rm9yZWdyb3VuZCI6bnVsbCwiQmFja2dyb3VuZEZpbGxUeXBlIjowLCJNYXJnaW4iOnsiJHJlZiI6IjEwNzgifSwiUGFkZGluZyI6eyIkcmVmIjoiMTA3OSJ9LCJCYWNrZ3JvdW5kIjp7IiRyZWYiOiIxMDgwIn0sIklzVmlzaWJsZSI6ZmFsc2UsIldpZHRoIjowLjAsIkhlaWdodCI6MC4wLCJCb3JkZXJTdHlsZSI6bnVsbCwiUGFyZW50U3R5bGUiOm51bGx9LCJFbGFwc2VkVGltZUJhY2tncm91bmQiOnsiJGlkIjoiMTA4NiIsIkNvbG9yIjp7IiRpZCI6IjEwODciLCJBIjoxOTEsIlIiOjI1NSwiRyI6MCwiQiI6MH19LCJBcHBlbmRZZWFyT25ZZWFyQ2hhbmdlIjpmYWxzZSwiRWxhcHNlZFRpbWVGb3JtYXQiOjIsIlRvZGF5TWFya2VyUG9zaXRpb24iOjAsIlF1aWNrUG9zaXRpb24iOjMsIkFic29sdXRlUG9zaXRpb24iOjE4My42LCJNYXJnaW4iOnsiJGlkIjoiMTA4OCIsIlRvcCI6MC4wLCJMZWZ0IjoxMC4wLCJSaWdodCI6MTAuMCwiQm90dG9tIjowLjB9LCJQYWRkaW5nIjp7IiRpZCI6IjEwODkiLCJUb3AiOjAuMCwiTGVmdCI6MC4wLCJSaWdodCI6MC4wLCJCb3R0b20iOjAuMH0sIkJhY2tncm91bmQiOnsiJGlkIjoiMTA5MCIsIkNvbG9yIjp7IiRpZCI6IjEwOTEiLCJBIjoyNTUsIlIiOjQ3LCJHIjo1NCwiQiI6MTUzfX0sIklzVmlzaWJsZSI6dHJ1ZSwiV2lkdGgiOjAuMCwiSGVpZ2h0IjowLjAsIkJvcmRlclN0eWxlIjpudWxsLCJQYXJlbnRTdHlsZSI6bnVsbH0sIkRlZmF1bHRNaWxlc3RvbmVTdHlsZSI6eyIkaWQiOiIxMDkyIiwiU2hhcGUiOjIsIkNvbm5lY3Rvck1hcmdpbiI6eyIkaWQiOiIxMDkzIiwiVG9wIjowLjAsIkxlZnQiOjIuMCwiUmlnaHQiOjIuMCwiQm90dG9tIjowLjB9LCJDb25uZWN0b3JTdHlsZSI6eyIkaWQiOiIxMDk0IiwiTGluZUNvbG9yIjp7IiRpZCI6IjEwOTUiLCIkdHlwZSI6Ik5MUkUuQ29tbW9uLkRvbS5Tb2xpZENvbG9yQnJ1c2gsIE5MUkUuQ29tbW9uIiwiQ29sb3IiOnsiJGlkIjoiMTA5NiIsIkEiOjEyNywiUiI6NzksIkciOjEyOSwiQiI6MTg5fX0sIkxpbmVXZWlnaHQiOjEuMCwiTGluZVR5cGUiOjAsIlBhcmVudFN0eWxlIjpudWxsfSwiSXNCZWxvd1RpbWViYW5kIjpmYWxzZSwiUG9zaXRpb25PblRhc2siOjAsIkhpZGVEYXRlIjpmYWxzZSwiU2hhcGVTaXplIjoxLCJTcGFjaW5nIjoyLjAsIlBhZGRpbmciOnsiJGlkIjoiMTA5NyIsIlRvcCI6Ny4wLCJMZWZ0IjozLjAsIlJpZ2h0IjowLjAsIkJvdHRvbSI6Mi4wfSwiU2hhcGVTdHlsZSI6eyIkaWQiOiIxMDk4IiwiTWFyZ2luIjp7IiRyZWYiOiIyNzYifSwiUGFkZGluZyI6eyIkcmVmIjoiMjc3In0sIkJhY2tncm91bmQiOnsiJGlkIjoiMTA5OSIsIkNvbG9yIjp7IiRpZCI6IjExMDAiLCJBIjoyNTUsIlIiOjAsIkciOjExNCwiQiI6MTg4fX0sIklzVmlzaWJsZSI6dHJ1ZSwiV2lkdGgiOjEzLjAsIkhlaWdodCI6MTMuMCwiQm9yZGVyU3R5bGUiOnsiJGlkIjoiMTEwMSIsIkxpbmVDb2xvciI6eyIkcmVmIjoiMjgxIn0sIkxpbmVXZWlnaHQiOjAuMCwiTGluZVR5cGUiOjAsIlBhcmVudFN0eWxlIjpudWxsfSwiUGFyZW50U3R5bGUiOm51bGx9LCJUaXRsZVN0eWxlIjp7IiRpZCI6IjExMDIiLCJGb250U2V0dGluZ3MiOnsiJGlkIjoiMTEwMyIsIkZvbnRTaXplIjoxMSwiRm9udE5hbWUiOiJDYWxpYnJpIiwiSXNCb2xkIjp0cnVlLCJJc0l0YWxpYyI6ZmFsc2UsIklzVW5kZXJsaW5lZCI6ZmFsc2UsIlBhcmVudFN0eWxlIjpudWxsfSwiQXV0b1NpemUiOjAsIkZvcmVncm91bmQiOnsiJGlkIjoiMTEwNCIsIkNvbG9yIjp7IiRpZCI6IjExMDU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xMTA2IiwiRm9udFNldHRpbmdzIjp7IiRpZCI6IjExMDciLCJGb250U2l6ZSI6MTAsIkZvbnROYW1lIjoiQ2FsaWJyaSIsIklzQm9sZCI6ZmFsc2UsIklzSXRhbGljIjpmYWxzZSwiSXNVbmRlcmxpbmVkIjpmYWxzZSwiUGFyZW50U3R5bGUiOm51bGx9LCJBdXRvU2l6ZSI6MCwiRm9yZWdyb3VuZCI6eyIkaWQiOiIxMTA4IiwiQ29sb3IiOnsiJGlkIjoiMTEw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MTE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ExIiwiRm9ybWF0IjowLCJJc1Zpc2libGUiOmZhbHNlLCJMYXN0S25vd25WaXNpYmlsaXR5U3RhdGUiOmZhbHNlfSwiSXNWaXNpYmxlIjp0cnVlLCJQYXJlbnRTdHlsZSI6bnVsbH0sIkRlZmF1bHRUYXNrU3R5bGUiOnsiJGlkIjoiMTExMiIsIlNoYXBlIjoxLCJTaGFwZVRoaWNrbmVzcyI6MCwiRHVyYXRpb25Gb3JtYXQiOjAsIkluY2x1ZGVOb25Xb3JraW5nRGF5c0luRHVyYXRpb24iOmZhbHNlLCJQZXJjZW50YWdlQ29tcGxldGVTdHlsZSI6eyIkaWQiOiIxMTEzIiwiRm9udFNldHRpbmdzIjp7IiRpZCI6IjExM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ExNSIsIlRvcCI6MC4wLCJMZWZ0IjowLjAsIlJpZ2h0IjowLjAsIkJvdHRvbSI6MC4wfSwiUGFkZGluZyI6eyIkaWQiOiIxMTE2IiwiVG9wIjowLjAsIkxlZnQiOjAuMCwiUmlnaHQiOjAuMCwiQm90dG9tIjowLjB9LCJCYWNrZ3JvdW5kIjp7IiRyZWYiOiIxNCJ9LCJJc1Zpc2libGUiOnRydWUsIldpZHRoIjowLjAsIkhlaWdodCI6MC4wLCJCb3JkZXJTdHlsZSI6bnVsbCwiUGFyZW50U3R5bGUiOm51bGx9LCJEdXJhdGlvblN0eWxlIjp7IiRpZCI6IjExMTciLCJGb250U2V0dGluZ3MiOnsiJGlkIjoiMTExOCIsIkZvbnRTaXplIjoxMCwiRm9udE5hbWUiOiJDYWxpYnJpIiwiSXNCb2xkIjpmYWxzZSwiSXNJdGFsaWMiOmZhbHNlLCJJc1VuZGVybGluZWQiOmZhbHNlLCJQYXJlbnRTdHlsZSI6bnVsbH0sIkF1dG9TaXplIjowLCJGb3JlZ3JvdW5kIjp7IiRpZCI6IjExMTkiLCJDb2xvciI6eyIkcmVmIjoiMjAifX0sIk1heFdpZHRoIjoyMDAuMCwiTWF4SGVpZ2h0IjoiSW5maW5pdHkiLCJTbWFydEZvcmVncm91bmRJc0FjdGl2ZSI6ZmFsc2UsIkhvcml6b250YWxBbGlnbm1lbnQiOjAsIlZlcnRpY2FsQWxpZ25tZW50IjowLCJTbWFydEZvcmVncm91bmQiOm51bGwsIkJhY2tncm91bmRGaWxsVHlwZSI6MCwiTWFyZ2luIjp7IiRpZCI6IjExMjAiLCJUb3AiOjAuMCwiTGVmdCI6MC4wLCJSaWdodCI6MC4wLCJCb3R0b20iOjAuMH0sIlBhZGRpbmciOnsiJGlkIjoiMTEyMSIsIlRvcCI6MC4wLCJMZWZ0IjowLjAsIlJpZ2h0IjowLjAsIkJvdHRvbSI6MC4wfSwiQmFja2dyb3VuZCI6eyIkcmVmIjoiMjMifSwiSXNWaXNpYmxlIjp0cnVlLCJXaWR0aCI6MC4wLCJIZWlnaHQiOjAuMCwiQm9yZGVyU3R5bGUiOm51bGwsIlBhcmVudFN0eWxlIjpudWxsfSwiSG9yaXpvbnRhbENvbm5lY3RvclN0eWxlIjp7IiRpZCI6IjExMjIiLCJMaW5lQ29sb3IiOnsiJHJlZiI6IjI2In0sIkxpbmVXZWlnaHQiOjEuMCwiTGluZVR5cGUiOjAsIlBhcmVudFN0eWxlIjpudWxsfSwiVmVydGljYWxDb25uZWN0b3JTdHlsZSI6eyIkaWQiOiIxMTIzIiwiTGluZUNvbG9yIjp7IiRyZWYiOiIy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ExMjQiLCJNYXJnaW4iOnsiJGlkIjoiMTEyNSIsIlRvcCI6MC4wLCJMZWZ0Ijo0LjAsIlJpZ2h0Ijo0LjAsIkJvdHRvbSI6MC4wfSwiUGFkZGluZyI6eyIkaWQiOiIxMTI2IiwiVG9wIjowLjAsIkxlZnQiOjAuMCwiUmlnaHQiOjAuMCwiQm90dG9tIjowLjB9LCJCYWNrZ3JvdW5kIjp7IiRpZCI6IjExMjciLCJDb2xvciI6eyIkaWQiOiIxMTI4IiwiQSI6MjU1LCJSIjowLCJHIjoxMTQsIkIiOjE4OH19LCJJc1Zpc2libGUiOnRydWUsIldpZHRoIjowLjAsIkhlaWdodCI6MTAuMCwiQm9yZGVyU3R5bGUiOnsiJGlkIjoiMTEyOSIsIkxpbmVDb2xvciI6eyIkcmVmIjoiMzcifSwiTGluZVdlaWdodCI6MC4wLCJMaW5lVHlwZSI6MCwiUGFyZW50U3R5bGUiOm51bGx9LCJQYXJlbnRTdHlsZSI6bnVsbH0sIlRpdGxlU3R5bGUiOnsiJGlkIjoiMTEzMCIsIkZvbnRTZXR0aW5ncyI6eyIkaWQiOiIxMTMxIiwiRm9udFNpemUiOjExLCJGb250TmFtZSI6IkNhbGlicmkiLCJJc0JvbGQiOnRydWUsIklzSXRhbGljIjpmYWxzZSwiSXNVbmRlcmxpbmVkIjpmYWxzZSwiUGFyZW50U3R5bGUiOm51bGx9LCJBdXRvU2l6ZSI6MCwiRm9yZWdyb3VuZCI6eyIkaWQiOiIxMTMyIiwiQ29sb3IiOnsiJGlkIjoiMTEzM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M0IiwiVG9wIjowLjAsIkxlZnQiOjAuMCwiUmlnaHQiOjAuMCwiQm90dG9tIjowLjB9LCJQYWRkaW5nIjp7IiRpZCI6IjExMzUiLCJUb3AiOjAuMCwiTGVmdCI6MC4wLCJSaWdodCI6MC4wLCJCb3R0b20iOjAuMH0sIkJhY2tncm91bmQiOnsiJHJlZiI6IjQ1In0sIklzVmlzaWJsZSI6dHJ1ZSwiV2lkdGgiOjAuMCwiSGVpZ2h0IjowLjAsIkJvcmRlclN0eWxlIjpudWxsLCJQYXJlbnRTdHlsZSI6bnVsbH0sIkRhdGVTdHlsZSI6eyIkaWQiOiIxMTM2IiwiRm9udFNldHRpbmdzIjp7IiRpZCI6IjExMzciLCJGb250U2l6ZSI6MTAsIkZvbnROYW1lIjoiQ2FsaWJyaSIsIklzQm9sZCI6ZmFsc2UsIklzSXRhbGljIjpmYWxzZSwiSXNVbmRlcmxpbmVkIjpmYWxzZSwiUGFyZW50U3R5bGUiOm51bGx9LCJBdXRvU2l6ZSI6MCwiRm9yZWdyb3VuZCI6eyIkaWQiOiIxMTM4IiwiQ29sb3IiOnsiJGlkIjoiMTEz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E0MCIsIlRvcCI6MC4wLCJMZWZ0IjowLjAsIlJpZ2h0IjowLjAsIkJvdHRvbSI6MC4wfSwiUGFkZGluZyI6eyIkaWQiOiIxMTQxIiwiVG9wIjowLjAsIkxlZnQiOjAuMCwiUmlnaHQiOjAuMCwiQm90dG9tIjowLjB9LCJCYWNrZ3JvdW5kIjp7IiRyZWYiOiI1MyJ9LCJJc1Zpc2libGUiOnRydWUsIldpZHRoIjowLjAsIkhlaWdodCI6MC4wLCJCb3JkZXJTdHlsZSI6bnVsbCwiUGFyZW50U3R5bGUiOm51bGx9LCJEYXRlRm9ybWF0Ijp7IiRpZCI6IjExN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0MyIsIkZvcm1hdCI6MCwiSXNWaXNpYmxlIjpmYWxzZSwiTGFzdEtub3duVmlzaWJpbGl0eVN0YXRlIjpmYWxzZX0sIklzVmlzaWJsZSI6dHJ1ZSwiUGFyZW50U3R5bGUiOm51bGwsIl9leHBsaWNpdGx5U2V0Ijp7IiRpZCI6IjExNDQ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ExNDUiLCJHcmlkbGluZVN0eWxlIjp7IiRpZCI6IjExNDYiLCJMaW5lQ29sb3IiOnsiJGlkIjoiMTE0NyIsIiR0eXBlIjoiTkxSRS5Db21tb24uRG9tLlNvbGlkQ29sb3JCcnVzaCwgTkxSRS5Db21tb24iLCJDb2xvciI6eyIkaWQiOiIxMTQ4IiwiQSI6MzgsIlIiOjkxLCJHIjoxNTUsIkIiOjIxM319LCJMaW5lV2VpZ2h0IjoxLjAsIkxpbmVUeXBlIjowLCJQYXJlbnRTdHlsZSI6bnVsbH0sIk1hcmdpbiI6eyIkaWQiOiIxMTQ5IiwiVG9wIjowLjAsIkxlZnQiOjAuMCwiUmlnaHQiOjAuMCwiQm90dG9tIjowLjB9LCJQYWRkaW5nIjp7IiRpZCI6IjExNTAiLCJUb3AiOjAuMCwiTGVmdCI6MC4wLCJSaWdodCI6MC4wLCJCb3R0b20iOjAuMH0sIkJhY2tncm91bmQiOm51bGwsIklzVmlzaWJsZSI6dHJ1ZSwiV2lkdGgiOjAuMCwiSGVpZ2h0IjowLjAsIkJvcmRlclN0eWxlIjp7IiRpZCI6IjExNTEiLCJMaW5lQ29sb3IiOm51bGwsIkxpbmVXZWlnaHQiOjAuMCwiTGluZVR5cGUiOjAsIlBhcmVudFN0eWxlIjpudWxsfSwiUGFyZW50U3R5bGUiOm51bGx9LCJBY3Rpdml0eUxpbmVQYW5lbFN0eWxlIjp7IiRpZCI6IjExNTIiLCJBY3Rpdml0eUxpbmVTdHlsZSI6eyIkaWQiOiIxMTUzIiwiTGluZUNvbG9yIjp7IiRpZCI6IjExNTQiLCIkdHlwZSI6Ik5MUkUuQ29tbW9uLkRvbS5Tb2xpZENvbG9yQnJ1c2gsIE5MUkUuQ29tbW9uIiwiQ29sb3IiOnsiJGlkIjoiMTE1NSIsIkEiOjM4LCJSIjo3OSwiRyI6MTI5LCJCIjoxODl9fSwiTGluZVdlaWdodCI6MS4wLCJMaW5lVHlwZSI6MCwiUGFyZW50U3R5bGUiOm51bGx9LCJNYXJnaW4iOnsiJGlkIjoiMTE1NiIsIlRvcCI6MC4wLCJMZWZ0IjowLjAsIlJpZ2h0IjowLjAsIkJvdHRvbSI6MC4wfSwiUGFkZGluZyI6eyIkaWQiOiIxMTU3IiwiVG9wIjowLjAsIkxlZnQiOjAuMCwiUmlnaHQiOjAuMCwiQm90dG9tIjowLjB9LCJCYWNrZ3JvdW5kIjpudWxsLCJJc1Zpc2libGUiOnRydWUsIldpZHRoIjowLjAsIkhlaWdodCI6MC4wLCJCb3JkZXJTdHlsZSI6bnVsbCwiUGFyZW50U3R5bGUiOm51bGx9LCJTaG93RWxhcHNlZFRpbWVHcmFkaWVudFN0eWxlIjpmYWxzZSwiVGltZWJhbmRSZXNlcnZlZExlZnRBcmVhU3R5bGUiOnsiJGlkIjoiMTE1OCIsIkFjdGl2aXR5SGVhZGVyV2lkdGgiOjAuMCwiSXNTZXQiOmZhbHNlfSwiRGVmYXVsdFN3aW1sYW5lU3R5bGUiOnsiJGlkIjoiMTE1OSIsIkhlYWRlclN0eWxlIjp7IiRpZCI6IjExNjAiLCJUZXh0U3R5bGUiOnsiJGlkIjoiMTE2MSIsIkZvbnRTZXR0aW5ncyI6eyIkaWQiOiIxMTYyIiwiRm9udFNpemUiOjEyLCJGb250TmFtZSI6IkNhbGlicmkiLCJJc0JvbGQiOmZhbHNlLCJJc0l0YWxpYyI6ZmFsc2UsIklzVW5kZXJsaW5lZCI6ZmFsc2UsIlBhcmVudFN0eWxlIjpudWxsfSwiQXV0b1NpemUiOjAsIkZvcmVncm91bmQiOnsiJGlkIjoiMTE2MyIsIkNvbG9yIjp7IiRpZCI6IjExNjQiLCJBIjoyNTUsIlIiOjMyLCJHIjo1NiwiQiI6MTAwfX0sIk1heFdpZHRoIjowLjAsIk1heEhlaWdodCI6MC4wLCJTbWFydEZvcmVncm91bmRJc0FjdGl2ZSI6ZmFsc2UsIkhvcml6b250YWxBbGlnbm1lbnQiOjAsIlZlcnRpY2FsQWxpZ25tZW50IjowLCJTbWFydEZvcmVncm91bmQiOm51bGwsIkJhY2tncm91bmRGaWxsVHlwZSI6MCwiTWFyZ2luIjp7IiRyZWYiOiIzMzIifSwiUGFkZGluZyI6eyIkcmVmIjoiMzMzIn0sIkJhY2tncm91bmQiOm51bGwsIklzVmlzaWJsZSI6ZmFsc2UsIldpZHRoIjowLjAsIkhlaWdodCI6MC4wLCJCb3JkZXJTdHlsZSI6bnVsbCwiUGFyZW50U3R5bGUiOm51bGx9LCJSZWN0YW5nbGVTdHlsZSI6eyIkaWQiOiIxMTY1IiwiTWFyZ2luIjp7IiRyZWYiOiIzMzUifSwiUGFkZGluZyI6eyIkcmVmIjoiMzM2In0sIkJhY2tncm91bmQiOnsiJGlkIjoiMTE2NiIsIkNvbG9yIjp7IiRpZCI6IjExNjciLCJBIjoxMjcsIlIiOjkxLCJHIjoxNTUsIkIiOjIxM319LCJJc1Zpc2libGUiOmZhbHNlLCJXaWR0aCI6MC4wLCJIZWlnaHQiOjAuMCwiQm9yZGVyU3R5bGUiOnsiJGlkIjoiMTE2OCIsIkxpbmVDb2xvciI6eyIkcmVmIjoiMzQwIn0sIkxpbmVXZWlnaHQiOjAuMCwiTGluZVR5cGUiOjAsIlBhcmVudFN0eWxlIjpudWxsfSwiUGFyZW50U3R5bGUiOm51bGx9LCJNYXJnaW4iOnsiJHJlZiI6IjM0MiJ9LCJQYWRkaW5nIjp7IiRyZWYiOiIzNDMifSwiQmFja2dyb3VuZCI6bnVsbCwiSXNWaXNpYmxlIjp0cnVlLCJXaWR0aCI6MC4wLCJIZWlnaHQiOjAuMCwiQm9yZGVyU3R5bGUiOm51bGwsIlBhcmVudFN0eWxlIjpudWxsfSwiQmFja2dyb3VuZFN0eWxlIjp7IiRpZCI6IjExNjkiLCJNYXJnaW4iOnsiJHJlZiI6IjM0NSJ9LCJQYWRkaW5nIjp7IiRyZWYiOiIzNDYifSwiQmFja2dyb3VuZCI6eyIkaWQiOiIxMTcwIiwiQ29sb3IiOnsiJGlkIjoiMTE3MSIsIkEiOjM4LCJSIjo5MSwiRyI6MTU1LCJCIjoyMTN9fSwiSXNWaXNpYmxlIjp0cnVlLCJXaWR0aCI6MC4wLCJIZWlnaHQiOjAuMCwiQm9yZGVyU3R5bGUiOnsiJGlkIjoiMTE3MiIsIkxpbmVDb2xvciI6eyIkcmVmIjoiMzUwIn0sIkxpbmVXZWlnaHQiOjAuMCwiTGluZVR5cGUiOjAsIlBhcmVudFN0eWxlIjpudWxsfSwiUGFyZW50U3R5bGUiOm51bGx9LCJJc0Fib3ZlVGltZWJhbmQiOmZhbHNlLCJNYXJnaW4iOnsiJGlkIjoiMTE3MyIsIlRvcCI6MC4wLCJMZWZ0IjowLjAsIlJpZ2h0IjowLjAsIkJvdHRvbSI6MC4wfSwiUGFkZGluZyI6eyIkaWQiOiIxMTc0IiwiVG9wIjowLjAsIkxlZnQiOjAuMCwiUmlnaHQiOjAuMCwiQm90dG9tIjowLjB9LCJJc1Zpc2libGUiOnRydWUsIldpZHRoIjowLjAsIkhlaWdodCI6MC4wLCJCb3JkZXJTdHlsZSI6bnVsbCwiUGFyZW50U3R5bGUiOm51bGx9fSwiU2NhbGUiOnsiJGlkIjoiMTE3NSIsIlN0YXJ0RGF0ZSI6IjAwMDEtMDEtMDFUMDA6MDA6MDAiLCJFbmREYXRlIjoiMjAxOS0xMi0yMlQxMjo1OTowMCIsIkZvcm1hdCI6Ik1NTSIsIlR5cGUiOjIsIkF1dG9EYXRlUmFuZ2UiOnRydWUsIldvcmtpbmdEYXlzIjozMSwiRmlzY2FsWWVhciI6eyIkaWQiOiIxMTc2IiwiU3RhcnRNb250aCI6MSwiVXNlU3RhcnRpbmdZZWFyRm9yTnVtYmVyaW5nIjp0cnVlLCJTaG93RmlzY2FsWWVhckxhYmVsIjp0cnVlfSwiVG9kYXlNYXJrZXJUZXh0IjoiVG9kYXkiLCJBdXRvU2NhbGVUeXBlIjp0cnVlfSwiU2NhbGVWMiI6eyIkaWQiOiIxMTc3IiwiU3RhcnREYXRlIjoiMDAwMS0wMS0wMVQwMDowMDowMCIsIkVuZERhdGUiOiIyMDE5LTEyLTIyVDEyOjU5OjAwIiwiQXV0b0RhdGVSYW5nZSI6dHJ1ZSwiV29ya2luZ0RheXMiOjMxLCJGaXNjYWxZZWFyIjp7IiRyZWYiOiIxMTc2In0sIlRvZGF5TWFya2VyVGV4dCI6IlRvZGF5IiwiQXV0b1NjYWxlVHlwZSI6dHJ1ZSwiVGltZWJhbmRTY2FsZXMiOnsiJGlkIjoiMTE3OCIsIlRvcFNjYWxlTGF5ZXIiOnsiJGlkIjoiMTE3OSIsIkZvcm1hdCI6Ik1NTSIsIlR5cGUiOjJ9LCJNaWRkbGVTY2FsZUxheWVyIjp7IiRpZCI6IjExODAiLCJGb3JtYXQiOm51bGwsIlR5cGUiOjB9LCJCb3R0b21TY2FsZUxheWVyIjp7IiRpZCI6IjExODEiLCJGb3JtYXQiOm51bGwsIlR5cGUiOjB9fX0sIk1pbGVzdG9uZXMiOlt7IiRpZCI6IjExODIiLCJEYXRlIjoiMjAxOS0wMS0yNVQxMTo1OTowMFoiLCJTdHlsZSI6eyIkaWQiOiIxMTgzIiwiU2hhcGUiOjE5LCJDb25uZWN0b3JNYXJnaW4iOnsiJGlkIjoiMTE4NCIsIlRvcCI6MC4wLCJMZWZ0IjoyLjAsIlJpZ2h0IjoyLjAsIkJvdHRvbSI6MC4wfSwiQ29ubmVjdG9yU3R5bGUiOnsiJGlkIjoiMTE4NSIsIkxpbmVDb2xvciI6eyIkaWQiOiIxMTg2IiwiJHR5cGUiOiJOTFJFLkNvbW1vbi5Eb20uU29saWRDb2xvckJydXNoLCBOTFJFLkNvbW1vbiIsIkNvbG9yIjp7IiRpZCI6IjExODciLCJBIjoxMjcsIlIiOjc5LCJHIjoxMjksIkIiOjE4OX19LCJMaW5lV2VpZ2h0IjoxLjAsIkxpbmVUeXBlIjowLCJQYXJlbnRTdHlsZSI6bnVsbH0sIklzQmVsb3dUaW1lYmFuZCI6ZmFsc2UsIlBvc2l0aW9uT25UYXNrIjowLCJIaWRlRGF0ZSI6ZmFsc2UsIlNoYXBlU2l6ZSI6MSwiU3BhY2luZyI6Mi4wLCJQYWRkaW5nIjp7IiRpZCI6IjExODgiLCJUb3AiOjcuMCwiTGVmdCI6My4wLCJSaWdodCI6MC4wLCJCb3R0b20iOjIuMH0sIlNoYXBlU3R5bGUiOnsiJGlkIjoiMTE4OSIsIk1hcmdpbiI6eyIkaWQiOiIxMTkwIiwiVG9wIjowLjAsIkxlZnQiOjAuMCwiUmlnaHQiOjAuMCwiQm90dG9tIjowLjB9LCJQYWRkaW5nIjp7IiRpZCI6IjExOTEiLCJUb3AiOjAuMCwiTGVmdCI6MC4wLCJSaWdodCI6MC4wLCJCb3R0b20iOjAuMH0sIkJhY2tncm91bmQiOnsiJGlkIjoiMTE5MiIsIkNvbG9yIjp7IiRpZCI6IjExOTMiLCJBIjoyNTUsIlIiOjExMiwiRyI6MTczLCJCIjo3MX19LCJJc1Zpc2libGUiOnRydWUsIldpZHRoIjoxMy4wLCJIZWlnaHQiOjEzLjAsIkJvcmRlclN0eWxlIjp7IiRpZCI6IjExOTQiLCJMaW5lQ29sb3IiOnsiJHJlZiI6IjI4MSJ9LCJMaW5lV2VpZ2h0IjowLjAsIkxpbmVUeXBlIjowLCJQYXJlbnRTdHlsZSI6bnVsbH0sIlBhcmVudFN0eWxlIjpudWxsfSwiVGl0bGVTdHlsZSI6eyIkaWQiOiIxMTk1IiwiRm9udFNldHRpbmdzIjp7IiRpZCI6IjExOTYiLCJGb250U2l6ZSI6MTEsIkZvbnROYW1lIjoiQ2FsaWJyaSIsIklzQm9sZCI6dHJ1ZSwiSXNJdGFsaWMiOmZhbHNlLCJJc1VuZGVybGluZWQiOmZhbHNlLCJQYXJlbnRTdHlsZSI6bnVsbH0sIkF1dG9TaXplIjowLCJGb3JlZ3JvdW5kIjp7IiRpZCI6IjExOTciLCJDb2xvciI6eyIkaWQiOiIxMTk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xOTkiLCJUb3AiOjAuMCwiTGVmdCI6MC4wLCJSaWdodCI6MC4wLCJCb3R0b20iOjAuMH0sIlBhZGRpbmciOnsiJGlkIjoiMTIwMCIsIlRvcCI6MC4wLCJMZWZ0IjowLjAsIlJpZ2h0IjowLjAsIkJvdHRvbSI6MC4wfSwiQmFja2dyb3VuZCI6eyIkcmVmIjoiMTYyIn0sIklzVmlzaWJsZSI6dHJ1ZSwiV2lkdGgiOjAuMCwiSGVpZ2h0IjowLjAsIkJvcmRlclN0eWxlIjp7IiRpZCI6IjEyMDEiLCJMaW5lQ29sb3IiOm51bGwsIkxpbmVXZWlnaHQiOjAuMCwiTGluZVR5cGUiOjAsIlBhcmVudFN0eWxlIjpudWxsfSwiUGFyZW50U3R5bGUiOm51bGx9LCJEYXRlU3R5bGUiOnsiJGlkIjoiMTIwMiIsIkZvbnRTZXR0aW5ncyI6eyIkaWQiOiIxMjAzIiwiRm9udFNpemUiOjEwLCJGb250TmFtZSI6IkNhbGlicmkiLCJJc0JvbGQiOmZhbHNlLCJJc0l0YWxpYyI6ZmFsc2UsIklzVW5kZXJsaW5lZCI6ZmFsc2UsIlBhcmVudFN0eWxlIjpudWxsfSwiQXV0b1NpemUiOjAsIkZvcmVncm91bmQiOnsiJGlkIjoiMTIwNCIsIkNvbG9yIjp7IiRpZCI6IjEyMD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DYiLCJUb3AiOjAuMCwiTGVmdCI6MC4wLCJSaWdodCI6MC4wLCJCb3R0b20iOjAuMH0sIlBhZGRpbmciOnsiJGlkIjoiMTIwNyIsIlRvcCI6MC4wLCJMZWZ0IjowLjAsIlJpZ2h0IjowLjAsIkJvdHRvbSI6MC4wfSwiQmFja2dyb3VuZCI6eyIkcmVmIjoiMTcwIn0sIklzVmlzaWJsZSI6dHJ1ZSwiV2lkdGgiOjAuMCwiSGVpZ2h0IjowLjAsIkJvcmRlclN0eWxlIjp7IiRpZCI6IjEyMDgiLCJMaW5lQ29sb3IiOm51bGwsIkxpbmVXZWlnaHQiOjAuMCwiTGluZVR5cGUiOjAsIlBhcmVudFN0eWxlIjpudWxsfSwiUGFyZW50U3R5bGUiOm51bGx9LCJEYXRlRm9ybWF0Ijp7IiRpZCI6IjEy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xMCIsIkZvcm1hdCI6MCwiSXNWaXNpYmxlIjpmYWxzZSwiTGFzdEtub3duVmlzaWJpbGl0eVN0YXRlIjpmYWxzZX0sIklzVmlzaWJsZSI6dHJ1ZSwiUGFyZW50U3R5bGUiOm51bGx9LCJJbmRleCI6MCwiUGVyY2VudGFnZUNvbXBsZXRlIjpudWxsLCJQb3NpdGlvbiI6eyJSYXRpbyI6MC4wLCJJc0N1c3RvbSI6ZmFsc2V9LCJEYXRlRm9ybWF0Ijp7IiRyZWYiOiIxMjA5In0sIldlZWtOdW1iZXJpbmciOnsiJGlkIjoiMTIxMSIsIkZvcm1hdCI6MCwiSXNWaXNpYmxlIjpmYWxzZSwiTGFzdEtub3duVmlzaWJpbGl0eVN0YXRlIjpmYWxzZX0sIlJlbGF0ZWRUYXNrSWQiOiIwMDAwMDAwMC0wMDAwLTAwMDAtMDAwMC0wMDAwMDAwMDAwMDAiLCJJZCI6IjE3NzE4ODcwLTdlNTQtNDgzMC1iOGNlLTg4NGE0NWIxNGQzYSIsIkltcG9ydElkIjpudWxsLCJUaXRsZSI6IlByb2plY3QgS2lja29mZiIsIk5vdGUiOm51bGwsIkh5cGVybGluayI6eyIkaWQiOiIxMjEyIiwiQWRkcmVzcyI6IiIsIlN1YkFkZHJlc3MiOiIifSwiSXNDaGFuZ2VkIjpmYWxzZSwiSXNOZXciOmZhbHNlfSx7IiRpZCI6IjEyMTMiLCJEYXRlIjoiMjAxOS0wMy0xMFQxMTo1OTowMFoiLCJTdHlsZSI6eyIkaWQiOiIxMjE0IiwiU2hhcGUiOjE5LCJDb25uZWN0b3JNYXJnaW4iOnsiJGlkIjoiMTIxNSIsIlRvcCI6MC4wLCJMZWZ0IjoyLjAsIlJpZ2h0IjoyLjAsIkJvdHRvbSI6MC4wfSwiQ29ubmVjdG9yU3R5bGUiOnsiJGlkIjoiMTIxNiIsIkxpbmVDb2xvciI6eyIkaWQiOiIxMjE3IiwiJHR5cGUiOiJOTFJFLkNvbW1vbi5Eb20uU29saWRDb2xvckJydXNoLCBOTFJFLkNvbW1vbiIsIkNvbG9yIjp7IiRpZCI6IjEyMTgiLCJBIjoxMjcsIlIiOjc5LCJHIjoxMjksIkIiOjE4OX19LCJMaW5lV2VpZ2h0IjoxLjAsIkxpbmVUeXBlIjowLCJQYXJlbnRTdHlsZSI6bnVsbH0sIklzQmVsb3dUaW1lYmFuZCI6ZmFsc2UsIlBvc2l0aW9uT25UYXNrIjowLCJIaWRlRGF0ZSI6ZmFsc2UsIlNoYXBlU2l6ZSI6MSwiU3BhY2luZyI6MC4wLCJQYWRkaW5nIjp7IiRpZCI6IjEyMTkiLCJUb3AiOjcuMCwiTGVmdCI6My4wLCJSaWdodCI6MC4wLCJCb3R0b20iOjIuMH0sIlNoYXBlU3R5bGUiOnsiJGlkIjoiMTIyMCIsIk1hcmdpbiI6eyIkaWQiOiIxMjIxIiwiVG9wIjowLjAsIkxlZnQiOjAuMCwiUmlnaHQiOjAuMCwiQm90dG9tIjowLjB9LCJQYWRkaW5nIjp7IiRpZCI6IjEyMjIiLCJUb3AiOjAuMCwiTGVmdCI6MC4wLCJSaWdodCI6MC4wLCJCb3R0b20iOjAuMH0sIkJhY2tncm91bmQiOnsiJGlkIjoiMTIyMyIsIkNvbG9yIjp7IiRpZCI6IjEyMjQiLCJBIjoyNTUsIlIiOjE3OCwiRyI6MTQsIkIiOjE4fX0sIklzVmlzaWJsZSI6dHJ1ZSwiV2lkdGgiOjEzLjAsIkhlaWdodCI6MTMuMCwiQm9yZGVyU3R5bGUiOnsiJGlkIjoiMTIyNSIsIkxpbmVDb2xvciI6eyIkcmVmIjoiMjgxIn0sIkxpbmVXZWlnaHQiOjAuMCwiTGluZVR5cGUiOjAsIlBhcmVudFN0eWxlIjpudWxsfSwiUGFyZW50U3R5bGUiOm51bGx9LCJUaXRsZVN0eWxlIjp7IiRpZCI6IjEyMjYiLCJGb250U2V0dGluZ3MiOnsiJGlkIjoiMTIyNyIsIkZvbnRTaXplIjoxMSwiRm9udE5hbWUiOiJDYWxpYnJpIiwiSXNCb2xkIjp0cnVlLCJJc0l0YWxpYyI6ZmFsc2UsIklzVW5kZXJsaW5lZCI6ZmFsc2UsIlBhcmVudFN0eWxlIjpudWxsfSwiQXV0b1NpemUiOjIsIkZvcmVncm91bmQiOnsiJGlkIjoiMTIyOCIsIkNvbG9yIjp7IiRpZCI6IjEyMjkiLCJBIjoyNTUsIlIiOjAsIkciOjAsIkIiOjB9fSwiTWF4V2lkdGgiOjc4Ljg2NjY2NjY2NjY2NjY3NCwiTWF4SGVpZ2h0IjoiSW5maW5pdHkiLCJTbWFydEZvcmVncm91bmRJc0FjdGl2ZSI6ZmFsc2UsIkhvcml6b250YWxBbGlnbm1lbnQiOjAsIlZlcnRpY2FsQWxpZ25tZW50IjowLCJTbWFydEZvcmVncm91bmQiOm51bGwsIkJhY2tncm91bmRGaWxsVHlwZSI6MCwiTWFyZ2luIjp7IiRpZCI6IjEyMzAiLCJUb3AiOjAuMCwiTGVmdCI6MC4wLCJSaWdodCI6MC4wLCJCb3R0b20iOjAuMH0sIlBhZGRpbmciOnsiJGlkIjoiMTIzMSIsIlRvcCI6MC4wLCJMZWZ0IjowLjAsIlJpZ2h0IjowLjAsIkJvdHRvbSI6MC4wfSwiQmFja2dyb3VuZCI6eyIkcmVmIjoiMTYyIn0sIklzVmlzaWJsZSI6dHJ1ZSwiV2lkdGgiOjAuMCwiSGVpZ2h0IjowLjAsIkJvcmRlclN0eWxlIjp7IiRpZCI6IjEyMzIiLCJMaW5lQ29sb3IiOm51bGwsIkxpbmVXZWlnaHQiOjAuMCwiTGluZVR5cGUiOjAsIlBhcmVudFN0eWxlIjpudWxsfSwiUGFyZW50U3R5bGUiOm51bGx9LCJEYXRlU3R5bGUiOnsiJGlkIjoiMTIzMyIsIkZvbnRTZXR0aW5ncyI6eyIkaWQiOiIxMjM0IiwiRm9udFNpemUiOjEwLCJGb250TmFtZSI6IkNhbGlicmkiLCJJc0JvbGQiOmZhbHNlLCJJc0l0YWxpYyI6ZmFsc2UsIklzVW5kZXJsaW5lZCI6ZmFsc2UsIlBhcmVudFN0eWxlIjpudWxsfSwiQXV0b1NpemUiOjAsIkZvcmVncm91bmQiOnsiJGlkIjoiMTIzNSIsIkNvbG9yIjp7IiRpZCI6IjEyMz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zciLCJUb3AiOjAuMCwiTGVmdCI6MC4wLCJSaWdodCI6MC4wLCJCb3R0b20iOjAuMH0sIlBhZGRpbmciOnsiJGlkIjoiMTIzOCIsIlRvcCI6MC4wLCJMZWZ0IjowLjAsIlJpZ2h0IjowLjAsIkJvdHRvbSI6MC4wfSwiQmFja2dyb3VuZCI6eyIkcmVmIjoiMTcwIn0sIklzVmlzaWJsZSI6dHJ1ZSwiV2lkdGgiOjAuMCwiSGVpZ2h0IjowLjAsIkJvcmRlclN0eWxlIjp7IiRpZCI6IjEyMzkiLCJMaW5lQ29sb3IiOm51bGwsIkxpbmVXZWlnaHQiOjAuMCwiTGluZVR5cGUiOjAsIlBhcmVudFN0eWxlIjpudWxsfSwiUGFyZW50U3R5bGUiOm51bGx9LCJEYXRlRm9ybWF0Ijp7IiRpZCI6IjEyN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0MSIsIkZvcm1hdCI6MCwiSXNWaXNpYmxlIjpmYWxzZSwiTGFzdEtub3duVmlzaWJpbGl0eVN0YXRlIjpmYWxzZX0sIklzVmlzaWJsZSI6dHJ1ZSwiUGFyZW50U3R5bGUiOm51bGx9LCJJbmRleCI6MSwiUGVyY2VudGFnZUNvbXBsZXRlIjpudWxsLCJQb3NpdGlvbiI6eyJSYXRpbyI6MC4wLCJJc0N1c3RvbSI6ZmFsc2V9LCJEYXRlRm9ybWF0Ijp7IiRyZWYiOiIxMjQwIn0sIldlZWtOdW1iZXJpbmciOnsiJGlkIjoiMTI0MiIsIkZvcm1hdCI6MCwiSXNWaXNpYmxlIjpmYWxzZSwiTGFzdEtub3duVmlzaWJpbGl0eVN0YXRlIjpmYWxzZX0sIlJlbGF0ZWRUYXNrSWQiOiIwMDAwMDAwMC0wMDAwLTAwMDAtMDAwMC0wMDAwMDAwMDAwMDAiLCJJZCI6ImU3ZDQyNDIxLWQ5ZTYtNDBhMi1hMTA3LWFmYTQyMzE0MWM0NiIsIkltcG9ydElkIjpudWxsLCJUaXRsZSI6IkV4ZWN1dGl2ZSBSZXZpZXciLCJOb3RlIjpudWxsLCJIeXBlcmxpbmsiOnsiJGlkIjoiMTI0MyIsIkFkZHJlc3MiOiIiLCJTdWJBZGRyZXNzIjoiIn0sIklzQ2hhbmdlZCI6ZmFsc2UsIklzTmV3IjpmYWxzZX0seyIkaWQiOiIxMjQ0IiwiRGF0ZSI6IjIwMTktMDMtMjFUMTE6NTk6MDBaIiwiU3R5bGUiOnsiJGlkIjoiMTI0NSIsIlNoYXBlIjoxOSwiQ29ubmVjdG9yTWFyZ2luIjp7IiRpZCI6IjEyNDYiLCJUb3AiOjAuMCwiTGVmdCI6Mi4wLCJSaWdodCI6Mi4wLCJCb3R0b20iOjAuMH0sIkNvbm5lY3RvclN0eWxlIjp7IiRpZCI6IjEyNDciLCJMaW5lQ29sb3IiOnsiJGlkIjoiMTI0OCIsIiR0eXBlIjoiTkxSRS5Db21tb24uRG9tLlNvbGlkQ29sb3JCcnVzaCwgTkxSRS5Db21tb24iLCJDb2xvciI6eyIkaWQiOiIxMjQ5IiwiQSI6MTI3LCJSIjo3OSwiRyI6MTI5LCJCIjoxODl9fSwiTGluZVdlaWdodCI6MS4wLCJMaW5lVHlwZSI6MCwiUGFyZW50U3R5bGUiOm51bGx9LCJJc0JlbG93VGltZWJhbmQiOmZhbHNlLCJQb3NpdGlvbk9uVGFzayI6MCwiSGlkZURhdGUiOmZhbHNlLCJTaGFwZVNpemUiOjEsIlNwYWNpbmciOjAuMCwiUGFkZGluZyI6eyIkaWQiOiIxMjUwIiwiVG9wIjo3LjAsIkxlZnQiOjMuMCwiUmlnaHQiOjAuMCwiQm90dG9tIjoyLjB9LCJTaGFwZVN0eWxlIjp7IiRpZCI6IjEyNTEiLCJNYXJnaW4iOnsiJGlkIjoiMTI1MiIsIlRvcCI6MC4wLCJMZWZ0IjowLjAsIlJpZ2h0IjowLjAsIkJvdHRvbSI6MC4wfSwiUGFkZGluZyI6eyIkaWQiOiIxMjUzIiwiVG9wIjowLjAsIkxlZnQiOjAuMCwiUmlnaHQiOjAuMCwiQm90dG9tIjowLjB9LCJCYWNrZ3JvdW5kIjp7IiRpZCI6IjEyNTQiLCJDb2xvciI6eyIkaWQiOiIxMjU1IiwiQSI6MjU1LCJSIjoxNzgsIkciOjE0LCJCIjoxOH19LCJJc1Zpc2libGUiOnRydWUsIldpZHRoIjoxMy4wLCJIZWlnaHQiOjEzLjAsIkJvcmRlclN0eWxlIjp7IiRpZCI6IjEyNTYiLCJMaW5lQ29sb3IiOnsiJHJlZiI6IjI4MSJ9LCJMaW5lV2VpZ2h0IjowLjAsIkxpbmVUeXBlIjowLCJQYXJlbnRTdHlsZSI6bnVsbH0sIlBhcmVudFN0eWxlIjpudWxsfSwiVGl0bGVTdHlsZSI6eyIkaWQiOiIxMjU3IiwiRm9udFNldHRpbmdzIjp7IiRpZCI6IjEyNTgiLCJGb250U2l6ZSI6MTEsIkZvbnROYW1lIjoiQ2FsaWJyaSIsIklzQm9sZCI6dHJ1ZSwiSXNJdGFsaWMiOmZhbHNlLCJJc1VuZGVybGluZWQiOmZhbHNlLCJQYXJlbnRTdHlsZSI6bnVsbH0sIkF1dG9TaXplIjoyLCJGb3JlZ3JvdW5kIjp7IiRpZCI6IjEyNTkiLCJDb2xvciI6eyIkaWQiOiIxMjYwIiwiQSI6MjU1LCJSIjowLCJHIjowLCJCIjowfX0sIk1heFdpZHRoIjo4NC40NDMzMzMzMzMzMzMzNDIsIk1heEhlaWdodCI6IkluZmluaXR5IiwiU21hcnRGb3JlZ3JvdW5kSXNBY3RpdmUiOmZhbHNlLCJIb3Jpem9udGFsQWxpZ25tZW50IjowLCJWZXJ0aWNhbEFsaWdubWVudCI6MCwiU21hcnRGb3JlZ3JvdW5kIjpudWxsLCJCYWNrZ3JvdW5kRmlsbFR5cGUiOjAsIk1hcmdpbiI6eyIkaWQiOiIxMjYxIiwiVG9wIjowLjAsIkxlZnQiOjAuMCwiUmlnaHQiOjAuMCwiQm90dG9tIjowLjB9LCJQYWRkaW5nIjp7IiRpZCI6IjEyNjIiLCJUb3AiOjAuMCwiTGVmdCI6MC4wLCJSaWdodCI6MC4wLCJCb3R0b20iOjAuMH0sIkJhY2tncm91bmQiOnsiJHJlZiI6IjE2MiJ9LCJJc1Zpc2libGUiOnRydWUsIldpZHRoIjowLjAsIkhlaWdodCI6MC4wLCJCb3JkZXJTdHlsZSI6eyIkaWQiOiIxMjYzIiwiTGluZUNvbG9yIjpudWxsLCJMaW5lV2VpZ2h0IjowLjAsIkxpbmVUeXBlIjowLCJQYXJlbnRTdHlsZSI6bnVsbH0sIlBhcmVudFN0eWxlIjpudWxsfSwiRGF0ZVN0eWxlIjp7IiRpZCI6IjEyNjQiLCJGb250U2V0dGluZ3MiOnsiJGlkIjoiMTI2NSIsIkZvbnRTaXplIjoxMCwiRm9udE5hbWUiOiJDYWxpYnJpIiwiSXNCb2xkIjpmYWxzZSwiSXNJdGFsaWMiOmZhbHNlLCJJc1VuZGVybGluZWQiOmZhbHNlLCJQYXJlbnRTdHlsZSI6bnVsbH0sIkF1dG9TaXplIjowLCJGb3JlZ3JvdW5kIjp7IiRpZCI6IjEyNjYiLCJDb2xvciI6eyIkaWQiOiIxMjY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Y4IiwiVG9wIjowLjAsIkxlZnQiOjAuMCwiUmlnaHQiOjAuMCwiQm90dG9tIjowLjB9LCJQYWRkaW5nIjp7IiRpZCI6IjEyNjkiLCJUb3AiOjAuMCwiTGVmdCI6MC4wLCJSaWdodCI6MC4wLCJCb3R0b20iOjAuMH0sIkJhY2tncm91bmQiOnsiJHJlZiI6IjE3MCJ9LCJJc1Zpc2libGUiOnRydWUsIldpZHRoIjowLjAsIkhlaWdodCI6MC4wLCJCb3JkZXJTdHlsZSI6eyIkaWQiOiIxMjcwIiwiTGluZUNvbG9yIjpudWxsLCJMaW5lV2VpZ2h0IjowLjAsIkxpbmVUeXBlIjowLCJQYXJlbnRTdHlsZSI6bnVsbH0sIlBhcmVudFN0eWxlIjpudWxsfSwiRGF0ZUZvcm1hdCI6eyIkaWQiOiIxM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zIiLCJGb3JtYXQiOjAsIklzVmlzaWJsZSI6ZmFsc2UsIkxhc3RLbm93blZpc2liaWxpdHlTdGF0ZSI6ZmFsc2V9LCJJc1Zpc2libGUiOnRydWUsIlBhcmVudFN0eWxlIjpudWxsfSwiSW5kZXgiOjIsIlBlcmNlbnRhZ2VDb21wbGV0ZSI6bnVsbCwiUG9zaXRpb24iOnsiUmF0aW8iOjAuMCwiSXNDdXN0b20iOmZhbHNlfSwiRGF0ZUZvcm1hdCI6eyIkcmVmIjoiMTI3MSJ9LCJXZWVrTnVtYmVyaW5nIjp7IiRpZCI6IjEyNzMiLCJGb3JtYXQiOjAsIklzVmlzaWJsZSI6ZmFsc2UsIkxhc3RLbm93blZpc2liaWxpdHlTdGF0ZSI6ZmFsc2V9LCJSZWxhdGVkVGFza0lkIjoiMDAwMDAwMDAtMDAwMC0wMDAwLTAwMDAtMDAwMDAwMDAwMDAwIiwiSWQiOiIwZTI4YTg0Yy1mNjcyLTRlMDAtYTA4OS05NjRiZTBkMjRiMGMiLCJJbXBvcnRJZCI6bnVsbCwiVGl0bGUiOiJFeGVjdXRpdmUgRGVjaXNpb24iLCJOb3RlIjpudWxsLCJIeXBlcmxpbmsiOnsiJGlkIjoiMTI3NCIsIkFkZHJlc3MiOiIiLCJTdWJBZGRyZXNzIjoiIn0sIklzQ2hhbmdlZCI6ZmFsc2UsIklzTmV3IjpmYWxzZX0seyIkaWQiOiIxMjc1IiwiRGF0ZSI6IjIwMTktMDYtMzBUMTE6NTk6MDBaIiwiU3R5bGUiOnsiJGlkIjoiMTI3NiIsIlNoYXBlIjoxOSwiQ29ubmVjdG9yTWFyZ2luIjp7IiRpZCI6IjEyNzciLCJUb3AiOjAuMCwiTGVmdCI6Mi4wLCJSaWdodCI6Mi4wLCJCb3R0b20iOjAuMH0sIkNvbm5lY3RvclN0eWxlIjp7IiRpZCI6IjEyNzgiLCJMaW5lQ29sb3IiOnsiJGlkIjoiMTI3OSIsIiR0eXBlIjoiTkxSRS5Db21tb24uRG9tLlNvbGlkQ29sb3JCcnVzaCwgTkxSRS5Db21tb24iLCJDb2xvciI6eyIkaWQiOiIxMjgwIiwiQSI6MTI3LCJSIjo3OSwiRyI6MTI5LCJCIjoxODl9fSwiTGluZVdlaWdodCI6MS4wLCJMaW5lVHlwZSI6MCwiUGFyZW50U3R5bGUiOm51bGx9LCJJc0JlbG93VGltZWJhbmQiOmZhbHNlLCJQb3NpdGlvbk9uVGFzayI6MCwiSGlkZURhdGUiOmZhbHNlLCJTaGFwZVNpemUiOjEsIlNwYWNpbmciOjAuMCwiUGFkZGluZyI6eyIkaWQiOiIxMjgxIiwiVG9wIjo3LjAsIkxlZnQiOjMuMCwiUmlnaHQiOjAuMCwiQm90dG9tIjoyLjB9LCJTaGFwZVN0eWxlIjp7IiRpZCI6IjEyODIiLCJNYXJnaW4iOnsiJGlkIjoiMTI4MyIsIlRvcCI6MC4wLCJMZWZ0IjowLjAsIlJpZ2h0IjowLjAsIkJvdHRvbSI6MC4wfSwiUGFkZGluZyI6eyIkaWQiOiIxMjg0IiwiVG9wIjowLjAsIkxlZnQiOjAuMCwiUmlnaHQiOjAuMCwiQm90dG9tIjowLjB9LCJCYWNrZ3JvdW5kIjp7IiRpZCI6IjEyODUiLCJDb2xvciI6eyIkaWQiOiIxMjg2IiwiQSI6MjU1LCJSIjo4MiwiRyI6MTQ3LCJCIjoyMDV9fSwiSXNWaXNpYmxlIjp0cnVlLCJXaWR0aCI6MTMuMCwiSGVpZ2h0IjoxMy4wLCJCb3JkZXJTdHlsZSI6eyIkaWQiOiIxMjg3IiwiTGluZUNvbG9yIjp7IiRyZWYiOiIyODEifSwiTGluZVdlaWdodCI6MC4wLCJMaW5lVHlwZSI6MCwiUGFyZW50U3R5bGUiOm51bGx9LCJQYXJlbnRTdHlsZSI6bnVsbH0sIlRpdGxlU3R5bGUiOnsiJGlkIjoiMTI4OCIsIkZvbnRTZXR0aW5ncyI6eyIkaWQiOiIxMjg5IiwiRm9udFNpemUiOjExLCJGb250TmFtZSI6IkNhbGlicmkiLCJJc0JvbGQiOnRydWUsIklzSXRhbGljIjpmYWxzZSwiSXNVbmRlcmxpbmVkIjpmYWxzZSwiUGFyZW50U3R5bGUiOm51bGx9LCJBdXRvU2l6ZSI6MCwiRm9yZWdyb3VuZCI6eyIkaWQiOiIxMjkwIiwiQ29sb3IiOnsiJGlkIjoiMTI5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kyIiwiVG9wIjowLjAsIkxlZnQiOjAuMCwiUmlnaHQiOjAuMCwiQm90dG9tIjowLjB9LCJQYWRkaW5nIjp7IiRpZCI6IjEyOTMiLCJUb3AiOjAuMCwiTGVmdCI6MC4wLCJSaWdodCI6MC4wLCJCb3R0b20iOjAuMH0sIkJhY2tncm91bmQiOnsiJHJlZiI6IjE2MiJ9LCJJc1Zpc2libGUiOnRydWUsIldpZHRoIjowLjAsIkhlaWdodCI6MC4wLCJCb3JkZXJTdHlsZSI6eyIkaWQiOiIxMjk0IiwiTGluZUNvbG9yIjpudWxsLCJMaW5lV2VpZ2h0IjowLjAsIkxpbmVUeXBlIjowLCJQYXJlbnRTdHlsZSI6bnVsbH0sIlBhcmVudFN0eWxlIjpudWxsfSwiRGF0ZVN0eWxlIjp7IiRpZCI6IjEyOTUiLCJGb250U2V0dGluZ3MiOnsiJGlkIjoiMTI5NiIsIkZvbnRTaXplIjoxMCwiRm9udE5hbWUiOiJDYWxpYnJpIiwiSXNCb2xkIjpmYWxzZSwiSXNJdGFsaWMiOmZhbHNlLCJJc1VuZGVybGluZWQiOmZhbHNlLCJQYXJlbnRTdHlsZSI6bnVsbH0sIkF1dG9TaXplIjowLCJGb3JlZ3JvdW5kIjp7IiRpZCI6IjEyOTciLCJDb2xvciI6eyIkaWQiOiIxMjk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k5IiwiVG9wIjowLjAsIkxlZnQiOjAuMCwiUmlnaHQiOjAuMCwiQm90dG9tIjowLjB9LCJQYWRkaW5nIjp7IiRpZCI6IjEzMDAiLCJUb3AiOjAuMCwiTGVmdCI6MC4wLCJSaWdodCI6MC4wLCJCb3R0b20iOjAuMH0sIkJhY2tncm91bmQiOnsiJHJlZiI6IjE3MCJ9LCJJc1Zpc2libGUiOnRydWUsIldpZHRoIjowLjAsIkhlaWdodCI6MC4wLCJCb3JkZXJTdHlsZSI6eyIkaWQiOiIxMzAxIiwiTGluZUNvbG9yIjpudWxsLCJMaW5lV2VpZ2h0IjowLjAsIkxpbmVUeXBlIjowLCJQYXJlbnRTdHlsZSI6bnVsbH0sIlBhcmVudFN0eWxlIjpudWxsfSwiRGF0ZUZvcm1hdCI6eyIkaWQiOiIxMzA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MiLCJGb3JtYXQiOjAsIklzVmlzaWJsZSI6ZmFsc2UsIkxhc3RLbm93blZpc2liaWxpdHlTdGF0ZSI6ZmFsc2V9LCJJc1Zpc2libGUiOnRydWUsIlBhcmVudFN0eWxlIjpudWxsfSwiSW5kZXgiOjMsIlBlcmNlbnRhZ2VDb21wbGV0ZSI6bnVsbCwiUG9zaXRpb24iOnsiUmF0aW8iOjAuMCwiSXNDdXN0b20iOmZhbHNlfSwiRGF0ZUZvcm1hdCI6eyIkcmVmIjoiMTMwMiJ9LCJXZWVrTnVtYmVyaW5nIjp7IiRpZCI6IjEzMDQiLCJGb3JtYXQiOjAsIklzVmlzaWJsZSI6ZmFsc2UsIkxhc3RLbm93blZpc2liaWxpdHlTdGF0ZSI6ZmFsc2V9LCJSZWxhdGVkVGFza0lkIjoiMDAwMDAwMDAtMDAwMC0wMDAwLTAwMDAtMDAwMDAwMDAwMDAwIiwiSWQiOiJiOGM2MDMyNi05OTUyLTQzOWItOTc3Yy1iMTAzZTVmNzZiZGIiLCJJbXBvcnRJZCI6bnVsbCwiVGl0bGUiOiJCZXRhIFJlbGVhc2UiLCJOb3RlIjpudWxsLCJIeXBlcmxpbmsiOnsiJGlkIjoiMTMwNSIsIkFkZHJlc3MiOiIiLCJTdWJBZGRyZXNzIjoiIn0sIklzQ2hhbmdlZCI6ZmFsc2UsIklzTmV3IjpmYWxzZX0seyIkaWQiOiIxMzA2IiwiRGF0ZSI6IjIwMTktMTAtMDFUMTE6NTk6MDBaIiwiU3R5bGUiOnsiJGlkIjoiMTMwNyIsIlNoYXBlIjoxOSwiQ29ubmVjdG9yTWFyZ2luIjp7IiRpZCI6IjEzMDgiLCJUb3AiOjAuMCwiTGVmdCI6Mi4wLCJSaWdodCI6Mi4wLCJCb3R0b20iOjAuMH0sIkNvbm5lY3RvclN0eWxlIjp7IiRpZCI6IjEzMDkiLCJMaW5lQ29sb3IiOnsiJGlkIjoiMTMxMCIsIiR0eXBlIjoiTkxSRS5Db21tb24uRG9tLlNvbGlkQ29sb3JCcnVzaCwgTkxSRS5Db21tb24iLCJDb2xvciI6eyIkaWQiOiIxMzExIiwiQSI6MTI3LCJSIjo3OSwiRyI6MTI5LCJCIjoxODl9fSwiTGluZVdlaWdodCI6MS4wLCJMaW5lVHlwZSI6MCwiUGFyZW50U3R5bGUiOm51bGx9LCJJc0JlbG93VGltZWJhbmQiOmZhbHNlLCJQb3NpdGlvbk9uVGFzayI6MCwiSGlkZURhdGUiOmZhbHNlLCJTaGFwZVNpemUiOjEsIlNwYWNpbmciOjAuMCwiUGFkZGluZyI6eyIkaWQiOiIxMzEyIiwiVG9wIjo3LjAsIkxlZnQiOjMuMCwiUmlnaHQiOjAuMCwiQm90dG9tIjoyLjB9LCJTaGFwZVN0eWxlIjp7IiRpZCI6IjEzMTMiLCJNYXJnaW4iOnsiJGlkIjoiMTMxNCIsIlRvcCI6MC4wLCJMZWZ0IjowLjAsIlJpZ2h0IjowLjAsIkJvdHRvbSI6MC4wfSwiUGFkZGluZyI6eyIkaWQiOiIxMzE1IiwiVG9wIjowLjAsIkxlZnQiOjAuMCwiUmlnaHQiOjAuMCwiQm90dG9tIjowLjB9LCJCYWNrZ3JvdW5kIjp7IiRpZCI6IjEzMTYiLCJDb2xvciI6eyIkaWQiOiIxMzE3IiwiQSI6MjU1LCJSIjo4MiwiRyI6MTQ3LCJCIjoyMDV9fSwiSXNWaXNpYmxlIjp0cnVlLCJXaWR0aCI6MTMuMCwiSGVpZ2h0IjoxMy4wLCJCb3JkZXJTdHlsZSI6eyIkaWQiOiIxMzE4IiwiTGluZUNvbG9yIjp7IiRyZWYiOiIyODEifSwiTGluZVdlaWdodCI6MC4wLCJMaW5lVHlwZSI6MCwiUGFyZW50U3R5bGUiOm51bGx9LCJQYXJlbnRTdHlsZSI6bnVsbH0sIlRpdGxlU3R5bGUiOnsiJGlkIjoiMTMxOSIsIkZvbnRTZXR0aW5ncyI6eyIkaWQiOiIxMzIwIiwiRm9udFNpemUiOjExLCJGb250TmFtZSI6IkNhbGlicmkiLCJJc0JvbGQiOnRydWUsIklzSXRhbGljIjpmYWxzZSwiSXNVbmRlcmxpbmVkIjpmYWxzZSwiUGFyZW50U3R5bGUiOm51bGx9LCJBdXRvU2l6ZSI6MCwiRm9yZWdyb3VuZCI6eyIkaWQiOiIxMzIxIiwiQ29sb3IiOnsiJGlkIjoiMTMy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zIzIiwiVG9wIjowLjAsIkxlZnQiOjAuMCwiUmlnaHQiOjAuMCwiQm90dG9tIjowLjB9LCJQYWRkaW5nIjp7IiRpZCI6IjEzMjQiLCJUb3AiOjAuMCwiTGVmdCI6MC4wLCJSaWdodCI6MC4wLCJCb3R0b20iOjAuMH0sIkJhY2tncm91bmQiOnsiJHJlZiI6IjE2MiJ9LCJJc1Zpc2libGUiOnRydWUsIldpZHRoIjowLjAsIkhlaWdodCI6MC4wLCJCb3JkZXJTdHlsZSI6eyIkaWQiOiIxMzI1IiwiTGluZUNvbG9yIjpudWxsLCJMaW5lV2VpZ2h0IjowLjAsIkxpbmVUeXBlIjowLCJQYXJlbnRTdHlsZSI6bnVsbH0sIlBhcmVudFN0eWxlIjpudWxsfSwiRGF0ZVN0eWxlIjp7IiRpZCI6IjEzMjYiLCJGb250U2V0dGluZ3MiOnsiJGlkIjoiMTMyNyIsIkZvbnRTaXplIjoxMCwiRm9udE5hbWUiOiJDYWxpYnJpIiwiSXNCb2xkIjpmYWxzZSwiSXNJdGFsaWMiOmZhbHNlLCJJc1VuZGVybGluZWQiOmZhbHNlLCJQYXJlbnRTdHlsZSI6bnVsbH0sIkF1dG9TaXplIjowLCJGb3JlZ3JvdW5kIjp7IiRpZCI6IjEzMjgiLCJDb2xvciI6eyIkaWQiOiIxMzI5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pZCI6IjEzMzAiLCJUb3AiOjAuMCwiTGVmdCI6MC4wLCJSaWdodCI6MC4wLCJCb3R0b20iOjAuMH0sIlBhZGRpbmciOnsiJGlkIjoiMTMzMSIsIlRvcCI6MC4wLCJMZWZ0IjowLjAsIlJpZ2h0IjowLjAsIkJvdHRvbSI6MC4wfSwiQmFja2dyb3VuZCI6eyIkcmVmIjoiMTcwIn0sIklzVmlzaWJsZSI6dHJ1ZSwiV2lkdGgiOjAuMCwiSGVpZ2h0IjowLjAsIkJvcmRlclN0eWxlIjp7IiRpZCI6IjEzMzIiLCJMaW5lQ29sb3IiOm51bGwsIkxpbmVXZWlnaHQiOjAuMCwiTGluZVR5cGUiOjAsIlBhcmVudFN0eWxlIjpudWxsfSwiUGFyZW50U3R5bGUiOm51bGx9LCJEYXRlRm9ybWF0Ijp7IiRpZCI6IjEz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zNCIsIkZvcm1hdCI6MCwiSXNWaXNpYmxlIjpmYWxzZSwiTGFzdEtub3duVmlzaWJpbGl0eVN0YXRlIjpmYWxzZX0sIklzVmlzaWJsZSI6dHJ1ZSwiUGFyZW50U3R5bGUiOm51bGx9LCJJbmRleCI6NCwiUGVyY2VudGFnZUNvbXBsZXRlIjpudWxsLCJQb3NpdGlvbiI6eyJSYXRpbyI6MC4wLCJJc0N1c3RvbSI6ZmFsc2V9LCJEYXRlRm9ybWF0Ijp7IiRyZWYiOiIxMzMzIn0sIldlZWtOdW1iZXJpbmciOnsiJGlkIjoiMTMzNSIsIkZvcm1hdCI6MCwiSXNWaXNpYmxlIjpmYWxzZSwiTGFzdEtub3duVmlzaWJpbGl0eVN0YXRlIjpmYWxzZX0sIlJlbGF0ZWRUYXNrSWQiOiIwMDAwMDAwMC0wMDAwLTAwMDAtMDAwMC0wMDAwMDAwMDAwMDAiLCJJZCI6Ijc4YWI5MDhmLTE0YzctNGM4OC05OGFjLTM0ZDI2NjVlMTJmMiIsIkltcG9ydElkIjpudWxsLCJUaXRsZSI6IlJlbGVhc2UgQ2FuZGlkYXRlIiwiTm90ZSI6bnVsbCwiSHlwZXJsaW5rIjp7IiRpZCI6IjEzMzYiLCJBZGRyZXNzIjoiIiwiU3ViQWRkcmVzcyI6IiJ9LCJJc0NoYW5nZWQiOmZhbHNlLCJJc05ldyI6ZmFsc2V9LHsiJGlkIjoiMTMzNyIsIkRhdGUiOiIyMDE5LTEwLTIwVDExOjU5OjAwWiIsIlN0eWxlIjp7IiRpZCI6IjEzMzgiLCJTaGFwZSI6MTksIkNvbm5lY3Rvck1hcmdpbiI6eyIkaWQiOiIxMzM5IiwiVG9wIjowLjAsIkxlZnQiOjIuMCwiUmlnaHQiOjIuMCwiQm90dG9tIjowLjB9LCJDb25uZWN0b3JTdHlsZSI6eyIkaWQiOiIxMzQwIiwiTGluZUNvbG9yIjp7IiRpZCI6IjEzNDEiLCIkdHlwZSI6Ik5MUkUuQ29tbW9uLkRvbS5Tb2xpZENvbG9yQnJ1c2gsIE5MUkUuQ29tbW9uIiwiQ29sb3IiOnsiJGlkIjoiMTM0MiIsIkEiOjEyNywiUiI6NzksIkciOjEyOSwiQiI6MTg5fX0sIkxpbmVXZWlnaHQiOjEuMCwiTGluZVR5cGUiOjAsIlBhcmVudFN0eWxlIjpudWxsfSwiSXNCZWxvd1RpbWViYW5kIjpmYWxzZSwiUG9zaXRpb25PblRhc2siOjAsIkhpZGVEYXRlIjpmYWxzZSwiU2hhcGVTaXplIjoxLCJTcGFjaW5nIjowLjAsIlBhZGRpbmciOnsiJGlkIjoiMTM0MyIsIlRvcCI6Ny4wLCJMZWZ0IjozLjAsIlJpZ2h0IjowLjAsIkJvdHRvbSI6Mi4wfSwiU2hhcGVTdHlsZSI6eyIkaWQiOiIxMzQ0IiwiTWFyZ2luIjp7IiRpZCI6IjEzNDUiLCJUb3AiOjAuMCwiTGVmdCI6MC4wLCJSaWdodCI6MC4wLCJCb3R0b20iOjAuMH0sIlBhZGRpbmciOnsiJGlkIjoiMTM0NiIsIlRvcCI6MC4wLCJMZWZ0IjowLjAsIlJpZ2h0IjowLjAsIkJvdHRvbSI6MC4wfSwiQmFja2dyb3VuZCI6eyIkaWQiOiIxMzQ3IiwiQ29sb3IiOnsiJGlkIjoiMTM0OCIsIkEiOjI1NSwiUiI6MTEyLCJHIjoxNzMsIkIiOjcxfX0sIklzVmlzaWJsZSI6dHJ1ZSwiV2lkdGgiOjEzLjAsIkhlaWdodCI6MTMuMCwiQm9yZGVyU3R5bGUiOnsiJGlkIjoiMTM0OSIsIkxpbmVDb2xvciI6eyIkcmVmIjoiMjgxIn0sIkxpbmVXZWlnaHQiOjAuMCwiTGluZVR5cGUiOjAsIlBhcmVudFN0eWxlIjpudWxsfSwiUGFyZW50U3R5bGUiOm51bGx9LCJUaXRsZVN0eWxlIjp7IiRpZCI6IjEzNTAiLCJGb250U2V0dGluZ3MiOnsiJGlkIjoiMTM1MSIsIkZvbnRTaXplIjoxMSwiRm9udE5hbWUiOiJDYWxpYnJpIiwiSXNCb2xkIjp0cnVlLCJJc0l0YWxpYyI6ZmFsc2UsIklzVW5kZXJsaW5lZCI6ZmFsc2UsIlBhcmVudFN0eWxlIjpudWxsfSwiQXV0b1NpemUiOjAsIkZvcmVncm91bmQiOnsiJGlkIjoiMTM1MiIsIkNvbG9yIjp7IiRpZCI6IjEzNTMiLCJBIjoyNTUsIlIiOjU4LCJHIjoxMzcsIkIiOjB9fSwiTWF4V2lkdGgiOjIwMC4wLCJNYXhIZWlnaHQiOiJJbmZpbml0eSIsIlNtYXJ0Rm9yZWdyb3VuZElzQWN0aXZlIjpmYWxzZSwiSG9yaXpvbnRhbEFsaWdubWVudCI6MCwiVmVydGljYWxBbGlnbm1lbnQiOjAsIlNtYXJ0Rm9yZWdyb3VuZCI6bnVsbCwiQmFja2dyb3VuZEZpbGxUeXBlIjowLCJNYXJnaW4iOnsiJGlkIjoiMTM1NCIsIlRvcCI6MC4wLCJMZWZ0IjowLjAsIlJpZ2h0IjowLjAsIkJvdHRvbSI6MC4wfSwiUGFkZGluZyI6eyIkaWQiOiIxMzU1IiwiVG9wIjowLjAsIkxlZnQiOjAuMCwiUmlnaHQiOjAuMCwiQm90dG9tIjowLjB9LCJCYWNrZ3JvdW5kIjp7IiRyZWYiOiIxNjIifSwiSXNWaXNpYmxlIjp0cnVlLCJXaWR0aCI6MC4wLCJIZWlnaHQiOjAuMCwiQm9yZGVyU3R5bGUiOnsiJGlkIjoiMTM1NiIsIkxpbmVDb2xvciI6bnVsbCwiTGluZVdlaWdodCI6MC4wLCJMaW5lVHlwZSI6MCwiUGFyZW50U3R5bGUiOm51bGx9LCJQYXJlbnRTdHlsZSI6bnVsbH0sIkRhdGVTdHlsZSI6eyIkaWQiOiIxMzU3IiwiRm9udFNldHRpbmdzIjp7IiRpZCI6IjEzNTgiLCJGb250U2l6ZSI6MTAsIkZvbnROYW1lIjoiQ2FsaWJyaSIsIklzQm9sZCI6ZmFsc2UsIklzSXRhbGljIjpmYWxzZSwiSXNVbmRlcmxpbmVkIjpmYWxzZSwiUGFyZW50U3R5bGUiOm51bGx9LCJBdXRvU2l6ZSI6MCwiRm9yZWdyb3VuZCI6eyIkaWQiOiIxMzU5IiwiQ29sb3IiOnsiJGlkIjoiMTM2MCIsIkEiOjI1NSwiUiI6NTgsIkciOjEzNywiQiI6MH19LCJNYXhXaWR0aCI6MjAwLjAsIk1heEhlaWdodCI6IkluZmluaXR5IiwiU21hcnRGb3JlZ3JvdW5kSXNBY3RpdmUiOmZhbHNlLCJIb3Jpem9udGFsQWxpZ25tZW50IjowLCJWZXJ0aWNhbEFsaWdubWVudCI6MCwiU21hcnRGb3JlZ3JvdW5kIjpudWxsLCJCYWNrZ3JvdW5kRmlsbFR5cGUiOjAsIk1hcmdpbiI6eyIkaWQiOiIxMzYxIiwiVG9wIjowLjAsIkxlZnQiOjAuMCwiUmlnaHQiOjAuMCwiQm90dG9tIjowLjB9LCJQYWRkaW5nIjp7IiRpZCI6IjEzNjIiLCJUb3AiOjAuMCwiTGVmdCI6MC4wLCJSaWdodCI6MC4wLCJCb3R0b20iOjAuMH0sIkJhY2tncm91bmQiOnsiJHJlZiI6IjE3MCJ9LCJJc1Zpc2libGUiOnRydWUsIldpZHRoIjowLjAsIkhlaWdodCI6MC4wLCJCb3JkZXJTdHlsZSI6eyIkaWQiOiIxMzYzIiwiTGluZUNvbG9yIjpudWxsLCJMaW5lV2VpZ2h0IjowLjAsIkxpbmVUeXBlIjowLCJQYXJlbnRTdHlsZSI6bnVsbH0sIlBhcmVudFN0eWxlIjpudWxsfSwiRGF0ZUZvcm1hdCI6eyIkaWQiOiIxMzY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jUiLCJGb3JtYXQiOjAsIklzVmlzaWJsZSI6ZmFsc2UsIkxhc3RLbm93blZpc2liaWxpdHlTdGF0ZSI6ZmFsc2V9LCJJc1Zpc2libGUiOnRydWUsIlBhcmVudFN0eWxlIjpudWxsfSwiSW5kZXgiOjUsIlBlcmNlbnRhZ2VDb21wbGV0ZSI6bnVsbCwiUG9zaXRpb24iOnsiUmF0aW8iOjAuMCwiSXNDdXN0b20iOmZhbHNlfSwiRGF0ZUZvcm1hdCI6eyIkcmVmIjoiMTM2NCJ9LCJXZWVrTnVtYmVyaW5nIjp7IiRpZCI6IjEzNjYiLCJGb3JtYXQiOjAsIklzVmlzaWJsZSI6ZmFsc2UsIkxhc3RLbm93blZpc2liaWxpdHlTdGF0ZSI6ZmFsc2V9LCJSZWxhdGVkVGFza0lkIjoiMDAwMDAwMDAtMDAwMC0wMDAwLTAwMDAtMDAwMDAwMDAwMDAwIiwiSWQiOiJiMWEyYjBhZC01MGM1LTRmM2QtYjI0Yi0zYWFiNjlkNjhmYzUiLCJJbXBvcnRJZCI6bnVsbCwiVGl0bGUiOiJGaW5hbCBSZWxlYXNlIiwiTm90ZSI6bnVsbCwiSHlwZXJsaW5rIjp7IiRpZCI6IjEzNjciLCJBZGRyZXNzIjoiIiwiU3ViQWRkcmVzcyI6IiJ9LCJJc0NoYW5nZWQiOmZhbHNlLCJJc05ldyI6ZmFsc2V9XSwiVGFza3MiOltdLCJTd2ltbGFuZXMiOltdLCJNc1Byb2plY3RJdGVtc1RyZWUiOm51bGwsIk1ldGFkYXRhIjp7IiRpZCI6IjEzNjgiLCJSZWNlbnRDb2xvcnNDb2xsZWN0aW9uIjoiW1wiI0ZGNTI5M0NEXCIsXCIjRkZDRTkyMDBcIixcIiNGRjc0QUQ0OVwiLFwiI0ZGNzM3MzczXCIsXCIjRkY0NDU0NkFcIixcIiNGRkZFQkEwQVwiLFwiI0ZGNzBBRDQ3XCIsXCIjRkZCMjBFMTJcIl0iLCJNc3BMYXRlc3RJbXBvcnRJdGVtcyI6IntcIiRpZFwiOlwiMVwiLFwiUm9vdFwiOntcIkltcG9ydElkXCI6bnVsbCxcIklzSW1wb3J0ZWRcIjpmYWxzZSxcIkNoaWxkcmVuXCI6W119fSIsIk1zcFN5bmNCeVVpZCI6IkZhbHNlIiwiTXNwQ29sdW1uc01hcHBpbmciOiJbe1wiJGlkXCI6XCIxXCIsXCJTZWxlY3RlZE1hcHBpbmdcIjoxLFwiQ29sdW1uSGVhZGVyXCI6XCJTd2ltbGFuZVwiLFwiQ29sdW1uRnJpZW5kbHlOYW1lXCI6bnVsbH0se1wiJGlkXCI6XCIyXCIsXCJTZWxlY3RlZE1hcHBpbmdcIjoyLFwiQ29sdW1uSGVhZGVyXCI6XCJOYW1lXCIsXCJDb2x1bW5GcmllbmRseU5hbWVcIjpudWxsfSx7XCIkaWRcIjpcIjNcIixcIlNlbGVjdGVkTWFwcGluZ1wiOjMsXCJDb2x1bW5IZWFkZXJcIjpcIlN0YXJ0XCIsXCJDb2x1bW5GcmllbmRseU5hbWVcIjpudWxsfSx7XCIkaWRcIjpcIjRcIixcIlNlbGVjdGVkTWFwcGluZ1wiOjQsXCJDb2x1bW5IZWFkZXJcIjpcIkZpbmlzaFwiLFwiQ29sdW1uRnJpZW5kbHlOYW1lXCI6bnVsbH0se1wiJGlkXCI6XCI1XCIsXCJTZWxlY3RlZE1hcHBpbmdcIjo1LFwiQ29sdW1uSGVhZGVyXCI6XCJQZXJjZW50Q29tcGxldGVcIixcIkNvbHVtbkZyaWVuZGx5TmFtZVwiOm51bGx9XSJ9LCJTZXR0aW5ncyI6eyIkaWQiOiIxMzY5IiwiSW1wYU9wdGlvbnMiOnsiJGlkIjoiMTM3MC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EzNzEiLCJVc2VUaW1lIjpmYWxzZSwiV29ya0RheVN0YXJ0IjoiMDA6MDA6MDAiLCJXb3JrRGF5RW5kIjoiMjM6NTk6MDAifSwiTGFzdFVzZWRUZW1wbGF0ZUlkIjoiZjM3NDYwNjMtMDA0Yy00NDVkLTkxODctY2VkZjdhY2UxNDNiIiwiRmlyc3RXZWVrT2ZZZWFyIjowLCJQbGFjZU1pbGVzdG9uZUF0VGhlQmVnaW5uaW5nT2ZUaGVEYXkiOmZhbHNlfQ=="/>
  <p:tag name="__MASTER" val="__part_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ENDDATE" val="2019-12-22T12:59:00.0000000"/>
  <p:tag name="OTLTIMEBANDWORKINGDAYS" val="Standard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False"/>
  <p:tag name="OTLTIMEBANDSCALEMARKING" val="Years"/>
  <p:tag name="OTLRIGHTENDCAPSMARGINRIGHT" val="20"/>
  <p:tag name="OTLLEFTENDCAPSMARGINLEF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SCALEFORMAT" val="MMM"/>
  <p:tag name="OTLTIMEBANDSCALETYPE" val="Months"/>
  <p:tag name="OTLTIMEBANDSHAPETYPE" val="RoundedCornerRectangleTimeband"/>
  <p:tag name="OTLTIMEBANDSHAPEHEIGHT" val="20"/>
  <p:tag name="OTLTIMEBANDSHAPEPADDINGLEFT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 xmlns="71b77f45-859e-4a9f-b23d-c4b37bd56895">2024-12-20T10:33:30+00:00</Date>
    <SharedWithUsers xmlns="7a69be49-e63e-4505-90ce-d18b3283f86f">
      <UserInfo>
        <DisplayName/>
        <AccountId xsi:nil="true"/>
        <AccountType/>
      </UserInfo>
    </SharedWithUsers>
    <lcf76f155ced4ddcb4097134ff3c332f xmlns="71b77f45-859e-4a9f-b23d-c4b37bd56895">
      <Terms xmlns="http://schemas.microsoft.com/office/infopath/2007/PartnerControls"/>
    </lcf76f155ced4ddcb4097134ff3c332f>
    <TaxCatchAll xmlns="7a69be49-e63e-4505-90ce-d18b3283f86f" xsi:nil="true"/>
  </documentManagement>
</p:properties>
</file>

<file path=customXml/itemProps1.xml><?xml version="1.0" encoding="utf-8"?>
<ds:datastoreItem xmlns:ds="http://schemas.openxmlformats.org/officeDocument/2006/customXml" ds:itemID="{687B708F-B505-48DF-8911-92A1B6E7B7F2}"/>
</file>

<file path=customXml/itemProps2.xml><?xml version="1.0" encoding="utf-8"?>
<ds:datastoreItem xmlns:ds="http://schemas.openxmlformats.org/officeDocument/2006/customXml" ds:itemID="{1F40B78C-CB6B-4659-B057-2BF8ADB0CFB8}"/>
</file>

<file path=customXml/itemProps3.xml><?xml version="1.0" encoding="utf-8"?>
<ds:datastoreItem xmlns:ds="http://schemas.openxmlformats.org/officeDocument/2006/customXml" ds:itemID="{41CD7380-B595-4468-BEE5-A6629BC15C7A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5</Slides>
  <Notes>1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Eyecloud Meetings &amp; Timeline  </vt:lpstr>
      <vt:lpstr>Scheduled Meetings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</cp:revision>
  <dcterms:created xsi:type="dcterms:W3CDTF">2012-07-30T22:21:58Z</dcterms:created>
  <dcterms:modified xsi:type="dcterms:W3CDTF">2024-09-24T07:42:45Z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9a4386-74b9-4603-ae20-950a659f9b6e_Enabled">
    <vt:lpwstr>true</vt:lpwstr>
  </property>
  <property fmtid="{D5CDD505-2E9C-101B-9397-08002B2CF9AE}" pid="3" name="MSIP_Label_2e9a4386-74b9-4603-ae20-950a659f9b6e_SetDate">
    <vt:lpwstr>2024-08-22T07:23:14Z</vt:lpwstr>
  </property>
  <property fmtid="{D5CDD505-2E9C-101B-9397-08002B2CF9AE}" pid="4" name="MSIP_Label_2e9a4386-74b9-4603-ae20-950a659f9b6e_Method">
    <vt:lpwstr>Standard</vt:lpwstr>
  </property>
  <property fmtid="{D5CDD505-2E9C-101B-9397-08002B2CF9AE}" pid="5" name="MSIP_Label_2e9a4386-74b9-4603-ae20-950a659f9b6e_Name">
    <vt:lpwstr>Internal Use Only</vt:lpwstr>
  </property>
  <property fmtid="{D5CDD505-2E9C-101B-9397-08002B2CF9AE}" pid="6" name="MSIP_Label_2e9a4386-74b9-4603-ae20-950a659f9b6e_SiteId">
    <vt:lpwstr>c7d1a8f7-0546-4a0c-8cf5-3ddaebf97d51</vt:lpwstr>
  </property>
  <property fmtid="{D5CDD505-2E9C-101B-9397-08002B2CF9AE}" pid="7" name="MSIP_Label_2e9a4386-74b9-4603-ae20-950a659f9b6e_ActionId">
    <vt:lpwstr>bef76444-4704-4b8a-9342-6c1c1798b826</vt:lpwstr>
  </property>
  <property fmtid="{D5CDD505-2E9C-101B-9397-08002B2CF9AE}" pid="8" name="MSIP_Label_2e9a4386-74b9-4603-ae20-950a659f9b6e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0x010100FA86F4A466F26046961D2FEADA0F794E</vt:lpwstr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_activity">
    <vt:lpwstr>{"FileActivityType":"9","FileActivityTimeStamp":"2024-08-29T08:42:55.850Z","FileActivityUsersOnPage":[{"DisplayName":"TCHAMFONG LIONEL","Id":"tchamfl@ext.essilor.com"},{"DisplayName":"Sirirak SRIMUANG","Id":"sirirak.s@essilor.co.th"},{"DisplayName":"Benjapa TADAWISSARUT","Id":"benjapa.t@essilor.co.th"}],"FileActivityNavigationId":null}</vt:lpwstr>
  </property>
  <property fmtid="{D5CDD505-2E9C-101B-9397-08002B2CF9AE}" pid="16" name="TriggerFlowInfo">
    <vt:lpwstr/>
  </property>
</Properties>
</file>