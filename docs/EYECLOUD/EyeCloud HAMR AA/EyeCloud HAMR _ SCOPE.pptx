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3.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6"/>
    <p:sldMasterId id="2147483655" r:id="rId7"/>
    <p:sldMasterId id="2147483667"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Lst>
  <p:sldSz cy="6858000" cx="9144000"/>
  <p:notesSz cx="6858000" cy="9926625"/>
  <p:embeddedFontLst>
    <p:embeddedFont>
      <p:font typeface="Roboto"/>
      <p:regular r:id="rId34"/>
      <p:bold r:id="rId35"/>
      <p:italic r:id="rId36"/>
      <p:boldItalic r:id="rId37"/>
    </p:embeddedFont>
    <p:embeddedFont>
      <p:font typeface="Rambla"/>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82">
          <p15:clr>
            <a:srgbClr val="A4A3A4"/>
          </p15:clr>
        </p15:guide>
        <p15:guide id="2" orient="horz" pos="799">
          <p15:clr>
            <a:srgbClr val="A4A3A4"/>
          </p15:clr>
        </p15:guide>
        <p15:guide id="3" orient="horz" pos="3430">
          <p15:clr>
            <a:srgbClr val="A4A3A4"/>
          </p15:clr>
        </p15:guide>
        <p15:guide id="4" orient="horz" pos="1344">
          <p15:clr>
            <a:srgbClr val="A4A3A4"/>
          </p15:clr>
        </p15:guide>
        <p15:guide id="5" orient="horz" pos="2840">
          <p15:clr>
            <a:srgbClr val="A4A3A4"/>
          </p15:clr>
        </p15:guide>
        <p15:guide id="6" orient="horz" pos="2659">
          <p15:clr>
            <a:srgbClr val="A4A3A4"/>
          </p15:clr>
        </p15:guide>
        <p15:guide id="7" pos="5511">
          <p15:clr>
            <a:srgbClr val="A4A3A4"/>
          </p15:clr>
        </p15:guide>
        <p15:guide id="8" pos="975">
          <p15:clr>
            <a:srgbClr val="A4A3A4"/>
          </p15:clr>
        </p15:guide>
        <p15:guide id="9" pos="362">
          <p15:clr>
            <a:srgbClr val="A4A3A4"/>
          </p15:clr>
        </p15:guide>
      </p15:sldGuideLst>
    </p:ext>
    <p:ext uri="GoogleSlidesCustomDataVersion2">
      <go:slidesCustomData xmlns:go="http://customooxmlschemas.google.com/" r:id="rId42" roundtripDataSignature="AMtx7mh+kw2JMQ7XlL9u8q3/2Waw09qu0g=="/>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3" name="Anh-Viet TON THAT"/>
  <p:cmAuthor clrIdx="1" id="1" initials="" lastIdx="2" name="Joseph NGUYE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3A23405-A6D6-44C8-B694-50B9CCFBD653}">
  <a:tblStyle styleId="{F3A23405-A6D6-44C8-B694-50B9CCFBD653}"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0C34126B-26C5-4597-8551-FDAF70939266}"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82" orient="horz"/>
        <p:guide pos="799" orient="horz"/>
        <p:guide pos="3430" orient="horz"/>
        <p:guide pos="1344" orient="horz"/>
        <p:guide pos="2840" orient="horz"/>
        <p:guide pos="2659" orient="horz"/>
        <p:guide pos="5511"/>
        <p:guide pos="975"/>
        <p:guide pos="362"/>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ambla-italic.fntdata"/><Relationship Id="rId20" Type="http://schemas.openxmlformats.org/officeDocument/2006/relationships/slide" Target="slides/slide11.xml"/><Relationship Id="rId42" Type="http://customschemas.google.com/relationships/presentationmetadata" Target="metadata"/><Relationship Id="rId41" Type="http://schemas.openxmlformats.org/officeDocument/2006/relationships/font" Target="fonts/Rambla-boldItalic.fntdata"/><Relationship Id="rId22" Type="http://schemas.openxmlformats.org/officeDocument/2006/relationships/slide" Target="slides/slide13.xml"/><Relationship Id="rId21" Type="http://schemas.openxmlformats.org/officeDocument/2006/relationships/slide" Target="slides/slide12.xml"/><Relationship Id="rId24" Type="http://schemas.openxmlformats.org/officeDocument/2006/relationships/slide" Target="slides/slide15.xml"/><Relationship Id="rId23" Type="http://schemas.openxmlformats.org/officeDocument/2006/relationships/slide" Target="slides/slide14.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5" Type="http://schemas.openxmlformats.org/officeDocument/2006/relationships/commentAuthors" Target="commentAuthors.xml"/><Relationship Id="rId6" Type="http://schemas.openxmlformats.org/officeDocument/2006/relationships/slideMaster" Target="slideMasters/slideMaster1.xml"/><Relationship Id="rId29" Type="http://schemas.openxmlformats.org/officeDocument/2006/relationships/slide" Target="slides/slide20.xml"/><Relationship Id="rId7" Type="http://schemas.openxmlformats.org/officeDocument/2006/relationships/slideMaster" Target="slideMasters/slideMaster2.xml"/><Relationship Id="rId8" Type="http://schemas.openxmlformats.org/officeDocument/2006/relationships/slideMaster" Target="slideMasters/slideMaster3.xml"/><Relationship Id="rId31" Type="http://schemas.openxmlformats.org/officeDocument/2006/relationships/slide" Target="slides/slide22.xml"/><Relationship Id="rId30" Type="http://schemas.openxmlformats.org/officeDocument/2006/relationships/slide" Target="slides/slide21.xml"/><Relationship Id="rId11" Type="http://schemas.openxmlformats.org/officeDocument/2006/relationships/slide" Target="slides/slide2.xml"/><Relationship Id="rId33" Type="http://schemas.openxmlformats.org/officeDocument/2006/relationships/slide" Target="slides/slide24.xml"/><Relationship Id="rId10" Type="http://schemas.openxmlformats.org/officeDocument/2006/relationships/slide" Target="slides/slide1.xml"/><Relationship Id="rId32" Type="http://schemas.openxmlformats.org/officeDocument/2006/relationships/slide" Target="slides/slide23.xml"/><Relationship Id="rId13" Type="http://schemas.openxmlformats.org/officeDocument/2006/relationships/slide" Target="slides/slide4.xml"/><Relationship Id="rId35" Type="http://schemas.openxmlformats.org/officeDocument/2006/relationships/font" Target="fonts/Roboto-bold.fntdata"/><Relationship Id="rId12" Type="http://schemas.openxmlformats.org/officeDocument/2006/relationships/slide" Target="slides/slide3.xml"/><Relationship Id="rId34" Type="http://schemas.openxmlformats.org/officeDocument/2006/relationships/font" Target="fonts/Roboto-regular.fntdata"/><Relationship Id="rId15" Type="http://schemas.openxmlformats.org/officeDocument/2006/relationships/slide" Target="slides/slide6.xml"/><Relationship Id="rId37" Type="http://schemas.openxmlformats.org/officeDocument/2006/relationships/font" Target="fonts/Roboto-boldItalic.fntdata"/><Relationship Id="rId14" Type="http://schemas.openxmlformats.org/officeDocument/2006/relationships/slide" Target="slides/slide5.xml"/><Relationship Id="rId36" Type="http://schemas.openxmlformats.org/officeDocument/2006/relationships/font" Target="fonts/Roboto-italic.fntdata"/><Relationship Id="rId17" Type="http://schemas.openxmlformats.org/officeDocument/2006/relationships/slide" Target="slides/slide8.xml"/><Relationship Id="rId39" Type="http://schemas.openxmlformats.org/officeDocument/2006/relationships/font" Target="fonts/Rambla-bold.fntdata"/><Relationship Id="rId16" Type="http://schemas.openxmlformats.org/officeDocument/2006/relationships/slide" Target="slides/slide7.xml"/><Relationship Id="rId38" Type="http://schemas.openxmlformats.org/officeDocument/2006/relationships/font" Target="fonts/Rambla-regular.fntdata"/><Relationship Id="rId19" Type="http://schemas.openxmlformats.org/officeDocument/2006/relationships/slide" Target="slides/slide10.xml"/><Relationship Id="rId18" Type="http://schemas.openxmlformats.org/officeDocument/2006/relationships/slide" Target="slides/slide9.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2-01-03T10:43:47.338">
    <p:pos x="316" y="327"/>
    <p:text>@tchamfl@ext.essilor.com @nguyenj@ext.essilor.com
Dans cette solution, quel serait le système qui jouerait le rôle d'ID provider ? (IP peut être une API key (solution "facile" mais pas top, ou OAuth2 mais difficile à mettre en oeuvre). ---&gt; on en parlera avec Jean-Philippe.
_Reassigned to LIONEL TCHAMFONG_</p:text>
    <p:extLst>
      <p:ext uri="{C676402C-5697-4E1C-873F-D02D1690AC5C}">
        <p15:threadingInfo timeZoneBias="0"/>
      </p:ext>
      <p:ext uri="http://customooxmlschemas.google.com/">
        <go:slidesCustomData xmlns:go="http://customooxmlschemas.google.com/" commentPostId="AAABdXICXn8"/>
      </p:ext>
    </p:extLst>
  </p:cm>
  <p:cm authorId="1" idx="1" dt="2022-01-03T10:43:47.338">
    <p:pos x="316" y="327"/>
    <p:text>Pour info Cognito n'est pas multi region</p:text>
    <p:extLst>
      <p:ext uri="{C676402C-5697-4E1C-873F-D02D1690AC5C}">
        <p15:threadingInfo timeZoneBias="0"/>
      </p:ext>
      <p:ext uri="http://customooxmlschemas.google.com/">
        <go:slidesCustomData xmlns:go="http://customooxmlschemas.google.com/" commentPostId="AAABdXICXoA"/>
      </p:ext>
    </p:extLst>
  </p:cm>
  <p:cm authorId="1" idx="2" dt="2022-01-03T08:44:00.710">
    <p:pos x="316" y="327"/>
    <p:text>API Gateway peut utiliser plusieurs ID provider:
1. Cognito dont l'intégration avec API GW est simple
2. un ID provider externe type Azure AD dont il faudra développer une function Lambda pour que API GW puisse vérifier l'identité de l'appelant.
Nos recommandations c'est de passer sur OAuth2.0 pour des questions de sécu. (apikey en dernier recours au minimum)</p:text>
    <p:extLst>
      <p:ext uri="{C676402C-5697-4E1C-873F-D02D1690AC5C}">
        <p15:threadingInfo timeZoneBias="0"/>
      </p:ext>
      <p:ext uri="http://customooxmlschemas.google.com/">
        <go:slidesCustomData xmlns:go="http://customooxmlschemas.google.com/" commentPostId="AAABdXICXn4"/>
      </p:ext>
    </p:extLs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1-12-21T08:50:32.365">
    <p:pos x="3090" y="2207"/>
    <p:text>@tchamfl@ext.essilor.com @rashmi.m@essilor.com i guess that this workstream needs the infrastructure ready. So from my perspective, the infrastructure workstreams first (S3, Global table, R53) then the workstreams linked to the app/API second (unique ID, Authentication, Authorization)
_Assigned to LIONEL TCHAMFONG_</p:text>
    <p:extLst>
      <p:ext uri="{C676402C-5697-4E1C-873F-D02D1690AC5C}">
        <p15:threadingInfo timeZoneBias="0"/>
      </p:ext>
      <p:ext uri="http://customooxmlschemas.google.com/">
        <go:slidesCustomData xmlns:go="http://customooxmlschemas.google.com/" commentPostId="AAABdXICXoE"/>
      </p:ext>
    </p:extLs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1-12-21T08:46:54.482">
    <p:pos x="2117" y="3482"/>
    <p:text>@tchamfl@ext.essilor.com i've modified from RxCP file to RxML file
_Assigned to LIONEL TCHAMFONG_</p:text>
    <p:extLst>
      <p:ext uri="{C676402C-5697-4E1C-873F-D02D1690AC5C}">
        <p15:threadingInfo timeZoneBias="0"/>
      </p:ext>
      <p:ext uri="http://customooxmlschemas.google.com/">
        <go:slidesCustomData xmlns:go="http://customooxmlschemas.google.com/" commentPostId="AAABdXICXoI"/>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1"/>
            <a:ext cx="2971800" cy="49633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1"/>
            <a:ext cx="2971800" cy="496332"/>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947738" y="744538"/>
            <a:ext cx="496252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1" y="4715153"/>
            <a:ext cx="5486400" cy="44669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428584"/>
            <a:ext cx="2971800" cy="496332"/>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9428584"/>
            <a:ext cx="2971800" cy="49633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1:notes"/>
          <p:cNvSpPr/>
          <p:nvPr>
            <p:ph idx="2" type="sldImg"/>
          </p:nvPr>
        </p:nvSpPr>
        <p:spPr>
          <a:xfrm>
            <a:off x="947738" y="744538"/>
            <a:ext cx="4964112" cy="372268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1" name="Google Shape;111;p1:notes"/>
          <p:cNvSpPr txBox="1"/>
          <p:nvPr>
            <p:ph idx="1" type="body"/>
          </p:nvPr>
        </p:nvSpPr>
        <p:spPr>
          <a:xfrm>
            <a:off x="686291" y="4714875"/>
            <a:ext cx="5485500" cy="4467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540"/>
              </a:spcBef>
              <a:spcAft>
                <a:spcPts val="0"/>
              </a:spcAft>
              <a:buSzPts val="1400"/>
              <a:buNone/>
            </a:pPr>
            <a:r>
              <a:t/>
            </a:r>
            <a:endParaRPr b="0" i="0" sz="1800" u="none" cap="none" strike="noStrike">
              <a:solidFill>
                <a:schemeClr val="dk1"/>
              </a:solidFill>
              <a:latin typeface="Arial"/>
              <a:ea typeface="Arial"/>
              <a:cs typeface="Arial"/>
              <a:sym typeface="Arial"/>
            </a:endParaRPr>
          </a:p>
        </p:txBody>
      </p:sp>
      <p:sp>
        <p:nvSpPr>
          <p:cNvPr id="112" name="Google Shape;112;p1:notes"/>
          <p:cNvSpPr txBox="1"/>
          <p:nvPr>
            <p:ph idx="12" type="sldNum"/>
          </p:nvPr>
        </p:nvSpPr>
        <p:spPr>
          <a:xfrm>
            <a:off x="3884083" y="9428163"/>
            <a:ext cx="2972400" cy="4968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2:notes"/>
          <p:cNvSpPr/>
          <p:nvPr>
            <p:ph idx="2" type="sldImg"/>
          </p:nvPr>
        </p:nvSpPr>
        <p:spPr>
          <a:xfrm>
            <a:off x="947738" y="744538"/>
            <a:ext cx="496252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2:notes"/>
          <p:cNvSpPr txBox="1"/>
          <p:nvPr>
            <p:ph idx="1" type="body"/>
          </p:nvPr>
        </p:nvSpPr>
        <p:spPr>
          <a:xfrm>
            <a:off x="685801" y="4715153"/>
            <a:ext cx="5486400" cy="4467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 name="Google Shape;128;p2:notes"/>
          <p:cNvSpPr txBox="1"/>
          <p:nvPr>
            <p:ph idx="12" type="sldNum"/>
          </p:nvPr>
        </p:nvSpPr>
        <p:spPr>
          <a:xfrm>
            <a:off x="3884613" y="9428584"/>
            <a:ext cx="2971800" cy="496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3:notes"/>
          <p:cNvSpPr/>
          <p:nvPr>
            <p:ph idx="2" type="sldImg"/>
          </p:nvPr>
        </p:nvSpPr>
        <p:spPr>
          <a:xfrm>
            <a:off x="947738" y="744538"/>
            <a:ext cx="496252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3:notes"/>
          <p:cNvSpPr txBox="1"/>
          <p:nvPr>
            <p:ph idx="1" type="body"/>
          </p:nvPr>
        </p:nvSpPr>
        <p:spPr>
          <a:xfrm>
            <a:off x="685801" y="4715153"/>
            <a:ext cx="5486400" cy="446698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3:notes"/>
          <p:cNvSpPr txBox="1"/>
          <p:nvPr>
            <p:ph idx="12" type="sldNum"/>
          </p:nvPr>
        </p:nvSpPr>
        <p:spPr>
          <a:xfrm>
            <a:off x="3884613" y="9428584"/>
            <a:ext cx="2971800" cy="496332"/>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4:notes"/>
          <p:cNvSpPr/>
          <p:nvPr>
            <p:ph idx="2" type="sldImg"/>
          </p:nvPr>
        </p:nvSpPr>
        <p:spPr>
          <a:xfrm>
            <a:off x="947738" y="744538"/>
            <a:ext cx="496252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4:notes"/>
          <p:cNvSpPr txBox="1"/>
          <p:nvPr>
            <p:ph idx="1" type="body"/>
          </p:nvPr>
        </p:nvSpPr>
        <p:spPr>
          <a:xfrm>
            <a:off x="685801" y="4715153"/>
            <a:ext cx="5486400" cy="4467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4" name="Google Shape;174;p4:notes"/>
          <p:cNvSpPr txBox="1"/>
          <p:nvPr>
            <p:ph idx="12" type="sldNum"/>
          </p:nvPr>
        </p:nvSpPr>
        <p:spPr>
          <a:xfrm>
            <a:off x="3884613" y="9428584"/>
            <a:ext cx="2971800" cy="496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5:notes"/>
          <p:cNvSpPr/>
          <p:nvPr>
            <p:ph idx="2" type="sldImg"/>
          </p:nvPr>
        </p:nvSpPr>
        <p:spPr>
          <a:xfrm>
            <a:off x="947738" y="744538"/>
            <a:ext cx="496252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5:notes"/>
          <p:cNvSpPr txBox="1"/>
          <p:nvPr>
            <p:ph idx="1" type="body"/>
          </p:nvPr>
        </p:nvSpPr>
        <p:spPr>
          <a:xfrm>
            <a:off x="685800" y="4715147"/>
            <a:ext cx="5486400" cy="4467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6:notes"/>
          <p:cNvSpPr/>
          <p:nvPr>
            <p:ph idx="2" type="sldImg"/>
          </p:nvPr>
        </p:nvSpPr>
        <p:spPr>
          <a:xfrm>
            <a:off x="947738" y="744538"/>
            <a:ext cx="496252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p6:notes"/>
          <p:cNvSpPr txBox="1"/>
          <p:nvPr>
            <p:ph idx="1" type="body"/>
          </p:nvPr>
        </p:nvSpPr>
        <p:spPr>
          <a:xfrm>
            <a:off x="685800" y="4715147"/>
            <a:ext cx="5486400" cy="4467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7:notes"/>
          <p:cNvSpPr/>
          <p:nvPr>
            <p:ph idx="2" type="sldImg"/>
          </p:nvPr>
        </p:nvSpPr>
        <p:spPr>
          <a:xfrm>
            <a:off x="947738" y="744538"/>
            <a:ext cx="496252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7:notes"/>
          <p:cNvSpPr txBox="1"/>
          <p:nvPr>
            <p:ph idx="1" type="body"/>
          </p:nvPr>
        </p:nvSpPr>
        <p:spPr>
          <a:xfrm>
            <a:off x="685801" y="4715153"/>
            <a:ext cx="5486400" cy="4467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7:notes"/>
          <p:cNvSpPr txBox="1"/>
          <p:nvPr>
            <p:ph idx="12" type="sldNum"/>
          </p:nvPr>
        </p:nvSpPr>
        <p:spPr>
          <a:xfrm>
            <a:off x="3884613" y="9428584"/>
            <a:ext cx="2971800" cy="496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8:notes"/>
          <p:cNvSpPr/>
          <p:nvPr>
            <p:ph idx="2" type="sldImg"/>
          </p:nvPr>
        </p:nvSpPr>
        <p:spPr>
          <a:xfrm>
            <a:off x="947738" y="744538"/>
            <a:ext cx="496252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p8:notes"/>
          <p:cNvSpPr txBox="1"/>
          <p:nvPr>
            <p:ph idx="1" type="body"/>
          </p:nvPr>
        </p:nvSpPr>
        <p:spPr>
          <a:xfrm>
            <a:off x="685801" y="4715153"/>
            <a:ext cx="5486400" cy="4467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2" name="Google Shape;272;p8:notes"/>
          <p:cNvSpPr txBox="1"/>
          <p:nvPr>
            <p:ph idx="12" type="sldNum"/>
          </p:nvPr>
        </p:nvSpPr>
        <p:spPr>
          <a:xfrm>
            <a:off x="3884613" y="9428584"/>
            <a:ext cx="2971800" cy="496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9:notes"/>
          <p:cNvSpPr/>
          <p:nvPr>
            <p:ph idx="2" type="sldImg"/>
          </p:nvPr>
        </p:nvSpPr>
        <p:spPr>
          <a:xfrm>
            <a:off x="947738" y="744538"/>
            <a:ext cx="496252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9:notes"/>
          <p:cNvSpPr txBox="1"/>
          <p:nvPr>
            <p:ph idx="1" type="body"/>
          </p:nvPr>
        </p:nvSpPr>
        <p:spPr>
          <a:xfrm>
            <a:off x="685801" y="4715153"/>
            <a:ext cx="5486400" cy="4467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3" name="Google Shape;293;p9:notes"/>
          <p:cNvSpPr txBox="1"/>
          <p:nvPr>
            <p:ph idx="12" type="sldNum"/>
          </p:nvPr>
        </p:nvSpPr>
        <p:spPr>
          <a:xfrm>
            <a:off x="3884613" y="9428584"/>
            <a:ext cx="2971800" cy="496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0:notes"/>
          <p:cNvSpPr/>
          <p:nvPr>
            <p:ph idx="2" type="sldImg"/>
          </p:nvPr>
        </p:nvSpPr>
        <p:spPr>
          <a:xfrm>
            <a:off x="947738" y="744538"/>
            <a:ext cx="496252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10:notes"/>
          <p:cNvSpPr txBox="1"/>
          <p:nvPr>
            <p:ph idx="1" type="body"/>
          </p:nvPr>
        </p:nvSpPr>
        <p:spPr>
          <a:xfrm>
            <a:off x="685801" y="4715153"/>
            <a:ext cx="5486400" cy="4467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10:notes"/>
          <p:cNvSpPr txBox="1"/>
          <p:nvPr>
            <p:ph idx="12" type="sldNum"/>
          </p:nvPr>
        </p:nvSpPr>
        <p:spPr>
          <a:xfrm>
            <a:off x="3884613" y="9428584"/>
            <a:ext cx="2971800" cy="496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1:notes"/>
          <p:cNvSpPr/>
          <p:nvPr>
            <p:ph idx="2" type="sldImg"/>
          </p:nvPr>
        </p:nvSpPr>
        <p:spPr>
          <a:xfrm>
            <a:off x="947738" y="744538"/>
            <a:ext cx="496252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p11:notes"/>
          <p:cNvSpPr txBox="1"/>
          <p:nvPr>
            <p:ph idx="1" type="body"/>
          </p:nvPr>
        </p:nvSpPr>
        <p:spPr>
          <a:xfrm>
            <a:off x="685801" y="4715153"/>
            <a:ext cx="5486400" cy="4467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2" name="Google Shape;322;p11:notes"/>
          <p:cNvSpPr txBox="1"/>
          <p:nvPr>
            <p:ph idx="12" type="sldNum"/>
          </p:nvPr>
        </p:nvSpPr>
        <p:spPr>
          <a:xfrm>
            <a:off x="3884613" y="9428584"/>
            <a:ext cx="2971800" cy="496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2:notes"/>
          <p:cNvSpPr/>
          <p:nvPr>
            <p:ph idx="2" type="sldImg"/>
          </p:nvPr>
        </p:nvSpPr>
        <p:spPr>
          <a:xfrm>
            <a:off x="947738" y="744538"/>
            <a:ext cx="496252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p12:notes"/>
          <p:cNvSpPr txBox="1"/>
          <p:nvPr>
            <p:ph idx="1" type="body"/>
          </p:nvPr>
        </p:nvSpPr>
        <p:spPr>
          <a:xfrm>
            <a:off x="685801" y="4715153"/>
            <a:ext cx="5486400" cy="4467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0" name="Google Shape;330;p12:notes"/>
          <p:cNvSpPr txBox="1"/>
          <p:nvPr>
            <p:ph idx="12" type="sldNum"/>
          </p:nvPr>
        </p:nvSpPr>
        <p:spPr>
          <a:xfrm>
            <a:off x="3884613" y="9428584"/>
            <a:ext cx="2971800" cy="496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3:notes"/>
          <p:cNvSpPr/>
          <p:nvPr>
            <p:ph idx="2" type="sldImg"/>
          </p:nvPr>
        </p:nvSpPr>
        <p:spPr>
          <a:xfrm>
            <a:off x="947738" y="744538"/>
            <a:ext cx="496252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 name="Google Shape;345;p13:notes"/>
          <p:cNvSpPr txBox="1"/>
          <p:nvPr>
            <p:ph idx="1" type="body"/>
          </p:nvPr>
        </p:nvSpPr>
        <p:spPr>
          <a:xfrm>
            <a:off x="685801" y="4715153"/>
            <a:ext cx="5486400" cy="4467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000"/>
          </a:p>
        </p:txBody>
      </p:sp>
      <p:sp>
        <p:nvSpPr>
          <p:cNvPr id="346" name="Google Shape;346;p13:notes"/>
          <p:cNvSpPr txBox="1"/>
          <p:nvPr>
            <p:ph idx="12" type="sldNum"/>
          </p:nvPr>
        </p:nvSpPr>
        <p:spPr>
          <a:xfrm>
            <a:off x="3884613" y="9428584"/>
            <a:ext cx="2971800" cy="496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14:notes"/>
          <p:cNvSpPr/>
          <p:nvPr>
            <p:ph idx="2" type="sldImg"/>
          </p:nvPr>
        </p:nvSpPr>
        <p:spPr>
          <a:xfrm>
            <a:off x="947738" y="744538"/>
            <a:ext cx="496252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p14:notes"/>
          <p:cNvSpPr txBox="1"/>
          <p:nvPr>
            <p:ph idx="1" type="body"/>
          </p:nvPr>
        </p:nvSpPr>
        <p:spPr>
          <a:xfrm>
            <a:off x="685801" y="4715153"/>
            <a:ext cx="5486400" cy="4467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2" name="Google Shape;372;p14:notes"/>
          <p:cNvSpPr txBox="1"/>
          <p:nvPr>
            <p:ph idx="12" type="sldNum"/>
          </p:nvPr>
        </p:nvSpPr>
        <p:spPr>
          <a:xfrm>
            <a:off x="3884613" y="9428584"/>
            <a:ext cx="2971800" cy="496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15:notes"/>
          <p:cNvSpPr/>
          <p:nvPr>
            <p:ph idx="2" type="sldImg"/>
          </p:nvPr>
        </p:nvSpPr>
        <p:spPr>
          <a:xfrm>
            <a:off x="947738" y="744538"/>
            <a:ext cx="496252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p15:notes"/>
          <p:cNvSpPr txBox="1"/>
          <p:nvPr>
            <p:ph idx="1" type="body"/>
          </p:nvPr>
        </p:nvSpPr>
        <p:spPr>
          <a:xfrm>
            <a:off x="685801" y="4715153"/>
            <a:ext cx="5486400" cy="4467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8" name="Google Shape;388;p15:notes"/>
          <p:cNvSpPr txBox="1"/>
          <p:nvPr>
            <p:ph idx="12" type="sldNum"/>
          </p:nvPr>
        </p:nvSpPr>
        <p:spPr>
          <a:xfrm>
            <a:off x="3884613" y="9428584"/>
            <a:ext cx="2971800" cy="496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6:notes"/>
          <p:cNvSpPr/>
          <p:nvPr>
            <p:ph idx="2" type="sldImg"/>
          </p:nvPr>
        </p:nvSpPr>
        <p:spPr>
          <a:xfrm>
            <a:off x="947738" y="744538"/>
            <a:ext cx="496252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5" name="Google Shape;395;p16:notes"/>
          <p:cNvSpPr txBox="1"/>
          <p:nvPr>
            <p:ph idx="1" type="body"/>
          </p:nvPr>
        </p:nvSpPr>
        <p:spPr>
          <a:xfrm>
            <a:off x="685801" y="4715153"/>
            <a:ext cx="5486400" cy="4467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16:notes"/>
          <p:cNvSpPr txBox="1"/>
          <p:nvPr>
            <p:ph idx="12" type="sldNum"/>
          </p:nvPr>
        </p:nvSpPr>
        <p:spPr>
          <a:xfrm>
            <a:off x="3884613" y="9428584"/>
            <a:ext cx="2971800" cy="496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7:notes"/>
          <p:cNvSpPr/>
          <p:nvPr>
            <p:ph idx="2" type="sldImg"/>
          </p:nvPr>
        </p:nvSpPr>
        <p:spPr>
          <a:xfrm>
            <a:off x="947738" y="744538"/>
            <a:ext cx="496252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p17:notes"/>
          <p:cNvSpPr txBox="1"/>
          <p:nvPr>
            <p:ph idx="1" type="body"/>
          </p:nvPr>
        </p:nvSpPr>
        <p:spPr>
          <a:xfrm>
            <a:off x="685801" y="4715153"/>
            <a:ext cx="5486400" cy="4467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4" name="Google Shape;404;p17:notes"/>
          <p:cNvSpPr txBox="1"/>
          <p:nvPr>
            <p:ph idx="12" type="sldNum"/>
          </p:nvPr>
        </p:nvSpPr>
        <p:spPr>
          <a:xfrm>
            <a:off x="3884613" y="9428584"/>
            <a:ext cx="2971800" cy="496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18:notes"/>
          <p:cNvSpPr/>
          <p:nvPr>
            <p:ph idx="2" type="sldImg"/>
          </p:nvPr>
        </p:nvSpPr>
        <p:spPr>
          <a:xfrm>
            <a:off x="947738" y="744538"/>
            <a:ext cx="496252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p18:notes"/>
          <p:cNvSpPr txBox="1"/>
          <p:nvPr>
            <p:ph idx="1" type="body"/>
          </p:nvPr>
        </p:nvSpPr>
        <p:spPr>
          <a:xfrm>
            <a:off x="685801" y="4715153"/>
            <a:ext cx="5486400" cy="4467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2" name="Google Shape;412;p18:notes"/>
          <p:cNvSpPr txBox="1"/>
          <p:nvPr>
            <p:ph idx="12" type="sldNum"/>
          </p:nvPr>
        </p:nvSpPr>
        <p:spPr>
          <a:xfrm>
            <a:off x="3884613" y="9428584"/>
            <a:ext cx="2971800" cy="496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19:notes"/>
          <p:cNvSpPr/>
          <p:nvPr>
            <p:ph idx="2" type="sldImg"/>
          </p:nvPr>
        </p:nvSpPr>
        <p:spPr>
          <a:xfrm>
            <a:off x="947738" y="744538"/>
            <a:ext cx="496252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 name="Google Shape;419;p19:notes"/>
          <p:cNvSpPr txBox="1"/>
          <p:nvPr>
            <p:ph idx="1" type="body"/>
          </p:nvPr>
        </p:nvSpPr>
        <p:spPr>
          <a:xfrm>
            <a:off x="685801" y="4715153"/>
            <a:ext cx="5486400" cy="4467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0" name="Google Shape;420;p19:notes"/>
          <p:cNvSpPr txBox="1"/>
          <p:nvPr>
            <p:ph idx="12" type="sldNum"/>
          </p:nvPr>
        </p:nvSpPr>
        <p:spPr>
          <a:xfrm>
            <a:off x="3884613" y="9428584"/>
            <a:ext cx="2971800" cy="496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20:notes"/>
          <p:cNvSpPr/>
          <p:nvPr>
            <p:ph idx="2" type="sldImg"/>
          </p:nvPr>
        </p:nvSpPr>
        <p:spPr>
          <a:xfrm>
            <a:off x="947738" y="744538"/>
            <a:ext cx="496252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7" name="Google Shape;427;p20:notes"/>
          <p:cNvSpPr txBox="1"/>
          <p:nvPr>
            <p:ph idx="1" type="body"/>
          </p:nvPr>
        </p:nvSpPr>
        <p:spPr>
          <a:xfrm>
            <a:off x="685801" y="4715153"/>
            <a:ext cx="5486400" cy="4467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8" name="Google Shape;428;p20:notes"/>
          <p:cNvSpPr txBox="1"/>
          <p:nvPr>
            <p:ph idx="12" type="sldNum"/>
          </p:nvPr>
        </p:nvSpPr>
        <p:spPr>
          <a:xfrm>
            <a:off x="3884613" y="9428584"/>
            <a:ext cx="2971800" cy="496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21:notes"/>
          <p:cNvSpPr/>
          <p:nvPr>
            <p:ph idx="2" type="sldImg"/>
          </p:nvPr>
        </p:nvSpPr>
        <p:spPr>
          <a:xfrm>
            <a:off x="947738" y="744538"/>
            <a:ext cx="496252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9" name="Google Shape;449;p21:notes"/>
          <p:cNvSpPr txBox="1"/>
          <p:nvPr>
            <p:ph idx="1" type="body"/>
          </p:nvPr>
        </p:nvSpPr>
        <p:spPr>
          <a:xfrm>
            <a:off x="685801" y="4715153"/>
            <a:ext cx="5486400" cy="4467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0" name="Google Shape;450;p21:notes"/>
          <p:cNvSpPr txBox="1"/>
          <p:nvPr>
            <p:ph idx="12" type="sldNum"/>
          </p:nvPr>
        </p:nvSpPr>
        <p:spPr>
          <a:xfrm>
            <a:off x="3884613" y="9428584"/>
            <a:ext cx="2971800" cy="496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22:notes"/>
          <p:cNvSpPr/>
          <p:nvPr>
            <p:ph idx="2" type="sldImg"/>
          </p:nvPr>
        </p:nvSpPr>
        <p:spPr>
          <a:xfrm>
            <a:off x="947738" y="744538"/>
            <a:ext cx="496252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p22:notes"/>
          <p:cNvSpPr txBox="1"/>
          <p:nvPr>
            <p:ph idx="1" type="body"/>
          </p:nvPr>
        </p:nvSpPr>
        <p:spPr>
          <a:xfrm>
            <a:off x="685801" y="4715153"/>
            <a:ext cx="5486400" cy="4467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9" name="Google Shape;479;p22:notes"/>
          <p:cNvSpPr txBox="1"/>
          <p:nvPr>
            <p:ph idx="12" type="sldNum"/>
          </p:nvPr>
        </p:nvSpPr>
        <p:spPr>
          <a:xfrm>
            <a:off x="3884613" y="9428584"/>
            <a:ext cx="2971800" cy="496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23:notes"/>
          <p:cNvSpPr/>
          <p:nvPr>
            <p:ph idx="2" type="sldImg"/>
          </p:nvPr>
        </p:nvSpPr>
        <p:spPr>
          <a:xfrm>
            <a:off x="947738" y="744538"/>
            <a:ext cx="496252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 name="Google Shape;486;p23:notes"/>
          <p:cNvSpPr txBox="1"/>
          <p:nvPr>
            <p:ph idx="1" type="body"/>
          </p:nvPr>
        </p:nvSpPr>
        <p:spPr>
          <a:xfrm>
            <a:off x="685801" y="4715153"/>
            <a:ext cx="5486400" cy="4467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7" name="Google Shape;487;p23:notes"/>
          <p:cNvSpPr txBox="1"/>
          <p:nvPr>
            <p:ph idx="12" type="sldNum"/>
          </p:nvPr>
        </p:nvSpPr>
        <p:spPr>
          <a:xfrm>
            <a:off x="3884613" y="9428584"/>
            <a:ext cx="2971800" cy="496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24:notes"/>
          <p:cNvSpPr/>
          <p:nvPr>
            <p:ph idx="2" type="sldImg"/>
          </p:nvPr>
        </p:nvSpPr>
        <p:spPr>
          <a:xfrm>
            <a:off x="947738" y="744538"/>
            <a:ext cx="4962525"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7" name="Google Shape;517;p24:notes"/>
          <p:cNvSpPr txBox="1"/>
          <p:nvPr>
            <p:ph idx="1" type="body"/>
          </p:nvPr>
        </p:nvSpPr>
        <p:spPr>
          <a:xfrm>
            <a:off x="685801" y="4715153"/>
            <a:ext cx="5486400" cy="4467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8" name="Google Shape;518;p24:notes"/>
          <p:cNvSpPr txBox="1"/>
          <p:nvPr>
            <p:ph idx="12" type="sldNum"/>
          </p:nvPr>
        </p:nvSpPr>
        <p:spPr>
          <a:xfrm>
            <a:off x="3884613" y="9428584"/>
            <a:ext cx="2971800" cy="496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bleu">
  <p:cSld name="Titre et contenu bleu">
    <p:spTree>
      <p:nvGrpSpPr>
        <p:cNvPr id="14" name="Shape 14"/>
        <p:cNvGrpSpPr/>
        <p:nvPr/>
      </p:nvGrpSpPr>
      <p:grpSpPr>
        <a:xfrm>
          <a:off x="0" y="0"/>
          <a:ext cx="0" cy="0"/>
          <a:chOff x="0" y="0"/>
          <a:chExt cx="0" cy="0"/>
        </a:xfrm>
      </p:grpSpPr>
      <p:pic>
        <p:nvPicPr>
          <p:cNvPr id="15" name="Google Shape;15;p26"/>
          <p:cNvPicPr preferRelativeResize="0"/>
          <p:nvPr/>
        </p:nvPicPr>
        <p:blipFill rotWithShape="1">
          <a:blip r:embed="rId2">
            <a:alphaModFix/>
          </a:blip>
          <a:srcRect b="0" l="0" r="0" t="0"/>
          <a:stretch/>
        </p:blipFill>
        <p:spPr>
          <a:xfrm>
            <a:off x="0" y="841389"/>
            <a:ext cx="7559041" cy="755904"/>
          </a:xfrm>
          <a:prstGeom prst="rect">
            <a:avLst/>
          </a:prstGeom>
          <a:noFill/>
          <a:ln>
            <a:noFill/>
          </a:ln>
        </p:spPr>
      </p:pic>
      <p:sp>
        <p:nvSpPr>
          <p:cNvPr id="16" name="Google Shape;16;p26"/>
          <p:cNvSpPr txBox="1"/>
          <p:nvPr>
            <p:ph type="title"/>
          </p:nvPr>
        </p:nvSpPr>
        <p:spPr>
          <a:xfrm>
            <a:off x="553225" y="4077"/>
            <a:ext cx="8050800" cy="1043400"/>
          </a:xfrm>
          <a:prstGeom prst="rect">
            <a:avLst/>
          </a:prstGeom>
          <a:noFill/>
          <a:ln>
            <a:noFill/>
          </a:ln>
        </p:spPr>
        <p:txBody>
          <a:bodyPr anchorCtr="0" anchor="t" bIns="0" lIns="0" spcFirstLastPara="1" rIns="0" wrap="square" tIns="0">
            <a:noAutofit/>
          </a:bodyPr>
          <a:lstStyle>
            <a:lvl1pPr lvl="0" marR="0" algn="ctr">
              <a:lnSpc>
                <a:spcPct val="135000"/>
              </a:lnSpc>
              <a:spcBef>
                <a:spcPts val="0"/>
              </a:spcBef>
              <a:spcAft>
                <a:spcPts val="0"/>
              </a:spcAft>
              <a:buSzPts val="2800"/>
              <a:buNone/>
              <a:defRPr i="0" sz="2800" u="none" cap="none" strike="noStrike"/>
            </a:lvl1pPr>
            <a:lvl2pPr lvl="1" marR="0" algn="ctr">
              <a:lnSpc>
                <a:spcPct val="100000"/>
              </a:lnSpc>
              <a:spcBef>
                <a:spcPts val="0"/>
              </a:spcBef>
              <a:spcAft>
                <a:spcPts val="0"/>
              </a:spcAft>
              <a:buSzPts val="1400"/>
              <a:buNone/>
              <a:defRPr b="0" i="0" sz="4400" u="none" cap="none" strike="noStrike">
                <a:solidFill>
                  <a:schemeClr val="dk2"/>
                </a:solidFill>
                <a:latin typeface="Calibri"/>
                <a:ea typeface="Calibri"/>
                <a:cs typeface="Calibri"/>
                <a:sym typeface="Calibri"/>
              </a:defRPr>
            </a:lvl2pPr>
            <a:lvl3pPr lvl="2" marR="0" algn="ctr">
              <a:lnSpc>
                <a:spcPct val="100000"/>
              </a:lnSpc>
              <a:spcBef>
                <a:spcPts val="0"/>
              </a:spcBef>
              <a:spcAft>
                <a:spcPts val="0"/>
              </a:spcAft>
              <a:buSzPts val="1400"/>
              <a:buNone/>
              <a:defRPr b="0" i="0" sz="4400" u="none" cap="none" strike="noStrike">
                <a:solidFill>
                  <a:schemeClr val="dk2"/>
                </a:solidFill>
                <a:latin typeface="Calibri"/>
                <a:ea typeface="Calibri"/>
                <a:cs typeface="Calibri"/>
                <a:sym typeface="Calibri"/>
              </a:defRPr>
            </a:lvl3pPr>
            <a:lvl4pPr lvl="3" marR="0" algn="ctr">
              <a:lnSpc>
                <a:spcPct val="100000"/>
              </a:lnSpc>
              <a:spcBef>
                <a:spcPts val="0"/>
              </a:spcBef>
              <a:spcAft>
                <a:spcPts val="0"/>
              </a:spcAft>
              <a:buSzPts val="1400"/>
              <a:buNone/>
              <a:defRPr b="0" i="0" sz="4400" u="none" cap="none" strike="noStrike">
                <a:solidFill>
                  <a:schemeClr val="dk2"/>
                </a:solidFill>
                <a:latin typeface="Calibri"/>
                <a:ea typeface="Calibri"/>
                <a:cs typeface="Calibri"/>
                <a:sym typeface="Calibri"/>
              </a:defRPr>
            </a:lvl4pPr>
            <a:lvl5pPr lvl="4" marR="0" algn="ctr">
              <a:lnSpc>
                <a:spcPct val="100000"/>
              </a:lnSpc>
              <a:spcBef>
                <a:spcPts val="0"/>
              </a:spcBef>
              <a:spcAft>
                <a:spcPts val="0"/>
              </a:spcAft>
              <a:buSzPts val="1400"/>
              <a:buNone/>
              <a:defRPr b="0" i="0" sz="4400" u="none" cap="none" strike="noStrike">
                <a:solidFill>
                  <a:schemeClr val="dk2"/>
                </a:solidFill>
                <a:latin typeface="Calibri"/>
                <a:ea typeface="Calibri"/>
                <a:cs typeface="Calibri"/>
                <a:sym typeface="Calibri"/>
              </a:defRPr>
            </a:lvl5pPr>
            <a:lvl6pPr lvl="5" marR="0" algn="ctr">
              <a:lnSpc>
                <a:spcPct val="100000"/>
              </a:lnSpc>
              <a:spcBef>
                <a:spcPts val="0"/>
              </a:spcBef>
              <a:spcAft>
                <a:spcPts val="0"/>
              </a:spcAft>
              <a:buSzPts val="1400"/>
              <a:buNone/>
              <a:defRPr b="0" i="0" sz="4400" u="none" cap="none" strike="noStrike">
                <a:solidFill>
                  <a:schemeClr val="dk2"/>
                </a:solidFill>
                <a:latin typeface="Times"/>
                <a:ea typeface="Times"/>
                <a:cs typeface="Times"/>
                <a:sym typeface="Times"/>
              </a:defRPr>
            </a:lvl6pPr>
            <a:lvl7pPr lvl="6" marR="0" algn="ctr">
              <a:lnSpc>
                <a:spcPct val="100000"/>
              </a:lnSpc>
              <a:spcBef>
                <a:spcPts val="0"/>
              </a:spcBef>
              <a:spcAft>
                <a:spcPts val="0"/>
              </a:spcAft>
              <a:buSzPts val="1400"/>
              <a:buNone/>
              <a:defRPr b="0" i="0" sz="4400" u="none" cap="none" strike="noStrike">
                <a:solidFill>
                  <a:schemeClr val="dk2"/>
                </a:solidFill>
                <a:latin typeface="Times"/>
                <a:ea typeface="Times"/>
                <a:cs typeface="Times"/>
                <a:sym typeface="Times"/>
              </a:defRPr>
            </a:lvl7pPr>
            <a:lvl8pPr lvl="7" marR="0" algn="ctr">
              <a:lnSpc>
                <a:spcPct val="100000"/>
              </a:lnSpc>
              <a:spcBef>
                <a:spcPts val="0"/>
              </a:spcBef>
              <a:spcAft>
                <a:spcPts val="0"/>
              </a:spcAft>
              <a:buSzPts val="1400"/>
              <a:buNone/>
              <a:defRPr b="0" i="0" sz="4400" u="none" cap="none" strike="noStrike">
                <a:solidFill>
                  <a:schemeClr val="dk2"/>
                </a:solidFill>
                <a:latin typeface="Times"/>
                <a:ea typeface="Times"/>
                <a:cs typeface="Times"/>
                <a:sym typeface="Times"/>
              </a:defRPr>
            </a:lvl8pPr>
            <a:lvl9pPr lvl="8" marR="0" algn="ctr">
              <a:lnSpc>
                <a:spcPct val="100000"/>
              </a:lnSpc>
              <a:spcBef>
                <a:spcPts val="0"/>
              </a:spcBef>
              <a:spcAft>
                <a:spcPts val="0"/>
              </a:spcAft>
              <a:buSzPts val="1400"/>
              <a:buNone/>
              <a:defRPr b="0" i="0" sz="4400" u="none" cap="none" strike="noStrike">
                <a:solidFill>
                  <a:schemeClr val="dk2"/>
                </a:solidFill>
                <a:latin typeface="Times"/>
                <a:ea typeface="Times"/>
                <a:cs typeface="Times"/>
                <a:sym typeface="Times"/>
              </a:defRPr>
            </a:lvl9pPr>
          </a:lstStyle>
          <a:p/>
        </p:txBody>
      </p:sp>
      <p:sp>
        <p:nvSpPr>
          <p:cNvPr id="17" name="Google Shape;17;p26"/>
          <p:cNvSpPr txBox="1"/>
          <p:nvPr>
            <p:ph idx="1" type="body"/>
          </p:nvPr>
        </p:nvSpPr>
        <p:spPr>
          <a:xfrm>
            <a:off x="553234" y="1583383"/>
            <a:ext cx="8050800" cy="4487700"/>
          </a:xfrm>
          <a:prstGeom prst="rect">
            <a:avLst/>
          </a:prstGeom>
          <a:noFill/>
          <a:ln>
            <a:noFill/>
          </a:ln>
        </p:spPr>
        <p:txBody>
          <a:bodyPr anchorCtr="0" anchor="t" bIns="0" lIns="0" spcFirstLastPara="1" rIns="0" wrap="square" tIns="0">
            <a:noAutofit/>
          </a:bodyPr>
          <a:lstStyle>
            <a:lvl1pPr indent="-228600" lvl="0" marL="457200" marR="0" algn="l">
              <a:lnSpc>
                <a:spcPct val="90000"/>
              </a:lnSpc>
              <a:spcBef>
                <a:spcPts val="1000"/>
              </a:spcBef>
              <a:spcAft>
                <a:spcPts val="0"/>
              </a:spcAft>
              <a:buClr>
                <a:srgbClr val="535353"/>
              </a:buClr>
              <a:buSzPts val="2400"/>
              <a:buNone/>
              <a:defRPr i="0" sz="2400" u="none" cap="none" strike="noStrike">
                <a:solidFill>
                  <a:srgbClr val="535353"/>
                </a:solidFill>
              </a:defRPr>
            </a:lvl1pPr>
            <a:lvl2pPr indent="-355600" lvl="1" marL="914400" marR="0" algn="l">
              <a:lnSpc>
                <a:spcPct val="100000"/>
              </a:lnSpc>
              <a:spcBef>
                <a:spcPts val="400"/>
              </a:spcBef>
              <a:spcAft>
                <a:spcPts val="0"/>
              </a:spcAft>
              <a:buClr>
                <a:srgbClr val="0092D2"/>
              </a:buClr>
              <a:buSzPts val="2000"/>
              <a:buChar char="–"/>
              <a:defRPr i="0" sz="2000" u="none" cap="none" strike="noStrike">
                <a:solidFill>
                  <a:srgbClr val="535353"/>
                </a:solidFill>
              </a:defRPr>
            </a:lvl2pPr>
            <a:lvl3pPr indent="-381000" lvl="2" marL="1371600" marR="0" algn="l">
              <a:lnSpc>
                <a:spcPct val="100000"/>
              </a:lnSpc>
              <a:spcBef>
                <a:spcPts val="480"/>
              </a:spcBef>
              <a:spcAft>
                <a:spcPts val="0"/>
              </a:spcAft>
              <a:buClr>
                <a:schemeClr val="dk1"/>
              </a:buClr>
              <a:buSzPts val="2400"/>
              <a:buChar char="•"/>
              <a:defRPr i="0" sz="2400" u="none" cap="none" strike="noStrike">
                <a:solidFill>
                  <a:schemeClr val="dk1"/>
                </a:solidFill>
              </a:defRPr>
            </a:lvl3pPr>
            <a:lvl4pPr indent="-355600" lvl="3" marL="1828800" marR="0" algn="l">
              <a:lnSpc>
                <a:spcPct val="100000"/>
              </a:lnSpc>
              <a:spcBef>
                <a:spcPts val="400"/>
              </a:spcBef>
              <a:spcAft>
                <a:spcPts val="0"/>
              </a:spcAft>
              <a:buClr>
                <a:schemeClr val="dk1"/>
              </a:buClr>
              <a:buSzPts val="2000"/>
              <a:buChar char="–"/>
              <a:defRPr i="0" sz="2000" u="none" cap="none" strike="noStrike">
                <a:solidFill>
                  <a:schemeClr val="dk1"/>
                </a:solidFill>
              </a:defRPr>
            </a:lvl4pPr>
            <a:lvl5pPr indent="-355600" lvl="4" marL="2286000" marR="0" algn="l">
              <a:lnSpc>
                <a:spcPct val="100000"/>
              </a:lnSpc>
              <a:spcBef>
                <a:spcPts val="400"/>
              </a:spcBef>
              <a:spcAft>
                <a:spcPts val="0"/>
              </a:spcAft>
              <a:buClr>
                <a:schemeClr val="dk1"/>
              </a:buClr>
              <a:buSzPts val="2000"/>
              <a:buChar char="»"/>
              <a:defRPr i="0" sz="2000" u="none" cap="none" strike="noStrike">
                <a:solidFill>
                  <a:schemeClr val="dk1"/>
                </a:solidFill>
              </a:defRPr>
            </a:lvl5pPr>
            <a:lvl6pPr indent="-355600" lvl="5" marL="2743200" marR="0" algn="l">
              <a:lnSpc>
                <a:spcPct val="100000"/>
              </a:lnSpc>
              <a:spcBef>
                <a:spcPts val="400"/>
              </a:spcBef>
              <a:spcAft>
                <a:spcPts val="0"/>
              </a:spcAft>
              <a:buClr>
                <a:schemeClr val="dk1"/>
              </a:buClr>
              <a:buSzPts val="2000"/>
              <a:buChar char="»"/>
              <a:defRPr i="0" sz="2000" u="none" cap="none" strike="noStrike">
                <a:solidFill>
                  <a:schemeClr val="dk1"/>
                </a:solidFill>
              </a:defRPr>
            </a:lvl6pPr>
            <a:lvl7pPr indent="-355600" lvl="6" marL="3200400" marR="0" algn="l">
              <a:lnSpc>
                <a:spcPct val="100000"/>
              </a:lnSpc>
              <a:spcBef>
                <a:spcPts val="400"/>
              </a:spcBef>
              <a:spcAft>
                <a:spcPts val="0"/>
              </a:spcAft>
              <a:buClr>
                <a:schemeClr val="dk1"/>
              </a:buClr>
              <a:buSzPts val="2000"/>
              <a:buChar char="»"/>
              <a:defRPr i="0" sz="2000" u="none" cap="none" strike="noStrike">
                <a:solidFill>
                  <a:schemeClr val="dk1"/>
                </a:solidFill>
              </a:defRPr>
            </a:lvl7pPr>
            <a:lvl8pPr indent="-355600" lvl="7" marL="3657600" marR="0" algn="l">
              <a:lnSpc>
                <a:spcPct val="100000"/>
              </a:lnSpc>
              <a:spcBef>
                <a:spcPts val="400"/>
              </a:spcBef>
              <a:spcAft>
                <a:spcPts val="0"/>
              </a:spcAft>
              <a:buClr>
                <a:schemeClr val="dk1"/>
              </a:buClr>
              <a:buSzPts val="2000"/>
              <a:buChar char="»"/>
              <a:defRPr i="0" sz="2000" u="none" cap="none" strike="noStrike">
                <a:solidFill>
                  <a:schemeClr val="dk1"/>
                </a:solidFill>
              </a:defRPr>
            </a:lvl8pPr>
            <a:lvl9pPr indent="-355600" lvl="8" marL="4114800" marR="0" algn="l">
              <a:lnSpc>
                <a:spcPct val="100000"/>
              </a:lnSpc>
              <a:spcBef>
                <a:spcPts val="400"/>
              </a:spcBef>
              <a:spcAft>
                <a:spcPts val="0"/>
              </a:spcAft>
              <a:buClr>
                <a:schemeClr val="dk1"/>
              </a:buClr>
              <a:buSzPts val="2000"/>
              <a:buChar char="»"/>
              <a:defRPr i="0" sz="2000" u="none" cap="none" strike="noStrike">
                <a:solidFill>
                  <a:schemeClr val="dk1"/>
                </a:solidFill>
              </a:defRPr>
            </a:lvl9pPr>
          </a:lstStyle>
          <a:p/>
        </p:txBody>
      </p:sp>
      <p:pic>
        <p:nvPicPr>
          <p:cNvPr id="18" name="Google Shape;18;p26"/>
          <p:cNvPicPr preferRelativeResize="0"/>
          <p:nvPr/>
        </p:nvPicPr>
        <p:blipFill rotWithShape="1">
          <a:blip r:embed="rId3">
            <a:alphaModFix/>
          </a:blip>
          <a:srcRect b="0" l="0" r="0" t="0"/>
          <a:stretch/>
        </p:blipFill>
        <p:spPr>
          <a:xfrm>
            <a:off x="0" y="6606925"/>
            <a:ext cx="963278" cy="251150"/>
          </a:xfrm>
          <a:prstGeom prst="rect">
            <a:avLst/>
          </a:prstGeom>
          <a:noFill/>
          <a:ln>
            <a:noFill/>
          </a:ln>
        </p:spPr>
      </p:pic>
      <p:sp>
        <p:nvSpPr>
          <p:cNvPr id="19" name="Google Shape;19;p26"/>
          <p:cNvSpPr txBox="1"/>
          <p:nvPr>
            <p:ph idx="11" type="ftr"/>
          </p:nvPr>
        </p:nvSpPr>
        <p:spPr>
          <a:xfrm>
            <a:off x="2038643" y="6329675"/>
            <a:ext cx="4482000" cy="5016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949494"/>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0" name="Google Shape;20;p26"/>
          <p:cNvSpPr txBox="1"/>
          <p:nvPr>
            <p:ph idx="12" type="sldNum"/>
          </p:nvPr>
        </p:nvSpPr>
        <p:spPr>
          <a:xfrm>
            <a:off x="7672175" y="6357975"/>
            <a:ext cx="1471800" cy="500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949494"/>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949494"/>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949494"/>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949494"/>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949494"/>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949494"/>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949494"/>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949494"/>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949494"/>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21" name="Shape 21"/>
        <p:cNvGrpSpPr/>
        <p:nvPr/>
      </p:nvGrpSpPr>
      <p:grpSpPr>
        <a:xfrm>
          <a:off x="0" y="0"/>
          <a:ext cx="0" cy="0"/>
          <a:chOff x="0" y="0"/>
          <a:chExt cx="0" cy="0"/>
        </a:xfrm>
      </p:grpSpPr>
      <p:sp>
        <p:nvSpPr>
          <p:cNvPr id="22" name="Google Shape;22;p27"/>
          <p:cNvSpPr txBox="1"/>
          <p:nvPr>
            <p:ph type="title"/>
          </p:nvPr>
        </p:nvSpPr>
        <p:spPr>
          <a:xfrm>
            <a:off x="1441281" y="79756"/>
            <a:ext cx="7200900" cy="571501"/>
          </a:xfrm>
          <a:prstGeom prst="rect">
            <a:avLst/>
          </a:prstGeom>
          <a:noFill/>
          <a:ln>
            <a:noFill/>
          </a:ln>
        </p:spPr>
        <p:txBody>
          <a:bodyPr anchorCtr="0" anchor="ctr" bIns="0" lIns="0" spcFirstLastPara="1" rIns="0" wrap="square" tIns="0">
            <a:noAutofit/>
          </a:bodyPr>
          <a:lstStyle>
            <a:lvl1pPr lvl="0" algn="l">
              <a:lnSpc>
                <a:spcPct val="15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7"/>
          <p:cNvSpPr txBox="1"/>
          <p:nvPr>
            <p:ph idx="1" type="body"/>
          </p:nvPr>
        </p:nvSpPr>
        <p:spPr>
          <a:xfrm>
            <a:off x="461401" y="1340528"/>
            <a:ext cx="8287311" cy="4761472"/>
          </a:xfrm>
          <a:prstGeom prst="rect">
            <a:avLst/>
          </a:prstGeom>
          <a:noFill/>
          <a:ln>
            <a:noFill/>
          </a:ln>
        </p:spPr>
        <p:txBody>
          <a:bodyPr anchorCtr="0" anchor="t" bIns="0" lIns="0" spcFirstLastPara="1" rIns="0" wrap="square" tIns="0">
            <a:noAutofit/>
          </a:bodyPr>
          <a:lstStyle>
            <a:lvl1pPr indent="-342900" lvl="0" marL="457200" algn="l">
              <a:lnSpc>
                <a:spcPct val="100000"/>
              </a:lnSpc>
              <a:spcBef>
                <a:spcPts val="900"/>
              </a:spcBef>
              <a:spcAft>
                <a:spcPts val="0"/>
              </a:spcAft>
              <a:buClr>
                <a:schemeClr val="dk2"/>
              </a:buClr>
              <a:buSzPts val="1800"/>
              <a:buChar char="+"/>
              <a:defRPr/>
            </a:lvl1pPr>
            <a:lvl2pPr indent="-228600" lvl="1" marL="914400" algn="l">
              <a:lnSpc>
                <a:spcPct val="100000"/>
              </a:lnSpc>
              <a:spcBef>
                <a:spcPts val="300"/>
              </a:spcBef>
              <a:spcAft>
                <a:spcPts val="0"/>
              </a:spcAft>
              <a:buClr>
                <a:schemeClr val="lt2"/>
              </a:buClr>
              <a:buSzPts val="1800"/>
              <a:buNone/>
              <a:defRPr/>
            </a:lvl2pPr>
            <a:lvl3pPr indent="-342900" lvl="2" marL="1371600" algn="l">
              <a:lnSpc>
                <a:spcPct val="100000"/>
              </a:lnSpc>
              <a:spcBef>
                <a:spcPts val="300"/>
              </a:spcBef>
              <a:spcAft>
                <a:spcPts val="0"/>
              </a:spcAft>
              <a:buClr>
                <a:schemeClr val="lt2"/>
              </a:buClr>
              <a:buSzPts val="1800"/>
              <a:buChar char="◼"/>
              <a:defRPr/>
            </a:lvl3pPr>
            <a:lvl4pPr indent="-342900" lvl="3" marL="1828800" algn="l">
              <a:lnSpc>
                <a:spcPct val="100000"/>
              </a:lnSpc>
              <a:spcBef>
                <a:spcPts val="100"/>
              </a:spcBef>
              <a:spcAft>
                <a:spcPts val="0"/>
              </a:spcAft>
              <a:buClr>
                <a:schemeClr val="lt2"/>
              </a:buClr>
              <a:buSzPts val="1800"/>
              <a:buChar char="-"/>
              <a:defRPr/>
            </a:lvl4pPr>
            <a:lvl5pPr indent="-342900" lvl="4" marL="2286000" algn="l">
              <a:lnSpc>
                <a:spcPct val="100000"/>
              </a:lnSpc>
              <a:spcBef>
                <a:spcPts val="0"/>
              </a:spcBef>
              <a:spcAft>
                <a:spcPts val="0"/>
              </a:spcAft>
              <a:buClr>
                <a:schemeClr val="lt2"/>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27"/>
          <p:cNvSpPr txBox="1"/>
          <p:nvPr>
            <p:ph idx="12" type="sldNum"/>
          </p:nvPr>
        </p:nvSpPr>
        <p:spPr>
          <a:xfrm>
            <a:off x="8459788" y="6416675"/>
            <a:ext cx="360362" cy="1800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Calibri"/>
                <a:ea typeface="Calibri"/>
                <a:cs typeface="Calibri"/>
                <a:sym typeface="Calibri"/>
              </a:defRPr>
            </a:lvl9pPr>
          </a:lstStyle>
          <a:p>
            <a:pPr indent="0" lvl="0" marL="0" rtl="0" algn="ctr">
              <a:spcBef>
                <a:spcPts val="0"/>
              </a:spcBef>
              <a:spcAft>
                <a:spcPts val="0"/>
              </a:spcAft>
              <a:buNone/>
            </a:pPr>
            <a:r>
              <a:rPr lang="en-US"/>
              <a:t>P.</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30"/>
          <p:cNvSpPr txBox="1"/>
          <p:nvPr>
            <p:ph type="ctrTitle"/>
          </p:nvPr>
        </p:nvSpPr>
        <p:spPr>
          <a:xfrm>
            <a:off x="311708" y="992767"/>
            <a:ext cx="8520600" cy="2736900"/>
          </a:xfrm>
          <a:prstGeom prst="rect">
            <a:avLst/>
          </a:prstGeom>
          <a:noFill/>
          <a:ln>
            <a:noFill/>
          </a:ln>
        </p:spPr>
        <p:txBody>
          <a:bodyPr anchorCtr="0" anchor="b" bIns="0" lIns="0" spcFirstLastPara="1" rIns="0" wrap="square" tIns="0">
            <a:noAutofit/>
          </a:bodyPr>
          <a:lstStyle>
            <a:lvl1pPr lvl="0" algn="ctr">
              <a:lnSpc>
                <a:spcPct val="135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27" name="Google Shape;27;p30"/>
          <p:cNvSpPr txBox="1"/>
          <p:nvPr>
            <p:ph idx="1" type="subTitle"/>
          </p:nvPr>
        </p:nvSpPr>
        <p:spPr>
          <a:xfrm>
            <a:off x="311700" y="3778833"/>
            <a:ext cx="8520600" cy="1056900"/>
          </a:xfrm>
          <a:prstGeom prst="rect">
            <a:avLst/>
          </a:prstGeom>
          <a:noFill/>
          <a:ln>
            <a:noFill/>
          </a:ln>
        </p:spPr>
        <p:txBody>
          <a:bodyPr anchorCtr="0" anchor="t" bIns="0" lIns="0" spcFirstLastPara="1" rIns="0" wrap="square" tIns="0">
            <a:noAutofit/>
          </a:bodyPr>
          <a:lstStyle>
            <a:lvl1pPr lvl="0" algn="ctr">
              <a:lnSpc>
                <a:spcPct val="100000"/>
              </a:lnSpc>
              <a:spcBef>
                <a:spcPts val="900"/>
              </a:spcBef>
              <a:spcAft>
                <a:spcPts val="0"/>
              </a:spcAft>
              <a:buSzPts val="3700"/>
              <a:buNone/>
              <a:defRPr sz="3700"/>
            </a:lvl1pPr>
            <a:lvl2pPr lvl="1" algn="ctr">
              <a:lnSpc>
                <a:spcPct val="100000"/>
              </a:lnSpc>
              <a:spcBef>
                <a:spcPts val="300"/>
              </a:spcBef>
              <a:spcAft>
                <a:spcPts val="0"/>
              </a:spcAft>
              <a:buSzPts val="3700"/>
              <a:buNone/>
              <a:defRPr sz="3700"/>
            </a:lvl2pPr>
            <a:lvl3pPr lvl="2" algn="ctr">
              <a:lnSpc>
                <a:spcPct val="100000"/>
              </a:lnSpc>
              <a:spcBef>
                <a:spcPts val="100"/>
              </a:spcBef>
              <a:spcAft>
                <a:spcPts val="0"/>
              </a:spcAft>
              <a:buSzPts val="3700"/>
              <a:buNone/>
              <a:defRPr sz="3700"/>
            </a:lvl3pPr>
            <a:lvl4pPr lvl="3" algn="ctr">
              <a:lnSpc>
                <a:spcPct val="100000"/>
              </a:lnSpc>
              <a:spcBef>
                <a:spcPts val="10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400"/>
              </a:spcBef>
              <a:spcAft>
                <a:spcPts val="0"/>
              </a:spcAft>
              <a:buSzPts val="3700"/>
              <a:buNone/>
              <a:defRPr sz="3700"/>
            </a:lvl6pPr>
            <a:lvl7pPr lvl="6" algn="ctr">
              <a:lnSpc>
                <a:spcPct val="100000"/>
              </a:lnSpc>
              <a:spcBef>
                <a:spcPts val="400"/>
              </a:spcBef>
              <a:spcAft>
                <a:spcPts val="0"/>
              </a:spcAft>
              <a:buSzPts val="3700"/>
              <a:buNone/>
              <a:defRPr sz="3700"/>
            </a:lvl7pPr>
            <a:lvl8pPr lvl="7" algn="ctr">
              <a:lnSpc>
                <a:spcPct val="100000"/>
              </a:lnSpc>
              <a:spcBef>
                <a:spcPts val="400"/>
              </a:spcBef>
              <a:spcAft>
                <a:spcPts val="0"/>
              </a:spcAft>
              <a:buSzPts val="3700"/>
              <a:buNone/>
              <a:defRPr sz="3700"/>
            </a:lvl8pPr>
            <a:lvl9pPr lvl="8" algn="ctr">
              <a:lnSpc>
                <a:spcPct val="100000"/>
              </a:lnSpc>
              <a:spcBef>
                <a:spcPts val="400"/>
              </a:spcBef>
              <a:spcAft>
                <a:spcPts val="0"/>
              </a:spcAft>
              <a:buSzPts val="3700"/>
              <a:buNone/>
              <a:defRPr sz="3700"/>
            </a:lvl9pPr>
          </a:lstStyle>
          <a:p/>
        </p:txBody>
      </p:sp>
      <p:sp>
        <p:nvSpPr>
          <p:cNvPr id="28" name="Google Shape;28;p30"/>
          <p:cNvSpPr txBox="1"/>
          <p:nvPr>
            <p:ph idx="12" type="sldNum"/>
          </p:nvPr>
        </p:nvSpPr>
        <p:spPr>
          <a:xfrm>
            <a:off x="8472458" y="6217622"/>
            <a:ext cx="548700" cy="5247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lonnes">
  <p:cSld name="Deux colonnes">
    <p:spTree>
      <p:nvGrpSpPr>
        <p:cNvPr id="29" name="Shape 29"/>
        <p:cNvGrpSpPr/>
        <p:nvPr/>
      </p:nvGrpSpPr>
      <p:grpSpPr>
        <a:xfrm>
          <a:off x="0" y="0"/>
          <a:ext cx="0" cy="0"/>
          <a:chOff x="0" y="0"/>
          <a:chExt cx="0" cy="0"/>
        </a:xfrm>
      </p:grpSpPr>
      <p:sp>
        <p:nvSpPr>
          <p:cNvPr id="30" name="Google Shape;30;p31"/>
          <p:cNvSpPr txBox="1"/>
          <p:nvPr>
            <p:ph type="title"/>
          </p:nvPr>
        </p:nvSpPr>
        <p:spPr>
          <a:xfrm>
            <a:off x="1441281" y="79756"/>
            <a:ext cx="7200900" cy="571501"/>
          </a:xfrm>
          <a:prstGeom prst="rect">
            <a:avLst/>
          </a:prstGeom>
          <a:noFill/>
          <a:ln>
            <a:noFill/>
          </a:ln>
        </p:spPr>
        <p:txBody>
          <a:bodyPr anchorCtr="0" anchor="ctr" bIns="0" lIns="0" spcFirstLastPara="1" rIns="0" wrap="square" tIns="0">
            <a:noAutofit/>
          </a:bodyPr>
          <a:lstStyle>
            <a:lvl1pPr lvl="0" algn="l">
              <a:lnSpc>
                <a:spcPct val="15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1"/>
          <p:cNvSpPr txBox="1"/>
          <p:nvPr>
            <p:ph idx="12" type="sldNum"/>
          </p:nvPr>
        </p:nvSpPr>
        <p:spPr>
          <a:xfrm>
            <a:off x="4534278" y="6426479"/>
            <a:ext cx="407376" cy="364792"/>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700"/>
              <a:buFont typeface="Arial"/>
              <a:buNone/>
              <a:defRPr b="0" i="0" sz="700" u="none" cap="none" strike="noStrike">
                <a:solidFill>
                  <a:srgbClr val="003985"/>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700"/>
              <a:buFont typeface="Arial"/>
              <a:buNone/>
              <a:defRPr b="0" i="0" sz="700" u="none" cap="none" strike="noStrike">
                <a:solidFill>
                  <a:srgbClr val="003985"/>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700"/>
              <a:buFont typeface="Arial"/>
              <a:buNone/>
              <a:defRPr b="0" i="0" sz="700" u="none" cap="none" strike="noStrike">
                <a:solidFill>
                  <a:srgbClr val="003985"/>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700"/>
              <a:buFont typeface="Arial"/>
              <a:buNone/>
              <a:defRPr b="0" i="0" sz="700" u="none" cap="none" strike="noStrike">
                <a:solidFill>
                  <a:srgbClr val="003985"/>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700"/>
              <a:buFont typeface="Arial"/>
              <a:buNone/>
              <a:defRPr b="0" i="0" sz="700" u="none" cap="none" strike="noStrike">
                <a:solidFill>
                  <a:srgbClr val="003985"/>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700"/>
              <a:buFont typeface="Arial"/>
              <a:buNone/>
              <a:defRPr b="0" i="0" sz="700" u="none" cap="none" strike="noStrike">
                <a:solidFill>
                  <a:srgbClr val="003985"/>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700"/>
              <a:buFont typeface="Arial"/>
              <a:buNone/>
              <a:defRPr b="0" i="0" sz="700" u="none" cap="none" strike="noStrike">
                <a:solidFill>
                  <a:srgbClr val="003985"/>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700"/>
              <a:buFont typeface="Arial"/>
              <a:buNone/>
              <a:defRPr b="0" i="0" sz="700" u="none" cap="none" strike="noStrike">
                <a:solidFill>
                  <a:srgbClr val="003985"/>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700"/>
              <a:buFont typeface="Arial"/>
              <a:buNone/>
              <a:defRPr b="0" i="0" sz="700" u="none" cap="none" strike="noStrike">
                <a:solidFill>
                  <a:srgbClr val="003985"/>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32" name="Google Shape;32;p31"/>
          <p:cNvSpPr txBox="1"/>
          <p:nvPr>
            <p:ph idx="1" type="body"/>
          </p:nvPr>
        </p:nvSpPr>
        <p:spPr>
          <a:xfrm>
            <a:off x="574675" y="2133600"/>
            <a:ext cx="3600000" cy="3311525"/>
          </a:xfrm>
          <a:prstGeom prst="rect">
            <a:avLst/>
          </a:prstGeom>
          <a:noFill/>
          <a:ln>
            <a:noFill/>
          </a:ln>
        </p:spPr>
        <p:txBody>
          <a:bodyPr anchorCtr="0" anchor="t" bIns="0" lIns="0" spcFirstLastPara="1" rIns="0" wrap="square" tIns="0">
            <a:noAutofit/>
          </a:bodyPr>
          <a:lstStyle>
            <a:lvl1pPr indent="-342900" lvl="0" marL="457200" algn="l">
              <a:lnSpc>
                <a:spcPct val="100000"/>
              </a:lnSpc>
              <a:spcBef>
                <a:spcPts val="900"/>
              </a:spcBef>
              <a:spcAft>
                <a:spcPts val="0"/>
              </a:spcAft>
              <a:buClr>
                <a:schemeClr val="dk2"/>
              </a:buClr>
              <a:buSzPts val="1800"/>
              <a:buChar char="+"/>
              <a:defRPr/>
            </a:lvl1pPr>
            <a:lvl2pPr indent="-228600" lvl="1" marL="914400" algn="l">
              <a:lnSpc>
                <a:spcPct val="100000"/>
              </a:lnSpc>
              <a:spcBef>
                <a:spcPts val="300"/>
              </a:spcBef>
              <a:spcAft>
                <a:spcPts val="0"/>
              </a:spcAft>
              <a:buClr>
                <a:schemeClr val="lt2"/>
              </a:buClr>
              <a:buSzPts val="1800"/>
              <a:buNone/>
              <a:defRPr/>
            </a:lvl2pPr>
            <a:lvl3pPr indent="-342900" lvl="2" marL="1371600" algn="l">
              <a:lnSpc>
                <a:spcPct val="100000"/>
              </a:lnSpc>
              <a:spcBef>
                <a:spcPts val="300"/>
              </a:spcBef>
              <a:spcAft>
                <a:spcPts val="0"/>
              </a:spcAft>
              <a:buClr>
                <a:schemeClr val="lt2"/>
              </a:buClr>
              <a:buSzPts val="1800"/>
              <a:buChar char="◼"/>
              <a:defRPr/>
            </a:lvl3pPr>
            <a:lvl4pPr indent="-342900" lvl="3" marL="1828800" algn="l">
              <a:lnSpc>
                <a:spcPct val="100000"/>
              </a:lnSpc>
              <a:spcBef>
                <a:spcPts val="100"/>
              </a:spcBef>
              <a:spcAft>
                <a:spcPts val="0"/>
              </a:spcAft>
              <a:buClr>
                <a:schemeClr val="lt2"/>
              </a:buClr>
              <a:buSzPts val="1800"/>
              <a:buChar char="-"/>
              <a:defRPr/>
            </a:lvl4pPr>
            <a:lvl5pPr indent="-342900" lvl="4" marL="2286000" algn="l">
              <a:lnSpc>
                <a:spcPct val="100000"/>
              </a:lnSpc>
              <a:spcBef>
                <a:spcPts val="0"/>
              </a:spcBef>
              <a:spcAft>
                <a:spcPts val="0"/>
              </a:spcAft>
              <a:buClr>
                <a:schemeClr val="lt2"/>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3" name="Google Shape;33;p31"/>
          <p:cNvSpPr txBox="1"/>
          <p:nvPr>
            <p:ph idx="2" type="body"/>
          </p:nvPr>
        </p:nvSpPr>
        <p:spPr>
          <a:xfrm>
            <a:off x="5148713" y="2133600"/>
            <a:ext cx="3600000" cy="3311525"/>
          </a:xfrm>
          <a:prstGeom prst="rect">
            <a:avLst/>
          </a:prstGeom>
          <a:noFill/>
          <a:ln>
            <a:noFill/>
          </a:ln>
        </p:spPr>
        <p:txBody>
          <a:bodyPr anchorCtr="0" anchor="t" bIns="0" lIns="0" spcFirstLastPara="1" rIns="0" wrap="square" tIns="0">
            <a:noAutofit/>
          </a:bodyPr>
          <a:lstStyle>
            <a:lvl1pPr indent="-342900" lvl="0" marL="457200" algn="l">
              <a:lnSpc>
                <a:spcPct val="100000"/>
              </a:lnSpc>
              <a:spcBef>
                <a:spcPts val="900"/>
              </a:spcBef>
              <a:spcAft>
                <a:spcPts val="0"/>
              </a:spcAft>
              <a:buClr>
                <a:schemeClr val="dk2"/>
              </a:buClr>
              <a:buSzPts val="1800"/>
              <a:buChar char="+"/>
              <a:defRPr/>
            </a:lvl1pPr>
            <a:lvl2pPr indent="-228600" lvl="1" marL="914400" algn="l">
              <a:lnSpc>
                <a:spcPct val="100000"/>
              </a:lnSpc>
              <a:spcBef>
                <a:spcPts val="300"/>
              </a:spcBef>
              <a:spcAft>
                <a:spcPts val="0"/>
              </a:spcAft>
              <a:buClr>
                <a:schemeClr val="lt2"/>
              </a:buClr>
              <a:buSzPts val="1800"/>
              <a:buNone/>
              <a:defRPr/>
            </a:lvl2pPr>
            <a:lvl3pPr indent="-342900" lvl="2" marL="1371600" algn="l">
              <a:lnSpc>
                <a:spcPct val="100000"/>
              </a:lnSpc>
              <a:spcBef>
                <a:spcPts val="300"/>
              </a:spcBef>
              <a:spcAft>
                <a:spcPts val="0"/>
              </a:spcAft>
              <a:buClr>
                <a:schemeClr val="lt2"/>
              </a:buClr>
              <a:buSzPts val="1800"/>
              <a:buChar char="◼"/>
              <a:defRPr/>
            </a:lvl3pPr>
            <a:lvl4pPr indent="-342900" lvl="3" marL="1828800" algn="l">
              <a:lnSpc>
                <a:spcPct val="100000"/>
              </a:lnSpc>
              <a:spcBef>
                <a:spcPts val="100"/>
              </a:spcBef>
              <a:spcAft>
                <a:spcPts val="0"/>
              </a:spcAft>
              <a:buClr>
                <a:schemeClr val="lt2"/>
              </a:buClr>
              <a:buSzPts val="1800"/>
              <a:buChar char="-"/>
              <a:defRPr/>
            </a:lvl4pPr>
            <a:lvl5pPr indent="-342900" lvl="4" marL="2286000" algn="l">
              <a:lnSpc>
                <a:spcPct val="100000"/>
              </a:lnSpc>
              <a:spcBef>
                <a:spcPts val="0"/>
              </a:spcBef>
              <a:spcAft>
                <a:spcPts val="0"/>
              </a:spcAft>
              <a:buClr>
                <a:schemeClr val="lt2"/>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4" name="Google Shape;34;p31"/>
          <p:cNvSpPr txBox="1"/>
          <p:nvPr>
            <p:ph idx="11" type="ftr"/>
          </p:nvPr>
        </p:nvSpPr>
        <p:spPr>
          <a:xfrm>
            <a:off x="836438" y="6310262"/>
            <a:ext cx="1924691" cy="286413"/>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maire" showMasterSp="0">
  <p:cSld name="Sommaire">
    <p:spTree>
      <p:nvGrpSpPr>
        <p:cNvPr id="35" name="Shape 35"/>
        <p:cNvGrpSpPr/>
        <p:nvPr/>
      </p:nvGrpSpPr>
      <p:grpSpPr>
        <a:xfrm>
          <a:off x="0" y="0"/>
          <a:ext cx="0" cy="0"/>
          <a:chOff x="0" y="0"/>
          <a:chExt cx="0" cy="0"/>
        </a:xfrm>
      </p:grpSpPr>
      <p:sp>
        <p:nvSpPr>
          <p:cNvPr id="36" name="Google Shape;36;p32"/>
          <p:cNvSpPr txBox="1"/>
          <p:nvPr>
            <p:ph type="title"/>
          </p:nvPr>
        </p:nvSpPr>
        <p:spPr>
          <a:xfrm>
            <a:off x="1441281" y="79756"/>
            <a:ext cx="7200900" cy="571501"/>
          </a:xfrm>
          <a:prstGeom prst="rect">
            <a:avLst/>
          </a:prstGeom>
          <a:noFill/>
          <a:ln>
            <a:noFill/>
          </a:ln>
        </p:spPr>
        <p:txBody>
          <a:bodyPr anchorCtr="0" anchor="ctr" bIns="0" lIns="0" spcFirstLastPara="1" rIns="0" wrap="square" tIns="0">
            <a:noAutofit/>
          </a:bodyPr>
          <a:lstStyle>
            <a:lvl1pPr lvl="0" algn="l">
              <a:lnSpc>
                <a:spcPct val="107407"/>
              </a:lnSpc>
              <a:spcBef>
                <a:spcPts val="0"/>
              </a:spcBef>
              <a:spcAft>
                <a:spcPts val="0"/>
              </a:spcAft>
              <a:buClr>
                <a:schemeClr val="dk2"/>
              </a:buClr>
              <a:buSzPts val="2700"/>
              <a:buFont typeface="Calibri"/>
              <a:buNone/>
              <a:defRPr sz="27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2"/>
          <p:cNvSpPr txBox="1"/>
          <p:nvPr>
            <p:ph idx="12" type="sldNum"/>
          </p:nvPr>
        </p:nvSpPr>
        <p:spPr>
          <a:xfrm>
            <a:off x="4534278" y="6426479"/>
            <a:ext cx="407376" cy="364792"/>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700"/>
              <a:buFont typeface="Arial"/>
              <a:buNone/>
              <a:defRPr b="0" i="0" sz="700" u="none" cap="none" strike="noStrike">
                <a:solidFill>
                  <a:srgbClr val="003985"/>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700"/>
              <a:buFont typeface="Arial"/>
              <a:buNone/>
              <a:defRPr b="0" i="0" sz="700" u="none" cap="none" strike="noStrike">
                <a:solidFill>
                  <a:srgbClr val="003985"/>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700"/>
              <a:buFont typeface="Arial"/>
              <a:buNone/>
              <a:defRPr b="0" i="0" sz="700" u="none" cap="none" strike="noStrike">
                <a:solidFill>
                  <a:srgbClr val="003985"/>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700"/>
              <a:buFont typeface="Arial"/>
              <a:buNone/>
              <a:defRPr b="0" i="0" sz="700" u="none" cap="none" strike="noStrike">
                <a:solidFill>
                  <a:srgbClr val="003985"/>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700"/>
              <a:buFont typeface="Arial"/>
              <a:buNone/>
              <a:defRPr b="0" i="0" sz="700" u="none" cap="none" strike="noStrike">
                <a:solidFill>
                  <a:srgbClr val="003985"/>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700"/>
              <a:buFont typeface="Arial"/>
              <a:buNone/>
              <a:defRPr b="0" i="0" sz="700" u="none" cap="none" strike="noStrike">
                <a:solidFill>
                  <a:srgbClr val="003985"/>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700"/>
              <a:buFont typeface="Arial"/>
              <a:buNone/>
              <a:defRPr b="0" i="0" sz="700" u="none" cap="none" strike="noStrike">
                <a:solidFill>
                  <a:srgbClr val="003985"/>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700"/>
              <a:buFont typeface="Arial"/>
              <a:buNone/>
              <a:defRPr b="0" i="0" sz="700" u="none" cap="none" strike="noStrike">
                <a:solidFill>
                  <a:srgbClr val="003985"/>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700"/>
              <a:buFont typeface="Arial"/>
              <a:buNone/>
              <a:defRPr b="0" i="0" sz="700" u="none" cap="none" strike="noStrike">
                <a:solidFill>
                  <a:srgbClr val="003985"/>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38" name="Google Shape;38;p32"/>
          <p:cNvSpPr txBox="1"/>
          <p:nvPr>
            <p:ph idx="1" type="body"/>
          </p:nvPr>
        </p:nvSpPr>
        <p:spPr>
          <a:xfrm>
            <a:off x="461401" y="1340528"/>
            <a:ext cx="8287311" cy="476147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900"/>
              </a:spcBef>
              <a:spcAft>
                <a:spcPts val="0"/>
              </a:spcAft>
              <a:buClr>
                <a:schemeClr val="dk2"/>
              </a:buClr>
              <a:buSzPts val="1250"/>
              <a:buFont typeface="Calibri"/>
              <a:buNone/>
              <a:defRPr sz="1250" cap="none"/>
            </a:lvl1pPr>
            <a:lvl2pPr indent="-228600" lvl="1" marL="914400" algn="l">
              <a:lnSpc>
                <a:spcPct val="100000"/>
              </a:lnSpc>
              <a:spcBef>
                <a:spcPts val="100"/>
              </a:spcBef>
              <a:spcAft>
                <a:spcPts val="0"/>
              </a:spcAft>
              <a:buClr>
                <a:schemeClr val="dk2"/>
              </a:buClr>
              <a:buSzPts val="1250"/>
              <a:buFont typeface="Calibri"/>
              <a:buNone/>
              <a:defRPr sz="1250">
                <a:solidFill>
                  <a:schemeClr val="dk2"/>
                </a:solidFill>
              </a:defRPr>
            </a:lvl2pPr>
            <a:lvl3pPr indent="-301625" lvl="2" marL="1371600" algn="l">
              <a:lnSpc>
                <a:spcPct val="100000"/>
              </a:lnSpc>
              <a:spcBef>
                <a:spcPts val="100"/>
              </a:spcBef>
              <a:spcAft>
                <a:spcPts val="0"/>
              </a:spcAft>
              <a:buClr>
                <a:schemeClr val="lt2"/>
              </a:buClr>
              <a:buSzPts val="1150"/>
              <a:buChar char="◼"/>
              <a:defRPr sz="1150"/>
            </a:lvl3pPr>
            <a:lvl4pPr indent="-301625" lvl="3" marL="1828800" algn="l">
              <a:lnSpc>
                <a:spcPct val="100000"/>
              </a:lnSpc>
              <a:spcBef>
                <a:spcPts val="100"/>
              </a:spcBef>
              <a:spcAft>
                <a:spcPts val="0"/>
              </a:spcAft>
              <a:buClr>
                <a:schemeClr val="lt2"/>
              </a:buClr>
              <a:buSzPts val="1150"/>
              <a:buChar char="-"/>
              <a:defRPr sz="1150"/>
            </a:lvl4pPr>
            <a:lvl5pPr indent="-301625" lvl="4" marL="2286000" algn="l">
              <a:lnSpc>
                <a:spcPct val="100000"/>
              </a:lnSpc>
              <a:spcBef>
                <a:spcPts val="0"/>
              </a:spcBef>
              <a:spcAft>
                <a:spcPts val="0"/>
              </a:spcAft>
              <a:buClr>
                <a:schemeClr val="lt2"/>
              </a:buClr>
              <a:buSzPts val="1150"/>
              <a:buChar char="."/>
              <a:defRPr sz="115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9" name="Google Shape;39;p32"/>
          <p:cNvSpPr txBox="1"/>
          <p:nvPr>
            <p:ph idx="11" type="ftr"/>
          </p:nvPr>
        </p:nvSpPr>
        <p:spPr>
          <a:xfrm>
            <a:off x="836438" y="6310262"/>
            <a:ext cx="1924691" cy="286413"/>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suite">
  <p:cSld name="Slide de suite">
    <p:spTree>
      <p:nvGrpSpPr>
        <p:cNvPr id="40" name="Shape 40"/>
        <p:cNvGrpSpPr/>
        <p:nvPr/>
      </p:nvGrpSpPr>
      <p:grpSpPr>
        <a:xfrm>
          <a:off x="0" y="0"/>
          <a:ext cx="0" cy="0"/>
          <a:chOff x="0" y="0"/>
          <a:chExt cx="0" cy="0"/>
        </a:xfrm>
      </p:grpSpPr>
      <p:sp>
        <p:nvSpPr>
          <p:cNvPr id="41" name="Google Shape;41;p33"/>
          <p:cNvSpPr txBox="1"/>
          <p:nvPr>
            <p:ph type="title"/>
          </p:nvPr>
        </p:nvSpPr>
        <p:spPr>
          <a:xfrm>
            <a:off x="1441281" y="79756"/>
            <a:ext cx="7200900" cy="571501"/>
          </a:xfrm>
          <a:prstGeom prst="rect">
            <a:avLst/>
          </a:prstGeom>
          <a:noFill/>
          <a:ln>
            <a:noFill/>
          </a:ln>
        </p:spPr>
        <p:txBody>
          <a:bodyPr anchorCtr="0" anchor="ctr" bIns="0" lIns="0" spcFirstLastPara="1" rIns="0" wrap="square" tIns="0">
            <a:noAutofit/>
          </a:bodyPr>
          <a:lstStyle>
            <a:lvl1pPr lvl="0" algn="l">
              <a:lnSpc>
                <a:spcPct val="15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3"/>
          <p:cNvSpPr txBox="1"/>
          <p:nvPr>
            <p:ph idx="12" type="sldNum"/>
          </p:nvPr>
        </p:nvSpPr>
        <p:spPr>
          <a:xfrm>
            <a:off x="4534278" y="6426479"/>
            <a:ext cx="407376" cy="364792"/>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700"/>
              <a:buFont typeface="Arial"/>
              <a:buNone/>
              <a:defRPr b="0" i="0" sz="700" u="none" cap="none" strike="noStrike">
                <a:solidFill>
                  <a:srgbClr val="003985"/>
                </a:solidFill>
                <a:latin typeface="Calibri"/>
                <a:ea typeface="Calibri"/>
                <a:cs typeface="Calibri"/>
                <a:sym typeface="Calibri"/>
              </a:defRPr>
            </a:lvl1pPr>
            <a:lvl2pPr indent="0" lvl="1" marL="0" marR="0" algn="ctr">
              <a:lnSpc>
                <a:spcPct val="100000"/>
              </a:lnSpc>
              <a:spcBef>
                <a:spcPts val="0"/>
              </a:spcBef>
              <a:spcAft>
                <a:spcPts val="0"/>
              </a:spcAft>
              <a:buClr>
                <a:srgbClr val="000000"/>
              </a:buClr>
              <a:buSzPts val="700"/>
              <a:buFont typeface="Arial"/>
              <a:buNone/>
              <a:defRPr b="0" i="0" sz="700" u="none" cap="none" strike="noStrike">
                <a:solidFill>
                  <a:srgbClr val="003985"/>
                </a:solidFill>
                <a:latin typeface="Calibri"/>
                <a:ea typeface="Calibri"/>
                <a:cs typeface="Calibri"/>
                <a:sym typeface="Calibri"/>
              </a:defRPr>
            </a:lvl2pPr>
            <a:lvl3pPr indent="0" lvl="2" marL="0" marR="0" algn="ctr">
              <a:lnSpc>
                <a:spcPct val="100000"/>
              </a:lnSpc>
              <a:spcBef>
                <a:spcPts val="0"/>
              </a:spcBef>
              <a:spcAft>
                <a:spcPts val="0"/>
              </a:spcAft>
              <a:buClr>
                <a:srgbClr val="000000"/>
              </a:buClr>
              <a:buSzPts val="700"/>
              <a:buFont typeface="Arial"/>
              <a:buNone/>
              <a:defRPr b="0" i="0" sz="700" u="none" cap="none" strike="noStrike">
                <a:solidFill>
                  <a:srgbClr val="003985"/>
                </a:solidFill>
                <a:latin typeface="Calibri"/>
                <a:ea typeface="Calibri"/>
                <a:cs typeface="Calibri"/>
                <a:sym typeface="Calibri"/>
              </a:defRPr>
            </a:lvl3pPr>
            <a:lvl4pPr indent="0" lvl="3" marL="0" marR="0" algn="ctr">
              <a:lnSpc>
                <a:spcPct val="100000"/>
              </a:lnSpc>
              <a:spcBef>
                <a:spcPts val="0"/>
              </a:spcBef>
              <a:spcAft>
                <a:spcPts val="0"/>
              </a:spcAft>
              <a:buClr>
                <a:srgbClr val="000000"/>
              </a:buClr>
              <a:buSzPts val="700"/>
              <a:buFont typeface="Arial"/>
              <a:buNone/>
              <a:defRPr b="0" i="0" sz="700" u="none" cap="none" strike="noStrike">
                <a:solidFill>
                  <a:srgbClr val="003985"/>
                </a:solidFill>
                <a:latin typeface="Calibri"/>
                <a:ea typeface="Calibri"/>
                <a:cs typeface="Calibri"/>
                <a:sym typeface="Calibri"/>
              </a:defRPr>
            </a:lvl4pPr>
            <a:lvl5pPr indent="0" lvl="4" marL="0" marR="0" algn="ctr">
              <a:lnSpc>
                <a:spcPct val="100000"/>
              </a:lnSpc>
              <a:spcBef>
                <a:spcPts val="0"/>
              </a:spcBef>
              <a:spcAft>
                <a:spcPts val="0"/>
              </a:spcAft>
              <a:buClr>
                <a:srgbClr val="000000"/>
              </a:buClr>
              <a:buSzPts val="700"/>
              <a:buFont typeface="Arial"/>
              <a:buNone/>
              <a:defRPr b="0" i="0" sz="700" u="none" cap="none" strike="noStrike">
                <a:solidFill>
                  <a:srgbClr val="003985"/>
                </a:solidFill>
                <a:latin typeface="Calibri"/>
                <a:ea typeface="Calibri"/>
                <a:cs typeface="Calibri"/>
                <a:sym typeface="Calibri"/>
              </a:defRPr>
            </a:lvl5pPr>
            <a:lvl6pPr indent="0" lvl="5" marL="0" marR="0" algn="ctr">
              <a:lnSpc>
                <a:spcPct val="100000"/>
              </a:lnSpc>
              <a:spcBef>
                <a:spcPts val="0"/>
              </a:spcBef>
              <a:spcAft>
                <a:spcPts val="0"/>
              </a:spcAft>
              <a:buClr>
                <a:srgbClr val="000000"/>
              </a:buClr>
              <a:buSzPts val="700"/>
              <a:buFont typeface="Arial"/>
              <a:buNone/>
              <a:defRPr b="0" i="0" sz="700" u="none" cap="none" strike="noStrike">
                <a:solidFill>
                  <a:srgbClr val="003985"/>
                </a:solidFill>
                <a:latin typeface="Calibri"/>
                <a:ea typeface="Calibri"/>
                <a:cs typeface="Calibri"/>
                <a:sym typeface="Calibri"/>
              </a:defRPr>
            </a:lvl6pPr>
            <a:lvl7pPr indent="0" lvl="6" marL="0" marR="0" algn="ctr">
              <a:lnSpc>
                <a:spcPct val="100000"/>
              </a:lnSpc>
              <a:spcBef>
                <a:spcPts val="0"/>
              </a:spcBef>
              <a:spcAft>
                <a:spcPts val="0"/>
              </a:spcAft>
              <a:buClr>
                <a:srgbClr val="000000"/>
              </a:buClr>
              <a:buSzPts val="700"/>
              <a:buFont typeface="Arial"/>
              <a:buNone/>
              <a:defRPr b="0" i="0" sz="700" u="none" cap="none" strike="noStrike">
                <a:solidFill>
                  <a:srgbClr val="003985"/>
                </a:solidFill>
                <a:latin typeface="Calibri"/>
                <a:ea typeface="Calibri"/>
                <a:cs typeface="Calibri"/>
                <a:sym typeface="Calibri"/>
              </a:defRPr>
            </a:lvl7pPr>
            <a:lvl8pPr indent="0" lvl="7" marL="0" marR="0" algn="ctr">
              <a:lnSpc>
                <a:spcPct val="100000"/>
              </a:lnSpc>
              <a:spcBef>
                <a:spcPts val="0"/>
              </a:spcBef>
              <a:spcAft>
                <a:spcPts val="0"/>
              </a:spcAft>
              <a:buClr>
                <a:srgbClr val="000000"/>
              </a:buClr>
              <a:buSzPts val="700"/>
              <a:buFont typeface="Arial"/>
              <a:buNone/>
              <a:defRPr b="0" i="0" sz="700" u="none" cap="none" strike="noStrike">
                <a:solidFill>
                  <a:srgbClr val="003985"/>
                </a:solidFill>
                <a:latin typeface="Calibri"/>
                <a:ea typeface="Calibri"/>
                <a:cs typeface="Calibri"/>
                <a:sym typeface="Calibri"/>
              </a:defRPr>
            </a:lvl8pPr>
            <a:lvl9pPr indent="0" lvl="8" marL="0" marR="0" algn="ctr">
              <a:lnSpc>
                <a:spcPct val="100000"/>
              </a:lnSpc>
              <a:spcBef>
                <a:spcPts val="0"/>
              </a:spcBef>
              <a:spcAft>
                <a:spcPts val="0"/>
              </a:spcAft>
              <a:buClr>
                <a:srgbClr val="000000"/>
              </a:buClr>
              <a:buSzPts val="700"/>
              <a:buFont typeface="Arial"/>
              <a:buNone/>
              <a:defRPr b="0" i="0" sz="700" u="none" cap="none" strike="noStrike">
                <a:solidFill>
                  <a:srgbClr val="003985"/>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43" name="Google Shape;43;p33"/>
          <p:cNvSpPr txBox="1"/>
          <p:nvPr>
            <p:ph idx="1" type="body"/>
          </p:nvPr>
        </p:nvSpPr>
        <p:spPr>
          <a:xfrm>
            <a:off x="461401" y="1340528"/>
            <a:ext cx="8287311" cy="4761472"/>
          </a:xfrm>
          <a:prstGeom prst="rect">
            <a:avLst/>
          </a:prstGeom>
          <a:noFill/>
          <a:ln>
            <a:noFill/>
          </a:ln>
        </p:spPr>
        <p:txBody>
          <a:bodyPr anchorCtr="0" anchor="t" bIns="0" lIns="0" spcFirstLastPara="1" rIns="0" wrap="square" tIns="0">
            <a:noAutofit/>
          </a:bodyPr>
          <a:lstStyle>
            <a:lvl1pPr indent="-342900" lvl="0" marL="457200" algn="l">
              <a:lnSpc>
                <a:spcPct val="100000"/>
              </a:lnSpc>
              <a:spcBef>
                <a:spcPts val="900"/>
              </a:spcBef>
              <a:spcAft>
                <a:spcPts val="0"/>
              </a:spcAft>
              <a:buClr>
                <a:schemeClr val="dk2"/>
              </a:buClr>
              <a:buSzPts val="1800"/>
              <a:buChar char="+"/>
              <a:defRPr/>
            </a:lvl1pPr>
            <a:lvl2pPr indent="-228600" lvl="1" marL="914400" algn="l">
              <a:lnSpc>
                <a:spcPct val="100000"/>
              </a:lnSpc>
              <a:spcBef>
                <a:spcPts val="300"/>
              </a:spcBef>
              <a:spcAft>
                <a:spcPts val="0"/>
              </a:spcAft>
              <a:buClr>
                <a:schemeClr val="lt2"/>
              </a:buClr>
              <a:buSzPts val="1800"/>
              <a:buNone/>
              <a:defRPr/>
            </a:lvl2pPr>
            <a:lvl3pPr indent="-342900" lvl="2" marL="1371600" algn="l">
              <a:lnSpc>
                <a:spcPct val="100000"/>
              </a:lnSpc>
              <a:spcBef>
                <a:spcPts val="300"/>
              </a:spcBef>
              <a:spcAft>
                <a:spcPts val="0"/>
              </a:spcAft>
              <a:buClr>
                <a:schemeClr val="lt2"/>
              </a:buClr>
              <a:buSzPts val="1800"/>
              <a:buChar char="◼"/>
              <a:defRPr/>
            </a:lvl3pPr>
            <a:lvl4pPr indent="-342900" lvl="3" marL="1828800" algn="l">
              <a:lnSpc>
                <a:spcPct val="100000"/>
              </a:lnSpc>
              <a:spcBef>
                <a:spcPts val="100"/>
              </a:spcBef>
              <a:spcAft>
                <a:spcPts val="0"/>
              </a:spcAft>
              <a:buClr>
                <a:schemeClr val="lt2"/>
              </a:buClr>
              <a:buSzPts val="1800"/>
              <a:buChar char="-"/>
              <a:defRPr/>
            </a:lvl4pPr>
            <a:lvl5pPr indent="-342900" lvl="4" marL="2286000" algn="l">
              <a:lnSpc>
                <a:spcPct val="100000"/>
              </a:lnSpc>
              <a:spcBef>
                <a:spcPts val="0"/>
              </a:spcBef>
              <a:spcAft>
                <a:spcPts val="0"/>
              </a:spcAft>
              <a:buClr>
                <a:schemeClr val="lt2"/>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4" name="Google Shape;44;p33"/>
          <p:cNvSpPr txBox="1"/>
          <p:nvPr>
            <p:ph idx="11" type="ftr"/>
          </p:nvPr>
        </p:nvSpPr>
        <p:spPr>
          <a:xfrm>
            <a:off x="836438" y="6310262"/>
            <a:ext cx="1386809" cy="2429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9" name="Shape 49"/>
        <p:cNvGrpSpPr/>
        <p:nvPr/>
      </p:nvGrpSpPr>
      <p:grpSpPr>
        <a:xfrm>
          <a:off x="0" y="0"/>
          <a:ext cx="0" cy="0"/>
          <a:chOff x="0" y="0"/>
          <a:chExt cx="0" cy="0"/>
        </a:xfrm>
      </p:grpSpPr>
      <p:sp>
        <p:nvSpPr>
          <p:cNvPr id="50" name="Google Shape;50;p29"/>
          <p:cNvSpPr txBox="1"/>
          <p:nvPr>
            <p:ph type="ctrTitle"/>
          </p:nvPr>
        </p:nvSpPr>
        <p:spPr>
          <a:xfrm>
            <a:off x="311708" y="992767"/>
            <a:ext cx="8520600" cy="27369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51" name="Google Shape;51;p29"/>
          <p:cNvSpPr txBox="1"/>
          <p:nvPr>
            <p:ph idx="1" type="subTitle"/>
          </p:nvPr>
        </p:nvSpPr>
        <p:spPr>
          <a:xfrm>
            <a:off x="311700" y="3778833"/>
            <a:ext cx="8520600" cy="10569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52" name="Google Shape;52;p29"/>
          <p:cNvSpPr txBox="1"/>
          <p:nvPr>
            <p:ph idx="12" type="sldNum"/>
          </p:nvPr>
        </p:nvSpPr>
        <p:spPr>
          <a:xfrm>
            <a:off x="8472458" y="6217622"/>
            <a:ext cx="548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3" name="Shape 53"/>
        <p:cNvGrpSpPr/>
        <p:nvPr/>
      </p:nvGrpSpPr>
      <p:grpSpPr>
        <a:xfrm>
          <a:off x="0" y="0"/>
          <a:ext cx="0" cy="0"/>
          <a:chOff x="0" y="0"/>
          <a:chExt cx="0" cy="0"/>
        </a:xfrm>
      </p:grpSpPr>
      <p:sp>
        <p:nvSpPr>
          <p:cNvPr id="54" name="Google Shape;54;p34"/>
          <p:cNvSpPr txBox="1"/>
          <p:nvPr>
            <p:ph type="title"/>
          </p:nvPr>
        </p:nvSpPr>
        <p:spPr>
          <a:xfrm>
            <a:off x="311700" y="2867800"/>
            <a:ext cx="8520600" cy="11223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55" name="Google Shape;55;p34"/>
          <p:cNvSpPr txBox="1"/>
          <p:nvPr>
            <p:ph idx="12" type="sldNum"/>
          </p:nvPr>
        </p:nvSpPr>
        <p:spPr>
          <a:xfrm>
            <a:off x="8472458" y="6217622"/>
            <a:ext cx="548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6" name="Shape 56"/>
        <p:cNvGrpSpPr/>
        <p:nvPr/>
      </p:nvGrpSpPr>
      <p:grpSpPr>
        <a:xfrm>
          <a:off x="0" y="0"/>
          <a:ext cx="0" cy="0"/>
          <a:chOff x="0" y="0"/>
          <a:chExt cx="0" cy="0"/>
        </a:xfrm>
      </p:grpSpPr>
      <p:sp>
        <p:nvSpPr>
          <p:cNvPr id="57" name="Google Shape;57;p35"/>
          <p:cNvSpPr txBox="1"/>
          <p:nvPr>
            <p:ph type="title"/>
          </p:nvPr>
        </p:nvSpPr>
        <p:spPr>
          <a:xfrm>
            <a:off x="311700" y="593367"/>
            <a:ext cx="85206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58" name="Google Shape;58;p35"/>
          <p:cNvSpPr txBox="1"/>
          <p:nvPr>
            <p:ph idx="1" type="body"/>
          </p:nvPr>
        </p:nvSpPr>
        <p:spPr>
          <a:xfrm>
            <a:off x="311700" y="1536633"/>
            <a:ext cx="8520600" cy="4555200"/>
          </a:xfrm>
          <a:prstGeom prst="rect">
            <a:avLst/>
          </a:prstGeom>
          <a:noFill/>
          <a:ln>
            <a:noFill/>
          </a:ln>
        </p:spPr>
        <p:txBody>
          <a:bodyPr anchorCtr="0" anchor="t"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2100"/>
              </a:spcBef>
              <a:spcAft>
                <a:spcPts val="0"/>
              </a:spcAft>
              <a:buSzPts val="1900"/>
              <a:buChar char="○"/>
              <a:defRPr/>
            </a:lvl2pPr>
            <a:lvl3pPr indent="-349250" lvl="2" marL="1371600" algn="l">
              <a:lnSpc>
                <a:spcPct val="115000"/>
              </a:lnSpc>
              <a:spcBef>
                <a:spcPts val="2100"/>
              </a:spcBef>
              <a:spcAft>
                <a:spcPts val="0"/>
              </a:spcAft>
              <a:buSzPts val="1900"/>
              <a:buChar char="■"/>
              <a:defRPr/>
            </a:lvl3pPr>
            <a:lvl4pPr indent="-349250" lvl="3" marL="1828800" algn="l">
              <a:lnSpc>
                <a:spcPct val="115000"/>
              </a:lnSpc>
              <a:spcBef>
                <a:spcPts val="2100"/>
              </a:spcBef>
              <a:spcAft>
                <a:spcPts val="0"/>
              </a:spcAft>
              <a:buSzPts val="1900"/>
              <a:buChar char="●"/>
              <a:defRPr/>
            </a:lvl4pPr>
            <a:lvl5pPr indent="-349250" lvl="4" marL="2286000" algn="l">
              <a:lnSpc>
                <a:spcPct val="115000"/>
              </a:lnSpc>
              <a:spcBef>
                <a:spcPts val="2100"/>
              </a:spcBef>
              <a:spcAft>
                <a:spcPts val="0"/>
              </a:spcAft>
              <a:buSzPts val="1900"/>
              <a:buChar char="○"/>
              <a:defRPr/>
            </a:lvl5pPr>
            <a:lvl6pPr indent="-349250" lvl="5" marL="2743200" algn="l">
              <a:lnSpc>
                <a:spcPct val="115000"/>
              </a:lnSpc>
              <a:spcBef>
                <a:spcPts val="2100"/>
              </a:spcBef>
              <a:spcAft>
                <a:spcPts val="0"/>
              </a:spcAft>
              <a:buSzPts val="1900"/>
              <a:buChar char="■"/>
              <a:defRPr/>
            </a:lvl6pPr>
            <a:lvl7pPr indent="-349250" lvl="6" marL="3200400" algn="l">
              <a:lnSpc>
                <a:spcPct val="115000"/>
              </a:lnSpc>
              <a:spcBef>
                <a:spcPts val="2100"/>
              </a:spcBef>
              <a:spcAft>
                <a:spcPts val="0"/>
              </a:spcAft>
              <a:buSzPts val="1900"/>
              <a:buChar char="●"/>
              <a:defRPr/>
            </a:lvl7pPr>
            <a:lvl8pPr indent="-349250" lvl="7" marL="3657600" algn="l">
              <a:lnSpc>
                <a:spcPct val="115000"/>
              </a:lnSpc>
              <a:spcBef>
                <a:spcPts val="2100"/>
              </a:spcBef>
              <a:spcAft>
                <a:spcPts val="0"/>
              </a:spcAft>
              <a:buSzPts val="1900"/>
              <a:buChar char="○"/>
              <a:defRPr/>
            </a:lvl8pPr>
            <a:lvl9pPr indent="-349250" lvl="8" marL="4114800" algn="l">
              <a:lnSpc>
                <a:spcPct val="115000"/>
              </a:lnSpc>
              <a:spcBef>
                <a:spcPts val="2100"/>
              </a:spcBef>
              <a:spcAft>
                <a:spcPts val="2100"/>
              </a:spcAft>
              <a:buSzPts val="1900"/>
              <a:buChar char="■"/>
              <a:defRPr/>
            </a:lvl9pPr>
          </a:lstStyle>
          <a:p/>
        </p:txBody>
      </p:sp>
      <p:sp>
        <p:nvSpPr>
          <p:cNvPr id="59" name="Google Shape;59;p35"/>
          <p:cNvSpPr txBox="1"/>
          <p:nvPr>
            <p:ph idx="12" type="sldNum"/>
          </p:nvPr>
        </p:nvSpPr>
        <p:spPr>
          <a:xfrm>
            <a:off x="8472458" y="6217622"/>
            <a:ext cx="548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0" name="Shape 60"/>
        <p:cNvGrpSpPr/>
        <p:nvPr/>
      </p:nvGrpSpPr>
      <p:grpSpPr>
        <a:xfrm>
          <a:off x="0" y="0"/>
          <a:ext cx="0" cy="0"/>
          <a:chOff x="0" y="0"/>
          <a:chExt cx="0" cy="0"/>
        </a:xfrm>
      </p:grpSpPr>
      <p:sp>
        <p:nvSpPr>
          <p:cNvPr id="61" name="Google Shape;61;p36"/>
          <p:cNvSpPr txBox="1"/>
          <p:nvPr>
            <p:ph type="title"/>
          </p:nvPr>
        </p:nvSpPr>
        <p:spPr>
          <a:xfrm>
            <a:off x="311700" y="593367"/>
            <a:ext cx="85206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62" name="Google Shape;62;p36"/>
          <p:cNvSpPr txBox="1"/>
          <p:nvPr>
            <p:ph idx="1" type="body"/>
          </p:nvPr>
        </p:nvSpPr>
        <p:spPr>
          <a:xfrm>
            <a:off x="311700" y="1536633"/>
            <a:ext cx="39999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2100"/>
              </a:spcBef>
              <a:spcAft>
                <a:spcPts val="0"/>
              </a:spcAft>
              <a:buSzPts val="1600"/>
              <a:buChar char="○"/>
              <a:defRPr sz="1600"/>
            </a:lvl2pPr>
            <a:lvl3pPr indent="-330200" lvl="2" marL="1371600" algn="l">
              <a:lnSpc>
                <a:spcPct val="115000"/>
              </a:lnSpc>
              <a:spcBef>
                <a:spcPts val="2100"/>
              </a:spcBef>
              <a:spcAft>
                <a:spcPts val="0"/>
              </a:spcAft>
              <a:buSzPts val="1600"/>
              <a:buChar char="■"/>
              <a:defRPr sz="1600"/>
            </a:lvl3pPr>
            <a:lvl4pPr indent="-330200" lvl="3" marL="1828800" algn="l">
              <a:lnSpc>
                <a:spcPct val="115000"/>
              </a:lnSpc>
              <a:spcBef>
                <a:spcPts val="2100"/>
              </a:spcBef>
              <a:spcAft>
                <a:spcPts val="0"/>
              </a:spcAft>
              <a:buSzPts val="1600"/>
              <a:buChar char="●"/>
              <a:defRPr sz="1600"/>
            </a:lvl4pPr>
            <a:lvl5pPr indent="-330200" lvl="4" marL="2286000" algn="l">
              <a:lnSpc>
                <a:spcPct val="115000"/>
              </a:lnSpc>
              <a:spcBef>
                <a:spcPts val="2100"/>
              </a:spcBef>
              <a:spcAft>
                <a:spcPts val="0"/>
              </a:spcAft>
              <a:buSzPts val="1600"/>
              <a:buChar char="○"/>
              <a:defRPr sz="1600"/>
            </a:lvl5pPr>
            <a:lvl6pPr indent="-330200" lvl="5" marL="2743200" algn="l">
              <a:lnSpc>
                <a:spcPct val="115000"/>
              </a:lnSpc>
              <a:spcBef>
                <a:spcPts val="2100"/>
              </a:spcBef>
              <a:spcAft>
                <a:spcPts val="0"/>
              </a:spcAft>
              <a:buSzPts val="1600"/>
              <a:buChar char="■"/>
              <a:defRPr sz="1600"/>
            </a:lvl6pPr>
            <a:lvl7pPr indent="-330200" lvl="6" marL="3200400" algn="l">
              <a:lnSpc>
                <a:spcPct val="115000"/>
              </a:lnSpc>
              <a:spcBef>
                <a:spcPts val="2100"/>
              </a:spcBef>
              <a:spcAft>
                <a:spcPts val="0"/>
              </a:spcAft>
              <a:buSzPts val="1600"/>
              <a:buChar char="●"/>
              <a:defRPr sz="1600"/>
            </a:lvl7pPr>
            <a:lvl8pPr indent="-330200" lvl="7" marL="3657600" algn="l">
              <a:lnSpc>
                <a:spcPct val="115000"/>
              </a:lnSpc>
              <a:spcBef>
                <a:spcPts val="2100"/>
              </a:spcBef>
              <a:spcAft>
                <a:spcPts val="0"/>
              </a:spcAft>
              <a:buSzPts val="1600"/>
              <a:buChar char="○"/>
              <a:defRPr sz="1600"/>
            </a:lvl8pPr>
            <a:lvl9pPr indent="-330200" lvl="8" marL="4114800" algn="l">
              <a:lnSpc>
                <a:spcPct val="115000"/>
              </a:lnSpc>
              <a:spcBef>
                <a:spcPts val="2100"/>
              </a:spcBef>
              <a:spcAft>
                <a:spcPts val="2100"/>
              </a:spcAft>
              <a:buSzPts val="1600"/>
              <a:buChar char="■"/>
              <a:defRPr sz="1600"/>
            </a:lvl9pPr>
          </a:lstStyle>
          <a:p/>
        </p:txBody>
      </p:sp>
      <p:sp>
        <p:nvSpPr>
          <p:cNvPr id="63" name="Google Shape;63;p36"/>
          <p:cNvSpPr txBox="1"/>
          <p:nvPr>
            <p:ph idx="2" type="body"/>
          </p:nvPr>
        </p:nvSpPr>
        <p:spPr>
          <a:xfrm>
            <a:off x="4832400" y="1536633"/>
            <a:ext cx="39999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2100"/>
              </a:spcBef>
              <a:spcAft>
                <a:spcPts val="0"/>
              </a:spcAft>
              <a:buSzPts val="1600"/>
              <a:buChar char="○"/>
              <a:defRPr sz="1600"/>
            </a:lvl2pPr>
            <a:lvl3pPr indent="-330200" lvl="2" marL="1371600" algn="l">
              <a:lnSpc>
                <a:spcPct val="115000"/>
              </a:lnSpc>
              <a:spcBef>
                <a:spcPts val="2100"/>
              </a:spcBef>
              <a:spcAft>
                <a:spcPts val="0"/>
              </a:spcAft>
              <a:buSzPts val="1600"/>
              <a:buChar char="■"/>
              <a:defRPr sz="1600"/>
            </a:lvl3pPr>
            <a:lvl4pPr indent="-330200" lvl="3" marL="1828800" algn="l">
              <a:lnSpc>
                <a:spcPct val="115000"/>
              </a:lnSpc>
              <a:spcBef>
                <a:spcPts val="2100"/>
              </a:spcBef>
              <a:spcAft>
                <a:spcPts val="0"/>
              </a:spcAft>
              <a:buSzPts val="1600"/>
              <a:buChar char="●"/>
              <a:defRPr sz="1600"/>
            </a:lvl4pPr>
            <a:lvl5pPr indent="-330200" lvl="4" marL="2286000" algn="l">
              <a:lnSpc>
                <a:spcPct val="115000"/>
              </a:lnSpc>
              <a:spcBef>
                <a:spcPts val="2100"/>
              </a:spcBef>
              <a:spcAft>
                <a:spcPts val="0"/>
              </a:spcAft>
              <a:buSzPts val="1600"/>
              <a:buChar char="○"/>
              <a:defRPr sz="1600"/>
            </a:lvl5pPr>
            <a:lvl6pPr indent="-330200" lvl="5" marL="2743200" algn="l">
              <a:lnSpc>
                <a:spcPct val="115000"/>
              </a:lnSpc>
              <a:spcBef>
                <a:spcPts val="2100"/>
              </a:spcBef>
              <a:spcAft>
                <a:spcPts val="0"/>
              </a:spcAft>
              <a:buSzPts val="1600"/>
              <a:buChar char="■"/>
              <a:defRPr sz="1600"/>
            </a:lvl6pPr>
            <a:lvl7pPr indent="-330200" lvl="6" marL="3200400" algn="l">
              <a:lnSpc>
                <a:spcPct val="115000"/>
              </a:lnSpc>
              <a:spcBef>
                <a:spcPts val="2100"/>
              </a:spcBef>
              <a:spcAft>
                <a:spcPts val="0"/>
              </a:spcAft>
              <a:buSzPts val="1600"/>
              <a:buChar char="●"/>
              <a:defRPr sz="1600"/>
            </a:lvl7pPr>
            <a:lvl8pPr indent="-330200" lvl="7" marL="3657600" algn="l">
              <a:lnSpc>
                <a:spcPct val="115000"/>
              </a:lnSpc>
              <a:spcBef>
                <a:spcPts val="2100"/>
              </a:spcBef>
              <a:spcAft>
                <a:spcPts val="0"/>
              </a:spcAft>
              <a:buSzPts val="1600"/>
              <a:buChar char="○"/>
              <a:defRPr sz="1600"/>
            </a:lvl8pPr>
            <a:lvl9pPr indent="-330200" lvl="8" marL="4114800" algn="l">
              <a:lnSpc>
                <a:spcPct val="115000"/>
              </a:lnSpc>
              <a:spcBef>
                <a:spcPts val="2100"/>
              </a:spcBef>
              <a:spcAft>
                <a:spcPts val="2100"/>
              </a:spcAft>
              <a:buSzPts val="1600"/>
              <a:buChar char="■"/>
              <a:defRPr sz="1600"/>
            </a:lvl9pPr>
          </a:lstStyle>
          <a:p/>
        </p:txBody>
      </p:sp>
      <p:sp>
        <p:nvSpPr>
          <p:cNvPr id="64" name="Google Shape;64;p36"/>
          <p:cNvSpPr txBox="1"/>
          <p:nvPr>
            <p:ph idx="12" type="sldNum"/>
          </p:nvPr>
        </p:nvSpPr>
        <p:spPr>
          <a:xfrm>
            <a:off x="8472458" y="6217622"/>
            <a:ext cx="548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5" name="Shape 65"/>
        <p:cNvGrpSpPr/>
        <p:nvPr/>
      </p:nvGrpSpPr>
      <p:grpSpPr>
        <a:xfrm>
          <a:off x="0" y="0"/>
          <a:ext cx="0" cy="0"/>
          <a:chOff x="0" y="0"/>
          <a:chExt cx="0" cy="0"/>
        </a:xfrm>
      </p:grpSpPr>
      <p:sp>
        <p:nvSpPr>
          <p:cNvPr id="66" name="Google Shape;66;p37"/>
          <p:cNvSpPr txBox="1"/>
          <p:nvPr>
            <p:ph type="title"/>
          </p:nvPr>
        </p:nvSpPr>
        <p:spPr>
          <a:xfrm>
            <a:off x="311700" y="593367"/>
            <a:ext cx="85206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67" name="Google Shape;67;p37"/>
          <p:cNvSpPr txBox="1"/>
          <p:nvPr>
            <p:ph idx="12" type="sldNum"/>
          </p:nvPr>
        </p:nvSpPr>
        <p:spPr>
          <a:xfrm>
            <a:off x="8472458" y="6217622"/>
            <a:ext cx="548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8" name="Shape 68"/>
        <p:cNvGrpSpPr/>
        <p:nvPr/>
      </p:nvGrpSpPr>
      <p:grpSpPr>
        <a:xfrm>
          <a:off x="0" y="0"/>
          <a:ext cx="0" cy="0"/>
          <a:chOff x="0" y="0"/>
          <a:chExt cx="0" cy="0"/>
        </a:xfrm>
      </p:grpSpPr>
      <p:sp>
        <p:nvSpPr>
          <p:cNvPr id="69" name="Google Shape;69;p38"/>
          <p:cNvSpPr txBox="1"/>
          <p:nvPr>
            <p:ph type="title"/>
          </p:nvPr>
        </p:nvSpPr>
        <p:spPr>
          <a:xfrm>
            <a:off x="311700" y="740800"/>
            <a:ext cx="2808000" cy="1007700"/>
          </a:xfrm>
          <a:prstGeom prst="rect">
            <a:avLst/>
          </a:prstGeom>
          <a:noFill/>
          <a:ln>
            <a:noFill/>
          </a:ln>
        </p:spPr>
        <p:txBody>
          <a:bodyPr anchorCtr="0" anchor="b" bIns="121900" lIns="121900" spcFirstLastPara="1" rIns="121900" wrap="square" tIns="121900">
            <a:no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70" name="Google Shape;70;p38"/>
          <p:cNvSpPr txBox="1"/>
          <p:nvPr>
            <p:ph idx="1" type="body"/>
          </p:nvPr>
        </p:nvSpPr>
        <p:spPr>
          <a:xfrm>
            <a:off x="311700" y="1852800"/>
            <a:ext cx="2808000" cy="4239300"/>
          </a:xfrm>
          <a:prstGeom prst="rect">
            <a:avLst/>
          </a:prstGeom>
          <a:noFill/>
          <a:ln>
            <a:noFill/>
          </a:ln>
        </p:spPr>
        <p:txBody>
          <a:bodyPr anchorCtr="0" anchor="t" bIns="121900" lIns="121900" spcFirstLastPara="1" rIns="121900" wrap="square" tIns="121900">
            <a:no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2100"/>
              </a:spcBef>
              <a:spcAft>
                <a:spcPts val="0"/>
              </a:spcAft>
              <a:buSzPts val="1600"/>
              <a:buChar char="○"/>
              <a:defRPr sz="1600"/>
            </a:lvl2pPr>
            <a:lvl3pPr indent="-330200" lvl="2" marL="1371600" algn="l">
              <a:lnSpc>
                <a:spcPct val="115000"/>
              </a:lnSpc>
              <a:spcBef>
                <a:spcPts val="2100"/>
              </a:spcBef>
              <a:spcAft>
                <a:spcPts val="0"/>
              </a:spcAft>
              <a:buSzPts val="1600"/>
              <a:buChar char="■"/>
              <a:defRPr sz="1600"/>
            </a:lvl3pPr>
            <a:lvl4pPr indent="-330200" lvl="3" marL="1828800" algn="l">
              <a:lnSpc>
                <a:spcPct val="115000"/>
              </a:lnSpc>
              <a:spcBef>
                <a:spcPts val="2100"/>
              </a:spcBef>
              <a:spcAft>
                <a:spcPts val="0"/>
              </a:spcAft>
              <a:buSzPts val="1600"/>
              <a:buChar char="●"/>
              <a:defRPr sz="1600"/>
            </a:lvl4pPr>
            <a:lvl5pPr indent="-330200" lvl="4" marL="2286000" algn="l">
              <a:lnSpc>
                <a:spcPct val="115000"/>
              </a:lnSpc>
              <a:spcBef>
                <a:spcPts val="2100"/>
              </a:spcBef>
              <a:spcAft>
                <a:spcPts val="0"/>
              </a:spcAft>
              <a:buSzPts val="1600"/>
              <a:buChar char="○"/>
              <a:defRPr sz="1600"/>
            </a:lvl5pPr>
            <a:lvl6pPr indent="-330200" lvl="5" marL="2743200" algn="l">
              <a:lnSpc>
                <a:spcPct val="115000"/>
              </a:lnSpc>
              <a:spcBef>
                <a:spcPts val="2100"/>
              </a:spcBef>
              <a:spcAft>
                <a:spcPts val="0"/>
              </a:spcAft>
              <a:buSzPts val="1600"/>
              <a:buChar char="■"/>
              <a:defRPr sz="1600"/>
            </a:lvl6pPr>
            <a:lvl7pPr indent="-330200" lvl="6" marL="3200400" algn="l">
              <a:lnSpc>
                <a:spcPct val="115000"/>
              </a:lnSpc>
              <a:spcBef>
                <a:spcPts val="2100"/>
              </a:spcBef>
              <a:spcAft>
                <a:spcPts val="0"/>
              </a:spcAft>
              <a:buSzPts val="1600"/>
              <a:buChar char="●"/>
              <a:defRPr sz="1600"/>
            </a:lvl7pPr>
            <a:lvl8pPr indent="-330200" lvl="7" marL="3657600" algn="l">
              <a:lnSpc>
                <a:spcPct val="115000"/>
              </a:lnSpc>
              <a:spcBef>
                <a:spcPts val="2100"/>
              </a:spcBef>
              <a:spcAft>
                <a:spcPts val="0"/>
              </a:spcAft>
              <a:buSzPts val="1600"/>
              <a:buChar char="○"/>
              <a:defRPr sz="1600"/>
            </a:lvl8pPr>
            <a:lvl9pPr indent="-330200" lvl="8" marL="4114800" algn="l">
              <a:lnSpc>
                <a:spcPct val="115000"/>
              </a:lnSpc>
              <a:spcBef>
                <a:spcPts val="2100"/>
              </a:spcBef>
              <a:spcAft>
                <a:spcPts val="2100"/>
              </a:spcAft>
              <a:buSzPts val="1600"/>
              <a:buChar char="■"/>
              <a:defRPr sz="1600"/>
            </a:lvl9pPr>
          </a:lstStyle>
          <a:p/>
        </p:txBody>
      </p:sp>
      <p:sp>
        <p:nvSpPr>
          <p:cNvPr id="71" name="Google Shape;71;p38"/>
          <p:cNvSpPr txBox="1"/>
          <p:nvPr>
            <p:ph idx="12" type="sldNum"/>
          </p:nvPr>
        </p:nvSpPr>
        <p:spPr>
          <a:xfrm>
            <a:off x="8472458" y="6217622"/>
            <a:ext cx="548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2" name="Shape 72"/>
        <p:cNvGrpSpPr/>
        <p:nvPr/>
      </p:nvGrpSpPr>
      <p:grpSpPr>
        <a:xfrm>
          <a:off x="0" y="0"/>
          <a:ext cx="0" cy="0"/>
          <a:chOff x="0" y="0"/>
          <a:chExt cx="0" cy="0"/>
        </a:xfrm>
      </p:grpSpPr>
      <p:sp>
        <p:nvSpPr>
          <p:cNvPr id="73" name="Google Shape;73;p39"/>
          <p:cNvSpPr txBox="1"/>
          <p:nvPr>
            <p:ph type="title"/>
          </p:nvPr>
        </p:nvSpPr>
        <p:spPr>
          <a:xfrm>
            <a:off x="490250" y="600200"/>
            <a:ext cx="6367800" cy="5454300"/>
          </a:xfrm>
          <a:prstGeom prst="rect">
            <a:avLst/>
          </a:prstGeom>
          <a:noFill/>
          <a:ln>
            <a:noFill/>
          </a:ln>
        </p:spPr>
        <p:txBody>
          <a:bodyPr anchorCtr="0" anchor="ctr" bIns="121900" lIns="121900" spcFirstLastPara="1" rIns="121900" wrap="square" tIns="121900">
            <a:no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
        <p:nvSpPr>
          <p:cNvPr id="74" name="Google Shape;74;p39"/>
          <p:cNvSpPr txBox="1"/>
          <p:nvPr>
            <p:ph idx="12" type="sldNum"/>
          </p:nvPr>
        </p:nvSpPr>
        <p:spPr>
          <a:xfrm>
            <a:off x="8472458" y="6217622"/>
            <a:ext cx="548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5" name="Shape 75"/>
        <p:cNvGrpSpPr/>
        <p:nvPr/>
      </p:nvGrpSpPr>
      <p:grpSpPr>
        <a:xfrm>
          <a:off x="0" y="0"/>
          <a:ext cx="0" cy="0"/>
          <a:chOff x="0" y="0"/>
          <a:chExt cx="0" cy="0"/>
        </a:xfrm>
      </p:grpSpPr>
      <p:sp>
        <p:nvSpPr>
          <p:cNvPr id="76" name="Google Shape;76;p40"/>
          <p:cNvSpPr/>
          <p:nvPr/>
        </p:nvSpPr>
        <p:spPr>
          <a:xfrm>
            <a:off x="4572000" y="-167"/>
            <a:ext cx="4572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40"/>
          <p:cNvSpPr txBox="1"/>
          <p:nvPr>
            <p:ph type="title"/>
          </p:nvPr>
        </p:nvSpPr>
        <p:spPr>
          <a:xfrm>
            <a:off x="265500" y="1644233"/>
            <a:ext cx="4045200" cy="19764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78" name="Google Shape;78;p40"/>
          <p:cNvSpPr txBox="1"/>
          <p:nvPr>
            <p:ph idx="1" type="subTitle"/>
          </p:nvPr>
        </p:nvSpPr>
        <p:spPr>
          <a:xfrm>
            <a:off x="265500" y="3737433"/>
            <a:ext cx="4045200" cy="16467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79" name="Google Shape;79;p40"/>
          <p:cNvSpPr txBox="1"/>
          <p:nvPr>
            <p:ph idx="2" type="body"/>
          </p:nvPr>
        </p:nvSpPr>
        <p:spPr>
          <a:xfrm>
            <a:off x="4939500" y="965433"/>
            <a:ext cx="3837000" cy="4926900"/>
          </a:xfrm>
          <a:prstGeom prst="rect">
            <a:avLst/>
          </a:prstGeom>
          <a:noFill/>
          <a:ln>
            <a:noFill/>
          </a:ln>
        </p:spPr>
        <p:txBody>
          <a:bodyPr anchorCtr="0" anchor="ctr"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2100"/>
              </a:spcBef>
              <a:spcAft>
                <a:spcPts val="0"/>
              </a:spcAft>
              <a:buSzPts val="1900"/>
              <a:buChar char="○"/>
              <a:defRPr/>
            </a:lvl2pPr>
            <a:lvl3pPr indent="-349250" lvl="2" marL="1371600" algn="l">
              <a:lnSpc>
                <a:spcPct val="115000"/>
              </a:lnSpc>
              <a:spcBef>
                <a:spcPts val="2100"/>
              </a:spcBef>
              <a:spcAft>
                <a:spcPts val="0"/>
              </a:spcAft>
              <a:buSzPts val="1900"/>
              <a:buChar char="■"/>
              <a:defRPr/>
            </a:lvl3pPr>
            <a:lvl4pPr indent="-349250" lvl="3" marL="1828800" algn="l">
              <a:lnSpc>
                <a:spcPct val="115000"/>
              </a:lnSpc>
              <a:spcBef>
                <a:spcPts val="2100"/>
              </a:spcBef>
              <a:spcAft>
                <a:spcPts val="0"/>
              </a:spcAft>
              <a:buSzPts val="1900"/>
              <a:buChar char="●"/>
              <a:defRPr/>
            </a:lvl4pPr>
            <a:lvl5pPr indent="-349250" lvl="4" marL="2286000" algn="l">
              <a:lnSpc>
                <a:spcPct val="115000"/>
              </a:lnSpc>
              <a:spcBef>
                <a:spcPts val="2100"/>
              </a:spcBef>
              <a:spcAft>
                <a:spcPts val="0"/>
              </a:spcAft>
              <a:buSzPts val="1900"/>
              <a:buChar char="○"/>
              <a:defRPr/>
            </a:lvl5pPr>
            <a:lvl6pPr indent="-349250" lvl="5" marL="2743200" algn="l">
              <a:lnSpc>
                <a:spcPct val="115000"/>
              </a:lnSpc>
              <a:spcBef>
                <a:spcPts val="2100"/>
              </a:spcBef>
              <a:spcAft>
                <a:spcPts val="0"/>
              </a:spcAft>
              <a:buSzPts val="1900"/>
              <a:buChar char="■"/>
              <a:defRPr/>
            </a:lvl6pPr>
            <a:lvl7pPr indent="-349250" lvl="6" marL="3200400" algn="l">
              <a:lnSpc>
                <a:spcPct val="115000"/>
              </a:lnSpc>
              <a:spcBef>
                <a:spcPts val="2100"/>
              </a:spcBef>
              <a:spcAft>
                <a:spcPts val="0"/>
              </a:spcAft>
              <a:buSzPts val="1900"/>
              <a:buChar char="●"/>
              <a:defRPr/>
            </a:lvl7pPr>
            <a:lvl8pPr indent="-349250" lvl="7" marL="3657600" algn="l">
              <a:lnSpc>
                <a:spcPct val="115000"/>
              </a:lnSpc>
              <a:spcBef>
                <a:spcPts val="2100"/>
              </a:spcBef>
              <a:spcAft>
                <a:spcPts val="0"/>
              </a:spcAft>
              <a:buSzPts val="1900"/>
              <a:buChar char="○"/>
              <a:defRPr/>
            </a:lvl8pPr>
            <a:lvl9pPr indent="-349250" lvl="8" marL="4114800" algn="l">
              <a:lnSpc>
                <a:spcPct val="115000"/>
              </a:lnSpc>
              <a:spcBef>
                <a:spcPts val="2100"/>
              </a:spcBef>
              <a:spcAft>
                <a:spcPts val="2100"/>
              </a:spcAft>
              <a:buSzPts val="1900"/>
              <a:buChar char="■"/>
              <a:defRPr/>
            </a:lvl9pPr>
          </a:lstStyle>
          <a:p/>
        </p:txBody>
      </p:sp>
      <p:sp>
        <p:nvSpPr>
          <p:cNvPr id="80" name="Google Shape;80;p40"/>
          <p:cNvSpPr txBox="1"/>
          <p:nvPr>
            <p:ph idx="12" type="sldNum"/>
          </p:nvPr>
        </p:nvSpPr>
        <p:spPr>
          <a:xfrm>
            <a:off x="8472458" y="6217622"/>
            <a:ext cx="548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1" name="Shape 81"/>
        <p:cNvGrpSpPr/>
        <p:nvPr/>
      </p:nvGrpSpPr>
      <p:grpSpPr>
        <a:xfrm>
          <a:off x="0" y="0"/>
          <a:ext cx="0" cy="0"/>
          <a:chOff x="0" y="0"/>
          <a:chExt cx="0" cy="0"/>
        </a:xfrm>
      </p:grpSpPr>
      <p:sp>
        <p:nvSpPr>
          <p:cNvPr id="82" name="Google Shape;82;p41"/>
          <p:cNvSpPr txBox="1"/>
          <p:nvPr>
            <p:ph idx="1" type="body"/>
          </p:nvPr>
        </p:nvSpPr>
        <p:spPr>
          <a:xfrm>
            <a:off x="311700" y="5640767"/>
            <a:ext cx="5998800" cy="806700"/>
          </a:xfrm>
          <a:prstGeom prst="rect">
            <a:avLst/>
          </a:prstGeom>
          <a:noFill/>
          <a:ln>
            <a:noFill/>
          </a:ln>
        </p:spPr>
        <p:txBody>
          <a:bodyPr anchorCtr="0" anchor="ctr" bIns="121900" lIns="121900" spcFirstLastPara="1" rIns="121900" wrap="square" tIns="121900">
            <a:noAutofit/>
          </a:bodyPr>
          <a:lstStyle>
            <a:lvl1pPr indent="-228600" lvl="0" marL="457200" algn="l">
              <a:lnSpc>
                <a:spcPct val="100000"/>
              </a:lnSpc>
              <a:spcBef>
                <a:spcPts val="0"/>
              </a:spcBef>
              <a:spcAft>
                <a:spcPts val="0"/>
              </a:spcAft>
              <a:buSzPts val="2400"/>
              <a:buNone/>
              <a:defRPr/>
            </a:lvl1pPr>
          </a:lstStyle>
          <a:p/>
        </p:txBody>
      </p:sp>
      <p:sp>
        <p:nvSpPr>
          <p:cNvPr id="83" name="Google Shape;83;p41"/>
          <p:cNvSpPr txBox="1"/>
          <p:nvPr>
            <p:ph idx="12" type="sldNum"/>
          </p:nvPr>
        </p:nvSpPr>
        <p:spPr>
          <a:xfrm>
            <a:off x="8472458" y="6217622"/>
            <a:ext cx="548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4" name="Shape 84"/>
        <p:cNvGrpSpPr/>
        <p:nvPr/>
      </p:nvGrpSpPr>
      <p:grpSpPr>
        <a:xfrm>
          <a:off x="0" y="0"/>
          <a:ext cx="0" cy="0"/>
          <a:chOff x="0" y="0"/>
          <a:chExt cx="0" cy="0"/>
        </a:xfrm>
      </p:grpSpPr>
      <p:sp>
        <p:nvSpPr>
          <p:cNvPr id="85" name="Google Shape;85;p42"/>
          <p:cNvSpPr txBox="1"/>
          <p:nvPr>
            <p:ph hasCustomPrompt="1" type="title"/>
          </p:nvPr>
        </p:nvSpPr>
        <p:spPr>
          <a:xfrm>
            <a:off x="311700" y="1474833"/>
            <a:ext cx="8520600" cy="26181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86" name="Google Shape;86;p42"/>
          <p:cNvSpPr txBox="1"/>
          <p:nvPr>
            <p:ph idx="1" type="body"/>
          </p:nvPr>
        </p:nvSpPr>
        <p:spPr>
          <a:xfrm>
            <a:off x="311700" y="4202967"/>
            <a:ext cx="8520600" cy="1734300"/>
          </a:xfrm>
          <a:prstGeom prst="rect">
            <a:avLst/>
          </a:prstGeom>
          <a:noFill/>
          <a:ln>
            <a:noFill/>
          </a:ln>
        </p:spPr>
        <p:txBody>
          <a:bodyPr anchorCtr="0" anchor="t" bIns="121900" lIns="121900" spcFirstLastPara="1" rIns="121900" wrap="square" tIns="121900">
            <a:noAutofit/>
          </a:bodyPr>
          <a:lstStyle>
            <a:lvl1pPr indent="-381000" lvl="0" marL="457200" algn="ctr">
              <a:lnSpc>
                <a:spcPct val="115000"/>
              </a:lnSpc>
              <a:spcBef>
                <a:spcPts val="0"/>
              </a:spcBef>
              <a:spcAft>
                <a:spcPts val="0"/>
              </a:spcAft>
              <a:buSzPts val="2400"/>
              <a:buChar char="●"/>
              <a:defRPr/>
            </a:lvl1pPr>
            <a:lvl2pPr indent="-349250" lvl="1" marL="914400" algn="ctr">
              <a:lnSpc>
                <a:spcPct val="115000"/>
              </a:lnSpc>
              <a:spcBef>
                <a:spcPts val="2100"/>
              </a:spcBef>
              <a:spcAft>
                <a:spcPts val="0"/>
              </a:spcAft>
              <a:buSzPts val="1900"/>
              <a:buChar char="○"/>
              <a:defRPr/>
            </a:lvl2pPr>
            <a:lvl3pPr indent="-349250" lvl="2" marL="1371600" algn="ctr">
              <a:lnSpc>
                <a:spcPct val="115000"/>
              </a:lnSpc>
              <a:spcBef>
                <a:spcPts val="2100"/>
              </a:spcBef>
              <a:spcAft>
                <a:spcPts val="0"/>
              </a:spcAft>
              <a:buSzPts val="1900"/>
              <a:buChar char="■"/>
              <a:defRPr/>
            </a:lvl3pPr>
            <a:lvl4pPr indent="-349250" lvl="3" marL="1828800" algn="ctr">
              <a:lnSpc>
                <a:spcPct val="115000"/>
              </a:lnSpc>
              <a:spcBef>
                <a:spcPts val="2100"/>
              </a:spcBef>
              <a:spcAft>
                <a:spcPts val="0"/>
              </a:spcAft>
              <a:buSzPts val="1900"/>
              <a:buChar char="●"/>
              <a:defRPr/>
            </a:lvl4pPr>
            <a:lvl5pPr indent="-349250" lvl="4" marL="2286000" algn="ctr">
              <a:lnSpc>
                <a:spcPct val="115000"/>
              </a:lnSpc>
              <a:spcBef>
                <a:spcPts val="2100"/>
              </a:spcBef>
              <a:spcAft>
                <a:spcPts val="0"/>
              </a:spcAft>
              <a:buSzPts val="1900"/>
              <a:buChar char="○"/>
              <a:defRPr/>
            </a:lvl5pPr>
            <a:lvl6pPr indent="-349250" lvl="5" marL="2743200" algn="ctr">
              <a:lnSpc>
                <a:spcPct val="115000"/>
              </a:lnSpc>
              <a:spcBef>
                <a:spcPts val="2100"/>
              </a:spcBef>
              <a:spcAft>
                <a:spcPts val="0"/>
              </a:spcAft>
              <a:buSzPts val="1900"/>
              <a:buChar char="■"/>
              <a:defRPr/>
            </a:lvl6pPr>
            <a:lvl7pPr indent="-349250" lvl="6" marL="3200400" algn="ctr">
              <a:lnSpc>
                <a:spcPct val="115000"/>
              </a:lnSpc>
              <a:spcBef>
                <a:spcPts val="2100"/>
              </a:spcBef>
              <a:spcAft>
                <a:spcPts val="0"/>
              </a:spcAft>
              <a:buSzPts val="1900"/>
              <a:buChar char="●"/>
              <a:defRPr/>
            </a:lvl7pPr>
            <a:lvl8pPr indent="-349250" lvl="7" marL="3657600" algn="ctr">
              <a:lnSpc>
                <a:spcPct val="115000"/>
              </a:lnSpc>
              <a:spcBef>
                <a:spcPts val="2100"/>
              </a:spcBef>
              <a:spcAft>
                <a:spcPts val="0"/>
              </a:spcAft>
              <a:buSzPts val="1900"/>
              <a:buChar char="○"/>
              <a:defRPr/>
            </a:lvl8pPr>
            <a:lvl9pPr indent="-349250" lvl="8" marL="4114800" algn="ctr">
              <a:lnSpc>
                <a:spcPct val="115000"/>
              </a:lnSpc>
              <a:spcBef>
                <a:spcPts val="2100"/>
              </a:spcBef>
              <a:spcAft>
                <a:spcPts val="2100"/>
              </a:spcAft>
              <a:buSzPts val="1900"/>
              <a:buChar char="■"/>
              <a:defRPr/>
            </a:lvl9pPr>
          </a:lstStyle>
          <a:p/>
        </p:txBody>
      </p:sp>
      <p:sp>
        <p:nvSpPr>
          <p:cNvPr id="87" name="Google Shape;87;p42"/>
          <p:cNvSpPr txBox="1"/>
          <p:nvPr>
            <p:ph idx="12" type="sldNum"/>
          </p:nvPr>
        </p:nvSpPr>
        <p:spPr>
          <a:xfrm>
            <a:off x="8472458" y="6217622"/>
            <a:ext cx="548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8" name="Shape 88"/>
        <p:cNvGrpSpPr/>
        <p:nvPr/>
      </p:nvGrpSpPr>
      <p:grpSpPr>
        <a:xfrm>
          <a:off x="0" y="0"/>
          <a:ext cx="0" cy="0"/>
          <a:chOff x="0" y="0"/>
          <a:chExt cx="0" cy="0"/>
        </a:xfrm>
      </p:grpSpPr>
      <p:sp>
        <p:nvSpPr>
          <p:cNvPr id="89" name="Google Shape;89;p43"/>
          <p:cNvSpPr txBox="1"/>
          <p:nvPr>
            <p:ph idx="12" type="sldNum"/>
          </p:nvPr>
        </p:nvSpPr>
        <p:spPr>
          <a:xfrm>
            <a:off x="8472458" y="6217622"/>
            <a:ext cx="548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90" name="Google Shape;90;p43"/>
          <p:cNvPicPr preferRelativeResize="0"/>
          <p:nvPr/>
        </p:nvPicPr>
        <p:blipFill rotWithShape="1">
          <a:blip r:embed="rId2">
            <a:alphaModFix/>
          </a:blip>
          <a:srcRect b="0" l="0" r="0" t="0"/>
          <a:stretch/>
        </p:blipFill>
        <p:spPr>
          <a:xfrm>
            <a:off x="0" y="6606925"/>
            <a:ext cx="722459" cy="188363"/>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100" name="Shape 100"/>
        <p:cNvGrpSpPr/>
        <p:nvPr/>
      </p:nvGrpSpPr>
      <p:grpSpPr>
        <a:xfrm>
          <a:off x="0" y="0"/>
          <a:ext cx="0" cy="0"/>
          <a:chOff x="0" y="0"/>
          <a:chExt cx="0" cy="0"/>
        </a:xfrm>
      </p:grpSpPr>
      <p:sp>
        <p:nvSpPr>
          <p:cNvPr id="101" name="Google Shape;101;p45"/>
          <p:cNvSpPr txBox="1"/>
          <p:nvPr>
            <p:ph type="title"/>
          </p:nvPr>
        </p:nvSpPr>
        <p:spPr>
          <a:xfrm>
            <a:off x="557213" y="260350"/>
            <a:ext cx="7831137" cy="500063"/>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02" name="Google Shape;102;p45"/>
          <p:cNvSpPr txBox="1"/>
          <p:nvPr>
            <p:ph idx="1" type="body"/>
          </p:nvPr>
        </p:nvSpPr>
        <p:spPr>
          <a:xfrm>
            <a:off x="557213" y="1052513"/>
            <a:ext cx="8029575" cy="4897437"/>
          </a:xfrm>
          <a:prstGeom prst="rect">
            <a:avLst/>
          </a:prstGeom>
          <a:noFill/>
          <a:ln>
            <a:noFill/>
          </a:ln>
        </p:spPr>
        <p:txBody>
          <a:bodyPr anchorCtr="0" anchor="t" bIns="0" lIns="0" spcFirstLastPara="1" rIns="0" wrap="square" tIns="0">
            <a:noAutofit/>
          </a:bodyPr>
          <a:lstStyle>
            <a:lvl1pPr indent="-342900" lvl="0" marL="457200" algn="l">
              <a:lnSpc>
                <a:spcPct val="100000"/>
              </a:lnSpc>
              <a:spcBef>
                <a:spcPts val="1800"/>
              </a:spcBef>
              <a:spcAft>
                <a:spcPts val="0"/>
              </a:spcAft>
              <a:buSzPts val="1800"/>
              <a:buChar char="▪"/>
              <a:defRPr/>
            </a:lvl1pPr>
            <a:lvl2pPr indent="-342900" lvl="1" marL="914400" algn="l">
              <a:lnSpc>
                <a:spcPct val="100000"/>
              </a:lnSpc>
              <a:spcBef>
                <a:spcPts val="900"/>
              </a:spcBef>
              <a:spcAft>
                <a:spcPts val="0"/>
              </a:spcAft>
              <a:buClr>
                <a:srgbClr val="000000"/>
              </a:buClr>
              <a:buSzPts val="1800"/>
              <a:buChar char="•"/>
              <a:defRPr/>
            </a:lvl2pPr>
            <a:lvl3pPr indent="-342900" lvl="2" marL="1371600" algn="l">
              <a:lnSpc>
                <a:spcPct val="100000"/>
              </a:lnSpc>
              <a:spcBef>
                <a:spcPts val="900"/>
              </a:spcBef>
              <a:spcAft>
                <a:spcPts val="0"/>
              </a:spcAft>
              <a:buClr>
                <a:srgbClr val="000000"/>
              </a:buClr>
              <a:buSzPts val="1800"/>
              <a:buChar char="▫"/>
              <a:defRPr/>
            </a:lvl3pPr>
            <a:lvl4pPr indent="-342900" lvl="3" marL="1828800" algn="l">
              <a:lnSpc>
                <a:spcPct val="100000"/>
              </a:lnSpc>
              <a:spcBef>
                <a:spcPts val="900"/>
              </a:spcBef>
              <a:spcAft>
                <a:spcPts val="0"/>
              </a:spcAft>
              <a:buClr>
                <a:srgbClr val="000000"/>
              </a:buClr>
              <a:buSzPts val="1800"/>
              <a:buChar char="-"/>
              <a:defRPr/>
            </a:lvl4pPr>
            <a:lvl5pPr indent="-342900" lvl="4" marL="2286000" algn="l">
              <a:lnSpc>
                <a:spcPct val="100000"/>
              </a:lnSpc>
              <a:spcBef>
                <a:spcPts val="900"/>
              </a:spcBef>
              <a:spcAft>
                <a:spcPts val="0"/>
              </a:spcAft>
              <a:buClr>
                <a:srgbClr val="000000"/>
              </a:buClr>
              <a:buSzPts val="1800"/>
              <a:buChar char="."/>
              <a:defRPr/>
            </a:lvl5pPr>
            <a:lvl6pPr indent="-342900" lvl="5" marL="2743200" algn="l">
              <a:lnSpc>
                <a:spcPct val="100000"/>
              </a:lnSpc>
              <a:spcBef>
                <a:spcPts val="900"/>
              </a:spcBef>
              <a:spcAft>
                <a:spcPts val="0"/>
              </a:spcAft>
              <a:buClr>
                <a:srgbClr val="000000"/>
              </a:buClr>
              <a:buSzPts val="1800"/>
              <a:buChar char="."/>
              <a:defRPr/>
            </a:lvl6pPr>
            <a:lvl7pPr indent="-342900" lvl="6" marL="3200400" algn="l">
              <a:lnSpc>
                <a:spcPct val="100000"/>
              </a:lnSpc>
              <a:spcBef>
                <a:spcPts val="900"/>
              </a:spcBef>
              <a:spcAft>
                <a:spcPts val="0"/>
              </a:spcAft>
              <a:buClr>
                <a:srgbClr val="000000"/>
              </a:buClr>
              <a:buSzPts val="1800"/>
              <a:buChar char="."/>
              <a:defRPr/>
            </a:lvl7pPr>
            <a:lvl8pPr indent="-342900" lvl="7" marL="3657600" algn="l">
              <a:lnSpc>
                <a:spcPct val="100000"/>
              </a:lnSpc>
              <a:spcBef>
                <a:spcPts val="900"/>
              </a:spcBef>
              <a:spcAft>
                <a:spcPts val="0"/>
              </a:spcAft>
              <a:buClr>
                <a:srgbClr val="000000"/>
              </a:buClr>
              <a:buSzPts val="1800"/>
              <a:buChar char="."/>
              <a:defRPr/>
            </a:lvl8pPr>
            <a:lvl9pPr indent="-342900" lvl="8" marL="4114800" algn="l">
              <a:lnSpc>
                <a:spcPct val="100000"/>
              </a:lnSpc>
              <a:spcBef>
                <a:spcPts val="900"/>
              </a:spcBef>
              <a:spcAft>
                <a:spcPts val="0"/>
              </a:spcAft>
              <a:buClr>
                <a:srgbClr val="000000"/>
              </a:buClr>
              <a:buSzPts val="1800"/>
              <a:buChar char="."/>
              <a:defRPr/>
            </a:lvl9pPr>
          </a:lstStyle>
          <a:p/>
        </p:txBody>
      </p:sp>
      <p:sp>
        <p:nvSpPr>
          <p:cNvPr id="103" name="Google Shape;103;p45"/>
          <p:cNvSpPr txBox="1"/>
          <p:nvPr>
            <p:ph idx="12" type="sldNum"/>
          </p:nvPr>
        </p:nvSpPr>
        <p:spPr>
          <a:xfrm>
            <a:off x="8459788" y="6416675"/>
            <a:ext cx="360362" cy="1800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r>
              <a:rPr lang="en-US"/>
              <a:t>P.</a:t>
            </a: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104" name="Shape 104"/>
        <p:cNvGrpSpPr/>
        <p:nvPr/>
      </p:nvGrpSpPr>
      <p:grpSpPr>
        <a:xfrm>
          <a:off x="0" y="0"/>
          <a:ext cx="0" cy="0"/>
          <a:chOff x="0" y="0"/>
          <a:chExt cx="0" cy="0"/>
        </a:xfrm>
      </p:grpSpPr>
      <p:cxnSp>
        <p:nvCxnSpPr>
          <p:cNvPr id="105" name="Google Shape;105;p46"/>
          <p:cNvCxnSpPr/>
          <p:nvPr/>
        </p:nvCxnSpPr>
        <p:spPr>
          <a:xfrm rot="10800000">
            <a:off x="4572000" y="209550"/>
            <a:ext cx="0" cy="266700"/>
          </a:xfrm>
          <a:prstGeom prst="straightConnector1">
            <a:avLst/>
          </a:prstGeom>
          <a:noFill/>
          <a:ln cap="flat" cmpd="sng" w="12700">
            <a:solidFill>
              <a:srgbClr val="E60028"/>
            </a:solidFill>
            <a:prstDash val="solid"/>
            <a:round/>
            <a:headEnd len="sm" w="sm" type="none"/>
            <a:tailEnd len="sm" w="sm" type="none"/>
          </a:ln>
        </p:spPr>
      </p:cxnSp>
      <p:sp>
        <p:nvSpPr>
          <p:cNvPr id="106" name="Google Shape;106;p46"/>
          <p:cNvSpPr txBox="1"/>
          <p:nvPr>
            <p:ph type="ctrTitle"/>
          </p:nvPr>
        </p:nvSpPr>
        <p:spPr>
          <a:xfrm>
            <a:off x="557213" y="2085975"/>
            <a:ext cx="8029575" cy="2681288"/>
          </a:xfrm>
          <a:prstGeom prst="rect">
            <a:avLst/>
          </a:prstGeom>
          <a:noFill/>
          <a:ln>
            <a:noFill/>
          </a:ln>
        </p:spPr>
        <p:txBody>
          <a:bodyPr anchorCtr="0" anchor="ctr" bIns="0" lIns="0" spcFirstLastPara="1" rIns="0" wrap="square" tIns="0">
            <a:noAutofit/>
          </a:bodyPr>
          <a:lstStyle>
            <a:lvl1pPr lvl="0" algn="ctr">
              <a:lnSpc>
                <a:spcPct val="90000"/>
              </a:lnSpc>
              <a:spcBef>
                <a:spcPts val="0"/>
              </a:spcBef>
              <a:spcAft>
                <a:spcPts val="0"/>
              </a:spcAft>
              <a:buSzPts val="1400"/>
              <a:buNone/>
              <a:defRPr b="0" sz="34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07" name="Google Shape;107;p46"/>
          <p:cNvSpPr txBox="1"/>
          <p:nvPr>
            <p:ph idx="1" type="subTitle"/>
          </p:nvPr>
        </p:nvSpPr>
        <p:spPr>
          <a:xfrm>
            <a:off x="557213" y="1295400"/>
            <a:ext cx="8029575" cy="719138"/>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200"/>
              <a:buFont typeface="Noto Sans Symbols"/>
              <a:buNone/>
              <a:defRPr sz="1200"/>
            </a:lvl1pPr>
            <a:lvl2pPr lvl="1" algn="l">
              <a:lnSpc>
                <a:spcPct val="100000"/>
              </a:lnSpc>
              <a:spcBef>
                <a:spcPts val="900"/>
              </a:spcBef>
              <a:spcAft>
                <a:spcPts val="0"/>
              </a:spcAft>
              <a:buClr>
                <a:srgbClr val="000000"/>
              </a:buClr>
              <a:buSzPts val="1800"/>
              <a:buChar char="•"/>
              <a:defRPr/>
            </a:lvl2pPr>
            <a:lvl3pPr lvl="2" algn="l">
              <a:lnSpc>
                <a:spcPct val="100000"/>
              </a:lnSpc>
              <a:spcBef>
                <a:spcPts val="900"/>
              </a:spcBef>
              <a:spcAft>
                <a:spcPts val="0"/>
              </a:spcAft>
              <a:buClr>
                <a:srgbClr val="000000"/>
              </a:buClr>
              <a:buSzPts val="1800"/>
              <a:buChar char="▫"/>
              <a:defRPr/>
            </a:lvl3pPr>
            <a:lvl4pPr lvl="3" algn="l">
              <a:lnSpc>
                <a:spcPct val="100000"/>
              </a:lnSpc>
              <a:spcBef>
                <a:spcPts val="900"/>
              </a:spcBef>
              <a:spcAft>
                <a:spcPts val="0"/>
              </a:spcAft>
              <a:buClr>
                <a:srgbClr val="000000"/>
              </a:buClr>
              <a:buSzPts val="1800"/>
              <a:buChar char="-"/>
              <a:defRPr/>
            </a:lvl4pPr>
            <a:lvl5pPr lvl="4" algn="l">
              <a:lnSpc>
                <a:spcPct val="100000"/>
              </a:lnSpc>
              <a:spcBef>
                <a:spcPts val="900"/>
              </a:spcBef>
              <a:spcAft>
                <a:spcPts val="0"/>
              </a:spcAft>
              <a:buClr>
                <a:srgbClr val="000000"/>
              </a:buClr>
              <a:buSzPts val="1800"/>
              <a:buChar char="."/>
              <a:defRPr/>
            </a:lvl5pPr>
            <a:lvl6pPr lvl="5" algn="l">
              <a:lnSpc>
                <a:spcPct val="100000"/>
              </a:lnSpc>
              <a:spcBef>
                <a:spcPts val="900"/>
              </a:spcBef>
              <a:spcAft>
                <a:spcPts val="0"/>
              </a:spcAft>
              <a:buClr>
                <a:srgbClr val="000000"/>
              </a:buClr>
              <a:buSzPts val="1800"/>
              <a:buChar char="."/>
              <a:defRPr/>
            </a:lvl6pPr>
            <a:lvl7pPr lvl="6" algn="l">
              <a:lnSpc>
                <a:spcPct val="100000"/>
              </a:lnSpc>
              <a:spcBef>
                <a:spcPts val="900"/>
              </a:spcBef>
              <a:spcAft>
                <a:spcPts val="0"/>
              </a:spcAft>
              <a:buClr>
                <a:srgbClr val="000000"/>
              </a:buClr>
              <a:buSzPts val="1800"/>
              <a:buChar char="."/>
              <a:defRPr/>
            </a:lvl7pPr>
            <a:lvl8pPr lvl="7" algn="l">
              <a:lnSpc>
                <a:spcPct val="100000"/>
              </a:lnSpc>
              <a:spcBef>
                <a:spcPts val="900"/>
              </a:spcBef>
              <a:spcAft>
                <a:spcPts val="0"/>
              </a:spcAft>
              <a:buClr>
                <a:srgbClr val="000000"/>
              </a:buClr>
              <a:buSzPts val="1800"/>
              <a:buChar char="."/>
              <a:defRPr/>
            </a:lvl8pPr>
            <a:lvl9pPr lvl="8" algn="l">
              <a:lnSpc>
                <a:spcPct val="100000"/>
              </a:lnSpc>
              <a:spcBef>
                <a:spcPts val="900"/>
              </a:spcBef>
              <a:spcAft>
                <a:spcPts val="0"/>
              </a:spcAft>
              <a:buClr>
                <a:srgbClr val="000000"/>
              </a:buClr>
              <a:buSzPts val="1800"/>
              <a:buChar char="."/>
              <a:defRPr/>
            </a:lvl9pPr>
          </a:lstStyle>
          <a:p/>
        </p:txBody>
      </p:sp>
      <p:sp>
        <p:nvSpPr>
          <p:cNvPr id="108" name="Google Shape;108;p46"/>
          <p:cNvSpPr txBox="1"/>
          <p:nvPr>
            <p:ph idx="10" type="dt"/>
          </p:nvPr>
        </p:nvSpPr>
        <p:spPr>
          <a:xfrm>
            <a:off x="557213" y="4849813"/>
            <a:ext cx="8029575" cy="479425"/>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SzPts val="1400"/>
              <a:buNone/>
              <a:defRPr sz="1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Layout" Target="../slideLayouts/slideLayout8.xml"/><Relationship Id="rId3" Type="http://schemas.openxmlformats.org/officeDocument/2006/relationships/slideLayout" Target="../slideLayouts/slideLayout9.xml"/><Relationship Id="rId4" Type="http://schemas.openxmlformats.org/officeDocument/2006/relationships/slideLayout" Target="../slideLayouts/slideLayout10.xml"/><Relationship Id="rId11" Type="http://schemas.openxmlformats.org/officeDocument/2006/relationships/slideLayout" Target="../slideLayouts/slideLayout17.xml"/><Relationship Id="rId10" Type="http://schemas.openxmlformats.org/officeDocument/2006/relationships/slideLayout" Target="../slideLayouts/slideLayout16.xml"/><Relationship Id="rId12" Type="http://schemas.openxmlformats.org/officeDocument/2006/relationships/theme" Target="../theme/theme2.xml"/><Relationship Id="rId9" Type="http://schemas.openxmlformats.org/officeDocument/2006/relationships/slideLayout" Target="../slideLayouts/slideLayout15.xml"/><Relationship Id="rId5" Type="http://schemas.openxmlformats.org/officeDocument/2006/relationships/slideLayout" Target="../slideLayouts/slideLayout11.xml"/><Relationship Id="rId6" Type="http://schemas.openxmlformats.org/officeDocument/2006/relationships/slideLayout" Target="../slideLayouts/slideLayout12.xml"/><Relationship Id="rId7" Type="http://schemas.openxmlformats.org/officeDocument/2006/relationships/slideLayout" Target="../slideLayouts/slideLayout13.xml"/><Relationship Id="rId8"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5"/>
          <p:cNvSpPr txBox="1"/>
          <p:nvPr>
            <p:ph type="title"/>
          </p:nvPr>
        </p:nvSpPr>
        <p:spPr>
          <a:xfrm>
            <a:off x="1441281" y="79756"/>
            <a:ext cx="7200900" cy="571501"/>
          </a:xfrm>
          <a:prstGeom prst="rect">
            <a:avLst/>
          </a:prstGeom>
          <a:noFill/>
          <a:ln>
            <a:noFill/>
          </a:ln>
        </p:spPr>
        <p:txBody>
          <a:bodyPr anchorCtr="0" anchor="ctr" bIns="0" lIns="0" spcFirstLastPara="1" rIns="0" wrap="square" tIns="0">
            <a:noAutofit/>
          </a:bodyPr>
          <a:lstStyle>
            <a:lvl1pPr lvl="0" marR="0" rtl="0" algn="l">
              <a:lnSpc>
                <a:spcPct val="135000"/>
              </a:lnSpc>
              <a:spcBef>
                <a:spcPts val="0"/>
              </a:spcBef>
              <a:spcAft>
                <a:spcPts val="0"/>
              </a:spcAft>
              <a:buClr>
                <a:schemeClr val="dk2"/>
              </a:buClr>
              <a:buSzPts val="2000"/>
              <a:buFont typeface="Calibri"/>
              <a:buNone/>
              <a:defRPr b="1" i="0" sz="2000" u="none" cap="none" strike="noStrike">
                <a:solidFill>
                  <a:schemeClr val="dk2"/>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5"/>
          <p:cNvSpPr txBox="1"/>
          <p:nvPr>
            <p:ph idx="1" type="body"/>
          </p:nvPr>
        </p:nvSpPr>
        <p:spPr>
          <a:xfrm>
            <a:off x="461401" y="1340528"/>
            <a:ext cx="8287311" cy="4761472"/>
          </a:xfrm>
          <a:prstGeom prst="rect">
            <a:avLst/>
          </a:prstGeom>
          <a:noFill/>
          <a:ln>
            <a:noFill/>
          </a:ln>
        </p:spPr>
        <p:txBody>
          <a:bodyPr anchorCtr="0" anchor="t" bIns="0" lIns="0" spcFirstLastPara="1" rIns="0" wrap="square" tIns="0">
            <a:noAutofit/>
          </a:bodyPr>
          <a:lstStyle>
            <a:lvl1pPr indent="-330200" lvl="0" marL="457200" marR="0" rtl="0" algn="l">
              <a:lnSpc>
                <a:spcPct val="100000"/>
              </a:lnSpc>
              <a:spcBef>
                <a:spcPts val="900"/>
              </a:spcBef>
              <a:spcAft>
                <a:spcPts val="0"/>
              </a:spcAft>
              <a:buClr>
                <a:schemeClr val="dk2"/>
              </a:buClr>
              <a:buSzPts val="1600"/>
              <a:buFont typeface="Arial Black"/>
              <a:buChar char="+"/>
              <a:defRPr b="1" i="0" sz="1600" u="none" cap="none" strike="noStrike">
                <a:solidFill>
                  <a:schemeClr val="dk2"/>
                </a:solidFill>
                <a:latin typeface="Calibri"/>
                <a:ea typeface="Calibri"/>
                <a:cs typeface="Calibri"/>
                <a:sym typeface="Calibri"/>
              </a:defRPr>
            </a:lvl1pPr>
            <a:lvl2pPr indent="-228600" lvl="1" marL="914400" marR="0" rtl="0" algn="l">
              <a:lnSpc>
                <a:spcPct val="100000"/>
              </a:lnSpc>
              <a:spcBef>
                <a:spcPts val="300"/>
              </a:spcBef>
              <a:spcAft>
                <a:spcPts val="0"/>
              </a:spcAft>
              <a:buClr>
                <a:schemeClr val="lt2"/>
              </a:buClr>
              <a:buSzPts val="1200"/>
              <a:buFont typeface="Calibri"/>
              <a:buNone/>
              <a:defRPr b="0" i="0" sz="1200" u="none" cap="none" strike="noStrike">
                <a:solidFill>
                  <a:schemeClr val="lt2"/>
                </a:solidFill>
                <a:latin typeface="Calibri"/>
                <a:ea typeface="Calibri"/>
                <a:cs typeface="Calibri"/>
                <a:sym typeface="Calibri"/>
              </a:defRPr>
            </a:lvl2pPr>
            <a:lvl3pPr indent="-304800" lvl="2" marL="1371600" marR="0" rtl="0" algn="l">
              <a:lnSpc>
                <a:spcPct val="100000"/>
              </a:lnSpc>
              <a:spcBef>
                <a:spcPts val="300"/>
              </a:spcBef>
              <a:spcAft>
                <a:spcPts val="0"/>
              </a:spcAft>
              <a:buClr>
                <a:schemeClr val="lt2"/>
              </a:buClr>
              <a:buSzPts val="1200"/>
              <a:buFont typeface="Noto Sans Symbols"/>
              <a:buChar char="◼"/>
              <a:defRPr b="0" i="0" sz="1200" u="none" cap="none" strike="noStrike">
                <a:solidFill>
                  <a:schemeClr val="lt2"/>
                </a:solidFill>
                <a:latin typeface="Calibri"/>
                <a:ea typeface="Calibri"/>
                <a:cs typeface="Calibri"/>
                <a:sym typeface="Calibri"/>
              </a:defRPr>
            </a:lvl3pPr>
            <a:lvl4pPr indent="-304800" lvl="3" marL="1828800" marR="0" rtl="0" algn="l">
              <a:lnSpc>
                <a:spcPct val="100000"/>
              </a:lnSpc>
              <a:spcBef>
                <a:spcPts val="100"/>
              </a:spcBef>
              <a:spcAft>
                <a:spcPts val="0"/>
              </a:spcAft>
              <a:buClr>
                <a:schemeClr val="lt2"/>
              </a:buClr>
              <a:buSzPts val="1200"/>
              <a:buFont typeface="Arial"/>
              <a:buChar char="-"/>
              <a:defRPr b="0" i="1" sz="1200" u="none" cap="none" strike="noStrike">
                <a:solidFill>
                  <a:schemeClr val="lt2"/>
                </a:solidFill>
                <a:latin typeface="Calibri"/>
                <a:ea typeface="Calibri"/>
                <a:cs typeface="Calibri"/>
                <a:sym typeface="Calibri"/>
              </a:defRPr>
            </a:lvl4pPr>
            <a:lvl5pPr indent="-295275" lvl="4" marL="2286000" marR="0" rtl="0" algn="l">
              <a:lnSpc>
                <a:spcPct val="100000"/>
              </a:lnSpc>
              <a:spcBef>
                <a:spcPts val="0"/>
              </a:spcBef>
              <a:spcAft>
                <a:spcPts val="0"/>
              </a:spcAft>
              <a:buClr>
                <a:schemeClr val="lt2"/>
              </a:buClr>
              <a:buSzPts val="1050"/>
              <a:buFont typeface="Arial"/>
              <a:buChar char="."/>
              <a:defRPr b="0" i="1" sz="1050" u="none" cap="none" strike="noStrike">
                <a:solidFill>
                  <a:schemeClr val="lt2"/>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5"/>
          <p:cNvSpPr txBox="1"/>
          <p:nvPr>
            <p:ph idx="12" type="sldNum"/>
          </p:nvPr>
        </p:nvSpPr>
        <p:spPr>
          <a:xfrm>
            <a:off x="4534278" y="6426479"/>
            <a:ext cx="407376" cy="364792"/>
          </a:xfrm>
          <a:prstGeom prst="rect">
            <a:avLst/>
          </a:prstGeom>
          <a:noFill/>
          <a:ln>
            <a:noFill/>
          </a:ln>
        </p:spPr>
        <p:txBody>
          <a:bodyPr anchorCtr="0" anchor="ctr" bIns="0" lIns="0" spcFirstLastPara="1" rIns="0" wrap="square" tIns="0">
            <a:noAutofit/>
          </a:bodyPr>
          <a:lstStyle>
            <a:lvl1pPr indent="0" lvl="0" marL="0" marR="0" rtl="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Calibri"/>
                <a:ea typeface="Calibri"/>
                <a:cs typeface="Calibri"/>
                <a:sym typeface="Calibri"/>
              </a:defRPr>
            </a:lvl1pPr>
            <a:lvl2pPr indent="0" lvl="1" marL="0" marR="0" rtl="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Calibri"/>
                <a:ea typeface="Calibri"/>
                <a:cs typeface="Calibri"/>
                <a:sym typeface="Calibri"/>
              </a:defRPr>
            </a:lvl2pPr>
            <a:lvl3pPr indent="0" lvl="2" marL="0" marR="0" rtl="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Calibri"/>
                <a:ea typeface="Calibri"/>
                <a:cs typeface="Calibri"/>
                <a:sym typeface="Calibri"/>
              </a:defRPr>
            </a:lvl3pPr>
            <a:lvl4pPr indent="0" lvl="3" marL="0" marR="0" rtl="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Calibri"/>
                <a:ea typeface="Calibri"/>
                <a:cs typeface="Calibri"/>
                <a:sym typeface="Calibri"/>
              </a:defRPr>
            </a:lvl4pPr>
            <a:lvl5pPr indent="0" lvl="4" marL="0" marR="0" rtl="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Calibri"/>
                <a:ea typeface="Calibri"/>
                <a:cs typeface="Calibri"/>
                <a:sym typeface="Calibri"/>
              </a:defRPr>
            </a:lvl5pPr>
            <a:lvl6pPr indent="0" lvl="5" marL="0" marR="0" rtl="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Calibri"/>
                <a:ea typeface="Calibri"/>
                <a:cs typeface="Calibri"/>
                <a:sym typeface="Calibri"/>
              </a:defRPr>
            </a:lvl6pPr>
            <a:lvl7pPr indent="0" lvl="6" marL="0" marR="0" rtl="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Calibri"/>
                <a:ea typeface="Calibri"/>
                <a:cs typeface="Calibri"/>
                <a:sym typeface="Calibri"/>
              </a:defRPr>
            </a:lvl7pPr>
            <a:lvl8pPr indent="0" lvl="7" marL="0" marR="0" rtl="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Calibri"/>
                <a:ea typeface="Calibri"/>
                <a:cs typeface="Calibri"/>
                <a:sym typeface="Calibri"/>
              </a:defRPr>
            </a:lvl8pPr>
            <a:lvl9pPr indent="0" lvl="8" marL="0" marR="0" rtl="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13" name="Google Shape;13;p25"/>
          <p:cNvSpPr txBox="1"/>
          <p:nvPr>
            <p:ph idx="10" type="dt"/>
          </p:nvPr>
        </p:nvSpPr>
        <p:spPr>
          <a:xfrm>
            <a:off x="5687367" y="6619875"/>
            <a:ext cx="1399233" cy="238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transition>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5" name="Shape 45"/>
        <p:cNvGrpSpPr/>
        <p:nvPr/>
      </p:nvGrpSpPr>
      <p:grpSpPr>
        <a:xfrm>
          <a:off x="0" y="0"/>
          <a:ext cx="0" cy="0"/>
          <a:chOff x="0" y="0"/>
          <a:chExt cx="0" cy="0"/>
        </a:xfrm>
      </p:grpSpPr>
      <p:sp>
        <p:nvSpPr>
          <p:cNvPr id="46" name="Google Shape;46;p28"/>
          <p:cNvSpPr txBox="1"/>
          <p:nvPr>
            <p:ph type="title"/>
          </p:nvPr>
        </p:nvSpPr>
        <p:spPr>
          <a:xfrm>
            <a:off x="311700" y="593367"/>
            <a:ext cx="8520600" cy="76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47" name="Google Shape;47;p28"/>
          <p:cNvSpPr txBox="1"/>
          <p:nvPr>
            <p:ph idx="1" type="body"/>
          </p:nvPr>
        </p:nvSpPr>
        <p:spPr>
          <a:xfrm>
            <a:off x="311700" y="1536633"/>
            <a:ext cx="8520600" cy="4555200"/>
          </a:xfrm>
          <a:prstGeom prst="rect">
            <a:avLst/>
          </a:prstGeom>
          <a:noFill/>
          <a:ln>
            <a:noFill/>
          </a:ln>
        </p:spPr>
        <p:txBody>
          <a:bodyPr anchorCtr="0" anchor="t" bIns="121900" lIns="121900" spcFirstLastPara="1" rIns="121900" wrap="square" tIns="121900">
            <a:no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2100"/>
              </a:spcBef>
              <a:spcAft>
                <a:spcPts val="210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48" name="Google Shape;48;p28"/>
          <p:cNvSpPr txBox="1"/>
          <p:nvPr>
            <p:ph idx="12" type="sldNum"/>
          </p:nvPr>
        </p:nvSpPr>
        <p:spPr>
          <a:xfrm>
            <a:off x="8472458" y="6217622"/>
            <a:ext cx="548700" cy="524700"/>
          </a:xfrm>
          <a:prstGeom prst="rect">
            <a:avLst/>
          </a:prstGeom>
          <a:noFill/>
          <a:ln>
            <a:noFill/>
          </a:ln>
        </p:spPr>
        <p:txBody>
          <a:bodyPr anchorCtr="0" anchor="ctr" bIns="121900" lIns="121900" spcFirstLastPara="1" rIns="121900" wrap="square" tIns="121900">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1" name="Shape 91"/>
        <p:cNvGrpSpPr/>
        <p:nvPr/>
      </p:nvGrpSpPr>
      <p:grpSpPr>
        <a:xfrm>
          <a:off x="0" y="0"/>
          <a:ext cx="0" cy="0"/>
          <a:chOff x="0" y="0"/>
          <a:chExt cx="0" cy="0"/>
        </a:xfrm>
      </p:grpSpPr>
      <p:sp>
        <p:nvSpPr>
          <p:cNvPr id="92" name="Google Shape;92;p44"/>
          <p:cNvSpPr txBox="1"/>
          <p:nvPr>
            <p:ph type="title"/>
          </p:nvPr>
        </p:nvSpPr>
        <p:spPr>
          <a:xfrm>
            <a:off x="557213" y="260350"/>
            <a:ext cx="7831137" cy="500063"/>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rgbClr val="000000"/>
              </a:buClr>
              <a:buSzPts val="1400"/>
              <a:buFont typeface="Arial"/>
              <a:buNone/>
              <a:defRPr b="1" i="0" sz="1600" u="none" cap="none" strike="noStrike">
                <a:solidFill>
                  <a:srgbClr val="E60028"/>
                </a:solidFill>
                <a:latin typeface="Arial"/>
                <a:ea typeface="Arial"/>
                <a:cs typeface="Arial"/>
                <a:sym typeface="Arial"/>
              </a:defRPr>
            </a:lvl1pPr>
            <a:lvl2pPr lvl="1" marR="0" rtl="0" algn="l">
              <a:lnSpc>
                <a:spcPct val="90000"/>
              </a:lnSpc>
              <a:spcBef>
                <a:spcPts val="0"/>
              </a:spcBef>
              <a:spcAft>
                <a:spcPts val="0"/>
              </a:spcAft>
              <a:buClr>
                <a:srgbClr val="000000"/>
              </a:buClr>
              <a:buSzPts val="1400"/>
              <a:buFont typeface="Arial"/>
              <a:buNone/>
              <a:defRPr b="1" i="0" sz="1600" u="none" cap="none" strike="noStrike">
                <a:solidFill>
                  <a:srgbClr val="E60028"/>
                </a:solidFill>
                <a:latin typeface="Arial"/>
                <a:ea typeface="Arial"/>
                <a:cs typeface="Arial"/>
                <a:sym typeface="Arial"/>
              </a:defRPr>
            </a:lvl2pPr>
            <a:lvl3pPr lvl="2" marR="0" rtl="0" algn="l">
              <a:lnSpc>
                <a:spcPct val="90000"/>
              </a:lnSpc>
              <a:spcBef>
                <a:spcPts val="0"/>
              </a:spcBef>
              <a:spcAft>
                <a:spcPts val="0"/>
              </a:spcAft>
              <a:buClr>
                <a:srgbClr val="000000"/>
              </a:buClr>
              <a:buSzPts val="1400"/>
              <a:buFont typeface="Arial"/>
              <a:buNone/>
              <a:defRPr b="1" i="0" sz="1600" u="none" cap="none" strike="noStrike">
                <a:solidFill>
                  <a:srgbClr val="E60028"/>
                </a:solidFill>
                <a:latin typeface="Arial"/>
                <a:ea typeface="Arial"/>
                <a:cs typeface="Arial"/>
                <a:sym typeface="Arial"/>
              </a:defRPr>
            </a:lvl3pPr>
            <a:lvl4pPr lvl="3" marR="0" rtl="0" algn="l">
              <a:lnSpc>
                <a:spcPct val="90000"/>
              </a:lnSpc>
              <a:spcBef>
                <a:spcPts val="0"/>
              </a:spcBef>
              <a:spcAft>
                <a:spcPts val="0"/>
              </a:spcAft>
              <a:buClr>
                <a:srgbClr val="000000"/>
              </a:buClr>
              <a:buSzPts val="1400"/>
              <a:buFont typeface="Arial"/>
              <a:buNone/>
              <a:defRPr b="1" i="0" sz="1600" u="none" cap="none" strike="noStrike">
                <a:solidFill>
                  <a:srgbClr val="E60028"/>
                </a:solidFill>
                <a:latin typeface="Arial"/>
                <a:ea typeface="Arial"/>
                <a:cs typeface="Arial"/>
                <a:sym typeface="Arial"/>
              </a:defRPr>
            </a:lvl4pPr>
            <a:lvl5pPr lvl="4" marR="0" rtl="0" algn="l">
              <a:lnSpc>
                <a:spcPct val="90000"/>
              </a:lnSpc>
              <a:spcBef>
                <a:spcPts val="0"/>
              </a:spcBef>
              <a:spcAft>
                <a:spcPts val="0"/>
              </a:spcAft>
              <a:buClr>
                <a:srgbClr val="000000"/>
              </a:buClr>
              <a:buSzPts val="1400"/>
              <a:buFont typeface="Arial"/>
              <a:buNone/>
              <a:defRPr b="1" i="0" sz="1600" u="none" cap="none" strike="noStrike">
                <a:solidFill>
                  <a:srgbClr val="E60028"/>
                </a:solidFill>
                <a:latin typeface="Arial"/>
                <a:ea typeface="Arial"/>
                <a:cs typeface="Arial"/>
                <a:sym typeface="Arial"/>
              </a:defRPr>
            </a:lvl5pPr>
            <a:lvl6pPr lvl="5" marR="0" rtl="0" algn="l">
              <a:lnSpc>
                <a:spcPct val="90000"/>
              </a:lnSpc>
              <a:spcBef>
                <a:spcPts val="0"/>
              </a:spcBef>
              <a:spcAft>
                <a:spcPts val="0"/>
              </a:spcAft>
              <a:buClr>
                <a:srgbClr val="000000"/>
              </a:buClr>
              <a:buSzPts val="1400"/>
              <a:buFont typeface="Arial"/>
              <a:buNone/>
              <a:defRPr b="1" i="0" sz="1600" u="none" cap="none" strike="noStrike">
                <a:solidFill>
                  <a:srgbClr val="E60028"/>
                </a:solidFill>
                <a:latin typeface="Arial"/>
                <a:ea typeface="Arial"/>
                <a:cs typeface="Arial"/>
                <a:sym typeface="Arial"/>
              </a:defRPr>
            </a:lvl6pPr>
            <a:lvl7pPr lvl="6" marR="0" rtl="0" algn="l">
              <a:lnSpc>
                <a:spcPct val="90000"/>
              </a:lnSpc>
              <a:spcBef>
                <a:spcPts val="0"/>
              </a:spcBef>
              <a:spcAft>
                <a:spcPts val="0"/>
              </a:spcAft>
              <a:buClr>
                <a:srgbClr val="000000"/>
              </a:buClr>
              <a:buSzPts val="1400"/>
              <a:buFont typeface="Arial"/>
              <a:buNone/>
              <a:defRPr b="1" i="0" sz="1600" u="none" cap="none" strike="noStrike">
                <a:solidFill>
                  <a:srgbClr val="E60028"/>
                </a:solidFill>
                <a:latin typeface="Arial"/>
                <a:ea typeface="Arial"/>
                <a:cs typeface="Arial"/>
                <a:sym typeface="Arial"/>
              </a:defRPr>
            </a:lvl7pPr>
            <a:lvl8pPr lvl="7" marR="0" rtl="0" algn="l">
              <a:lnSpc>
                <a:spcPct val="90000"/>
              </a:lnSpc>
              <a:spcBef>
                <a:spcPts val="0"/>
              </a:spcBef>
              <a:spcAft>
                <a:spcPts val="0"/>
              </a:spcAft>
              <a:buClr>
                <a:srgbClr val="000000"/>
              </a:buClr>
              <a:buSzPts val="1400"/>
              <a:buFont typeface="Arial"/>
              <a:buNone/>
              <a:defRPr b="1" i="0" sz="1600" u="none" cap="none" strike="noStrike">
                <a:solidFill>
                  <a:srgbClr val="E60028"/>
                </a:solidFill>
                <a:latin typeface="Arial"/>
                <a:ea typeface="Arial"/>
                <a:cs typeface="Arial"/>
                <a:sym typeface="Arial"/>
              </a:defRPr>
            </a:lvl8pPr>
            <a:lvl9pPr lvl="8" marR="0" rtl="0" algn="l">
              <a:lnSpc>
                <a:spcPct val="90000"/>
              </a:lnSpc>
              <a:spcBef>
                <a:spcPts val="0"/>
              </a:spcBef>
              <a:spcAft>
                <a:spcPts val="0"/>
              </a:spcAft>
              <a:buClr>
                <a:srgbClr val="000000"/>
              </a:buClr>
              <a:buSzPts val="1400"/>
              <a:buFont typeface="Arial"/>
              <a:buNone/>
              <a:defRPr b="1" i="0" sz="1600" u="none" cap="none" strike="noStrike">
                <a:solidFill>
                  <a:srgbClr val="E60028"/>
                </a:solidFill>
                <a:latin typeface="Arial"/>
                <a:ea typeface="Arial"/>
                <a:cs typeface="Arial"/>
                <a:sym typeface="Arial"/>
              </a:defRPr>
            </a:lvl9pPr>
          </a:lstStyle>
          <a:p/>
        </p:txBody>
      </p:sp>
      <p:sp>
        <p:nvSpPr>
          <p:cNvPr id="93" name="Google Shape;93;p44"/>
          <p:cNvSpPr txBox="1"/>
          <p:nvPr>
            <p:ph idx="1" type="body"/>
          </p:nvPr>
        </p:nvSpPr>
        <p:spPr>
          <a:xfrm>
            <a:off x="557213" y="1052513"/>
            <a:ext cx="8029575" cy="4897437"/>
          </a:xfrm>
          <a:prstGeom prst="rect">
            <a:avLst/>
          </a:prstGeom>
          <a:noFill/>
          <a:ln>
            <a:noFill/>
          </a:ln>
        </p:spPr>
        <p:txBody>
          <a:bodyPr anchorCtr="0" anchor="t" bIns="0" lIns="0" spcFirstLastPara="1" rIns="0" wrap="square" tIns="0">
            <a:noAutofit/>
          </a:bodyPr>
          <a:lstStyle>
            <a:lvl1pPr indent="-330200" lvl="0" marL="457200" marR="0" rtl="0" algn="l">
              <a:lnSpc>
                <a:spcPct val="100000"/>
              </a:lnSpc>
              <a:spcBef>
                <a:spcPts val="1600"/>
              </a:spcBef>
              <a:spcAft>
                <a:spcPts val="0"/>
              </a:spcAft>
              <a:buClr>
                <a:srgbClr val="666666"/>
              </a:buClr>
              <a:buSzPts val="1600"/>
              <a:buFont typeface="Noto Sans Symbols"/>
              <a:buChar char="▪"/>
              <a:defRPr b="1" i="0" sz="1600" u="none" cap="none" strike="noStrike">
                <a:solidFill>
                  <a:srgbClr val="000000"/>
                </a:solidFill>
                <a:latin typeface="Arial"/>
                <a:ea typeface="Arial"/>
                <a:cs typeface="Arial"/>
                <a:sym typeface="Arial"/>
              </a:defRPr>
            </a:lvl1pPr>
            <a:lvl2pPr indent="-311150" lvl="1" marL="914400" marR="0" rtl="0" algn="l">
              <a:lnSpc>
                <a:spcPct val="100000"/>
              </a:lnSpc>
              <a:spcBef>
                <a:spcPts val="650"/>
              </a:spcBef>
              <a:spcAft>
                <a:spcPts val="0"/>
              </a:spcAft>
              <a:buClr>
                <a:srgbClr val="000000"/>
              </a:buClr>
              <a:buSzPts val="1300"/>
              <a:buFont typeface="Arial"/>
              <a:buChar char="•"/>
              <a:defRPr b="0" i="0" sz="1300" u="none" cap="none" strike="noStrike">
                <a:solidFill>
                  <a:srgbClr val="000000"/>
                </a:solidFill>
                <a:latin typeface="Arial"/>
                <a:ea typeface="Arial"/>
                <a:cs typeface="Arial"/>
                <a:sym typeface="Arial"/>
              </a:defRPr>
            </a:lvl2pPr>
            <a:lvl3pPr indent="-298450" lvl="2" marL="1371600" marR="0" rtl="0" algn="l">
              <a:lnSpc>
                <a:spcPct val="100000"/>
              </a:lnSpc>
              <a:spcBef>
                <a:spcPts val="55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85750" lvl="3" marL="1828800" marR="0" rtl="0" algn="l">
              <a:lnSpc>
                <a:spcPct val="100000"/>
              </a:lnSpc>
              <a:spcBef>
                <a:spcPts val="45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4pPr>
            <a:lvl5pPr indent="-285750" lvl="4" marL="2286000" marR="0" rtl="0" algn="l">
              <a:lnSpc>
                <a:spcPct val="100000"/>
              </a:lnSpc>
              <a:spcBef>
                <a:spcPts val="45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5pPr>
            <a:lvl6pPr indent="-285750" lvl="5" marL="2743200" marR="0" rtl="0" algn="l">
              <a:lnSpc>
                <a:spcPct val="100000"/>
              </a:lnSpc>
              <a:spcBef>
                <a:spcPts val="45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6pPr>
            <a:lvl7pPr indent="-285750" lvl="6" marL="3200400" marR="0" rtl="0" algn="l">
              <a:lnSpc>
                <a:spcPct val="100000"/>
              </a:lnSpc>
              <a:spcBef>
                <a:spcPts val="45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7pPr>
            <a:lvl8pPr indent="-285750" lvl="7" marL="3657600" marR="0" rtl="0" algn="l">
              <a:lnSpc>
                <a:spcPct val="100000"/>
              </a:lnSpc>
              <a:spcBef>
                <a:spcPts val="45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8pPr>
            <a:lvl9pPr indent="-285750" lvl="8" marL="4114800" marR="0" rtl="0" algn="l">
              <a:lnSpc>
                <a:spcPct val="100000"/>
              </a:lnSpc>
              <a:spcBef>
                <a:spcPts val="450"/>
              </a:spcBef>
              <a:spcAft>
                <a:spcPts val="0"/>
              </a:spcAft>
              <a:buClr>
                <a:srgbClr val="000000"/>
              </a:buClr>
              <a:buSzPts val="900"/>
              <a:buFont typeface="Arial"/>
              <a:buChar char="."/>
              <a:defRPr b="0" i="0" sz="900" u="none" cap="none" strike="noStrike">
                <a:solidFill>
                  <a:srgbClr val="000000"/>
                </a:solidFill>
                <a:latin typeface="Arial"/>
                <a:ea typeface="Arial"/>
                <a:cs typeface="Arial"/>
                <a:sym typeface="Arial"/>
              </a:defRPr>
            </a:lvl9pPr>
          </a:lstStyle>
          <a:p/>
        </p:txBody>
      </p:sp>
      <p:sp>
        <p:nvSpPr>
          <p:cNvPr id="94" name="Google Shape;94;p44"/>
          <p:cNvSpPr txBox="1"/>
          <p:nvPr>
            <p:ph idx="10" type="dt"/>
          </p:nvPr>
        </p:nvSpPr>
        <p:spPr>
          <a:xfrm>
            <a:off x="6573838" y="6416675"/>
            <a:ext cx="1814512" cy="441325"/>
          </a:xfrm>
          <a:prstGeom prst="rect">
            <a:avLst/>
          </a:prstGeom>
          <a:noFill/>
          <a:ln>
            <a:noFill/>
          </a:ln>
        </p:spPr>
        <p:txBody>
          <a:bodyPr anchorCtr="0" anchor="t" bIns="0" lIns="0" spcFirstLastPara="1" rIns="36000" wrap="square" tIns="0">
            <a:noAutofit/>
          </a:bodyPr>
          <a:lstStyle>
            <a:lvl1pPr lvl="0" marR="0" rtl="0" algn="r">
              <a:lnSpc>
                <a:spcPct val="100000"/>
              </a:lnSpc>
              <a:spcBef>
                <a:spcPts val="0"/>
              </a:spcBef>
              <a:spcAft>
                <a:spcPts val="0"/>
              </a:spcAft>
              <a:buClr>
                <a:srgbClr val="000000"/>
              </a:buClr>
              <a:buSzPts val="1400"/>
              <a:buFont typeface="Arial"/>
              <a:buNone/>
              <a:defRPr b="0" i="0" sz="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95" name="Google Shape;95;p44"/>
          <p:cNvSpPr txBox="1"/>
          <p:nvPr>
            <p:ph idx="12" type="sldNum"/>
          </p:nvPr>
        </p:nvSpPr>
        <p:spPr>
          <a:xfrm>
            <a:off x="8459788" y="6416675"/>
            <a:ext cx="360362" cy="441325"/>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800"/>
              <a:buFont typeface="Arial"/>
              <a:buNone/>
              <a:defRPr b="1" i="0" sz="8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800"/>
              <a:buFont typeface="Arial"/>
              <a:buNone/>
              <a:defRPr b="1" i="0" sz="8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800"/>
              <a:buFont typeface="Arial"/>
              <a:buNone/>
              <a:defRPr b="1" i="0" sz="8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800"/>
              <a:buFont typeface="Arial"/>
              <a:buNone/>
              <a:defRPr b="1" i="0" sz="8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800"/>
              <a:buFont typeface="Arial"/>
              <a:buNone/>
              <a:defRPr b="1" i="0" sz="8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800"/>
              <a:buFont typeface="Arial"/>
              <a:buNone/>
              <a:defRPr b="1" i="0" sz="8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800"/>
              <a:buFont typeface="Arial"/>
              <a:buNone/>
              <a:defRPr b="1" i="0" sz="8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800"/>
              <a:buFont typeface="Arial"/>
              <a:buNone/>
              <a:defRPr b="1" i="0" sz="8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800"/>
              <a:buFont typeface="Arial"/>
              <a:buNone/>
              <a:defRPr b="1"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r>
              <a:rPr lang="en-US"/>
              <a:t>P.</a:t>
            </a:r>
            <a:fld id="{00000000-1234-1234-1234-123412341234}" type="slidenum">
              <a:rPr lang="en-US"/>
              <a:t>‹#›</a:t>
            </a:fld>
            <a:endParaRPr/>
          </a:p>
        </p:txBody>
      </p:sp>
      <p:sp>
        <p:nvSpPr>
          <p:cNvPr id="96" name="Google Shape;96;p44"/>
          <p:cNvSpPr txBox="1"/>
          <p:nvPr>
            <p:ph idx="11" type="ftr"/>
          </p:nvPr>
        </p:nvSpPr>
        <p:spPr>
          <a:xfrm>
            <a:off x="2771775" y="6416675"/>
            <a:ext cx="3597275" cy="441325"/>
          </a:xfrm>
          <a:prstGeom prst="rect">
            <a:avLst/>
          </a:prstGeom>
          <a:noFill/>
          <a:ln>
            <a:noFill/>
          </a:ln>
        </p:spPr>
        <p:txBody>
          <a:bodyPr anchorCtr="0" anchor="t" bIns="0" lIns="0" spcFirstLastPara="1" rIns="0" wrap="square" tIns="0">
            <a:noAutofit/>
          </a:bodyPr>
          <a:lstStyle>
            <a:lvl1pPr lvl="0" marR="0" rtl="0" algn="ctr">
              <a:lnSpc>
                <a:spcPct val="100000"/>
              </a:lnSpc>
              <a:spcBef>
                <a:spcPts val="0"/>
              </a:spcBef>
              <a:spcAft>
                <a:spcPts val="0"/>
              </a:spcAft>
              <a:buClr>
                <a:srgbClr val="000000"/>
              </a:buClr>
              <a:buSzPts val="1400"/>
              <a:buFont typeface="Arial"/>
              <a:buNone/>
              <a:defRPr b="0" i="0" sz="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cxnSp>
        <p:nvCxnSpPr>
          <p:cNvPr id="97" name="Google Shape;97;p44"/>
          <p:cNvCxnSpPr/>
          <p:nvPr/>
        </p:nvCxnSpPr>
        <p:spPr>
          <a:xfrm rot="10800000">
            <a:off x="323850" y="6194425"/>
            <a:ext cx="8496300" cy="0"/>
          </a:xfrm>
          <a:prstGeom prst="straightConnector1">
            <a:avLst/>
          </a:prstGeom>
          <a:noFill/>
          <a:ln cap="flat" cmpd="sng" w="9525">
            <a:solidFill>
              <a:srgbClr val="002060"/>
            </a:solidFill>
            <a:prstDash val="solid"/>
            <a:round/>
            <a:headEnd len="sm" w="sm" type="none"/>
            <a:tailEnd len="sm" w="sm" type="none"/>
          </a:ln>
        </p:spPr>
      </p:cxnSp>
      <p:cxnSp>
        <p:nvCxnSpPr>
          <p:cNvPr id="98" name="Google Shape;98;p44"/>
          <p:cNvCxnSpPr/>
          <p:nvPr/>
        </p:nvCxnSpPr>
        <p:spPr>
          <a:xfrm rot="10800000">
            <a:off x="323850" y="755650"/>
            <a:ext cx="8496300" cy="0"/>
          </a:xfrm>
          <a:prstGeom prst="straightConnector1">
            <a:avLst/>
          </a:prstGeom>
          <a:noFill/>
          <a:ln cap="flat" cmpd="sng" w="9525">
            <a:solidFill>
              <a:srgbClr val="002060"/>
            </a:solidFill>
            <a:prstDash val="solid"/>
            <a:round/>
            <a:headEnd len="sm" w="sm" type="none"/>
            <a:tailEnd len="sm" w="sm" type="none"/>
          </a:ln>
        </p:spPr>
      </p:cxnSp>
      <p:sp>
        <p:nvSpPr>
          <p:cNvPr id="99" name="Google Shape;99;p44"/>
          <p:cNvSpPr/>
          <p:nvPr/>
        </p:nvSpPr>
        <p:spPr>
          <a:xfrm>
            <a:off x="8426450" y="6415088"/>
            <a:ext cx="71438" cy="44291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8" r:id="rId1"/>
    <p:sldLayoutId id="2147483669"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16.jpg"/><Relationship Id="rId10" Type="http://schemas.openxmlformats.org/officeDocument/2006/relationships/image" Target="../media/image12.jpg"/><Relationship Id="rId9" Type="http://schemas.openxmlformats.org/officeDocument/2006/relationships/image" Target="../media/image4.jpg"/><Relationship Id="rId5" Type="http://schemas.openxmlformats.org/officeDocument/2006/relationships/image" Target="../media/image15.jpg"/><Relationship Id="rId6" Type="http://schemas.openxmlformats.org/officeDocument/2006/relationships/image" Target="../media/image9.jpg"/><Relationship Id="rId7" Type="http://schemas.openxmlformats.org/officeDocument/2006/relationships/image" Target="../media/image6.jpg"/><Relationship Id="rId8"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jpg"/><Relationship Id="rId4" Type="http://schemas.openxmlformats.org/officeDocument/2006/relationships/image" Target="../media/image16.jpg"/><Relationship Id="rId10" Type="http://schemas.openxmlformats.org/officeDocument/2006/relationships/image" Target="../media/image12.jpg"/><Relationship Id="rId9" Type="http://schemas.openxmlformats.org/officeDocument/2006/relationships/image" Target="../media/image4.jpg"/><Relationship Id="rId5" Type="http://schemas.openxmlformats.org/officeDocument/2006/relationships/image" Target="../media/image15.jpg"/><Relationship Id="rId6" Type="http://schemas.openxmlformats.org/officeDocument/2006/relationships/image" Target="../media/image9.jpg"/><Relationship Id="rId7" Type="http://schemas.openxmlformats.org/officeDocument/2006/relationships/image" Target="../media/image6.jpg"/><Relationship Id="rId8"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jpg"/><Relationship Id="rId4" Type="http://schemas.openxmlformats.org/officeDocument/2006/relationships/image" Target="../media/image16.jpg"/><Relationship Id="rId10" Type="http://schemas.openxmlformats.org/officeDocument/2006/relationships/image" Target="../media/image12.jpg"/><Relationship Id="rId9" Type="http://schemas.openxmlformats.org/officeDocument/2006/relationships/image" Target="../media/image4.jpg"/><Relationship Id="rId5" Type="http://schemas.openxmlformats.org/officeDocument/2006/relationships/image" Target="../media/image15.jpg"/><Relationship Id="rId6" Type="http://schemas.openxmlformats.org/officeDocument/2006/relationships/image" Target="../media/image9.jpg"/><Relationship Id="rId7" Type="http://schemas.openxmlformats.org/officeDocument/2006/relationships/image" Target="../media/image6.jpg"/><Relationship Id="rId8"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omments" Target="../comments/comment1.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jpg"/><Relationship Id="rId4" Type="http://schemas.openxmlformats.org/officeDocument/2006/relationships/image" Target="../media/image16.jpg"/><Relationship Id="rId10" Type="http://schemas.openxmlformats.org/officeDocument/2006/relationships/image" Target="../media/image12.jpg"/><Relationship Id="rId9" Type="http://schemas.openxmlformats.org/officeDocument/2006/relationships/image" Target="../media/image4.jpg"/><Relationship Id="rId5" Type="http://schemas.openxmlformats.org/officeDocument/2006/relationships/image" Target="../media/image15.jpg"/><Relationship Id="rId6" Type="http://schemas.openxmlformats.org/officeDocument/2006/relationships/image" Target="../media/image9.jpg"/><Relationship Id="rId7" Type="http://schemas.openxmlformats.org/officeDocument/2006/relationships/image" Target="../media/image6.jpg"/><Relationship Id="rId8" Type="http://schemas.openxmlformats.org/officeDocument/2006/relationships/image" Target="../media/image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comments" Target="../comments/commen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jpg"/><Relationship Id="rId4" Type="http://schemas.openxmlformats.org/officeDocument/2006/relationships/image" Target="../media/image16.jpg"/><Relationship Id="rId10" Type="http://schemas.openxmlformats.org/officeDocument/2006/relationships/image" Target="../media/image12.jpg"/><Relationship Id="rId9" Type="http://schemas.openxmlformats.org/officeDocument/2006/relationships/image" Target="../media/image4.jpg"/><Relationship Id="rId5" Type="http://schemas.openxmlformats.org/officeDocument/2006/relationships/image" Target="../media/image15.jpg"/><Relationship Id="rId6" Type="http://schemas.openxmlformats.org/officeDocument/2006/relationships/image" Target="../media/image9.jpg"/><Relationship Id="rId7" Type="http://schemas.openxmlformats.org/officeDocument/2006/relationships/image" Target="../media/image6.jpg"/><Relationship Id="rId8" Type="http://schemas.openxmlformats.org/officeDocument/2006/relationships/image" Target="../media/image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comments" Target="../comments/commen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
          <p:cNvSpPr txBox="1"/>
          <p:nvPr>
            <p:ph type="title"/>
          </p:nvPr>
        </p:nvSpPr>
        <p:spPr>
          <a:xfrm>
            <a:off x="553225" y="4075"/>
            <a:ext cx="8495400" cy="1043400"/>
          </a:xfrm>
          <a:prstGeom prst="rect">
            <a:avLst/>
          </a:prstGeom>
          <a:noFill/>
          <a:ln>
            <a:noFill/>
          </a:ln>
        </p:spPr>
        <p:txBody>
          <a:bodyPr anchorCtr="0" anchor="ctr" bIns="45700" lIns="91425" spcFirstLastPara="1" rIns="91425" wrap="square" tIns="45700">
            <a:noAutofit/>
          </a:bodyPr>
          <a:lstStyle/>
          <a:p>
            <a:pPr indent="0" lvl="0" marL="0" marR="0" rtl="0" algn="ctr">
              <a:lnSpc>
                <a:spcPct val="135000"/>
              </a:lnSpc>
              <a:spcBef>
                <a:spcPts val="0"/>
              </a:spcBef>
              <a:spcAft>
                <a:spcPts val="0"/>
              </a:spcAft>
              <a:buSzPts val="2800"/>
              <a:buNone/>
            </a:pPr>
            <a:r>
              <a:rPr lang="en-US">
                <a:latin typeface="Rambla"/>
                <a:ea typeface="Rambla"/>
                <a:cs typeface="Rambla"/>
                <a:sym typeface="Rambla"/>
              </a:rPr>
              <a:t>SCOPE : HAMR eyecloud -  AA </a:t>
            </a:r>
            <a:endParaRPr b="1" i="0" sz="3600" u="none" cap="none" strike="noStrike">
              <a:solidFill>
                <a:srgbClr val="000000"/>
              </a:solidFill>
              <a:latin typeface="Rambla"/>
              <a:ea typeface="Rambla"/>
              <a:cs typeface="Rambla"/>
              <a:sym typeface="Rambla"/>
            </a:endParaRPr>
          </a:p>
        </p:txBody>
      </p:sp>
      <p:grpSp>
        <p:nvGrpSpPr>
          <p:cNvPr id="115" name="Google Shape;115;p1"/>
          <p:cNvGrpSpPr/>
          <p:nvPr/>
        </p:nvGrpSpPr>
        <p:grpSpPr>
          <a:xfrm>
            <a:off x="-58532" y="1447917"/>
            <a:ext cx="9202522" cy="3788720"/>
            <a:chOff x="0" y="1704976"/>
            <a:chExt cx="12192001" cy="4616449"/>
          </a:xfrm>
        </p:grpSpPr>
        <p:pic>
          <p:nvPicPr>
            <p:cNvPr descr="C:\Users\rimeleng\Documents\A_IMAGES_PPT2015\Image21.jpg" id="116" name="Google Shape;116;p1"/>
            <p:cNvPicPr preferRelativeResize="0"/>
            <p:nvPr/>
          </p:nvPicPr>
          <p:blipFill rotWithShape="1">
            <a:blip r:embed="rId3">
              <a:alphaModFix/>
            </a:blip>
            <a:srcRect b="0" l="0" r="0" t="0"/>
            <a:stretch/>
          </p:blipFill>
          <p:spPr>
            <a:xfrm>
              <a:off x="6426200" y="3722688"/>
              <a:ext cx="2794000" cy="2597150"/>
            </a:xfrm>
            <a:prstGeom prst="rect">
              <a:avLst/>
            </a:prstGeom>
            <a:noFill/>
            <a:ln>
              <a:noFill/>
            </a:ln>
          </p:spPr>
        </p:pic>
        <p:pic>
          <p:nvPicPr>
            <p:cNvPr descr="C:\Users\rimeleng\Documents\A_IMAGES_PPT2015\SaoPaulo.jpg" id="117" name="Google Shape;117;p1"/>
            <p:cNvPicPr preferRelativeResize="0"/>
            <p:nvPr/>
          </p:nvPicPr>
          <p:blipFill rotWithShape="1">
            <a:blip r:embed="rId4">
              <a:alphaModFix/>
            </a:blip>
            <a:srcRect b="0" l="0" r="0" t="0"/>
            <a:stretch/>
          </p:blipFill>
          <p:spPr>
            <a:xfrm>
              <a:off x="9290051" y="3289300"/>
              <a:ext cx="2901949" cy="3028950"/>
            </a:xfrm>
            <a:prstGeom prst="rect">
              <a:avLst/>
            </a:prstGeom>
            <a:noFill/>
            <a:ln>
              <a:noFill/>
            </a:ln>
          </p:spPr>
        </p:pic>
        <p:pic>
          <p:nvPicPr>
            <p:cNvPr descr="C:\Users\rimeleng\Documents\A_IMAGES_PPT2015\Image22.jpg" id="118" name="Google Shape;118;p1"/>
            <p:cNvPicPr preferRelativeResize="0"/>
            <p:nvPr/>
          </p:nvPicPr>
          <p:blipFill rotWithShape="1">
            <a:blip r:embed="rId5">
              <a:alphaModFix/>
            </a:blip>
            <a:srcRect b="0" l="0" r="0" t="0"/>
            <a:stretch/>
          </p:blipFill>
          <p:spPr>
            <a:xfrm>
              <a:off x="3352801" y="3103563"/>
              <a:ext cx="2952751" cy="3217862"/>
            </a:xfrm>
            <a:prstGeom prst="rect">
              <a:avLst/>
            </a:prstGeom>
            <a:noFill/>
            <a:ln>
              <a:noFill/>
            </a:ln>
          </p:spPr>
        </p:pic>
        <p:pic>
          <p:nvPicPr>
            <p:cNvPr descr="C:\Users\rimeleng\Documents\A_IMAGES_PPT2015\Feordi.jpg" id="119" name="Google Shape;119;p1"/>
            <p:cNvPicPr preferRelativeResize="0"/>
            <p:nvPr/>
          </p:nvPicPr>
          <p:blipFill rotWithShape="1">
            <a:blip r:embed="rId6">
              <a:alphaModFix/>
            </a:blip>
            <a:srcRect b="0" l="0" r="0" t="0"/>
            <a:stretch/>
          </p:blipFill>
          <p:spPr>
            <a:xfrm>
              <a:off x="0" y="3398839"/>
              <a:ext cx="3295651" cy="2917824"/>
            </a:xfrm>
            <a:prstGeom prst="rect">
              <a:avLst/>
            </a:prstGeom>
            <a:noFill/>
            <a:ln>
              <a:noFill/>
            </a:ln>
          </p:spPr>
        </p:pic>
        <p:pic>
          <p:nvPicPr>
            <p:cNvPr descr="C:\Users\rimeleng\Documents\A_IMAGES_PPT2015\Verres.jpg" id="120" name="Google Shape;120;p1"/>
            <p:cNvPicPr preferRelativeResize="0"/>
            <p:nvPr/>
          </p:nvPicPr>
          <p:blipFill rotWithShape="1">
            <a:blip r:embed="rId7">
              <a:alphaModFix/>
            </a:blip>
            <a:srcRect b="0" l="0" r="0" t="1525"/>
            <a:stretch/>
          </p:blipFill>
          <p:spPr>
            <a:xfrm>
              <a:off x="1" y="1720850"/>
              <a:ext cx="3291417" cy="1627188"/>
            </a:xfrm>
            <a:prstGeom prst="rect">
              <a:avLst/>
            </a:prstGeom>
            <a:noFill/>
            <a:ln>
              <a:noFill/>
            </a:ln>
          </p:spPr>
        </p:pic>
        <p:pic>
          <p:nvPicPr>
            <p:cNvPr descr="C:\Users\rimeleng\Documents\A_IMAGES_PPT2015\Image17.jpg" id="121" name="Google Shape;121;p1"/>
            <p:cNvPicPr preferRelativeResize="0"/>
            <p:nvPr/>
          </p:nvPicPr>
          <p:blipFill rotWithShape="1">
            <a:blip r:embed="rId8">
              <a:alphaModFix/>
            </a:blip>
            <a:srcRect b="0" l="0" r="0" t="2466"/>
            <a:stretch/>
          </p:blipFill>
          <p:spPr>
            <a:xfrm>
              <a:off x="3359152" y="1720851"/>
              <a:ext cx="2950633" cy="1330325"/>
            </a:xfrm>
            <a:prstGeom prst="rect">
              <a:avLst/>
            </a:prstGeom>
            <a:noFill/>
            <a:ln>
              <a:noFill/>
            </a:ln>
          </p:spPr>
        </p:pic>
        <p:pic>
          <p:nvPicPr>
            <p:cNvPr descr="C:\Users\rimeleng\Documents\A_IMAGES_PPT2015\Image19.jpg" id="122" name="Google Shape;122;p1"/>
            <p:cNvPicPr preferRelativeResize="0"/>
            <p:nvPr/>
          </p:nvPicPr>
          <p:blipFill rotWithShape="1">
            <a:blip r:embed="rId9">
              <a:alphaModFix/>
            </a:blip>
            <a:srcRect b="0" l="0" r="0" t="0"/>
            <a:stretch/>
          </p:blipFill>
          <p:spPr>
            <a:xfrm>
              <a:off x="9309101" y="1704976"/>
              <a:ext cx="2882900" cy="1527175"/>
            </a:xfrm>
            <a:prstGeom prst="rect">
              <a:avLst/>
            </a:prstGeom>
            <a:noFill/>
            <a:ln>
              <a:noFill/>
            </a:ln>
          </p:spPr>
        </p:pic>
        <p:pic>
          <p:nvPicPr>
            <p:cNvPr descr="C:\Users\rimeleng\Documents\A_IMAGES_PPT2015\Enfants_chin.jpg" id="123" name="Google Shape;123;p1"/>
            <p:cNvPicPr preferRelativeResize="0"/>
            <p:nvPr/>
          </p:nvPicPr>
          <p:blipFill rotWithShape="1">
            <a:blip r:embed="rId10">
              <a:alphaModFix/>
            </a:blip>
            <a:srcRect b="0" l="0" r="0" t="0"/>
            <a:stretch/>
          </p:blipFill>
          <p:spPr>
            <a:xfrm>
              <a:off x="6411385" y="1709739"/>
              <a:ext cx="2813049" cy="1951037"/>
            </a:xfrm>
            <a:prstGeom prst="rect">
              <a:avLst/>
            </a:prstGeom>
            <a:noFill/>
            <a:ln>
              <a:noFill/>
            </a:ln>
          </p:spPr>
        </p:pic>
      </p:grpSp>
      <p:sp>
        <p:nvSpPr>
          <p:cNvPr id="124" name="Google Shape;124;p1"/>
          <p:cNvSpPr txBox="1"/>
          <p:nvPr>
            <p:ph idx="12" type="sldNum"/>
          </p:nvPr>
        </p:nvSpPr>
        <p:spPr>
          <a:xfrm>
            <a:off x="7672175" y="6357975"/>
            <a:ext cx="1471800" cy="500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
          <p:cNvSpPr/>
          <p:nvPr/>
        </p:nvSpPr>
        <p:spPr>
          <a:xfrm>
            <a:off x="503475" y="1116025"/>
            <a:ext cx="8103600" cy="2567700"/>
          </a:xfrm>
          <a:prstGeom prst="rect">
            <a:avLst/>
          </a:prstGeom>
          <a:noFill/>
          <a:ln cap="flat" cmpd="sng" w="9525">
            <a:solidFill>
              <a:srgbClr val="001C42"/>
            </a:solidFill>
            <a:prstDash val="solid"/>
            <a:round/>
            <a:headEnd len="sm" w="sm" type="none"/>
            <a:tailEnd len="sm" w="sm" type="none"/>
          </a:ln>
        </p:spPr>
        <p:txBody>
          <a:bodyPr anchorCtr="0" anchor="t" bIns="45700" lIns="91425" spcFirstLastPara="1" rIns="91425" wrap="square" tIns="216000">
            <a:noAutofit/>
          </a:bodyPr>
          <a:lstStyle/>
          <a:p>
            <a:pPr indent="-342900" lvl="1" marL="790575" marR="0" rtl="0" algn="l">
              <a:lnSpc>
                <a:spcPct val="100000"/>
              </a:lnSpc>
              <a:spcBef>
                <a:spcPts val="0"/>
              </a:spcBef>
              <a:spcAft>
                <a:spcPts val="0"/>
              </a:spcAft>
              <a:buClr>
                <a:srgbClr val="666666"/>
              </a:buClr>
              <a:buSzPts val="2000"/>
              <a:buFont typeface="Noto Sans Symbols"/>
              <a:buChar char="❖"/>
            </a:pPr>
            <a:r>
              <a:rPr b="1" i="0" lang="en-US" sz="2000" u="sng" cap="none" strike="noStrike">
                <a:solidFill>
                  <a:srgbClr val="002060"/>
                </a:solidFill>
                <a:latin typeface="Calibri"/>
                <a:ea typeface="Calibri"/>
                <a:cs typeface="Calibri"/>
                <a:sym typeface="Calibri"/>
              </a:rPr>
              <a:t>Context </a:t>
            </a:r>
            <a:endParaRPr b="0" i="0" sz="2000" u="none" cap="none" strike="noStrike">
              <a:solidFill>
                <a:srgbClr val="002060"/>
              </a:solidFill>
              <a:latin typeface="Calibri"/>
              <a:ea typeface="Calibri"/>
              <a:cs typeface="Calibri"/>
              <a:sym typeface="Calibri"/>
            </a:endParaRPr>
          </a:p>
          <a:p>
            <a:pPr indent="-355600" lvl="0" marL="914400" marR="0" rtl="0" algn="l">
              <a:lnSpc>
                <a:spcPct val="100000"/>
              </a:lnSpc>
              <a:spcBef>
                <a:spcPts val="0"/>
              </a:spcBef>
              <a:spcAft>
                <a:spcPts val="0"/>
              </a:spcAft>
              <a:buClr>
                <a:srgbClr val="002060"/>
              </a:buClr>
              <a:buSzPts val="2000"/>
              <a:buFont typeface="Calibri"/>
              <a:buChar char="●"/>
            </a:pPr>
            <a:r>
              <a:rPr b="0" i="0" lang="en-US" sz="2000" u="none" cap="none" strike="noStrike">
                <a:solidFill>
                  <a:srgbClr val="002060"/>
                </a:solidFill>
                <a:latin typeface="Calibri"/>
                <a:ea typeface="Calibri"/>
                <a:cs typeface="Calibri"/>
                <a:sym typeface="Calibri"/>
              </a:rPr>
              <a:t>Build an active / active calculation platform on both datacenter aws Ireland and aws Canada.</a:t>
            </a:r>
            <a:endParaRPr b="0" i="0" sz="2000" u="none" cap="none" strike="noStrike">
              <a:solidFill>
                <a:srgbClr val="002060"/>
              </a:solidFill>
              <a:latin typeface="Calibri"/>
              <a:ea typeface="Calibri"/>
              <a:cs typeface="Calibri"/>
              <a:sym typeface="Calibri"/>
            </a:endParaRPr>
          </a:p>
          <a:p>
            <a:pPr indent="-342900" lvl="1" marL="790575" marR="0" rtl="0" algn="l">
              <a:lnSpc>
                <a:spcPct val="100000"/>
              </a:lnSpc>
              <a:spcBef>
                <a:spcPts val="1200"/>
              </a:spcBef>
              <a:spcAft>
                <a:spcPts val="0"/>
              </a:spcAft>
              <a:buClr>
                <a:srgbClr val="666666"/>
              </a:buClr>
              <a:buSzPts val="2000"/>
              <a:buFont typeface="Noto Sans Symbols"/>
              <a:buChar char="❖"/>
            </a:pPr>
            <a:r>
              <a:rPr b="1" i="0" lang="en-US" sz="2000" u="sng" cap="none" strike="noStrike">
                <a:solidFill>
                  <a:srgbClr val="002060"/>
                </a:solidFill>
                <a:latin typeface="Calibri"/>
                <a:ea typeface="Calibri"/>
                <a:cs typeface="Calibri"/>
                <a:sym typeface="Calibri"/>
              </a:rPr>
              <a:t> Stake </a:t>
            </a:r>
            <a:endParaRPr b="1" i="0" sz="2000" u="none" cap="none" strike="noStrike">
              <a:solidFill>
                <a:srgbClr val="002060"/>
              </a:solidFill>
              <a:latin typeface="Calibri"/>
              <a:ea typeface="Calibri"/>
              <a:cs typeface="Calibri"/>
              <a:sym typeface="Calibri"/>
            </a:endParaRPr>
          </a:p>
          <a:p>
            <a:pPr indent="-355600" lvl="0" marL="914400" marR="0" rtl="0" algn="l">
              <a:lnSpc>
                <a:spcPct val="100000"/>
              </a:lnSpc>
              <a:spcBef>
                <a:spcPts val="0"/>
              </a:spcBef>
              <a:spcAft>
                <a:spcPts val="0"/>
              </a:spcAft>
              <a:buClr>
                <a:srgbClr val="002060"/>
              </a:buClr>
              <a:buSzPts val="2000"/>
              <a:buFont typeface="Calibri"/>
              <a:buChar char="●"/>
            </a:pPr>
            <a:r>
              <a:rPr b="0" i="0" lang="en-US" sz="2000" u="none" cap="none" strike="noStrike">
                <a:solidFill>
                  <a:srgbClr val="002060"/>
                </a:solidFill>
                <a:latin typeface="Calibri"/>
                <a:ea typeface="Calibri"/>
                <a:cs typeface="Calibri"/>
                <a:sym typeface="Calibri"/>
              </a:rPr>
              <a:t>Ongoing Support group strategy for having a  central platform.</a:t>
            </a:r>
            <a:endParaRPr b="0" i="0" sz="2000" u="none" cap="none" strike="noStrike">
              <a:solidFill>
                <a:srgbClr val="002060"/>
              </a:solidFill>
              <a:latin typeface="Calibri"/>
              <a:ea typeface="Calibri"/>
              <a:cs typeface="Calibri"/>
              <a:sym typeface="Calibri"/>
            </a:endParaRPr>
          </a:p>
          <a:p>
            <a:pPr indent="0" lvl="0" marL="457200" marR="0" rtl="0" algn="l">
              <a:lnSpc>
                <a:spcPct val="100000"/>
              </a:lnSpc>
              <a:spcBef>
                <a:spcPts val="1200"/>
              </a:spcBef>
              <a:spcAft>
                <a:spcPts val="0"/>
              </a:spcAft>
              <a:buClr>
                <a:srgbClr val="000000"/>
              </a:buClr>
              <a:buSzPts val="2000"/>
              <a:buFont typeface="Arial"/>
              <a:buNone/>
            </a:pPr>
            <a:r>
              <a:t/>
            </a:r>
            <a:endParaRPr b="0" i="0" sz="2000" u="none" cap="none" strike="noStrike">
              <a:solidFill>
                <a:srgbClr val="002060"/>
              </a:solidFill>
              <a:latin typeface="Calibri"/>
              <a:ea typeface="Calibri"/>
              <a:cs typeface="Calibri"/>
              <a:sym typeface="Calibri"/>
            </a:endParaRPr>
          </a:p>
          <a:p>
            <a:pPr indent="0" lvl="0" marL="1371600" marR="0" rtl="0" algn="l">
              <a:lnSpc>
                <a:spcPct val="100000"/>
              </a:lnSpc>
              <a:spcBef>
                <a:spcPts val="1200"/>
              </a:spcBef>
              <a:spcAft>
                <a:spcPts val="0"/>
              </a:spcAft>
              <a:buClr>
                <a:srgbClr val="000000"/>
              </a:buClr>
              <a:buSzPts val="2000"/>
              <a:buFont typeface="Arial"/>
              <a:buNone/>
            </a:pPr>
            <a:r>
              <a:t/>
            </a:r>
            <a:endParaRPr b="0" i="0" sz="2000" u="none" cap="none" strike="noStrike">
              <a:solidFill>
                <a:srgbClr val="002060"/>
              </a:solidFill>
              <a:latin typeface="Calibri"/>
              <a:ea typeface="Calibri"/>
              <a:cs typeface="Calibri"/>
              <a:sym typeface="Calibri"/>
            </a:endParaRPr>
          </a:p>
        </p:txBody>
      </p:sp>
      <p:sp>
        <p:nvSpPr>
          <p:cNvPr id="131" name="Google Shape;131;p2"/>
          <p:cNvSpPr txBox="1"/>
          <p:nvPr>
            <p:ph type="title"/>
          </p:nvPr>
        </p:nvSpPr>
        <p:spPr>
          <a:xfrm>
            <a:off x="648275" y="720100"/>
            <a:ext cx="3428100" cy="364800"/>
          </a:xfrm>
          <a:prstGeom prst="rect">
            <a:avLst/>
          </a:prstGeom>
          <a:noFill/>
          <a:ln>
            <a:noFill/>
          </a:ln>
        </p:spPr>
        <p:txBody>
          <a:bodyPr anchorCtr="0" anchor="ctr" bIns="0" lIns="0" spcFirstLastPara="1" rIns="0" wrap="square" tIns="0">
            <a:noAutofit/>
          </a:bodyPr>
          <a:lstStyle/>
          <a:p>
            <a:pPr indent="0" lvl="0" marL="0" rtl="0" algn="l">
              <a:lnSpc>
                <a:spcPct val="96428"/>
              </a:lnSpc>
              <a:spcBef>
                <a:spcPts val="0"/>
              </a:spcBef>
              <a:spcAft>
                <a:spcPts val="0"/>
              </a:spcAft>
              <a:buClr>
                <a:srgbClr val="002A63"/>
              </a:buClr>
              <a:buSzPts val="2800"/>
              <a:buFont typeface="Calibri"/>
              <a:buNone/>
            </a:pPr>
            <a:r>
              <a:rPr lang="en-US" sz="2300" u="sng"/>
              <a:t>Context &amp; Stake  </a:t>
            </a:r>
            <a:endParaRPr sz="2300" u="sng">
              <a:solidFill>
                <a:srgbClr val="002A63"/>
              </a:solidFill>
              <a:latin typeface="Calibri"/>
              <a:ea typeface="Calibri"/>
              <a:cs typeface="Calibri"/>
              <a:sym typeface="Calibri"/>
            </a:endParaRPr>
          </a:p>
        </p:txBody>
      </p:sp>
      <p:sp>
        <p:nvSpPr>
          <p:cNvPr id="132" name="Google Shape;132;p2"/>
          <p:cNvSpPr txBox="1"/>
          <p:nvPr>
            <p:ph type="title"/>
          </p:nvPr>
        </p:nvSpPr>
        <p:spPr>
          <a:xfrm>
            <a:off x="973925" y="206575"/>
            <a:ext cx="6987900" cy="452400"/>
          </a:xfrm>
          <a:prstGeom prst="rect">
            <a:avLst/>
          </a:prstGeom>
          <a:noFill/>
          <a:ln>
            <a:noFill/>
          </a:ln>
        </p:spPr>
        <p:txBody>
          <a:bodyPr anchorCtr="0" anchor="ctr" bIns="0" lIns="0" spcFirstLastPara="1" rIns="0" wrap="square" tIns="0">
            <a:noAutofit/>
          </a:bodyPr>
          <a:lstStyle/>
          <a:p>
            <a:pPr indent="0" lvl="0" marL="0" rtl="0" algn="l">
              <a:lnSpc>
                <a:spcPct val="96428"/>
              </a:lnSpc>
              <a:spcBef>
                <a:spcPts val="0"/>
              </a:spcBef>
              <a:spcAft>
                <a:spcPts val="0"/>
              </a:spcAft>
              <a:buClr>
                <a:srgbClr val="002A63"/>
              </a:buClr>
              <a:buSzPts val="2800"/>
              <a:buFont typeface="Calibri"/>
              <a:buNone/>
            </a:pPr>
            <a:r>
              <a:rPr lang="en-US" sz="2800"/>
              <a:t>Introduction</a:t>
            </a:r>
            <a:endParaRPr sz="2800">
              <a:solidFill>
                <a:srgbClr val="002A63"/>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3"/>
          <p:cNvSpPr txBox="1"/>
          <p:nvPr>
            <p:ph type="title"/>
          </p:nvPr>
        </p:nvSpPr>
        <p:spPr>
          <a:xfrm>
            <a:off x="557213" y="260350"/>
            <a:ext cx="7831137" cy="500063"/>
          </a:xfrm>
          <a:prstGeom prst="rect">
            <a:avLst/>
          </a:prstGeom>
          <a:noFill/>
          <a:ln>
            <a:noFill/>
          </a:ln>
        </p:spPr>
        <p:txBody>
          <a:bodyPr anchorCtr="0" anchor="ctr" bIns="0" lIns="0" spcFirstLastPara="1" rIns="0" wrap="square" tIns="0">
            <a:noAutofit/>
          </a:bodyPr>
          <a:lstStyle/>
          <a:p>
            <a:pPr indent="-342900" lvl="0" marL="342900" rtl="0" algn="l">
              <a:lnSpc>
                <a:spcPct val="135000"/>
              </a:lnSpc>
              <a:spcBef>
                <a:spcPts val="0"/>
              </a:spcBef>
              <a:spcAft>
                <a:spcPts val="0"/>
              </a:spcAft>
              <a:buClr>
                <a:schemeClr val="dk2"/>
              </a:buClr>
              <a:buSzPts val="2000"/>
              <a:buFont typeface="Calibri"/>
              <a:buAutoNum type="arabicPeriod"/>
            </a:pPr>
            <a:r>
              <a:rPr lang="en-US"/>
              <a:t>Reminder of the process</a:t>
            </a:r>
            <a:endParaRPr b="0" i="1">
              <a:solidFill>
                <a:srgbClr val="000000"/>
              </a:solidFill>
            </a:endParaRPr>
          </a:p>
        </p:txBody>
      </p:sp>
      <p:sp>
        <p:nvSpPr>
          <p:cNvPr id="139" name="Google Shape;139;p3"/>
          <p:cNvSpPr txBox="1"/>
          <p:nvPr/>
        </p:nvSpPr>
        <p:spPr>
          <a:xfrm>
            <a:off x="6112815" y="764704"/>
            <a:ext cx="1080000" cy="24622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0" i="1" lang="en-US" sz="1000" u="none" cap="none" strike="noStrike">
                <a:solidFill>
                  <a:schemeClr val="dk1"/>
                </a:solidFill>
                <a:latin typeface="Calibri"/>
                <a:ea typeface="Calibri"/>
                <a:cs typeface="Calibri"/>
                <a:sym typeface="Calibri"/>
              </a:rPr>
              <a:t>Actors</a:t>
            </a:r>
            <a:endParaRPr b="0" i="1" sz="1000" u="none" cap="none" strike="noStrike">
              <a:solidFill>
                <a:schemeClr val="dk1"/>
              </a:solidFill>
              <a:latin typeface="Calibri"/>
              <a:ea typeface="Calibri"/>
              <a:cs typeface="Calibri"/>
              <a:sym typeface="Calibri"/>
            </a:endParaRPr>
          </a:p>
        </p:txBody>
      </p:sp>
      <p:sp>
        <p:nvSpPr>
          <p:cNvPr id="140" name="Google Shape;140;p3"/>
          <p:cNvSpPr/>
          <p:nvPr/>
        </p:nvSpPr>
        <p:spPr>
          <a:xfrm>
            <a:off x="5878815" y="1001486"/>
            <a:ext cx="1548000" cy="547420"/>
          </a:xfrm>
          <a:prstGeom prst="rect">
            <a:avLst/>
          </a:prstGeom>
          <a:solidFill>
            <a:schemeClr val="lt1"/>
          </a:solidFill>
          <a:ln cap="flat" cmpd="sng" w="9525">
            <a:solidFill>
              <a:srgbClr val="A5A5A5"/>
            </a:solidFill>
            <a:prstDash val="solid"/>
            <a:round/>
            <a:headEnd len="sm" w="sm" type="none"/>
            <a:tailEnd len="sm" w="sm" type="none"/>
          </a:ln>
        </p:spPr>
        <p:txBody>
          <a:bodyPr anchorCtr="0" anchor="ctr" bIns="0" lIns="72000" spcFirstLastPara="1" rIns="7200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Calibri"/>
                <a:ea typeface="Calibri"/>
                <a:cs typeface="Calibri"/>
                <a:sym typeface="Calibri"/>
              </a:rPr>
              <a:t>Viet  / L.TCHAMFONG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sng" cap="none" strike="noStrike">
                <a:solidFill>
                  <a:srgbClr val="000000"/>
                </a:solidFill>
                <a:latin typeface="Calibri"/>
                <a:ea typeface="Calibri"/>
                <a:cs typeface="Calibri"/>
                <a:sym typeface="Calibri"/>
              </a:rPr>
              <a:t>Reviews </a:t>
            </a:r>
            <a:r>
              <a:rPr b="0" i="0" lang="en-US" sz="900" u="none" cap="none" strike="noStrike">
                <a:solidFill>
                  <a:srgbClr val="000000"/>
                </a:solidFill>
                <a:latin typeface="Calibri"/>
                <a:ea typeface="Calibri"/>
                <a:cs typeface="Calibri"/>
                <a:sym typeface="Calibri"/>
              </a:rPr>
              <a:t>J.Phillipe.</a:t>
            </a:r>
            <a:endParaRPr b="0" i="0" sz="900" u="none" cap="none" strike="noStrike">
              <a:solidFill>
                <a:srgbClr val="000000"/>
              </a:solidFill>
              <a:latin typeface="Calibri"/>
              <a:ea typeface="Calibri"/>
              <a:cs typeface="Calibri"/>
              <a:sym typeface="Calibri"/>
            </a:endParaRPr>
          </a:p>
        </p:txBody>
      </p:sp>
      <p:sp>
        <p:nvSpPr>
          <p:cNvPr id="141" name="Google Shape;141;p3"/>
          <p:cNvSpPr/>
          <p:nvPr/>
        </p:nvSpPr>
        <p:spPr>
          <a:xfrm>
            <a:off x="5878815" y="1698171"/>
            <a:ext cx="1548000" cy="581400"/>
          </a:xfrm>
          <a:prstGeom prst="rect">
            <a:avLst/>
          </a:prstGeom>
          <a:solidFill>
            <a:schemeClr val="lt1"/>
          </a:solidFill>
          <a:ln cap="flat" cmpd="sng" w="9525">
            <a:solidFill>
              <a:srgbClr val="A5A5A5"/>
            </a:solidFill>
            <a:prstDash val="solid"/>
            <a:round/>
            <a:headEnd len="sm" w="sm" type="none"/>
            <a:tailEnd len="sm" w="sm" type="none"/>
          </a:ln>
        </p:spPr>
        <p:txBody>
          <a:bodyPr anchorCtr="0" anchor="ctr" bIns="0" lIns="72000" spcFirstLastPara="1" rIns="7200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Calibri"/>
                <a:ea typeface="Calibri"/>
                <a:cs typeface="Calibri"/>
                <a:sym typeface="Calibri"/>
              </a:rPr>
              <a:t>L.TCHAMFONG              Viet                    J.NGUEN                                        </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Calibri"/>
                <a:ea typeface="Calibri"/>
                <a:cs typeface="Calibri"/>
                <a:sym typeface="Calibri"/>
              </a:rPr>
              <a:t>Marc.B       </a:t>
            </a:r>
            <a:endParaRPr b="0" i="0" sz="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Calibri"/>
                <a:ea typeface="Calibri"/>
                <a:cs typeface="Calibri"/>
                <a:sym typeface="Calibri"/>
              </a:rPr>
              <a:t>JP. Lee</a:t>
            </a:r>
            <a:endParaRPr b="0" i="0" sz="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Calibri"/>
                <a:ea typeface="Calibri"/>
                <a:cs typeface="Calibri"/>
                <a:sym typeface="Calibri"/>
              </a:rPr>
              <a:t>F.JEAN</a:t>
            </a:r>
            <a:endParaRPr b="0" i="0" sz="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Calibri"/>
              <a:ea typeface="Calibri"/>
              <a:cs typeface="Calibri"/>
              <a:sym typeface="Calibri"/>
            </a:endParaRPr>
          </a:p>
        </p:txBody>
      </p:sp>
      <p:sp>
        <p:nvSpPr>
          <p:cNvPr id="142" name="Google Shape;142;p3"/>
          <p:cNvSpPr/>
          <p:nvPr/>
        </p:nvSpPr>
        <p:spPr>
          <a:xfrm>
            <a:off x="5893901" y="3294745"/>
            <a:ext cx="1548000" cy="682176"/>
          </a:xfrm>
          <a:prstGeom prst="rect">
            <a:avLst/>
          </a:prstGeom>
          <a:solidFill>
            <a:schemeClr val="lt1"/>
          </a:solidFill>
          <a:ln cap="flat" cmpd="sng" w="9525">
            <a:solidFill>
              <a:srgbClr val="A5A5A5"/>
            </a:solidFill>
            <a:prstDash val="solid"/>
            <a:round/>
            <a:headEnd len="sm" w="sm" type="none"/>
            <a:tailEnd len="sm" w="sm" type="none"/>
          </a:ln>
        </p:spPr>
        <p:txBody>
          <a:bodyPr anchorCtr="0" anchor="ctr" bIns="0" lIns="72000" spcFirstLastPara="1" rIns="7200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Calibri"/>
                <a:ea typeface="Calibri"/>
                <a:cs typeface="Calibri"/>
                <a:sym typeface="Calibri"/>
              </a:rPr>
              <a:t>L.TCHAMFONG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sng" cap="none" strike="noStrike">
                <a:solidFill>
                  <a:srgbClr val="000000"/>
                </a:solidFill>
                <a:latin typeface="Calibri"/>
                <a:ea typeface="Calibri"/>
                <a:cs typeface="Calibri"/>
                <a:sym typeface="Calibri"/>
              </a:rPr>
              <a:t>Reviews</a:t>
            </a:r>
            <a:r>
              <a:rPr b="0" i="0" lang="en-US" sz="900" u="none" cap="none" strike="noStrike">
                <a:solidFill>
                  <a:srgbClr val="000000"/>
                </a:solidFill>
                <a:latin typeface="Calibri"/>
                <a:ea typeface="Calibri"/>
                <a:cs typeface="Calibri"/>
                <a:sym typeface="Calibri"/>
              </a:rPr>
              <a:t>: Viet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Calibri"/>
              <a:ea typeface="Calibri"/>
              <a:cs typeface="Calibri"/>
              <a:sym typeface="Calibri"/>
            </a:endParaRPr>
          </a:p>
        </p:txBody>
      </p:sp>
      <p:sp>
        <p:nvSpPr>
          <p:cNvPr id="143" name="Google Shape;143;p3"/>
          <p:cNvSpPr/>
          <p:nvPr/>
        </p:nvSpPr>
        <p:spPr>
          <a:xfrm>
            <a:off x="5879386" y="4194630"/>
            <a:ext cx="1548000" cy="600231"/>
          </a:xfrm>
          <a:prstGeom prst="rect">
            <a:avLst/>
          </a:prstGeom>
          <a:solidFill>
            <a:schemeClr val="lt1"/>
          </a:solidFill>
          <a:ln cap="flat" cmpd="sng" w="9525">
            <a:solidFill>
              <a:srgbClr val="A5A5A5"/>
            </a:solidFill>
            <a:prstDash val="solid"/>
            <a:round/>
            <a:headEnd len="sm" w="sm" type="none"/>
            <a:tailEnd len="sm" w="sm" type="none"/>
          </a:ln>
        </p:spPr>
        <p:txBody>
          <a:bodyPr anchorCtr="0" anchor="ctr" bIns="0" lIns="72000" spcFirstLastPara="1" rIns="7200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Calibri"/>
                <a:ea typeface="Calibri"/>
                <a:cs typeface="Calibri"/>
                <a:sym typeface="Calibri"/>
              </a:rPr>
              <a:t>L.TCHAMFONG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sng" cap="none" strike="noStrike">
                <a:solidFill>
                  <a:srgbClr val="000000"/>
                </a:solidFill>
                <a:latin typeface="Calibri"/>
                <a:ea typeface="Calibri"/>
                <a:cs typeface="Calibri"/>
                <a:sym typeface="Calibri"/>
              </a:rPr>
              <a:t>Reviews</a:t>
            </a:r>
            <a:r>
              <a:rPr b="0" i="0" lang="en-US" sz="900" u="none" cap="none" strike="noStrike">
                <a:solidFill>
                  <a:srgbClr val="000000"/>
                </a:solidFill>
                <a:latin typeface="Calibri"/>
                <a:ea typeface="Calibri"/>
                <a:cs typeface="Calibri"/>
                <a:sym typeface="Calibri"/>
              </a:rPr>
              <a:t>: Viet</a:t>
            </a:r>
            <a:endParaRPr b="0" i="0" sz="1400" u="none" cap="none" strike="noStrike">
              <a:solidFill>
                <a:srgbClr val="000000"/>
              </a:solidFill>
              <a:latin typeface="Arial"/>
              <a:ea typeface="Arial"/>
              <a:cs typeface="Arial"/>
              <a:sym typeface="Arial"/>
            </a:endParaRPr>
          </a:p>
        </p:txBody>
      </p:sp>
      <p:sp>
        <p:nvSpPr>
          <p:cNvPr id="144" name="Google Shape;144;p3"/>
          <p:cNvSpPr/>
          <p:nvPr/>
        </p:nvSpPr>
        <p:spPr>
          <a:xfrm>
            <a:off x="5879386" y="4934859"/>
            <a:ext cx="1548000" cy="610229"/>
          </a:xfrm>
          <a:prstGeom prst="rect">
            <a:avLst/>
          </a:prstGeom>
          <a:solidFill>
            <a:schemeClr val="lt1"/>
          </a:solidFill>
          <a:ln cap="flat" cmpd="sng" w="9525">
            <a:solidFill>
              <a:srgbClr val="A5A5A5"/>
            </a:solidFill>
            <a:prstDash val="solid"/>
            <a:round/>
            <a:headEnd len="sm" w="sm" type="none"/>
            <a:tailEnd len="sm" w="sm" type="none"/>
          </a:ln>
        </p:spPr>
        <p:txBody>
          <a:bodyPr anchorCtr="0" anchor="ctr" bIns="0" lIns="72000" spcFirstLastPara="1" rIns="7200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Calibri"/>
                <a:ea typeface="Calibri"/>
                <a:cs typeface="Calibri"/>
                <a:sym typeface="Calibri"/>
              </a:rPr>
              <a:t>RIDE </a:t>
            </a:r>
            <a:endParaRPr b="0" i="0" sz="9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Calibri"/>
                <a:ea typeface="Calibri"/>
                <a:cs typeface="Calibri"/>
                <a:sym typeface="Calibri"/>
              </a:rPr>
              <a:t>RIOS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Calibri"/>
                <a:ea typeface="Calibri"/>
                <a:cs typeface="Calibri"/>
                <a:sym typeface="Calibri"/>
              </a:rPr>
              <a:t>CCOE</a:t>
            </a:r>
            <a:endParaRPr b="0" i="0" sz="1400" u="none" cap="none" strike="noStrike">
              <a:solidFill>
                <a:srgbClr val="000000"/>
              </a:solidFill>
              <a:latin typeface="Arial"/>
              <a:ea typeface="Arial"/>
              <a:cs typeface="Arial"/>
              <a:sym typeface="Arial"/>
            </a:endParaRPr>
          </a:p>
        </p:txBody>
      </p:sp>
      <p:sp>
        <p:nvSpPr>
          <p:cNvPr id="145" name="Google Shape;145;p3"/>
          <p:cNvSpPr/>
          <p:nvPr/>
        </p:nvSpPr>
        <p:spPr>
          <a:xfrm>
            <a:off x="5879386" y="5689600"/>
            <a:ext cx="1548000" cy="508000"/>
          </a:xfrm>
          <a:prstGeom prst="rect">
            <a:avLst/>
          </a:prstGeom>
          <a:solidFill>
            <a:schemeClr val="lt1"/>
          </a:solidFill>
          <a:ln cap="flat" cmpd="sng" w="9525">
            <a:solidFill>
              <a:srgbClr val="A5A5A5"/>
            </a:solidFill>
            <a:prstDash val="solid"/>
            <a:round/>
            <a:headEnd len="sm" w="sm" type="none"/>
            <a:tailEnd len="sm" w="sm" type="none"/>
          </a:ln>
        </p:spPr>
        <p:txBody>
          <a:bodyPr anchorCtr="0" anchor="ctr" bIns="0" lIns="72000" spcFirstLastPara="1" rIns="7200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Calibri"/>
                <a:ea typeface="Calibri"/>
                <a:cs typeface="Calibri"/>
                <a:sym typeface="Calibri"/>
              </a:rPr>
              <a:t>Viet</a:t>
            </a:r>
            <a:endParaRPr b="0" i="0" sz="900" u="none" cap="none" strike="noStrike">
              <a:solidFill>
                <a:srgbClr val="000000"/>
              </a:solidFill>
              <a:latin typeface="Calibri"/>
              <a:ea typeface="Calibri"/>
              <a:cs typeface="Calibri"/>
              <a:sym typeface="Calibri"/>
            </a:endParaRPr>
          </a:p>
        </p:txBody>
      </p:sp>
      <p:sp>
        <p:nvSpPr>
          <p:cNvPr id="146" name="Google Shape;146;p3"/>
          <p:cNvSpPr txBox="1"/>
          <p:nvPr/>
        </p:nvSpPr>
        <p:spPr>
          <a:xfrm>
            <a:off x="647712" y="764704"/>
            <a:ext cx="1080000" cy="24622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0" i="1" lang="en-US" sz="1000" u="none" cap="none" strike="noStrike">
                <a:solidFill>
                  <a:schemeClr val="dk1"/>
                </a:solidFill>
                <a:latin typeface="Calibri"/>
                <a:ea typeface="Calibri"/>
                <a:cs typeface="Calibri"/>
                <a:sym typeface="Calibri"/>
              </a:rPr>
              <a:t>Steps</a:t>
            </a:r>
            <a:endParaRPr b="0" i="1" sz="1000" u="none" cap="none" strike="noStrike">
              <a:solidFill>
                <a:schemeClr val="dk1"/>
              </a:solidFill>
              <a:latin typeface="Calibri"/>
              <a:ea typeface="Calibri"/>
              <a:cs typeface="Calibri"/>
              <a:sym typeface="Calibri"/>
            </a:endParaRPr>
          </a:p>
        </p:txBody>
      </p:sp>
      <p:sp>
        <p:nvSpPr>
          <p:cNvPr id="147" name="Google Shape;147;p3"/>
          <p:cNvSpPr/>
          <p:nvPr/>
        </p:nvSpPr>
        <p:spPr>
          <a:xfrm>
            <a:off x="359712" y="986971"/>
            <a:ext cx="1656000" cy="566058"/>
          </a:xfrm>
          <a:prstGeom prst="rect">
            <a:avLst/>
          </a:prstGeom>
          <a:solidFill>
            <a:srgbClr val="F0EBEF"/>
          </a:solidFill>
          <a:ln cap="flat" cmpd="sng" w="9525">
            <a:solidFill>
              <a:srgbClr val="7F7F7F"/>
            </a:solidFill>
            <a:prstDash val="solid"/>
            <a:round/>
            <a:headEnd len="sm" w="sm" type="none"/>
            <a:tailEnd len="sm" w="sm" type="none"/>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0000"/>
                </a:solidFill>
                <a:latin typeface="Calibri"/>
                <a:ea typeface="Calibri"/>
                <a:cs typeface="Calibri"/>
                <a:sym typeface="Calibri"/>
              </a:rPr>
              <a:t>Business Overviews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1" i="1" lang="en-US" sz="1000" u="none" cap="none" strike="noStrike">
                <a:solidFill>
                  <a:srgbClr val="000000"/>
                </a:solidFill>
                <a:latin typeface="Calibri"/>
                <a:ea typeface="Calibri"/>
                <a:cs typeface="Calibri"/>
                <a:sym typeface="Calibri"/>
              </a:rPr>
              <a:t>Viet </a:t>
            </a:r>
            <a:endParaRPr b="1" i="1" sz="800" u="none" cap="none" strike="noStrike">
              <a:solidFill>
                <a:srgbClr val="000000"/>
              </a:solidFill>
              <a:latin typeface="Calibri"/>
              <a:ea typeface="Calibri"/>
              <a:cs typeface="Calibri"/>
              <a:sym typeface="Calibri"/>
            </a:endParaRPr>
          </a:p>
        </p:txBody>
      </p:sp>
      <p:sp>
        <p:nvSpPr>
          <p:cNvPr id="148" name="Google Shape;148;p3"/>
          <p:cNvSpPr/>
          <p:nvPr/>
        </p:nvSpPr>
        <p:spPr>
          <a:xfrm>
            <a:off x="359712" y="1698171"/>
            <a:ext cx="1656000" cy="581466"/>
          </a:xfrm>
          <a:prstGeom prst="rect">
            <a:avLst/>
          </a:prstGeom>
          <a:solidFill>
            <a:srgbClr val="F0EBEF"/>
          </a:solidFill>
          <a:ln cap="flat" cmpd="sng" w="9525">
            <a:solidFill>
              <a:srgbClr val="7F7F7F"/>
            </a:solidFill>
            <a:prstDash val="solid"/>
            <a:round/>
            <a:headEnd len="sm" w="sm" type="none"/>
            <a:tailEnd len="sm" w="sm" type="none"/>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0000"/>
                </a:solidFill>
                <a:latin typeface="Calibri"/>
                <a:ea typeface="Calibri"/>
                <a:cs typeface="Calibri"/>
                <a:sym typeface="Calibri"/>
              </a:rPr>
              <a:t>Scoping  / Requirements / Epics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1" lang="en-US" sz="800" u="none" cap="none" strike="noStrike">
                <a:solidFill>
                  <a:srgbClr val="000000"/>
                </a:solidFill>
                <a:latin typeface="Calibri"/>
                <a:ea typeface="Calibri"/>
                <a:cs typeface="Calibri"/>
                <a:sym typeface="Calibri"/>
              </a:rPr>
              <a:t>Resp. Viet  …</a:t>
            </a:r>
            <a:endParaRPr b="1" i="1" sz="800" u="none" cap="none" strike="noStrike">
              <a:solidFill>
                <a:srgbClr val="000000"/>
              </a:solidFill>
              <a:latin typeface="Calibri"/>
              <a:ea typeface="Calibri"/>
              <a:cs typeface="Calibri"/>
              <a:sym typeface="Calibri"/>
            </a:endParaRPr>
          </a:p>
        </p:txBody>
      </p:sp>
      <p:sp>
        <p:nvSpPr>
          <p:cNvPr id="149" name="Google Shape;149;p3"/>
          <p:cNvSpPr/>
          <p:nvPr/>
        </p:nvSpPr>
        <p:spPr>
          <a:xfrm>
            <a:off x="359712" y="2452916"/>
            <a:ext cx="1656000" cy="640516"/>
          </a:xfrm>
          <a:prstGeom prst="rect">
            <a:avLst/>
          </a:prstGeom>
          <a:solidFill>
            <a:srgbClr val="D8CAD6"/>
          </a:solidFill>
          <a:ln cap="flat" cmpd="sng" w="9525">
            <a:solidFill>
              <a:srgbClr val="7F7F7F"/>
            </a:solidFill>
            <a:prstDash val="solid"/>
            <a:round/>
            <a:headEnd len="sm" w="sm" type="none"/>
            <a:tailEnd len="sm" w="sm" type="none"/>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0000"/>
                </a:solidFill>
                <a:latin typeface="Calibri"/>
                <a:ea typeface="Calibri"/>
                <a:cs typeface="Calibri"/>
                <a:sym typeface="Calibri"/>
              </a:rPr>
              <a:t>Global Architecture  Document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1" lang="en-US" sz="800" u="none" cap="none" strike="noStrike">
                <a:solidFill>
                  <a:srgbClr val="000000"/>
                </a:solidFill>
                <a:latin typeface="Calibri"/>
                <a:ea typeface="Calibri"/>
                <a:cs typeface="Calibri"/>
                <a:sym typeface="Calibri"/>
              </a:rPr>
              <a:t>Resp. L.TCHAMFONG</a:t>
            </a:r>
            <a:endParaRPr b="1" i="1" sz="800" u="none" cap="none" strike="noStrike">
              <a:solidFill>
                <a:srgbClr val="000000"/>
              </a:solidFill>
              <a:latin typeface="Calibri"/>
              <a:ea typeface="Calibri"/>
              <a:cs typeface="Calibri"/>
              <a:sym typeface="Calibri"/>
            </a:endParaRPr>
          </a:p>
        </p:txBody>
      </p:sp>
      <p:sp>
        <p:nvSpPr>
          <p:cNvPr id="150" name="Google Shape;150;p3"/>
          <p:cNvSpPr/>
          <p:nvPr/>
        </p:nvSpPr>
        <p:spPr>
          <a:xfrm>
            <a:off x="374227" y="3294745"/>
            <a:ext cx="1656000" cy="682176"/>
          </a:xfrm>
          <a:prstGeom prst="rect">
            <a:avLst/>
          </a:prstGeom>
          <a:solidFill>
            <a:srgbClr val="D8CAD6"/>
          </a:solidFill>
          <a:ln cap="flat" cmpd="sng" w="9525">
            <a:solidFill>
              <a:srgbClr val="7F7F7F"/>
            </a:solidFill>
            <a:prstDash val="solid"/>
            <a:round/>
            <a:headEnd len="sm" w="sm" type="none"/>
            <a:tailEnd len="sm" w="sm" type="none"/>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0000"/>
                </a:solidFill>
                <a:latin typeface="Calibri"/>
                <a:ea typeface="Calibri"/>
                <a:cs typeface="Calibri"/>
                <a:sym typeface="Calibri"/>
              </a:rPr>
              <a:t>Charge  / Resources Organizations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0000"/>
                </a:solidFill>
                <a:latin typeface="Calibri"/>
                <a:ea typeface="Calibri"/>
                <a:cs typeface="Calibri"/>
                <a:sym typeface="Calibri"/>
              </a:rPr>
              <a:t>Resp. L.TCHAMFONG</a:t>
            </a:r>
            <a:endParaRPr b="1" i="0" sz="1000" u="none" cap="none" strike="noStrike">
              <a:solidFill>
                <a:srgbClr val="000000"/>
              </a:solidFill>
              <a:latin typeface="Calibri"/>
              <a:ea typeface="Calibri"/>
              <a:cs typeface="Calibri"/>
              <a:sym typeface="Calibri"/>
            </a:endParaRPr>
          </a:p>
        </p:txBody>
      </p:sp>
      <p:sp>
        <p:nvSpPr>
          <p:cNvPr id="151" name="Google Shape;151;p3"/>
          <p:cNvSpPr/>
          <p:nvPr/>
        </p:nvSpPr>
        <p:spPr>
          <a:xfrm>
            <a:off x="359712" y="4194630"/>
            <a:ext cx="1656000" cy="600231"/>
          </a:xfrm>
          <a:prstGeom prst="rect">
            <a:avLst/>
          </a:prstGeom>
          <a:solidFill>
            <a:srgbClr val="B599B0"/>
          </a:solidFill>
          <a:ln cap="flat" cmpd="sng" w="9525">
            <a:solidFill>
              <a:srgbClr val="7F7F7F"/>
            </a:solidFill>
            <a:prstDash val="solid"/>
            <a:round/>
            <a:headEnd len="sm" w="sm" type="none"/>
            <a:tailEnd len="sm" w="sm" type="none"/>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0000"/>
                </a:solidFill>
                <a:latin typeface="Calibri"/>
                <a:ea typeface="Calibri"/>
                <a:cs typeface="Calibri"/>
                <a:sym typeface="Calibri"/>
              </a:rPr>
              <a:t>Direction  / Planning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1" lang="en-US" sz="800" u="none" cap="none" strike="noStrike">
                <a:solidFill>
                  <a:srgbClr val="000000"/>
                </a:solidFill>
                <a:latin typeface="Calibri"/>
                <a:ea typeface="Calibri"/>
                <a:cs typeface="Calibri"/>
                <a:sym typeface="Calibri"/>
              </a:rPr>
              <a:t>Resp .Viet </a:t>
            </a:r>
            <a:endParaRPr b="1" i="1" sz="800" u="none" cap="none" strike="noStrike">
              <a:solidFill>
                <a:srgbClr val="000000"/>
              </a:solidFill>
              <a:latin typeface="Calibri"/>
              <a:ea typeface="Calibri"/>
              <a:cs typeface="Calibri"/>
              <a:sym typeface="Calibri"/>
            </a:endParaRPr>
          </a:p>
        </p:txBody>
      </p:sp>
      <p:sp>
        <p:nvSpPr>
          <p:cNvPr id="152" name="Google Shape;152;p3"/>
          <p:cNvSpPr/>
          <p:nvPr/>
        </p:nvSpPr>
        <p:spPr>
          <a:xfrm>
            <a:off x="359712" y="4934859"/>
            <a:ext cx="1656000" cy="610229"/>
          </a:xfrm>
          <a:prstGeom prst="rect">
            <a:avLst/>
          </a:prstGeom>
          <a:solidFill>
            <a:srgbClr val="B599B0"/>
          </a:solidFill>
          <a:ln cap="flat" cmpd="sng" w="9525">
            <a:solidFill>
              <a:srgbClr val="7F7F7F"/>
            </a:solidFill>
            <a:prstDash val="solid"/>
            <a:round/>
            <a:headEnd len="sm" w="sm" type="none"/>
            <a:tailEnd len="sm" w="sm" type="none"/>
          </a:ln>
        </p:spPr>
        <p:txBody>
          <a:bodyPr anchorCtr="0" anchor="ctr" bIns="36000" lIns="18000" spcFirstLastPara="1" rIns="0" wrap="square" tIns="3600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0000"/>
                </a:solidFill>
                <a:latin typeface="Calibri"/>
                <a:ea typeface="Calibri"/>
                <a:cs typeface="Calibri"/>
                <a:sym typeface="Calibri"/>
              </a:rPr>
              <a:t>Implementation /Realization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1" lang="en-US" sz="800" u="none" cap="none" strike="noStrike">
                <a:solidFill>
                  <a:srgbClr val="000000"/>
                </a:solidFill>
                <a:latin typeface="Calibri"/>
                <a:ea typeface="Calibri"/>
                <a:cs typeface="Calibri"/>
                <a:sym typeface="Calibri"/>
              </a:rPr>
              <a:t>Resp. L. TCHAMFONG</a:t>
            </a:r>
            <a:endParaRPr b="1" i="1" sz="800" u="none" cap="none" strike="noStrike">
              <a:solidFill>
                <a:srgbClr val="000000"/>
              </a:solidFill>
              <a:latin typeface="Calibri"/>
              <a:ea typeface="Calibri"/>
              <a:cs typeface="Calibri"/>
              <a:sym typeface="Calibri"/>
            </a:endParaRPr>
          </a:p>
        </p:txBody>
      </p:sp>
      <p:sp>
        <p:nvSpPr>
          <p:cNvPr id="153" name="Google Shape;153;p3"/>
          <p:cNvSpPr/>
          <p:nvPr/>
        </p:nvSpPr>
        <p:spPr>
          <a:xfrm>
            <a:off x="359712" y="5689600"/>
            <a:ext cx="1656000" cy="508000"/>
          </a:xfrm>
          <a:prstGeom prst="rect">
            <a:avLst/>
          </a:prstGeom>
          <a:solidFill>
            <a:srgbClr val="B599B0"/>
          </a:solidFill>
          <a:ln cap="flat" cmpd="sng" w="9525">
            <a:solidFill>
              <a:srgbClr val="7F7F7F"/>
            </a:solidFill>
            <a:prstDash val="solid"/>
            <a:round/>
            <a:headEnd len="sm" w="sm" type="none"/>
            <a:tailEnd len="sm" w="sm" type="none"/>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00000"/>
                </a:solidFill>
                <a:latin typeface="Calibri"/>
                <a:ea typeface="Calibri"/>
                <a:cs typeface="Calibri"/>
                <a:sym typeface="Calibri"/>
              </a:rPr>
              <a:t>Change Management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1" lang="en-US" sz="800" u="none" cap="none" strike="noStrike">
                <a:solidFill>
                  <a:srgbClr val="000000"/>
                </a:solidFill>
                <a:latin typeface="Calibri"/>
                <a:ea typeface="Calibri"/>
                <a:cs typeface="Calibri"/>
                <a:sym typeface="Calibri"/>
              </a:rPr>
              <a:t>Resp. Viet</a:t>
            </a:r>
            <a:endParaRPr b="1" i="1" sz="800" u="none" cap="none" strike="noStrike">
              <a:solidFill>
                <a:srgbClr val="000000"/>
              </a:solidFill>
              <a:latin typeface="Calibri"/>
              <a:ea typeface="Calibri"/>
              <a:cs typeface="Calibri"/>
              <a:sym typeface="Calibri"/>
            </a:endParaRPr>
          </a:p>
        </p:txBody>
      </p:sp>
      <p:sp>
        <p:nvSpPr>
          <p:cNvPr id="154" name="Google Shape;154;p3"/>
          <p:cNvSpPr txBox="1"/>
          <p:nvPr/>
        </p:nvSpPr>
        <p:spPr>
          <a:xfrm>
            <a:off x="3120109" y="764704"/>
            <a:ext cx="1656184" cy="24622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0" i="1" lang="en-US" sz="1000" u="none" cap="none" strike="noStrike">
                <a:solidFill>
                  <a:schemeClr val="dk1"/>
                </a:solidFill>
                <a:latin typeface="Calibri"/>
                <a:ea typeface="Calibri"/>
                <a:cs typeface="Calibri"/>
                <a:sym typeface="Calibri"/>
              </a:rPr>
              <a:t>Description</a:t>
            </a:r>
            <a:endParaRPr b="0" i="1" sz="1000" u="none" cap="none" strike="noStrike">
              <a:solidFill>
                <a:schemeClr val="dk1"/>
              </a:solidFill>
              <a:latin typeface="Calibri"/>
              <a:ea typeface="Calibri"/>
              <a:cs typeface="Calibri"/>
              <a:sym typeface="Calibri"/>
            </a:endParaRPr>
          </a:p>
        </p:txBody>
      </p:sp>
      <p:sp>
        <p:nvSpPr>
          <p:cNvPr id="155" name="Google Shape;155;p3"/>
          <p:cNvSpPr/>
          <p:nvPr/>
        </p:nvSpPr>
        <p:spPr>
          <a:xfrm>
            <a:off x="2148201" y="986971"/>
            <a:ext cx="3600000" cy="566058"/>
          </a:xfrm>
          <a:prstGeom prst="rect">
            <a:avLst/>
          </a:prstGeom>
          <a:solidFill>
            <a:schemeClr val="lt1">
              <a:alpha val="98431"/>
            </a:schemeClr>
          </a:solidFill>
          <a:ln cap="flat" cmpd="sng" w="9525">
            <a:solidFill>
              <a:srgbClr val="A5A5A5"/>
            </a:solidFill>
            <a:prstDash val="solid"/>
            <a:round/>
            <a:headEnd len="sm" w="sm" type="none"/>
            <a:tailEnd len="sm" w="sm" type="none"/>
          </a:ln>
        </p:spPr>
        <p:txBody>
          <a:bodyPr anchorCtr="0" anchor="ctr" bIns="0" lIns="72000" spcFirstLastPara="1" rIns="72000" wrap="square" tIns="0">
            <a:noAutofit/>
          </a:bodyPr>
          <a:lstStyle/>
          <a:p>
            <a:pPr indent="-57150" lvl="0" marL="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Calibri"/>
                <a:ea typeface="Calibri"/>
                <a:cs typeface="Calibri"/>
                <a:sym typeface="Calibri"/>
              </a:rPr>
              <a:t> Context Stake and </a:t>
            </a:r>
            <a:r>
              <a:rPr b="1" i="0" lang="en-US" sz="900" u="none" cap="none" strike="noStrike">
                <a:solidFill>
                  <a:srgbClr val="000000"/>
                </a:solidFill>
                <a:latin typeface="Calibri"/>
                <a:ea typeface="Calibri"/>
                <a:cs typeface="Calibri"/>
                <a:sym typeface="Calibri"/>
              </a:rPr>
              <a:t>Goals</a:t>
            </a:r>
            <a:r>
              <a:rPr b="0" i="0" lang="en-US" sz="9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57150" lvl="0" marL="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Calibri"/>
                <a:ea typeface="Calibri"/>
                <a:cs typeface="Calibri"/>
                <a:sym typeface="Calibri"/>
              </a:rPr>
              <a:t> Expected Benefits / Success criteria's.</a:t>
            </a:r>
            <a:endParaRPr b="0" i="0" sz="1400" u="none" cap="none" strike="noStrike">
              <a:solidFill>
                <a:srgbClr val="000000"/>
              </a:solidFill>
              <a:latin typeface="Arial"/>
              <a:ea typeface="Arial"/>
              <a:cs typeface="Arial"/>
              <a:sym typeface="Arial"/>
            </a:endParaRPr>
          </a:p>
          <a:p>
            <a:pPr indent="-57150" lvl="0" marL="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Calibri"/>
                <a:ea typeface="Calibri"/>
                <a:cs typeface="Calibri"/>
                <a:sym typeface="Calibri"/>
              </a:rPr>
              <a:t>Desired deliveries dates and priorities</a:t>
            </a:r>
            <a:endParaRPr b="0" i="0" sz="900" u="none" cap="none" strike="noStrike">
              <a:solidFill>
                <a:srgbClr val="000000"/>
              </a:solidFill>
              <a:latin typeface="Calibri"/>
              <a:ea typeface="Calibri"/>
              <a:cs typeface="Calibri"/>
              <a:sym typeface="Calibri"/>
            </a:endParaRPr>
          </a:p>
        </p:txBody>
      </p:sp>
      <p:sp>
        <p:nvSpPr>
          <p:cNvPr id="156" name="Google Shape;156;p3"/>
          <p:cNvSpPr/>
          <p:nvPr/>
        </p:nvSpPr>
        <p:spPr>
          <a:xfrm>
            <a:off x="2146326" y="1698171"/>
            <a:ext cx="3600000" cy="581466"/>
          </a:xfrm>
          <a:prstGeom prst="rect">
            <a:avLst/>
          </a:prstGeom>
          <a:solidFill>
            <a:schemeClr val="lt1"/>
          </a:solidFill>
          <a:ln cap="flat" cmpd="sng" w="9525">
            <a:solidFill>
              <a:srgbClr val="A5A5A5"/>
            </a:solidFill>
            <a:prstDash val="solid"/>
            <a:round/>
            <a:headEnd len="sm" w="sm" type="none"/>
            <a:tailEnd len="sm" w="sm" type="none"/>
          </a:ln>
        </p:spPr>
        <p:txBody>
          <a:bodyPr anchorCtr="0" anchor="ctr" bIns="0" lIns="72000" spcFirstLastPara="1" rIns="72000" wrap="square" tIns="0">
            <a:noAutofit/>
          </a:bodyPr>
          <a:lstStyle/>
          <a:p>
            <a:pPr indent="-30163" lvl="0" marL="87313" marR="0" rtl="0" algn="l">
              <a:lnSpc>
                <a:spcPct val="100000"/>
              </a:lnSpc>
              <a:spcBef>
                <a:spcPts val="0"/>
              </a:spcBef>
              <a:spcAft>
                <a:spcPts val="0"/>
              </a:spcAft>
              <a:buClr>
                <a:schemeClr val="dk1"/>
              </a:buClr>
              <a:buSzPts val="900"/>
              <a:buFont typeface="Arial"/>
              <a:buNone/>
            </a:pPr>
            <a:r>
              <a:t/>
            </a:r>
            <a:endParaRPr b="0" i="0" sz="900" u="none" cap="none" strike="noStrike">
              <a:solidFill>
                <a:srgbClr val="000000"/>
              </a:solidFill>
              <a:latin typeface="Calibri"/>
              <a:ea typeface="Calibri"/>
              <a:cs typeface="Calibri"/>
              <a:sym typeface="Calibri"/>
            </a:endParaRPr>
          </a:p>
          <a:p>
            <a:pPr indent="-87313" lvl="0" marL="87313"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Calibri"/>
                <a:ea typeface="Calibri"/>
                <a:cs typeface="Calibri"/>
                <a:sym typeface="Calibri"/>
              </a:rPr>
              <a:t>Perimeter , Scoping and hypotheses per components.</a:t>
            </a:r>
            <a:endParaRPr b="0" i="0" sz="1400" u="none" cap="none" strike="noStrike">
              <a:solidFill>
                <a:srgbClr val="000000"/>
              </a:solidFill>
              <a:latin typeface="Arial"/>
              <a:ea typeface="Arial"/>
              <a:cs typeface="Arial"/>
              <a:sym typeface="Arial"/>
            </a:endParaRPr>
          </a:p>
          <a:p>
            <a:pPr indent="-87313" lvl="0" marL="87313"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Calibri"/>
                <a:ea typeface="Calibri"/>
                <a:cs typeface="Calibri"/>
                <a:sym typeface="Calibri"/>
              </a:rPr>
              <a:t>Define Matrix  of components</a:t>
            </a:r>
            <a:endParaRPr b="0" i="0" sz="1400" u="none" cap="none" strike="noStrike">
              <a:solidFill>
                <a:srgbClr val="000000"/>
              </a:solidFill>
              <a:latin typeface="Arial"/>
              <a:ea typeface="Arial"/>
              <a:cs typeface="Arial"/>
              <a:sym typeface="Arial"/>
            </a:endParaRPr>
          </a:p>
          <a:p>
            <a:pPr indent="-87313" lvl="0" marL="87313"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Calibri"/>
                <a:ea typeface="Calibri"/>
                <a:cs typeface="Calibri"/>
                <a:sym typeface="Calibri"/>
              </a:rPr>
              <a:t>Define  technical's requirements ..</a:t>
            </a:r>
            <a:endParaRPr b="0" i="0" sz="900" u="none" cap="none" strike="noStrike">
              <a:solidFill>
                <a:srgbClr val="000000"/>
              </a:solidFill>
              <a:latin typeface="Calibri"/>
              <a:ea typeface="Calibri"/>
              <a:cs typeface="Calibri"/>
              <a:sym typeface="Calibri"/>
            </a:endParaRPr>
          </a:p>
          <a:p>
            <a:pPr indent="-87313" lvl="0" marL="87313"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Calibri"/>
              <a:ea typeface="Calibri"/>
              <a:cs typeface="Calibri"/>
              <a:sym typeface="Calibri"/>
            </a:endParaRPr>
          </a:p>
        </p:txBody>
      </p:sp>
      <p:sp>
        <p:nvSpPr>
          <p:cNvPr id="157" name="Google Shape;157;p3"/>
          <p:cNvSpPr/>
          <p:nvPr/>
        </p:nvSpPr>
        <p:spPr>
          <a:xfrm>
            <a:off x="2146326" y="2452916"/>
            <a:ext cx="3600000" cy="640516"/>
          </a:xfrm>
          <a:prstGeom prst="rect">
            <a:avLst/>
          </a:prstGeom>
          <a:solidFill>
            <a:schemeClr val="lt1"/>
          </a:solidFill>
          <a:ln cap="flat" cmpd="sng" w="9525">
            <a:solidFill>
              <a:srgbClr val="A5A5A5"/>
            </a:solidFill>
            <a:prstDash val="solid"/>
            <a:round/>
            <a:headEnd len="sm" w="sm" type="none"/>
            <a:tailEnd len="sm" w="sm" type="none"/>
          </a:ln>
        </p:spPr>
        <p:txBody>
          <a:bodyPr anchorCtr="0" anchor="ctr" bIns="0" lIns="72000" spcFirstLastPara="1" rIns="72000" wrap="square" tIns="0">
            <a:noAutofit/>
          </a:bodyPr>
          <a:lstStyle/>
          <a:p>
            <a:pPr indent="-87313" lvl="0" marL="87313"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Calibri"/>
                <a:ea typeface="Calibri"/>
                <a:cs typeface="Calibri"/>
                <a:sym typeface="Calibri"/>
              </a:rPr>
              <a:t>Define scenarios for each steps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3"/>
          <p:cNvSpPr/>
          <p:nvPr/>
        </p:nvSpPr>
        <p:spPr>
          <a:xfrm>
            <a:off x="2160841" y="3294745"/>
            <a:ext cx="3600000" cy="682176"/>
          </a:xfrm>
          <a:prstGeom prst="rect">
            <a:avLst/>
          </a:prstGeom>
          <a:solidFill>
            <a:schemeClr val="lt1"/>
          </a:solidFill>
          <a:ln cap="flat" cmpd="sng" w="9525">
            <a:solidFill>
              <a:srgbClr val="A5A5A5"/>
            </a:solidFill>
            <a:prstDash val="solid"/>
            <a:round/>
            <a:headEnd len="sm" w="sm" type="none"/>
            <a:tailEnd len="sm" w="sm" type="none"/>
          </a:ln>
        </p:spPr>
        <p:txBody>
          <a:bodyPr anchorCtr="0" anchor="ctr" bIns="0" lIns="72000" spcFirstLastPara="1" rIns="72000" wrap="square" tIns="0">
            <a:noAutofit/>
          </a:bodyPr>
          <a:lstStyle/>
          <a:p>
            <a:pPr indent="-57150" lvl="0" marL="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Calibri"/>
                <a:ea typeface="Calibri"/>
                <a:cs typeface="Calibri"/>
                <a:sym typeface="Calibri"/>
              </a:rPr>
              <a:t>Defined  charge / charge plan based on the technical specifications and defined  architecture</a:t>
            </a:r>
            <a:endParaRPr b="0" i="0" sz="1400" u="none" cap="none" strike="noStrike">
              <a:solidFill>
                <a:srgbClr val="000000"/>
              </a:solidFill>
              <a:latin typeface="Arial"/>
              <a:ea typeface="Arial"/>
              <a:cs typeface="Arial"/>
              <a:sym typeface="Arial"/>
            </a:endParaRPr>
          </a:p>
          <a:p>
            <a:pPr indent="-57150" lvl="0" marL="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Calibri"/>
                <a:ea typeface="Calibri"/>
                <a:cs typeface="Calibri"/>
                <a:sym typeface="Calibri"/>
              </a:rPr>
              <a:t>Define required resources</a:t>
            </a:r>
            <a:endParaRPr b="0" i="0" sz="900" u="none" cap="none" strike="noStrike">
              <a:solidFill>
                <a:srgbClr val="000000"/>
              </a:solidFill>
              <a:latin typeface="Calibri"/>
              <a:ea typeface="Calibri"/>
              <a:cs typeface="Calibri"/>
              <a:sym typeface="Calibri"/>
            </a:endParaRPr>
          </a:p>
        </p:txBody>
      </p:sp>
      <p:sp>
        <p:nvSpPr>
          <p:cNvPr id="159" name="Google Shape;159;p3"/>
          <p:cNvSpPr/>
          <p:nvPr/>
        </p:nvSpPr>
        <p:spPr>
          <a:xfrm>
            <a:off x="2147538" y="4091405"/>
            <a:ext cx="3600000" cy="600300"/>
          </a:xfrm>
          <a:prstGeom prst="rect">
            <a:avLst/>
          </a:prstGeom>
          <a:solidFill>
            <a:schemeClr val="lt1"/>
          </a:solidFill>
          <a:ln cap="flat" cmpd="sng" w="9525">
            <a:solidFill>
              <a:srgbClr val="A5A5A5"/>
            </a:solidFill>
            <a:prstDash val="solid"/>
            <a:round/>
            <a:headEnd len="sm" w="sm" type="none"/>
            <a:tailEnd len="sm" w="sm" type="none"/>
          </a:ln>
        </p:spPr>
        <p:txBody>
          <a:bodyPr anchorCtr="0" anchor="ctr" bIns="0" lIns="72000" spcFirstLastPara="1" rIns="72000" wrap="square" tIns="0">
            <a:noAutofit/>
          </a:bodyPr>
          <a:lstStyle/>
          <a:p>
            <a:pPr indent="0" lvl="0" marL="0" marR="0" rtl="0" algn="l">
              <a:lnSpc>
                <a:spcPct val="100000"/>
              </a:lnSpc>
              <a:spcBef>
                <a:spcPts val="0"/>
              </a:spcBef>
              <a:spcAft>
                <a:spcPts val="0"/>
              </a:spcAft>
              <a:buClr>
                <a:schemeClr val="dk1"/>
              </a:buClr>
              <a:buSzPts val="900"/>
              <a:buFont typeface="Arial"/>
              <a:buNone/>
            </a:pPr>
            <a:r>
              <a:t/>
            </a:r>
            <a:endParaRPr b="0" i="0" sz="900" u="none" cap="none" strike="noStrike">
              <a:solidFill>
                <a:srgbClr val="000000"/>
              </a:solidFill>
              <a:latin typeface="Calibri"/>
              <a:ea typeface="Calibri"/>
              <a:cs typeface="Calibri"/>
              <a:sym typeface="Calibri"/>
            </a:endParaRPr>
          </a:p>
          <a:p>
            <a:pPr indent="-57150" lvl="0" marL="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Calibri"/>
                <a:ea typeface="Calibri"/>
                <a:cs typeface="Calibri"/>
                <a:sym typeface="Calibri"/>
              </a:rPr>
              <a:t>Define direction  /  lots</a:t>
            </a:r>
            <a:endParaRPr b="0" i="0" sz="1400" u="none" cap="none" strike="noStrike">
              <a:solidFill>
                <a:srgbClr val="000000"/>
              </a:solidFill>
              <a:latin typeface="Arial"/>
              <a:ea typeface="Arial"/>
              <a:cs typeface="Arial"/>
              <a:sym typeface="Arial"/>
            </a:endParaRPr>
          </a:p>
          <a:p>
            <a:pPr indent="-57150" lvl="0" marL="0" marR="0" rtl="0" algn="l">
              <a:lnSpc>
                <a:spcPct val="100000"/>
              </a:lnSpc>
              <a:spcBef>
                <a:spcPts val="0"/>
              </a:spcBef>
              <a:spcAft>
                <a:spcPts val="0"/>
              </a:spcAft>
              <a:buClr>
                <a:srgbClr val="000000"/>
              </a:buClr>
              <a:buSzPts val="900"/>
              <a:buFont typeface="Arial"/>
              <a:buChar char="•"/>
            </a:pPr>
            <a:r>
              <a:rPr b="0" i="0" lang="en-US" sz="900" u="none" cap="none" strike="noStrike">
                <a:solidFill>
                  <a:srgbClr val="000000"/>
                </a:solidFill>
                <a:latin typeface="Calibri"/>
                <a:ea typeface="Calibri"/>
                <a:cs typeface="Calibri"/>
                <a:sym typeface="Calibri"/>
              </a:rPr>
              <a:t>detailed  project plan .</a:t>
            </a:r>
            <a:endParaRPr b="0" i="0" sz="900" u="none" cap="none" strike="noStrike">
              <a:solidFill>
                <a:srgbClr val="000000"/>
              </a:solidFill>
              <a:latin typeface="Calibri"/>
              <a:ea typeface="Calibri"/>
              <a:cs typeface="Calibri"/>
              <a:sym typeface="Calibri"/>
            </a:endParaRPr>
          </a:p>
        </p:txBody>
      </p:sp>
      <p:sp>
        <p:nvSpPr>
          <p:cNvPr id="160" name="Google Shape;160;p3"/>
          <p:cNvSpPr/>
          <p:nvPr/>
        </p:nvSpPr>
        <p:spPr>
          <a:xfrm>
            <a:off x="2146326" y="4934859"/>
            <a:ext cx="3600000" cy="610229"/>
          </a:xfrm>
          <a:prstGeom prst="rect">
            <a:avLst/>
          </a:prstGeom>
          <a:solidFill>
            <a:schemeClr val="lt1"/>
          </a:solidFill>
          <a:ln cap="flat" cmpd="sng" w="9525">
            <a:solidFill>
              <a:srgbClr val="A5A5A5"/>
            </a:solidFill>
            <a:prstDash val="solid"/>
            <a:round/>
            <a:headEnd len="sm" w="sm" type="none"/>
            <a:tailEnd len="sm" w="sm" type="none"/>
          </a:ln>
        </p:spPr>
        <p:txBody>
          <a:bodyPr anchorCtr="0" anchor="ctr" bIns="0" lIns="72000" spcFirstLastPara="1" rIns="7200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Calibri"/>
                <a:ea typeface="Calibri"/>
                <a:cs typeface="Calibri"/>
                <a:sym typeface="Calibri"/>
              </a:rPr>
              <a:t>Enhancement on impacted components.</a:t>
            </a:r>
            <a:endParaRPr b="0" i="0" sz="900" u="none" cap="none" strike="noStrike">
              <a:solidFill>
                <a:srgbClr val="000000"/>
              </a:solidFill>
              <a:latin typeface="Calibri"/>
              <a:ea typeface="Calibri"/>
              <a:cs typeface="Calibri"/>
              <a:sym typeface="Calibri"/>
            </a:endParaRPr>
          </a:p>
        </p:txBody>
      </p:sp>
      <p:sp>
        <p:nvSpPr>
          <p:cNvPr id="161" name="Google Shape;161;p3"/>
          <p:cNvSpPr/>
          <p:nvPr/>
        </p:nvSpPr>
        <p:spPr>
          <a:xfrm>
            <a:off x="2146326" y="5689600"/>
            <a:ext cx="3600000" cy="508000"/>
          </a:xfrm>
          <a:prstGeom prst="rect">
            <a:avLst/>
          </a:prstGeom>
          <a:solidFill>
            <a:schemeClr val="lt1"/>
          </a:solidFill>
          <a:ln cap="flat" cmpd="sng" w="9525">
            <a:solidFill>
              <a:srgbClr val="A5A5A5"/>
            </a:solidFill>
            <a:prstDash val="solid"/>
            <a:round/>
            <a:headEnd len="sm" w="sm" type="none"/>
            <a:tailEnd len="sm" w="sm" type="none"/>
          </a:ln>
        </p:spPr>
        <p:txBody>
          <a:bodyPr anchorCtr="0" anchor="ctr" bIns="0" lIns="72000" spcFirstLastPara="1" rIns="7200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Calibri"/>
                <a:ea typeface="Calibri"/>
                <a:cs typeface="Calibri"/>
                <a:sym typeface="Calibri"/>
              </a:rPr>
              <a:t>Define change management strategy and operational training plan</a:t>
            </a:r>
            <a:endParaRPr b="0" i="0" sz="900" u="none" cap="none" strike="noStrike">
              <a:solidFill>
                <a:srgbClr val="000000"/>
              </a:solidFill>
              <a:latin typeface="Calibri"/>
              <a:ea typeface="Calibri"/>
              <a:cs typeface="Calibri"/>
              <a:sym typeface="Calibri"/>
            </a:endParaRPr>
          </a:p>
        </p:txBody>
      </p:sp>
      <p:sp>
        <p:nvSpPr>
          <p:cNvPr id="162" name="Google Shape;162;p3"/>
          <p:cNvSpPr txBox="1"/>
          <p:nvPr/>
        </p:nvSpPr>
        <p:spPr>
          <a:xfrm>
            <a:off x="7650472" y="764704"/>
            <a:ext cx="1080000" cy="24622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0" i="1" lang="en-US" sz="1000" u="none" cap="none" strike="noStrike">
                <a:solidFill>
                  <a:schemeClr val="dk1"/>
                </a:solidFill>
                <a:latin typeface="Calibri"/>
                <a:ea typeface="Calibri"/>
                <a:cs typeface="Calibri"/>
                <a:sym typeface="Calibri"/>
              </a:rPr>
              <a:t>Deliveries</a:t>
            </a:r>
            <a:endParaRPr b="0" i="1" sz="1000" u="none" cap="none" strike="noStrike">
              <a:solidFill>
                <a:schemeClr val="dk1"/>
              </a:solidFill>
              <a:latin typeface="Calibri"/>
              <a:ea typeface="Calibri"/>
              <a:cs typeface="Calibri"/>
              <a:sym typeface="Calibri"/>
            </a:endParaRPr>
          </a:p>
        </p:txBody>
      </p:sp>
      <p:sp>
        <p:nvSpPr>
          <p:cNvPr id="163" name="Google Shape;163;p3"/>
          <p:cNvSpPr/>
          <p:nvPr/>
        </p:nvSpPr>
        <p:spPr>
          <a:xfrm>
            <a:off x="7560472" y="1016000"/>
            <a:ext cx="1394842" cy="528784"/>
          </a:xfrm>
          <a:prstGeom prst="rect">
            <a:avLst/>
          </a:prstGeom>
          <a:solidFill>
            <a:schemeClr val="lt1"/>
          </a:solidFill>
          <a:ln cap="flat" cmpd="sng" w="9525">
            <a:solidFill>
              <a:srgbClr val="A5A5A5"/>
            </a:solidFill>
            <a:prstDash val="solid"/>
            <a:round/>
            <a:headEnd len="sm" w="sm" type="none"/>
            <a:tailEnd len="sm" w="sm" type="none"/>
          </a:ln>
        </p:spPr>
        <p:txBody>
          <a:bodyPr anchorCtr="0" anchor="ctr" bIns="0" lIns="72000" spcFirstLastPara="1" rIns="7200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Calibri"/>
                <a:ea typeface="Calibri"/>
                <a:cs typeface="Calibri"/>
                <a:sym typeface="Calibri"/>
              </a:rPr>
              <a:t>Resume context/stake and acceptance deliveries</a:t>
            </a:r>
            <a:endParaRPr b="0" i="0" sz="900" u="none" cap="none" strike="noStrike">
              <a:solidFill>
                <a:srgbClr val="000000"/>
              </a:solidFill>
              <a:latin typeface="Calibri"/>
              <a:ea typeface="Calibri"/>
              <a:cs typeface="Calibri"/>
              <a:sym typeface="Calibri"/>
            </a:endParaRPr>
          </a:p>
        </p:txBody>
      </p:sp>
      <p:sp>
        <p:nvSpPr>
          <p:cNvPr id="164" name="Google Shape;164;p3"/>
          <p:cNvSpPr/>
          <p:nvPr/>
        </p:nvSpPr>
        <p:spPr>
          <a:xfrm>
            <a:off x="7560471" y="1698171"/>
            <a:ext cx="1409357" cy="581466"/>
          </a:xfrm>
          <a:prstGeom prst="rect">
            <a:avLst/>
          </a:prstGeom>
          <a:solidFill>
            <a:schemeClr val="lt1"/>
          </a:solidFill>
          <a:ln cap="flat" cmpd="sng" w="9525">
            <a:solidFill>
              <a:srgbClr val="A5A5A5"/>
            </a:solidFill>
            <a:prstDash val="solid"/>
            <a:round/>
            <a:headEnd len="sm" w="sm" type="none"/>
            <a:tailEnd len="sm" w="sm" type="none"/>
          </a:ln>
        </p:spPr>
        <p:txBody>
          <a:bodyPr anchorCtr="0" anchor="ctr" bIns="0" lIns="72000" spcFirstLastPara="1" rIns="7200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Calibri"/>
                <a:ea typeface="Calibri"/>
                <a:cs typeface="Calibri"/>
                <a:sym typeface="Calibri"/>
              </a:rPr>
              <a:t>-Scoping documents.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Calibri"/>
                <a:ea typeface="Calibri"/>
                <a:cs typeface="Calibri"/>
                <a:sym typeface="Calibri"/>
              </a:rPr>
              <a:t>-Epics stories Details</a:t>
            </a:r>
            <a:endParaRPr b="0" i="0" sz="900" u="none" cap="none" strike="noStrike">
              <a:solidFill>
                <a:srgbClr val="000000"/>
              </a:solidFill>
              <a:latin typeface="Calibri"/>
              <a:ea typeface="Calibri"/>
              <a:cs typeface="Calibri"/>
              <a:sym typeface="Calibri"/>
            </a:endParaRPr>
          </a:p>
        </p:txBody>
      </p:sp>
      <p:sp>
        <p:nvSpPr>
          <p:cNvPr id="165" name="Google Shape;165;p3"/>
          <p:cNvSpPr/>
          <p:nvPr/>
        </p:nvSpPr>
        <p:spPr>
          <a:xfrm>
            <a:off x="7560472" y="2452916"/>
            <a:ext cx="1365814" cy="640516"/>
          </a:xfrm>
          <a:prstGeom prst="rect">
            <a:avLst/>
          </a:prstGeom>
          <a:solidFill>
            <a:schemeClr val="lt1"/>
          </a:solidFill>
          <a:ln cap="flat" cmpd="sng" w="9525">
            <a:solidFill>
              <a:srgbClr val="A5A5A5"/>
            </a:solidFill>
            <a:prstDash val="solid"/>
            <a:round/>
            <a:headEnd len="sm" w="sm" type="none"/>
            <a:tailEnd len="sm" w="sm" type="none"/>
          </a:ln>
        </p:spPr>
        <p:txBody>
          <a:bodyPr anchorCtr="0" anchor="ctr" bIns="0" lIns="72000" spcFirstLastPara="1" rIns="7200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Calibri"/>
                <a:ea typeface="Calibri"/>
                <a:cs typeface="Calibri"/>
                <a:sym typeface="Calibri"/>
              </a:rPr>
              <a:t>Applications Designs</a:t>
            </a:r>
            <a:endParaRPr b="0" i="0" sz="900" u="none" cap="none" strike="noStrike">
              <a:solidFill>
                <a:srgbClr val="000000"/>
              </a:solidFill>
              <a:latin typeface="Calibri"/>
              <a:ea typeface="Calibri"/>
              <a:cs typeface="Calibri"/>
              <a:sym typeface="Calibri"/>
            </a:endParaRPr>
          </a:p>
        </p:txBody>
      </p:sp>
      <p:sp>
        <p:nvSpPr>
          <p:cNvPr id="166" name="Google Shape;166;p3"/>
          <p:cNvSpPr/>
          <p:nvPr/>
        </p:nvSpPr>
        <p:spPr>
          <a:xfrm>
            <a:off x="7574987" y="3294745"/>
            <a:ext cx="1365814" cy="682176"/>
          </a:xfrm>
          <a:prstGeom prst="rect">
            <a:avLst/>
          </a:prstGeom>
          <a:solidFill>
            <a:schemeClr val="lt1"/>
          </a:solidFill>
          <a:ln cap="flat" cmpd="sng" w="9525">
            <a:solidFill>
              <a:srgbClr val="A5A5A5"/>
            </a:solidFill>
            <a:prstDash val="solid"/>
            <a:round/>
            <a:headEnd len="sm" w="sm" type="none"/>
            <a:tailEnd len="sm" w="sm" type="none"/>
          </a:ln>
        </p:spPr>
        <p:txBody>
          <a:bodyPr anchorCtr="0" anchor="ctr" bIns="0" lIns="72000" spcFirstLastPara="1" rIns="7200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Calibri"/>
                <a:ea typeface="Calibri"/>
                <a:cs typeface="Calibri"/>
                <a:sym typeface="Calibri"/>
              </a:rPr>
              <a:t>Costing components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Calibri"/>
                <a:ea typeface="Calibri"/>
                <a:cs typeface="Calibri"/>
                <a:sym typeface="Calibri"/>
              </a:rPr>
              <a:t>Materials resources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Calibri"/>
                <a:ea typeface="Calibri"/>
                <a:cs typeface="Calibri"/>
                <a:sym typeface="Calibri"/>
              </a:rPr>
              <a:t>Assigns  human resources</a:t>
            </a:r>
            <a:endParaRPr b="0" i="0" sz="900" u="none" cap="none" strike="noStrike">
              <a:solidFill>
                <a:srgbClr val="000000"/>
              </a:solidFill>
              <a:latin typeface="Calibri"/>
              <a:ea typeface="Calibri"/>
              <a:cs typeface="Calibri"/>
              <a:sym typeface="Calibri"/>
            </a:endParaRPr>
          </a:p>
        </p:txBody>
      </p:sp>
      <p:sp>
        <p:nvSpPr>
          <p:cNvPr id="167" name="Google Shape;167;p3"/>
          <p:cNvSpPr/>
          <p:nvPr/>
        </p:nvSpPr>
        <p:spPr>
          <a:xfrm>
            <a:off x="7560472" y="4194630"/>
            <a:ext cx="1380328" cy="600231"/>
          </a:xfrm>
          <a:prstGeom prst="rect">
            <a:avLst/>
          </a:prstGeom>
          <a:solidFill>
            <a:schemeClr val="lt1"/>
          </a:solidFill>
          <a:ln cap="flat" cmpd="sng" w="9525">
            <a:solidFill>
              <a:srgbClr val="A5A5A5"/>
            </a:solidFill>
            <a:prstDash val="solid"/>
            <a:round/>
            <a:headEnd len="sm" w="sm" type="none"/>
            <a:tailEnd len="sm" w="sm" type="none"/>
          </a:ln>
        </p:spPr>
        <p:txBody>
          <a:bodyPr anchorCtr="0" anchor="ctr" bIns="0" lIns="72000" spcFirstLastPara="1" rIns="7200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Calibri"/>
                <a:ea typeface="Calibri"/>
                <a:cs typeface="Calibri"/>
                <a:sym typeface="Calibri"/>
              </a:rPr>
              <a:t>Direction + Project plan</a:t>
            </a:r>
            <a:endParaRPr b="0" i="0" sz="900" u="none" cap="none" strike="noStrike">
              <a:solidFill>
                <a:srgbClr val="000000"/>
              </a:solidFill>
              <a:latin typeface="Calibri"/>
              <a:ea typeface="Calibri"/>
              <a:cs typeface="Calibri"/>
              <a:sym typeface="Calibri"/>
            </a:endParaRPr>
          </a:p>
        </p:txBody>
      </p:sp>
      <p:sp>
        <p:nvSpPr>
          <p:cNvPr id="168" name="Google Shape;168;p3"/>
          <p:cNvSpPr/>
          <p:nvPr/>
        </p:nvSpPr>
        <p:spPr>
          <a:xfrm>
            <a:off x="7559000" y="4934859"/>
            <a:ext cx="1381800" cy="610229"/>
          </a:xfrm>
          <a:prstGeom prst="rect">
            <a:avLst/>
          </a:prstGeom>
          <a:solidFill>
            <a:schemeClr val="lt1"/>
          </a:solidFill>
          <a:ln cap="flat" cmpd="sng" w="9525">
            <a:solidFill>
              <a:srgbClr val="A5A5A5"/>
            </a:solidFill>
            <a:prstDash val="solid"/>
            <a:round/>
            <a:headEnd len="sm" w="sm" type="none"/>
            <a:tailEnd len="sm" w="sm" type="none"/>
          </a:ln>
        </p:spPr>
        <p:txBody>
          <a:bodyPr anchorCtr="0" anchor="ctr" bIns="0" lIns="72000" spcFirstLastPara="1" rIns="7200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Calibri"/>
                <a:ea typeface="Calibri"/>
                <a:cs typeface="Calibri"/>
                <a:sym typeface="Calibri"/>
              </a:rPr>
              <a:t>Setup</a:t>
            </a:r>
            <a:endParaRPr b="0" i="0" sz="900" u="none" cap="none" strike="noStrike">
              <a:solidFill>
                <a:srgbClr val="000000"/>
              </a:solidFill>
              <a:latin typeface="Calibri"/>
              <a:ea typeface="Calibri"/>
              <a:cs typeface="Calibri"/>
              <a:sym typeface="Calibri"/>
            </a:endParaRPr>
          </a:p>
        </p:txBody>
      </p:sp>
      <p:sp>
        <p:nvSpPr>
          <p:cNvPr id="169" name="Google Shape;169;p3"/>
          <p:cNvSpPr/>
          <p:nvPr/>
        </p:nvSpPr>
        <p:spPr>
          <a:xfrm>
            <a:off x="7560472" y="5689600"/>
            <a:ext cx="1409357" cy="508000"/>
          </a:xfrm>
          <a:prstGeom prst="rect">
            <a:avLst/>
          </a:prstGeom>
          <a:solidFill>
            <a:schemeClr val="lt1"/>
          </a:solidFill>
          <a:ln cap="flat" cmpd="sng" w="9525">
            <a:solidFill>
              <a:srgbClr val="A5A5A5"/>
            </a:solidFill>
            <a:prstDash val="solid"/>
            <a:round/>
            <a:headEnd len="sm" w="sm" type="none"/>
            <a:tailEnd len="sm" w="sm" type="none"/>
          </a:ln>
        </p:spPr>
        <p:txBody>
          <a:bodyPr anchorCtr="0" anchor="ctr" bIns="0" lIns="72000" spcFirstLastPara="1" rIns="7200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Calibri"/>
                <a:ea typeface="Calibri"/>
                <a:cs typeface="Calibri"/>
                <a:sym typeface="Calibri"/>
              </a:rPr>
              <a:t>Change management plan</a:t>
            </a:r>
            <a:endParaRPr b="0" i="0" sz="900" u="none" cap="none" strike="noStrike">
              <a:solidFill>
                <a:srgbClr val="000000"/>
              </a:solidFill>
              <a:latin typeface="Calibri"/>
              <a:ea typeface="Calibri"/>
              <a:cs typeface="Calibri"/>
              <a:sym typeface="Calibri"/>
            </a:endParaRPr>
          </a:p>
        </p:txBody>
      </p:sp>
      <p:sp>
        <p:nvSpPr>
          <p:cNvPr id="170" name="Google Shape;170;p3"/>
          <p:cNvSpPr/>
          <p:nvPr/>
        </p:nvSpPr>
        <p:spPr>
          <a:xfrm>
            <a:off x="5878815" y="2460171"/>
            <a:ext cx="1548000" cy="581400"/>
          </a:xfrm>
          <a:prstGeom prst="rect">
            <a:avLst/>
          </a:prstGeom>
          <a:solidFill>
            <a:schemeClr val="lt1"/>
          </a:solidFill>
          <a:ln cap="flat" cmpd="sng" w="9525">
            <a:solidFill>
              <a:srgbClr val="A5A5A5"/>
            </a:solidFill>
            <a:prstDash val="solid"/>
            <a:round/>
            <a:headEnd len="sm" w="sm" type="none"/>
            <a:tailEnd len="sm" w="sm" type="none"/>
          </a:ln>
        </p:spPr>
        <p:txBody>
          <a:bodyPr anchorCtr="0" anchor="ctr" bIns="0" lIns="72000" spcFirstLastPara="1" rIns="7200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Calibri"/>
                <a:ea typeface="Calibri"/>
                <a:cs typeface="Calibri"/>
                <a:sym typeface="Calibri"/>
              </a:rPr>
              <a:t>L.TCHAMFONG              Viet                    J.NGUEN                                        </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Calibri"/>
                <a:ea typeface="Calibri"/>
                <a:cs typeface="Calibri"/>
                <a:sym typeface="Calibri"/>
              </a:rPr>
              <a:t>Marc.B       </a:t>
            </a:r>
            <a:endParaRPr b="0" i="0" sz="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Calibri"/>
                <a:ea typeface="Calibri"/>
                <a:cs typeface="Calibri"/>
                <a:sym typeface="Calibri"/>
              </a:rPr>
              <a:t>JP. Lee</a:t>
            </a:r>
            <a:endParaRPr b="0" i="0" sz="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Calibri"/>
                <a:ea typeface="Calibri"/>
                <a:cs typeface="Calibri"/>
                <a:sym typeface="Calibri"/>
              </a:rPr>
              <a:t>F.JEAN</a:t>
            </a:r>
            <a:endParaRPr b="0" i="0" sz="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4"/>
          <p:cNvSpPr txBox="1"/>
          <p:nvPr>
            <p:ph type="title"/>
          </p:nvPr>
        </p:nvSpPr>
        <p:spPr>
          <a:xfrm>
            <a:off x="1390606" y="476256"/>
            <a:ext cx="7200900" cy="571500"/>
          </a:xfrm>
          <a:prstGeom prst="rect">
            <a:avLst/>
          </a:prstGeom>
          <a:noFill/>
          <a:ln>
            <a:noFill/>
          </a:ln>
        </p:spPr>
        <p:txBody>
          <a:bodyPr anchorCtr="0" anchor="ctr" bIns="0" lIns="0" spcFirstLastPara="1" rIns="0" wrap="square" tIns="0">
            <a:noAutofit/>
          </a:bodyPr>
          <a:lstStyle/>
          <a:p>
            <a:pPr indent="0" lvl="0" marL="0" rtl="0" algn="l">
              <a:lnSpc>
                <a:spcPct val="150000"/>
              </a:lnSpc>
              <a:spcBef>
                <a:spcPts val="0"/>
              </a:spcBef>
              <a:spcAft>
                <a:spcPts val="0"/>
              </a:spcAft>
              <a:buSzPts val="1800"/>
              <a:buNone/>
            </a:pPr>
            <a:r>
              <a:rPr lang="en-US" sz="3800"/>
              <a:t>Current Architecture </a:t>
            </a:r>
            <a:endParaRPr sz="3800"/>
          </a:p>
        </p:txBody>
      </p:sp>
      <p:sp>
        <p:nvSpPr>
          <p:cNvPr id="177" name="Google Shape;177;p4"/>
          <p:cNvSpPr txBox="1"/>
          <p:nvPr>
            <p:ph idx="12" type="sldNum"/>
          </p:nvPr>
        </p:nvSpPr>
        <p:spPr>
          <a:xfrm>
            <a:off x="8459788" y="6416675"/>
            <a:ext cx="360300" cy="1800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Clr>
                <a:srgbClr val="000000"/>
              </a:buClr>
              <a:buSzPts val="700"/>
              <a:buFont typeface="Arial"/>
              <a:buNone/>
            </a:pPr>
            <a:r>
              <a:rPr lang="en-US"/>
              <a:t>P.</a:t>
            </a:r>
            <a:fld id="{00000000-1234-1234-1234-123412341234}" type="slidenum">
              <a:rPr lang="en-US"/>
              <a:t>‹#›</a:t>
            </a:fld>
            <a:endParaRPr/>
          </a:p>
        </p:txBody>
      </p:sp>
      <p:grpSp>
        <p:nvGrpSpPr>
          <p:cNvPr id="178" name="Google Shape;178;p4"/>
          <p:cNvGrpSpPr/>
          <p:nvPr/>
        </p:nvGrpSpPr>
        <p:grpSpPr>
          <a:xfrm>
            <a:off x="-58532" y="1447917"/>
            <a:ext cx="9202522" cy="3788720"/>
            <a:chOff x="0" y="1704976"/>
            <a:chExt cx="12192001" cy="4616449"/>
          </a:xfrm>
        </p:grpSpPr>
        <p:pic>
          <p:nvPicPr>
            <p:cNvPr descr="C:\Users\rimeleng\Documents\A_IMAGES_PPT2015\Image21.jpg" id="179" name="Google Shape;179;p4"/>
            <p:cNvPicPr preferRelativeResize="0"/>
            <p:nvPr/>
          </p:nvPicPr>
          <p:blipFill rotWithShape="1">
            <a:blip r:embed="rId3">
              <a:alphaModFix/>
            </a:blip>
            <a:srcRect b="0" l="0" r="0" t="0"/>
            <a:stretch/>
          </p:blipFill>
          <p:spPr>
            <a:xfrm>
              <a:off x="6426200" y="3722688"/>
              <a:ext cx="2794000" cy="2597150"/>
            </a:xfrm>
            <a:prstGeom prst="rect">
              <a:avLst/>
            </a:prstGeom>
            <a:noFill/>
            <a:ln>
              <a:noFill/>
            </a:ln>
          </p:spPr>
        </p:pic>
        <p:pic>
          <p:nvPicPr>
            <p:cNvPr descr="C:\Users\rimeleng\Documents\A_IMAGES_PPT2015\SaoPaulo.jpg" id="180" name="Google Shape;180;p4"/>
            <p:cNvPicPr preferRelativeResize="0"/>
            <p:nvPr/>
          </p:nvPicPr>
          <p:blipFill rotWithShape="1">
            <a:blip r:embed="rId4">
              <a:alphaModFix/>
            </a:blip>
            <a:srcRect b="0" l="0" r="0" t="0"/>
            <a:stretch/>
          </p:blipFill>
          <p:spPr>
            <a:xfrm>
              <a:off x="9290051" y="3289300"/>
              <a:ext cx="2901949" cy="3028950"/>
            </a:xfrm>
            <a:prstGeom prst="rect">
              <a:avLst/>
            </a:prstGeom>
            <a:noFill/>
            <a:ln>
              <a:noFill/>
            </a:ln>
          </p:spPr>
        </p:pic>
        <p:pic>
          <p:nvPicPr>
            <p:cNvPr descr="C:\Users\rimeleng\Documents\A_IMAGES_PPT2015\Image22.jpg" id="181" name="Google Shape;181;p4"/>
            <p:cNvPicPr preferRelativeResize="0"/>
            <p:nvPr/>
          </p:nvPicPr>
          <p:blipFill rotWithShape="1">
            <a:blip r:embed="rId5">
              <a:alphaModFix/>
            </a:blip>
            <a:srcRect b="0" l="0" r="0" t="0"/>
            <a:stretch/>
          </p:blipFill>
          <p:spPr>
            <a:xfrm>
              <a:off x="3352801" y="3103563"/>
              <a:ext cx="2952751" cy="3217862"/>
            </a:xfrm>
            <a:prstGeom prst="rect">
              <a:avLst/>
            </a:prstGeom>
            <a:noFill/>
            <a:ln>
              <a:noFill/>
            </a:ln>
          </p:spPr>
        </p:pic>
        <p:pic>
          <p:nvPicPr>
            <p:cNvPr descr="C:\Users\rimeleng\Documents\A_IMAGES_PPT2015\Feordi.jpg" id="182" name="Google Shape;182;p4"/>
            <p:cNvPicPr preferRelativeResize="0"/>
            <p:nvPr/>
          </p:nvPicPr>
          <p:blipFill rotWithShape="1">
            <a:blip r:embed="rId6">
              <a:alphaModFix/>
            </a:blip>
            <a:srcRect b="0" l="0" r="0" t="0"/>
            <a:stretch/>
          </p:blipFill>
          <p:spPr>
            <a:xfrm>
              <a:off x="0" y="3398839"/>
              <a:ext cx="3295651" cy="2917824"/>
            </a:xfrm>
            <a:prstGeom prst="rect">
              <a:avLst/>
            </a:prstGeom>
            <a:noFill/>
            <a:ln>
              <a:noFill/>
            </a:ln>
          </p:spPr>
        </p:pic>
        <p:pic>
          <p:nvPicPr>
            <p:cNvPr descr="C:\Users\rimeleng\Documents\A_IMAGES_PPT2015\Verres.jpg" id="183" name="Google Shape;183;p4"/>
            <p:cNvPicPr preferRelativeResize="0"/>
            <p:nvPr/>
          </p:nvPicPr>
          <p:blipFill rotWithShape="1">
            <a:blip r:embed="rId7">
              <a:alphaModFix/>
            </a:blip>
            <a:srcRect b="0" l="0" r="0" t="1525"/>
            <a:stretch/>
          </p:blipFill>
          <p:spPr>
            <a:xfrm>
              <a:off x="1" y="1720850"/>
              <a:ext cx="3291417" cy="1627188"/>
            </a:xfrm>
            <a:prstGeom prst="rect">
              <a:avLst/>
            </a:prstGeom>
            <a:noFill/>
            <a:ln>
              <a:noFill/>
            </a:ln>
          </p:spPr>
        </p:pic>
        <p:pic>
          <p:nvPicPr>
            <p:cNvPr descr="C:\Users\rimeleng\Documents\A_IMAGES_PPT2015\Image17.jpg" id="184" name="Google Shape;184;p4"/>
            <p:cNvPicPr preferRelativeResize="0"/>
            <p:nvPr/>
          </p:nvPicPr>
          <p:blipFill rotWithShape="1">
            <a:blip r:embed="rId8">
              <a:alphaModFix/>
            </a:blip>
            <a:srcRect b="0" l="0" r="0" t="2466"/>
            <a:stretch/>
          </p:blipFill>
          <p:spPr>
            <a:xfrm>
              <a:off x="3359152" y="1720851"/>
              <a:ext cx="2950633" cy="1330325"/>
            </a:xfrm>
            <a:prstGeom prst="rect">
              <a:avLst/>
            </a:prstGeom>
            <a:noFill/>
            <a:ln>
              <a:noFill/>
            </a:ln>
          </p:spPr>
        </p:pic>
        <p:pic>
          <p:nvPicPr>
            <p:cNvPr descr="C:\Users\rimeleng\Documents\A_IMAGES_PPT2015\Image19.jpg" id="185" name="Google Shape;185;p4"/>
            <p:cNvPicPr preferRelativeResize="0"/>
            <p:nvPr/>
          </p:nvPicPr>
          <p:blipFill rotWithShape="1">
            <a:blip r:embed="rId9">
              <a:alphaModFix/>
            </a:blip>
            <a:srcRect b="0" l="0" r="0" t="0"/>
            <a:stretch/>
          </p:blipFill>
          <p:spPr>
            <a:xfrm>
              <a:off x="9309101" y="1704976"/>
              <a:ext cx="2882900" cy="1527175"/>
            </a:xfrm>
            <a:prstGeom prst="rect">
              <a:avLst/>
            </a:prstGeom>
            <a:noFill/>
            <a:ln>
              <a:noFill/>
            </a:ln>
          </p:spPr>
        </p:pic>
        <p:pic>
          <p:nvPicPr>
            <p:cNvPr descr="C:\Users\rimeleng\Documents\A_IMAGES_PPT2015\Enfants_chin.jpg" id="186" name="Google Shape;186;p4"/>
            <p:cNvPicPr preferRelativeResize="0"/>
            <p:nvPr/>
          </p:nvPicPr>
          <p:blipFill rotWithShape="1">
            <a:blip r:embed="rId10">
              <a:alphaModFix/>
            </a:blip>
            <a:srcRect b="0" l="0" r="0" t="0"/>
            <a:stretch/>
          </p:blipFill>
          <p:spPr>
            <a:xfrm>
              <a:off x="6411385" y="1709739"/>
              <a:ext cx="2813049" cy="1951037"/>
            </a:xfrm>
            <a:prstGeom prst="rect">
              <a:avLst/>
            </a:prstGeom>
            <a:noFill/>
            <a:ln>
              <a:noFill/>
            </a:ln>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5"/>
          <p:cNvSpPr/>
          <p:nvPr/>
        </p:nvSpPr>
        <p:spPr>
          <a:xfrm>
            <a:off x="4200699" y="2658125"/>
            <a:ext cx="3972000" cy="2919900"/>
          </a:xfrm>
          <a:prstGeom prst="roundRect">
            <a:avLst>
              <a:gd fmla="val 16667" name="adj"/>
            </a:avLst>
          </a:prstGeom>
          <a:noFill/>
          <a:ln cap="flat" cmpd="sng" w="9525">
            <a:solidFill>
              <a:srgbClr val="76A5AF"/>
            </a:solidFill>
            <a:prstDash val="dot"/>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92" name="Google Shape;192;p5"/>
          <p:cNvSpPr/>
          <p:nvPr/>
        </p:nvSpPr>
        <p:spPr>
          <a:xfrm>
            <a:off x="5319925" y="1510875"/>
            <a:ext cx="3557100" cy="1021200"/>
          </a:xfrm>
          <a:prstGeom prst="roundRect">
            <a:avLst>
              <a:gd fmla="val 16667" name="adj"/>
            </a:avLst>
          </a:prstGeom>
          <a:noFill/>
          <a:ln cap="flat" cmpd="sng" w="9525">
            <a:solidFill>
              <a:srgbClr val="76A5AF"/>
            </a:solidFill>
            <a:prstDash val="dot"/>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93" name="Google Shape;193;p5"/>
          <p:cNvSpPr/>
          <p:nvPr/>
        </p:nvSpPr>
        <p:spPr>
          <a:xfrm>
            <a:off x="5825375" y="5025650"/>
            <a:ext cx="744900" cy="544850"/>
          </a:xfrm>
          <a:prstGeom prst="flowChartMagneticDisk">
            <a:avLst/>
          </a:prstGeom>
          <a:gradFill>
            <a:gsLst>
              <a:gs pos="0">
                <a:srgbClr val="F5D0D0"/>
              </a:gs>
              <a:gs pos="100000">
                <a:srgbClr val="D96868"/>
              </a:gs>
            </a:gsLst>
            <a:lin ang="5400012" scaled="0"/>
          </a:gradFill>
          <a:ln cap="flat" cmpd="sng" w="9525">
            <a:solidFill>
              <a:srgbClr val="FFFF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MySQL</a:t>
            </a:r>
            <a:endParaRPr b="0" i="0" sz="1100" u="none" cap="none" strike="noStrike">
              <a:solidFill>
                <a:schemeClr val="dk1"/>
              </a:solidFill>
              <a:latin typeface="Arial"/>
              <a:ea typeface="Arial"/>
              <a:cs typeface="Arial"/>
              <a:sym typeface="Arial"/>
            </a:endParaRPr>
          </a:p>
        </p:txBody>
      </p:sp>
      <p:sp>
        <p:nvSpPr>
          <p:cNvPr id="194" name="Google Shape;194;p5"/>
          <p:cNvSpPr/>
          <p:nvPr/>
        </p:nvSpPr>
        <p:spPr>
          <a:xfrm>
            <a:off x="5705261" y="1772910"/>
            <a:ext cx="705000" cy="290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R53</a:t>
            </a:r>
            <a:endParaRPr b="0" i="0" sz="1200" u="none" cap="none" strike="noStrike">
              <a:solidFill>
                <a:srgbClr val="000000"/>
              </a:solidFill>
              <a:latin typeface="Arial"/>
              <a:ea typeface="Arial"/>
              <a:cs typeface="Arial"/>
              <a:sym typeface="Arial"/>
            </a:endParaRPr>
          </a:p>
        </p:txBody>
      </p:sp>
      <p:sp>
        <p:nvSpPr>
          <p:cNvPr id="195" name="Google Shape;195;p5"/>
          <p:cNvSpPr/>
          <p:nvPr/>
        </p:nvSpPr>
        <p:spPr>
          <a:xfrm>
            <a:off x="5531475" y="2699550"/>
            <a:ext cx="1032900" cy="435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ALB int</a:t>
            </a:r>
            <a:endParaRPr b="0" i="0" sz="1200" u="none" cap="none" strike="noStrike">
              <a:solidFill>
                <a:srgbClr val="000000"/>
              </a:solidFill>
              <a:latin typeface="Arial"/>
              <a:ea typeface="Arial"/>
              <a:cs typeface="Arial"/>
              <a:sym typeface="Arial"/>
            </a:endParaRPr>
          </a:p>
        </p:txBody>
      </p:sp>
      <p:cxnSp>
        <p:nvCxnSpPr>
          <p:cNvPr id="196" name="Google Shape;196;p5"/>
          <p:cNvCxnSpPr/>
          <p:nvPr/>
        </p:nvCxnSpPr>
        <p:spPr>
          <a:xfrm flipH="1" rot="-5400000">
            <a:off x="5750828" y="1466009"/>
            <a:ext cx="524700" cy="89400"/>
          </a:xfrm>
          <a:prstGeom prst="bentConnector3">
            <a:avLst>
              <a:gd fmla="val 50000" name="adj1"/>
            </a:avLst>
          </a:prstGeom>
          <a:noFill/>
          <a:ln cap="flat" cmpd="sng" w="9525">
            <a:solidFill>
              <a:schemeClr val="dk2"/>
            </a:solidFill>
            <a:prstDash val="solid"/>
            <a:round/>
            <a:headEnd len="sm" w="sm" type="none"/>
            <a:tailEnd len="sm" w="sm" type="none"/>
          </a:ln>
        </p:spPr>
      </p:cxnSp>
      <p:cxnSp>
        <p:nvCxnSpPr>
          <p:cNvPr id="197" name="Google Shape;197;p5"/>
          <p:cNvCxnSpPr>
            <a:stCxn id="194" idx="2"/>
          </p:cNvCxnSpPr>
          <p:nvPr/>
        </p:nvCxnSpPr>
        <p:spPr>
          <a:xfrm flipH="1" rot="-5400000">
            <a:off x="5743211" y="2377860"/>
            <a:ext cx="636000" cy="6900"/>
          </a:xfrm>
          <a:prstGeom prst="bentConnector3">
            <a:avLst>
              <a:gd fmla="val 50000" name="adj1"/>
            </a:avLst>
          </a:prstGeom>
          <a:noFill/>
          <a:ln cap="flat" cmpd="sng" w="9525">
            <a:solidFill>
              <a:schemeClr val="dk2"/>
            </a:solidFill>
            <a:prstDash val="solid"/>
            <a:round/>
            <a:headEnd len="sm" w="sm" type="none"/>
            <a:tailEnd len="med" w="med" type="triangle"/>
          </a:ln>
        </p:spPr>
      </p:cxnSp>
      <p:cxnSp>
        <p:nvCxnSpPr>
          <p:cNvPr id="198" name="Google Shape;198;p5"/>
          <p:cNvCxnSpPr>
            <a:stCxn id="195" idx="2"/>
            <a:endCxn id="199" idx="0"/>
          </p:cNvCxnSpPr>
          <p:nvPr/>
        </p:nvCxnSpPr>
        <p:spPr>
          <a:xfrm>
            <a:off x="6047925" y="3135450"/>
            <a:ext cx="27000" cy="414300"/>
          </a:xfrm>
          <a:prstGeom prst="straightConnector1">
            <a:avLst/>
          </a:prstGeom>
          <a:noFill/>
          <a:ln cap="flat" cmpd="sng" w="9525">
            <a:solidFill>
              <a:schemeClr val="dk2"/>
            </a:solidFill>
            <a:prstDash val="solid"/>
            <a:round/>
            <a:headEnd len="sm" w="sm" type="none"/>
            <a:tailEnd len="med" w="med" type="triangle"/>
          </a:ln>
        </p:spPr>
      </p:cxnSp>
      <p:sp>
        <p:nvSpPr>
          <p:cNvPr id="200" name="Google Shape;200;p5"/>
          <p:cNvSpPr/>
          <p:nvPr/>
        </p:nvSpPr>
        <p:spPr>
          <a:xfrm>
            <a:off x="685800" y="0"/>
            <a:ext cx="7833900" cy="435900"/>
          </a:xfrm>
          <a:prstGeom prst="rect">
            <a:avLst/>
          </a:prstGeom>
          <a:solidFill>
            <a:srgbClr val="45818E"/>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Arial"/>
                <a:ea typeface="Arial"/>
                <a:cs typeface="Arial"/>
                <a:sym typeface="Arial"/>
              </a:rPr>
              <a:t>Administrative API : current Architecture </a:t>
            </a:r>
            <a:endParaRPr b="1" i="0" sz="2400" u="none" cap="none" strike="noStrike">
              <a:solidFill>
                <a:srgbClr val="FFFFFF"/>
              </a:solidFill>
              <a:latin typeface="Arial"/>
              <a:ea typeface="Arial"/>
              <a:cs typeface="Arial"/>
              <a:sym typeface="Arial"/>
            </a:endParaRPr>
          </a:p>
        </p:txBody>
      </p:sp>
      <p:sp>
        <p:nvSpPr>
          <p:cNvPr id="199" name="Google Shape;199;p5"/>
          <p:cNvSpPr/>
          <p:nvPr/>
        </p:nvSpPr>
        <p:spPr>
          <a:xfrm>
            <a:off x="5472748" y="3549794"/>
            <a:ext cx="1204500" cy="1023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5"/>
          <p:cNvSpPr/>
          <p:nvPr/>
        </p:nvSpPr>
        <p:spPr>
          <a:xfrm>
            <a:off x="5531476" y="3647823"/>
            <a:ext cx="1080000" cy="229200"/>
          </a:xfrm>
          <a:prstGeom prst="rect">
            <a:avLst/>
          </a:prstGeom>
          <a:solidFill>
            <a:srgbClr val="F4CCCC"/>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chemeClr val="dk1"/>
                </a:solidFill>
                <a:latin typeface="Arial"/>
                <a:ea typeface="Arial"/>
                <a:cs typeface="Arial"/>
                <a:sym typeface="Arial"/>
              </a:rPr>
              <a:t>Application Management</a:t>
            </a:r>
            <a:endParaRPr b="0" i="0" sz="900" u="none" cap="none" strike="noStrike">
              <a:solidFill>
                <a:schemeClr val="dk1"/>
              </a:solidFill>
              <a:latin typeface="Arial"/>
              <a:ea typeface="Arial"/>
              <a:cs typeface="Arial"/>
              <a:sym typeface="Arial"/>
            </a:endParaRPr>
          </a:p>
        </p:txBody>
      </p:sp>
      <p:sp>
        <p:nvSpPr>
          <p:cNvPr id="202" name="Google Shape;202;p5"/>
          <p:cNvSpPr/>
          <p:nvPr/>
        </p:nvSpPr>
        <p:spPr>
          <a:xfrm>
            <a:off x="5531476" y="3912574"/>
            <a:ext cx="1080000" cy="229200"/>
          </a:xfrm>
          <a:prstGeom prst="rect">
            <a:avLst/>
          </a:prstGeom>
          <a:solidFill>
            <a:srgbClr val="EA9999"/>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chemeClr val="dk1"/>
                </a:solidFill>
                <a:latin typeface="Arial"/>
                <a:ea typeface="Arial"/>
                <a:cs typeface="Arial"/>
                <a:sym typeface="Arial"/>
              </a:rPr>
              <a:t>Actor Management </a:t>
            </a:r>
            <a:endParaRPr b="0" i="0" sz="900" u="none" cap="none" strike="noStrike">
              <a:solidFill>
                <a:schemeClr val="dk1"/>
              </a:solidFill>
              <a:latin typeface="Arial"/>
              <a:ea typeface="Arial"/>
              <a:cs typeface="Arial"/>
              <a:sym typeface="Arial"/>
            </a:endParaRPr>
          </a:p>
        </p:txBody>
      </p:sp>
      <p:sp>
        <p:nvSpPr>
          <p:cNvPr id="203" name="Google Shape;203;p5"/>
          <p:cNvSpPr/>
          <p:nvPr/>
        </p:nvSpPr>
        <p:spPr>
          <a:xfrm>
            <a:off x="5645070" y="879376"/>
            <a:ext cx="744900" cy="369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SSP</a:t>
            </a:r>
            <a:endParaRPr b="0" i="0" sz="1300" u="none" cap="none" strike="noStrike">
              <a:solidFill>
                <a:srgbClr val="000000"/>
              </a:solidFill>
              <a:latin typeface="Arial"/>
              <a:ea typeface="Arial"/>
              <a:cs typeface="Arial"/>
              <a:sym typeface="Arial"/>
            </a:endParaRPr>
          </a:p>
        </p:txBody>
      </p:sp>
      <p:cxnSp>
        <p:nvCxnSpPr>
          <p:cNvPr id="204" name="Google Shape;204;p5"/>
          <p:cNvCxnSpPr>
            <a:endCxn id="193" idx="1"/>
          </p:cNvCxnSpPr>
          <p:nvPr/>
        </p:nvCxnSpPr>
        <p:spPr>
          <a:xfrm flipH="1">
            <a:off x="6197825" y="4573550"/>
            <a:ext cx="6300" cy="452100"/>
          </a:xfrm>
          <a:prstGeom prst="straightConnector1">
            <a:avLst/>
          </a:prstGeom>
          <a:noFill/>
          <a:ln cap="flat" cmpd="sng" w="9525">
            <a:solidFill>
              <a:schemeClr val="dk2"/>
            </a:solidFill>
            <a:prstDash val="solid"/>
            <a:round/>
            <a:headEnd len="sm" w="sm" type="none"/>
            <a:tailEnd len="med" w="med" type="triangle"/>
          </a:ln>
        </p:spPr>
      </p:cxnSp>
      <p:sp>
        <p:nvSpPr>
          <p:cNvPr id="205" name="Google Shape;205;p5"/>
          <p:cNvSpPr txBox="1"/>
          <p:nvPr/>
        </p:nvSpPr>
        <p:spPr>
          <a:xfrm>
            <a:off x="6602509" y="1647114"/>
            <a:ext cx="2350500" cy="5448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1"/>
                </a:solidFill>
                <a:latin typeface="Arial"/>
                <a:ea typeface="Arial"/>
                <a:cs typeface="Arial"/>
                <a:sym typeface="Arial"/>
              </a:rPr>
              <a:t>Get Applications / create new application / update Application</a:t>
            </a:r>
            <a:endParaRPr b="0" i="0" sz="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Get Actors / Create new actor / Update an actor </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etc...</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
        <p:nvSpPr>
          <p:cNvPr id="206" name="Google Shape;206;p5"/>
          <p:cNvSpPr/>
          <p:nvPr/>
        </p:nvSpPr>
        <p:spPr>
          <a:xfrm>
            <a:off x="5531476" y="4177324"/>
            <a:ext cx="1080000" cy="229200"/>
          </a:xfrm>
          <a:prstGeom prst="rect">
            <a:avLst/>
          </a:prstGeom>
          <a:solidFill>
            <a:srgbClr val="E06666"/>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chemeClr val="dk1"/>
                </a:solidFill>
                <a:latin typeface="Arial"/>
                <a:ea typeface="Arial"/>
                <a:cs typeface="Arial"/>
                <a:sym typeface="Arial"/>
              </a:rPr>
              <a:t>Filetype Management</a:t>
            </a:r>
            <a:endParaRPr b="0" i="0" sz="900" u="none" cap="none" strike="noStrike">
              <a:solidFill>
                <a:schemeClr val="dk1"/>
              </a:solidFill>
              <a:latin typeface="Arial"/>
              <a:ea typeface="Arial"/>
              <a:cs typeface="Arial"/>
              <a:sym typeface="Arial"/>
            </a:endParaRPr>
          </a:p>
        </p:txBody>
      </p:sp>
      <p:pic>
        <p:nvPicPr>
          <p:cNvPr id="207" name="Google Shape;207;p5"/>
          <p:cNvPicPr preferRelativeResize="0"/>
          <p:nvPr/>
        </p:nvPicPr>
        <p:blipFill rotWithShape="1">
          <a:blip r:embed="rId3">
            <a:alphaModFix/>
          </a:blip>
          <a:srcRect b="0" l="0" r="0" t="0"/>
          <a:stretch/>
        </p:blipFill>
        <p:spPr>
          <a:xfrm>
            <a:off x="228575" y="2714143"/>
            <a:ext cx="3972114" cy="2807874"/>
          </a:xfrm>
          <a:prstGeom prst="rect">
            <a:avLst/>
          </a:prstGeom>
          <a:noFill/>
          <a:ln>
            <a:noFill/>
          </a:ln>
        </p:spPr>
      </p:pic>
      <p:sp>
        <p:nvSpPr>
          <p:cNvPr id="208" name="Google Shape;208;p5"/>
          <p:cNvSpPr/>
          <p:nvPr/>
        </p:nvSpPr>
        <p:spPr>
          <a:xfrm>
            <a:off x="6874525" y="3503375"/>
            <a:ext cx="264300" cy="10701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5"/>
          <p:cNvSpPr/>
          <p:nvPr/>
        </p:nvSpPr>
        <p:spPr>
          <a:xfrm>
            <a:off x="7305461" y="3830310"/>
            <a:ext cx="705000" cy="290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ASG</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6"/>
          <p:cNvSpPr/>
          <p:nvPr/>
        </p:nvSpPr>
        <p:spPr>
          <a:xfrm>
            <a:off x="2654100" y="3060225"/>
            <a:ext cx="4683000" cy="3361500"/>
          </a:xfrm>
          <a:prstGeom prst="roundRect">
            <a:avLst>
              <a:gd fmla="val 16667" name="adj"/>
            </a:avLst>
          </a:prstGeom>
          <a:noFill/>
          <a:ln cap="flat" cmpd="sng" w="9525">
            <a:solidFill>
              <a:srgbClr val="76A5AF"/>
            </a:solidFill>
            <a:prstDash val="dot"/>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15" name="Google Shape;215;p6"/>
          <p:cNvSpPr/>
          <p:nvPr/>
        </p:nvSpPr>
        <p:spPr>
          <a:xfrm>
            <a:off x="253800" y="1739433"/>
            <a:ext cx="8855400" cy="1175700"/>
          </a:xfrm>
          <a:prstGeom prst="roundRect">
            <a:avLst>
              <a:gd fmla="val 16667" name="adj"/>
            </a:avLst>
          </a:prstGeom>
          <a:noFill/>
          <a:ln cap="flat" cmpd="sng" w="9525">
            <a:solidFill>
              <a:srgbClr val="76A5AF"/>
            </a:solidFill>
            <a:prstDash val="dot"/>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16" name="Google Shape;216;p6"/>
          <p:cNvSpPr/>
          <p:nvPr/>
        </p:nvSpPr>
        <p:spPr>
          <a:xfrm>
            <a:off x="1206975" y="529800"/>
            <a:ext cx="869400" cy="42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Orchestra</a:t>
            </a:r>
            <a:endParaRPr b="0" i="0" sz="1100" u="none" cap="none" strike="noStrike">
              <a:solidFill>
                <a:srgbClr val="000000"/>
              </a:solidFill>
              <a:latin typeface="Arial"/>
              <a:ea typeface="Arial"/>
              <a:cs typeface="Arial"/>
              <a:sym typeface="Arial"/>
            </a:endParaRPr>
          </a:p>
        </p:txBody>
      </p:sp>
      <p:sp>
        <p:nvSpPr>
          <p:cNvPr id="217" name="Google Shape;217;p6"/>
          <p:cNvSpPr/>
          <p:nvPr/>
        </p:nvSpPr>
        <p:spPr>
          <a:xfrm>
            <a:off x="2468356" y="606000"/>
            <a:ext cx="869400" cy="42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Inlab</a:t>
            </a:r>
            <a:endParaRPr b="0" i="0" sz="1300" u="none" cap="none" strike="noStrike">
              <a:solidFill>
                <a:srgbClr val="000000"/>
              </a:solidFill>
              <a:latin typeface="Arial"/>
              <a:ea typeface="Arial"/>
              <a:cs typeface="Arial"/>
              <a:sym typeface="Arial"/>
            </a:endParaRPr>
          </a:p>
        </p:txBody>
      </p:sp>
      <p:sp>
        <p:nvSpPr>
          <p:cNvPr id="218" name="Google Shape;218;p6"/>
          <p:cNvSpPr/>
          <p:nvPr/>
        </p:nvSpPr>
        <p:spPr>
          <a:xfrm>
            <a:off x="3729737" y="606000"/>
            <a:ext cx="869400" cy="42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Rx.Net</a:t>
            </a:r>
            <a:endParaRPr b="0" i="0" sz="1300" u="none" cap="none" strike="noStrike">
              <a:solidFill>
                <a:srgbClr val="000000"/>
              </a:solidFill>
              <a:latin typeface="Arial"/>
              <a:ea typeface="Arial"/>
              <a:cs typeface="Arial"/>
              <a:sym typeface="Arial"/>
            </a:endParaRPr>
          </a:p>
        </p:txBody>
      </p:sp>
      <p:sp>
        <p:nvSpPr>
          <p:cNvPr id="219" name="Google Shape;219;p6"/>
          <p:cNvSpPr/>
          <p:nvPr/>
        </p:nvSpPr>
        <p:spPr>
          <a:xfrm>
            <a:off x="3407475" y="5709700"/>
            <a:ext cx="822900" cy="627275"/>
          </a:xfrm>
          <a:prstGeom prst="flowChartMagneticDisk">
            <a:avLst/>
          </a:prstGeom>
          <a:solidFill>
            <a:srgbClr val="FF0000"/>
          </a:solidFill>
          <a:ln cap="flat" cmpd="sng" w="9525">
            <a:solidFill>
              <a:srgbClr val="FFFFFF"/>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MySQL</a:t>
            </a:r>
            <a:endParaRPr b="0" i="0" sz="1200" u="none" cap="none" strike="noStrike">
              <a:solidFill>
                <a:srgbClr val="FFFFFF"/>
              </a:solidFill>
              <a:latin typeface="Arial"/>
              <a:ea typeface="Arial"/>
              <a:cs typeface="Arial"/>
              <a:sym typeface="Arial"/>
            </a:endParaRPr>
          </a:p>
        </p:txBody>
      </p:sp>
      <p:sp>
        <p:nvSpPr>
          <p:cNvPr id="220" name="Google Shape;220;p6"/>
          <p:cNvSpPr/>
          <p:nvPr/>
        </p:nvSpPr>
        <p:spPr>
          <a:xfrm>
            <a:off x="6554800" y="5751533"/>
            <a:ext cx="642924" cy="585414"/>
          </a:xfrm>
          <a:prstGeom prst="flowChartDocument">
            <a:avLst/>
          </a:prstGeom>
          <a:gradFill>
            <a:gsLst>
              <a:gs pos="0">
                <a:srgbClr val="0B5394"/>
              </a:gs>
              <a:gs pos="100000">
                <a:srgbClr val="CFE2F3"/>
              </a:gs>
            </a:gsLst>
            <a:lin ang="0" scaled="0"/>
          </a:gra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S3</a:t>
            </a:r>
            <a:endParaRPr b="0" i="0" sz="1200" u="none" cap="none" strike="noStrike">
              <a:solidFill>
                <a:srgbClr val="000000"/>
              </a:solidFill>
              <a:latin typeface="Arial"/>
              <a:ea typeface="Arial"/>
              <a:cs typeface="Arial"/>
              <a:sym typeface="Arial"/>
            </a:endParaRPr>
          </a:p>
        </p:txBody>
      </p:sp>
      <p:cxnSp>
        <p:nvCxnSpPr>
          <p:cNvPr id="221" name="Google Shape;221;p6"/>
          <p:cNvCxnSpPr>
            <a:stCxn id="222" idx="2"/>
            <a:endCxn id="219" idx="1"/>
          </p:cNvCxnSpPr>
          <p:nvPr/>
        </p:nvCxnSpPr>
        <p:spPr>
          <a:xfrm rot="5400000">
            <a:off x="4063725" y="5217317"/>
            <a:ext cx="247500" cy="737400"/>
          </a:xfrm>
          <a:prstGeom prst="bentConnector3">
            <a:avLst>
              <a:gd fmla="val 49987" name="adj1"/>
            </a:avLst>
          </a:prstGeom>
          <a:noFill/>
          <a:ln cap="flat" cmpd="sng" w="9525">
            <a:solidFill>
              <a:schemeClr val="dk2"/>
            </a:solidFill>
            <a:prstDash val="solid"/>
            <a:round/>
            <a:headEnd len="sm" w="sm" type="none"/>
            <a:tailEnd len="sm" w="sm" type="none"/>
          </a:ln>
        </p:spPr>
      </p:cxnSp>
      <p:cxnSp>
        <p:nvCxnSpPr>
          <p:cNvPr id="223" name="Google Shape;223;p6"/>
          <p:cNvCxnSpPr>
            <a:stCxn id="224" idx="1"/>
            <a:endCxn id="222" idx="2"/>
          </p:cNvCxnSpPr>
          <p:nvPr/>
        </p:nvCxnSpPr>
        <p:spPr>
          <a:xfrm flipH="1" rot="5400000">
            <a:off x="4847950" y="5170300"/>
            <a:ext cx="247500" cy="831300"/>
          </a:xfrm>
          <a:prstGeom prst="bentConnector3">
            <a:avLst>
              <a:gd fmla="val 49987" name="adj1"/>
            </a:avLst>
          </a:prstGeom>
          <a:noFill/>
          <a:ln cap="flat" cmpd="sng" w="9525">
            <a:solidFill>
              <a:schemeClr val="dk2"/>
            </a:solidFill>
            <a:prstDash val="solid"/>
            <a:round/>
            <a:headEnd len="sm" w="sm" type="none"/>
            <a:tailEnd len="sm" w="sm" type="none"/>
          </a:ln>
        </p:spPr>
      </p:cxnSp>
      <p:sp>
        <p:nvSpPr>
          <p:cNvPr id="225" name="Google Shape;225;p6"/>
          <p:cNvSpPr/>
          <p:nvPr/>
        </p:nvSpPr>
        <p:spPr>
          <a:xfrm>
            <a:off x="1312090" y="809200"/>
            <a:ext cx="869400" cy="42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Orchestra</a:t>
            </a:r>
            <a:endParaRPr b="0" i="0" sz="1100" u="none" cap="none" strike="noStrike">
              <a:solidFill>
                <a:srgbClr val="000000"/>
              </a:solidFill>
              <a:latin typeface="Arial"/>
              <a:ea typeface="Arial"/>
              <a:cs typeface="Arial"/>
              <a:sym typeface="Arial"/>
            </a:endParaRPr>
          </a:p>
        </p:txBody>
      </p:sp>
      <p:sp>
        <p:nvSpPr>
          <p:cNvPr id="226" name="Google Shape;226;p6"/>
          <p:cNvSpPr/>
          <p:nvPr/>
        </p:nvSpPr>
        <p:spPr>
          <a:xfrm>
            <a:off x="2573471" y="809200"/>
            <a:ext cx="869400" cy="42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Inlab</a:t>
            </a:r>
            <a:endParaRPr b="0" i="0" sz="1300" u="none" cap="none" strike="noStrike">
              <a:solidFill>
                <a:srgbClr val="000000"/>
              </a:solidFill>
              <a:latin typeface="Arial"/>
              <a:ea typeface="Arial"/>
              <a:cs typeface="Arial"/>
              <a:sym typeface="Arial"/>
            </a:endParaRPr>
          </a:p>
        </p:txBody>
      </p:sp>
      <p:sp>
        <p:nvSpPr>
          <p:cNvPr id="227" name="Google Shape;227;p6"/>
          <p:cNvSpPr/>
          <p:nvPr/>
        </p:nvSpPr>
        <p:spPr>
          <a:xfrm>
            <a:off x="3834852" y="809200"/>
            <a:ext cx="869400" cy="42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Rx.Net</a:t>
            </a:r>
            <a:endParaRPr b="0" i="0" sz="1300" u="none" cap="none" strike="noStrike">
              <a:solidFill>
                <a:srgbClr val="000000"/>
              </a:solidFill>
              <a:latin typeface="Arial"/>
              <a:ea typeface="Arial"/>
              <a:cs typeface="Arial"/>
              <a:sym typeface="Arial"/>
            </a:endParaRPr>
          </a:p>
        </p:txBody>
      </p:sp>
      <p:sp>
        <p:nvSpPr>
          <p:cNvPr id="228" name="Google Shape;228;p6"/>
          <p:cNvSpPr/>
          <p:nvPr/>
        </p:nvSpPr>
        <p:spPr>
          <a:xfrm>
            <a:off x="1417205" y="1088600"/>
            <a:ext cx="869400" cy="42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Orchestra</a:t>
            </a:r>
            <a:endParaRPr b="0" i="0" sz="1100" u="none" cap="none" strike="noStrike">
              <a:solidFill>
                <a:srgbClr val="000000"/>
              </a:solidFill>
              <a:latin typeface="Arial"/>
              <a:ea typeface="Arial"/>
              <a:cs typeface="Arial"/>
              <a:sym typeface="Arial"/>
            </a:endParaRPr>
          </a:p>
        </p:txBody>
      </p:sp>
      <p:sp>
        <p:nvSpPr>
          <p:cNvPr id="229" name="Google Shape;229;p6"/>
          <p:cNvSpPr/>
          <p:nvPr/>
        </p:nvSpPr>
        <p:spPr>
          <a:xfrm>
            <a:off x="2678586" y="1012400"/>
            <a:ext cx="869400" cy="42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Inlab</a:t>
            </a:r>
            <a:endParaRPr b="0" i="0" sz="1300" u="none" cap="none" strike="noStrike">
              <a:solidFill>
                <a:srgbClr val="000000"/>
              </a:solidFill>
              <a:latin typeface="Arial"/>
              <a:ea typeface="Arial"/>
              <a:cs typeface="Arial"/>
              <a:sym typeface="Arial"/>
            </a:endParaRPr>
          </a:p>
        </p:txBody>
      </p:sp>
      <p:sp>
        <p:nvSpPr>
          <p:cNvPr id="230" name="Google Shape;230;p6"/>
          <p:cNvSpPr/>
          <p:nvPr/>
        </p:nvSpPr>
        <p:spPr>
          <a:xfrm>
            <a:off x="3939967" y="1012400"/>
            <a:ext cx="869400" cy="42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Rx.Net</a:t>
            </a:r>
            <a:endParaRPr b="0" i="0" sz="1300" u="none" cap="none" strike="noStrike">
              <a:solidFill>
                <a:srgbClr val="000000"/>
              </a:solidFill>
              <a:latin typeface="Arial"/>
              <a:ea typeface="Arial"/>
              <a:cs typeface="Arial"/>
              <a:sym typeface="Arial"/>
            </a:endParaRPr>
          </a:p>
        </p:txBody>
      </p:sp>
      <p:sp>
        <p:nvSpPr>
          <p:cNvPr id="231" name="Google Shape;231;p6"/>
          <p:cNvSpPr/>
          <p:nvPr/>
        </p:nvSpPr>
        <p:spPr>
          <a:xfrm>
            <a:off x="4124525" y="1888700"/>
            <a:ext cx="822900" cy="33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R53</a:t>
            </a:r>
            <a:endParaRPr b="0" i="0" sz="1200" u="none" cap="none" strike="noStrike">
              <a:solidFill>
                <a:srgbClr val="000000"/>
              </a:solidFill>
              <a:latin typeface="Arial"/>
              <a:ea typeface="Arial"/>
              <a:cs typeface="Arial"/>
              <a:sym typeface="Arial"/>
            </a:endParaRPr>
          </a:p>
        </p:txBody>
      </p:sp>
      <p:sp>
        <p:nvSpPr>
          <p:cNvPr id="232" name="Google Shape;232;p6"/>
          <p:cNvSpPr/>
          <p:nvPr/>
        </p:nvSpPr>
        <p:spPr>
          <a:xfrm>
            <a:off x="3914975" y="3107900"/>
            <a:ext cx="572100" cy="33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ALB int</a:t>
            </a:r>
            <a:endParaRPr b="0" i="0" sz="1200" u="none" cap="none" strike="noStrike">
              <a:solidFill>
                <a:srgbClr val="000000"/>
              </a:solidFill>
              <a:latin typeface="Arial"/>
              <a:ea typeface="Arial"/>
              <a:cs typeface="Arial"/>
              <a:sym typeface="Arial"/>
            </a:endParaRPr>
          </a:p>
        </p:txBody>
      </p:sp>
      <p:sp>
        <p:nvSpPr>
          <p:cNvPr id="233" name="Google Shape;233;p6"/>
          <p:cNvSpPr/>
          <p:nvPr/>
        </p:nvSpPr>
        <p:spPr>
          <a:xfrm>
            <a:off x="4603500" y="3107900"/>
            <a:ext cx="572100" cy="334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ALB ext</a:t>
            </a:r>
            <a:endParaRPr b="0" i="0" sz="1200" u="none" cap="none" strike="noStrike">
              <a:solidFill>
                <a:srgbClr val="000000"/>
              </a:solidFill>
              <a:latin typeface="Arial"/>
              <a:ea typeface="Arial"/>
              <a:cs typeface="Arial"/>
              <a:sym typeface="Arial"/>
            </a:endParaRPr>
          </a:p>
        </p:txBody>
      </p:sp>
      <p:sp>
        <p:nvSpPr>
          <p:cNvPr id="234" name="Google Shape;234;p6"/>
          <p:cNvSpPr/>
          <p:nvPr/>
        </p:nvSpPr>
        <p:spPr>
          <a:xfrm>
            <a:off x="6137175" y="606000"/>
            <a:ext cx="822900" cy="42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Walmann</a:t>
            </a:r>
            <a:endParaRPr b="0" i="0" sz="1300" u="none" cap="none" strike="noStrike">
              <a:solidFill>
                <a:srgbClr val="000000"/>
              </a:solidFill>
              <a:latin typeface="Arial"/>
              <a:ea typeface="Arial"/>
              <a:cs typeface="Arial"/>
              <a:sym typeface="Arial"/>
            </a:endParaRPr>
          </a:p>
        </p:txBody>
      </p:sp>
      <p:sp>
        <p:nvSpPr>
          <p:cNvPr id="235" name="Google Shape;235;p6"/>
          <p:cNvSpPr/>
          <p:nvPr/>
        </p:nvSpPr>
        <p:spPr>
          <a:xfrm>
            <a:off x="7051575" y="606000"/>
            <a:ext cx="822900" cy="42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OnSight</a:t>
            </a:r>
            <a:endParaRPr b="0" i="0" sz="1300" u="none" cap="none" strike="noStrike">
              <a:solidFill>
                <a:srgbClr val="000000"/>
              </a:solidFill>
              <a:latin typeface="Arial"/>
              <a:ea typeface="Arial"/>
              <a:cs typeface="Arial"/>
              <a:sym typeface="Arial"/>
            </a:endParaRPr>
          </a:p>
        </p:txBody>
      </p:sp>
      <p:cxnSp>
        <p:nvCxnSpPr>
          <p:cNvPr id="236" name="Google Shape;236;p6"/>
          <p:cNvCxnSpPr>
            <a:stCxn id="230" idx="2"/>
            <a:endCxn id="231" idx="0"/>
          </p:cNvCxnSpPr>
          <p:nvPr/>
        </p:nvCxnSpPr>
        <p:spPr>
          <a:xfrm flipH="1" rot="-5400000">
            <a:off x="4229617" y="1582250"/>
            <a:ext cx="451500" cy="161400"/>
          </a:xfrm>
          <a:prstGeom prst="bentConnector3">
            <a:avLst>
              <a:gd fmla="val 49989" name="adj1"/>
            </a:avLst>
          </a:prstGeom>
          <a:noFill/>
          <a:ln cap="flat" cmpd="sng" w="9525">
            <a:solidFill>
              <a:schemeClr val="dk2"/>
            </a:solidFill>
            <a:prstDash val="solid"/>
            <a:round/>
            <a:headEnd len="sm" w="sm" type="none"/>
            <a:tailEnd len="sm" w="sm" type="none"/>
          </a:ln>
        </p:spPr>
      </p:cxnSp>
      <p:cxnSp>
        <p:nvCxnSpPr>
          <p:cNvPr id="237" name="Google Shape;237;p6"/>
          <p:cNvCxnSpPr>
            <a:stCxn id="231" idx="2"/>
            <a:endCxn id="232" idx="0"/>
          </p:cNvCxnSpPr>
          <p:nvPr/>
        </p:nvCxnSpPr>
        <p:spPr>
          <a:xfrm rot="5400000">
            <a:off x="3926225" y="2498150"/>
            <a:ext cx="884700" cy="334800"/>
          </a:xfrm>
          <a:prstGeom prst="bentConnector3">
            <a:avLst>
              <a:gd fmla="val 50000" name="adj1"/>
            </a:avLst>
          </a:prstGeom>
          <a:noFill/>
          <a:ln cap="flat" cmpd="sng" w="9525">
            <a:solidFill>
              <a:schemeClr val="dk2"/>
            </a:solidFill>
            <a:prstDash val="solid"/>
            <a:round/>
            <a:headEnd len="sm" w="sm" type="none"/>
            <a:tailEnd len="med" w="med" type="triangle"/>
          </a:ln>
        </p:spPr>
      </p:cxnSp>
      <p:cxnSp>
        <p:nvCxnSpPr>
          <p:cNvPr id="238" name="Google Shape;238;p6"/>
          <p:cNvCxnSpPr>
            <a:stCxn id="234" idx="2"/>
            <a:endCxn id="231" idx="0"/>
          </p:cNvCxnSpPr>
          <p:nvPr/>
        </p:nvCxnSpPr>
        <p:spPr>
          <a:xfrm rot="5400000">
            <a:off x="5113275" y="453450"/>
            <a:ext cx="858000" cy="2012700"/>
          </a:xfrm>
          <a:prstGeom prst="bentConnector3">
            <a:avLst>
              <a:gd fmla="val 49994" name="adj1"/>
            </a:avLst>
          </a:prstGeom>
          <a:noFill/>
          <a:ln cap="flat" cmpd="sng" w="9525">
            <a:solidFill>
              <a:srgbClr val="535353"/>
            </a:solidFill>
            <a:prstDash val="solid"/>
            <a:round/>
            <a:headEnd len="sm" w="sm" type="none"/>
            <a:tailEnd len="sm" w="sm" type="none"/>
          </a:ln>
        </p:spPr>
      </p:cxnSp>
      <p:cxnSp>
        <p:nvCxnSpPr>
          <p:cNvPr id="239" name="Google Shape;239;p6"/>
          <p:cNvCxnSpPr>
            <a:stCxn id="231" idx="2"/>
            <a:endCxn id="233" idx="0"/>
          </p:cNvCxnSpPr>
          <p:nvPr/>
        </p:nvCxnSpPr>
        <p:spPr>
          <a:xfrm flipH="1" rot="-5400000">
            <a:off x="4270475" y="2488700"/>
            <a:ext cx="884700" cy="353700"/>
          </a:xfrm>
          <a:prstGeom prst="bentConnector3">
            <a:avLst>
              <a:gd fmla="val 50000" name="adj1"/>
            </a:avLst>
          </a:prstGeom>
          <a:noFill/>
          <a:ln cap="flat" cmpd="sng" w="9525">
            <a:solidFill>
              <a:srgbClr val="535353"/>
            </a:solidFill>
            <a:prstDash val="solid"/>
            <a:round/>
            <a:headEnd len="sm" w="sm" type="none"/>
            <a:tailEnd len="med" w="med" type="triangle"/>
          </a:ln>
        </p:spPr>
      </p:cxnSp>
      <p:sp>
        <p:nvSpPr>
          <p:cNvPr id="240" name="Google Shape;240;p6"/>
          <p:cNvSpPr/>
          <p:nvPr/>
        </p:nvSpPr>
        <p:spPr>
          <a:xfrm>
            <a:off x="4991105" y="606000"/>
            <a:ext cx="869400" cy="42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B2B portal</a:t>
            </a:r>
            <a:endParaRPr b="0" i="0" sz="1300" u="none" cap="none" strike="noStrike">
              <a:solidFill>
                <a:srgbClr val="000000"/>
              </a:solidFill>
              <a:latin typeface="Arial"/>
              <a:ea typeface="Arial"/>
              <a:cs typeface="Arial"/>
              <a:sym typeface="Arial"/>
            </a:endParaRPr>
          </a:p>
        </p:txBody>
      </p:sp>
      <p:sp>
        <p:nvSpPr>
          <p:cNvPr id="241" name="Google Shape;241;p6"/>
          <p:cNvSpPr/>
          <p:nvPr/>
        </p:nvSpPr>
        <p:spPr>
          <a:xfrm>
            <a:off x="5143505" y="809200"/>
            <a:ext cx="869400" cy="42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B2B portal</a:t>
            </a:r>
            <a:endParaRPr b="0" i="0" sz="1300" u="none" cap="none" strike="noStrike">
              <a:solidFill>
                <a:srgbClr val="000000"/>
              </a:solidFill>
              <a:latin typeface="Arial"/>
              <a:ea typeface="Arial"/>
              <a:cs typeface="Arial"/>
              <a:sym typeface="Arial"/>
            </a:endParaRPr>
          </a:p>
        </p:txBody>
      </p:sp>
      <p:cxnSp>
        <p:nvCxnSpPr>
          <p:cNvPr id="242" name="Google Shape;242;p6"/>
          <p:cNvCxnSpPr>
            <a:stCxn id="232" idx="2"/>
            <a:endCxn id="222" idx="0"/>
          </p:cNvCxnSpPr>
          <p:nvPr/>
        </p:nvCxnSpPr>
        <p:spPr>
          <a:xfrm>
            <a:off x="4201025" y="3442400"/>
            <a:ext cx="355200" cy="644400"/>
          </a:xfrm>
          <a:prstGeom prst="straightConnector1">
            <a:avLst/>
          </a:prstGeom>
          <a:noFill/>
          <a:ln cap="flat" cmpd="sng" w="9525">
            <a:solidFill>
              <a:schemeClr val="dk2"/>
            </a:solidFill>
            <a:prstDash val="solid"/>
            <a:round/>
            <a:headEnd len="sm" w="sm" type="none"/>
            <a:tailEnd len="med" w="med" type="triangle"/>
          </a:ln>
        </p:spPr>
      </p:cxnSp>
      <p:cxnSp>
        <p:nvCxnSpPr>
          <p:cNvPr id="243" name="Google Shape;243;p6"/>
          <p:cNvCxnSpPr>
            <a:stCxn id="233" idx="2"/>
            <a:endCxn id="222" idx="0"/>
          </p:cNvCxnSpPr>
          <p:nvPr/>
        </p:nvCxnSpPr>
        <p:spPr>
          <a:xfrm flipH="1">
            <a:off x="4556250" y="3442400"/>
            <a:ext cx="333300" cy="644400"/>
          </a:xfrm>
          <a:prstGeom prst="straightConnector1">
            <a:avLst/>
          </a:prstGeom>
          <a:noFill/>
          <a:ln cap="flat" cmpd="sng" w="9525">
            <a:solidFill>
              <a:srgbClr val="535353"/>
            </a:solidFill>
            <a:prstDash val="solid"/>
            <a:round/>
            <a:headEnd len="sm" w="sm" type="none"/>
            <a:tailEnd len="med" w="med" type="triangle"/>
          </a:ln>
        </p:spPr>
      </p:cxnSp>
      <p:sp>
        <p:nvSpPr>
          <p:cNvPr id="244" name="Google Shape;244;p6"/>
          <p:cNvSpPr/>
          <p:nvPr/>
        </p:nvSpPr>
        <p:spPr>
          <a:xfrm>
            <a:off x="0" y="0"/>
            <a:ext cx="9144000" cy="501900"/>
          </a:xfrm>
          <a:prstGeom prst="rect">
            <a:avLst/>
          </a:prstGeom>
          <a:solidFill>
            <a:srgbClr val="45818E"/>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Arial"/>
                <a:ea typeface="Arial"/>
                <a:cs typeface="Arial"/>
                <a:sym typeface="Arial"/>
              </a:rPr>
              <a:t>Functional API : Current Architecture with Eyecloud V2 </a:t>
            </a:r>
            <a:endParaRPr b="1" i="0" sz="2400" u="none" cap="none" strike="noStrike">
              <a:solidFill>
                <a:srgbClr val="FFFFFF"/>
              </a:solidFill>
              <a:latin typeface="Arial"/>
              <a:ea typeface="Arial"/>
              <a:cs typeface="Arial"/>
              <a:sym typeface="Arial"/>
            </a:endParaRPr>
          </a:p>
        </p:txBody>
      </p:sp>
      <p:sp>
        <p:nvSpPr>
          <p:cNvPr id="222" name="Google Shape;222;p6"/>
          <p:cNvSpPr/>
          <p:nvPr/>
        </p:nvSpPr>
        <p:spPr>
          <a:xfrm>
            <a:off x="3853125" y="4086767"/>
            <a:ext cx="1406100" cy="1375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6"/>
          <p:cNvSpPr/>
          <p:nvPr/>
        </p:nvSpPr>
        <p:spPr>
          <a:xfrm>
            <a:off x="3921675" y="4123433"/>
            <a:ext cx="1260600" cy="264000"/>
          </a:xfrm>
          <a:prstGeom prst="rect">
            <a:avLst/>
          </a:prstGeom>
          <a:solidFill>
            <a:srgbClr val="A4C2F4"/>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rgbClr val="000000"/>
                </a:solidFill>
                <a:latin typeface="Arial"/>
                <a:ea typeface="Arial"/>
                <a:cs typeface="Arial"/>
                <a:sym typeface="Arial"/>
              </a:rPr>
              <a:t>Provides of unique ECID on the fly | batch mode</a:t>
            </a:r>
            <a:endParaRPr b="0" i="0" sz="700" u="none" cap="none" strike="noStrike">
              <a:solidFill>
                <a:srgbClr val="000000"/>
              </a:solidFill>
              <a:latin typeface="Arial"/>
              <a:ea typeface="Arial"/>
              <a:cs typeface="Arial"/>
              <a:sym typeface="Arial"/>
            </a:endParaRPr>
          </a:p>
        </p:txBody>
      </p:sp>
      <p:sp>
        <p:nvSpPr>
          <p:cNvPr id="246" name="Google Shape;246;p6"/>
          <p:cNvSpPr/>
          <p:nvPr/>
        </p:nvSpPr>
        <p:spPr>
          <a:xfrm>
            <a:off x="3921675" y="4809222"/>
            <a:ext cx="1260600" cy="334500"/>
          </a:xfrm>
          <a:prstGeom prst="rect">
            <a:avLst/>
          </a:prstGeom>
          <a:solidFill>
            <a:srgbClr val="1C4587"/>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rgbClr val="FFFFFF"/>
                </a:solidFill>
                <a:latin typeface="Arial"/>
                <a:ea typeface="Arial"/>
                <a:cs typeface="Arial"/>
                <a:sym typeface="Arial"/>
              </a:rPr>
              <a:t>Provides (GET) document / metadata</a:t>
            </a:r>
            <a:endParaRPr b="0" i="0" sz="700" u="none" cap="none" strike="noStrike">
              <a:solidFill>
                <a:srgbClr val="FFFFFF"/>
              </a:solidFill>
              <a:latin typeface="Arial"/>
              <a:ea typeface="Arial"/>
              <a:cs typeface="Arial"/>
              <a:sym typeface="Arial"/>
            </a:endParaRPr>
          </a:p>
        </p:txBody>
      </p:sp>
      <p:sp>
        <p:nvSpPr>
          <p:cNvPr id="247" name="Google Shape;247;p6"/>
          <p:cNvSpPr/>
          <p:nvPr/>
        </p:nvSpPr>
        <p:spPr>
          <a:xfrm>
            <a:off x="3921675" y="4433923"/>
            <a:ext cx="1260600" cy="334500"/>
          </a:xfrm>
          <a:prstGeom prst="rect">
            <a:avLst/>
          </a:prstGeom>
          <a:solidFill>
            <a:srgbClr val="3C78D8"/>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rgbClr val="FFFFFF"/>
                </a:solidFill>
                <a:latin typeface="Arial"/>
                <a:ea typeface="Arial"/>
                <a:cs typeface="Arial"/>
                <a:sym typeface="Arial"/>
              </a:rPr>
              <a:t>Stores (POST) document / metadata</a:t>
            </a:r>
            <a:endParaRPr b="0" i="0" sz="700" u="none" cap="none" strike="noStrike">
              <a:solidFill>
                <a:srgbClr val="FFFFFF"/>
              </a:solidFill>
              <a:latin typeface="Arial"/>
              <a:ea typeface="Arial"/>
              <a:cs typeface="Arial"/>
              <a:sym typeface="Arial"/>
            </a:endParaRPr>
          </a:p>
        </p:txBody>
      </p:sp>
      <p:sp>
        <p:nvSpPr>
          <p:cNvPr id="248" name="Google Shape;248;p6"/>
          <p:cNvSpPr/>
          <p:nvPr/>
        </p:nvSpPr>
        <p:spPr>
          <a:xfrm>
            <a:off x="3921675" y="5114033"/>
            <a:ext cx="1260600" cy="264000"/>
          </a:xfrm>
          <a:prstGeom prst="rect">
            <a:avLst/>
          </a:prstGeom>
          <a:solidFill>
            <a:srgbClr val="FF0000"/>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rgbClr val="FFFFFF"/>
                </a:solidFill>
                <a:latin typeface="Arial"/>
                <a:ea typeface="Arial"/>
                <a:cs typeface="Arial"/>
                <a:sym typeface="Arial"/>
              </a:rPr>
              <a:t>Authentication Authorization</a:t>
            </a:r>
            <a:endParaRPr b="0" i="0" sz="700" u="none" cap="none" strike="noStrike">
              <a:solidFill>
                <a:srgbClr val="FFFFFF"/>
              </a:solidFill>
              <a:latin typeface="Arial"/>
              <a:ea typeface="Arial"/>
              <a:cs typeface="Arial"/>
              <a:sym typeface="Arial"/>
            </a:endParaRPr>
          </a:p>
        </p:txBody>
      </p:sp>
      <p:sp>
        <p:nvSpPr>
          <p:cNvPr id="249" name="Google Shape;249;p6"/>
          <p:cNvSpPr txBox="1"/>
          <p:nvPr/>
        </p:nvSpPr>
        <p:spPr>
          <a:xfrm>
            <a:off x="5171825" y="2124867"/>
            <a:ext cx="1161600" cy="6273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Get ECID</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Post data/document</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Get data/document</a:t>
            </a:r>
            <a:endParaRPr b="0" i="0" sz="900" u="none" cap="none" strike="noStrike">
              <a:solidFill>
                <a:srgbClr val="000000"/>
              </a:solidFill>
              <a:latin typeface="Arial"/>
              <a:ea typeface="Arial"/>
              <a:cs typeface="Arial"/>
              <a:sym typeface="Arial"/>
            </a:endParaRPr>
          </a:p>
        </p:txBody>
      </p:sp>
      <p:sp>
        <p:nvSpPr>
          <p:cNvPr id="224" name="Google Shape;224;p6"/>
          <p:cNvSpPr/>
          <p:nvPr/>
        </p:nvSpPr>
        <p:spPr>
          <a:xfrm>
            <a:off x="4952650" y="5709700"/>
            <a:ext cx="869400" cy="627275"/>
          </a:xfrm>
          <a:prstGeom prst="flowChartMagneticDisk">
            <a:avLst/>
          </a:prstGeom>
          <a:gradFill>
            <a:gsLst>
              <a:gs pos="0">
                <a:srgbClr val="0B5394"/>
              </a:gs>
              <a:gs pos="100000">
                <a:srgbClr val="CFE2F3"/>
              </a:gs>
            </a:gsLst>
            <a:lin ang="0" scaled="0"/>
          </a:gra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Dynamo DB</a:t>
            </a:r>
            <a:endParaRPr b="0" i="0" sz="1200" u="none" cap="none" strike="noStrike">
              <a:solidFill>
                <a:schemeClr val="dk1"/>
              </a:solidFill>
              <a:latin typeface="Arial"/>
              <a:ea typeface="Arial"/>
              <a:cs typeface="Arial"/>
              <a:sym typeface="Arial"/>
            </a:endParaRPr>
          </a:p>
        </p:txBody>
      </p:sp>
      <p:cxnSp>
        <p:nvCxnSpPr>
          <p:cNvPr id="250" name="Google Shape;250;p6"/>
          <p:cNvCxnSpPr>
            <a:stCxn id="224" idx="4"/>
            <a:endCxn id="220" idx="1"/>
          </p:cNvCxnSpPr>
          <p:nvPr/>
        </p:nvCxnSpPr>
        <p:spPr>
          <a:xfrm>
            <a:off x="5822050" y="6023338"/>
            <a:ext cx="732900" cy="21000"/>
          </a:xfrm>
          <a:prstGeom prst="straightConnector1">
            <a:avLst/>
          </a:prstGeom>
          <a:noFill/>
          <a:ln cap="flat" cmpd="sng" w="9525">
            <a:solidFill>
              <a:schemeClr val="dk2"/>
            </a:solidFill>
            <a:prstDash val="solid"/>
            <a:round/>
            <a:headEnd len="sm" w="sm" type="none"/>
            <a:tailEnd len="med" w="med" type="stealth"/>
          </a:ln>
        </p:spPr>
      </p:cxnSp>
      <p:sp>
        <p:nvSpPr>
          <p:cNvPr id="251" name="Google Shape;251;p6"/>
          <p:cNvSpPr/>
          <p:nvPr/>
        </p:nvSpPr>
        <p:spPr>
          <a:xfrm>
            <a:off x="5426725" y="4265375"/>
            <a:ext cx="264300" cy="10701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6"/>
          <p:cNvSpPr/>
          <p:nvPr/>
        </p:nvSpPr>
        <p:spPr>
          <a:xfrm>
            <a:off x="5857661" y="4592310"/>
            <a:ext cx="705000" cy="290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ASG</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7"/>
          <p:cNvSpPr txBox="1"/>
          <p:nvPr>
            <p:ph type="title"/>
          </p:nvPr>
        </p:nvSpPr>
        <p:spPr>
          <a:xfrm>
            <a:off x="1390606" y="476256"/>
            <a:ext cx="7200900" cy="571500"/>
          </a:xfrm>
          <a:prstGeom prst="rect">
            <a:avLst/>
          </a:prstGeom>
          <a:noFill/>
          <a:ln>
            <a:noFill/>
          </a:ln>
        </p:spPr>
        <p:txBody>
          <a:bodyPr anchorCtr="0" anchor="ctr" bIns="0" lIns="0" spcFirstLastPara="1" rIns="0" wrap="square" tIns="0">
            <a:noAutofit/>
          </a:bodyPr>
          <a:lstStyle/>
          <a:p>
            <a:pPr indent="0" lvl="0" marL="0" rtl="0" algn="l">
              <a:lnSpc>
                <a:spcPct val="150000"/>
              </a:lnSpc>
              <a:spcBef>
                <a:spcPts val="0"/>
              </a:spcBef>
              <a:spcAft>
                <a:spcPts val="0"/>
              </a:spcAft>
              <a:buSzPts val="1800"/>
              <a:buNone/>
            </a:pPr>
            <a:r>
              <a:rPr lang="en-US" sz="3800"/>
              <a:t>Target Goal</a:t>
            </a:r>
            <a:endParaRPr sz="3800"/>
          </a:p>
        </p:txBody>
      </p:sp>
      <p:sp>
        <p:nvSpPr>
          <p:cNvPr id="259" name="Google Shape;259;p7"/>
          <p:cNvSpPr txBox="1"/>
          <p:nvPr>
            <p:ph idx="12" type="sldNum"/>
          </p:nvPr>
        </p:nvSpPr>
        <p:spPr>
          <a:xfrm>
            <a:off x="8459788" y="6416675"/>
            <a:ext cx="360300" cy="1800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700"/>
              <a:buNone/>
            </a:pPr>
            <a:r>
              <a:rPr lang="en-US"/>
              <a:t>P.</a:t>
            </a:r>
            <a:fld id="{00000000-1234-1234-1234-123412341234}" type="slidenum">
              <a:rPr lang="en-US"/>
              <a:t>‹#›</a:t>
            </a:fld>
            <a:endParaRPr/>
          </a:p>
        </p:txBody>
      </p:sp>
      <p:grpSp>
        <p:nvGrpSpPr>
          <p:cNvPr id="260" name="Google Shape;260;p7"/>
          <p:cNvGrpSpPr/>
          <p:nvPr/>
        </p:nvGrpSpPr>
        <p:grpSpPr>
          <a:xfrm>
            <a:off x="-58532" y="1447917"/>
            <a:ext cx="9202522" cy="3788720"/>
            <a:chOff x="0" y="1704976"/>
            <a:chExt cx="12192001" cy="4616449"/>
          </a:xfrm>
        </p:grpSpPr>
        <p:pic>
          <p:nvPicPr>
            <p:cNvPr descr="C:\Users\rimeleng\Documents\A_IMAGES_PPT2015\Image21.jpg" id="261" name="Google Shape;261;p7"/>
            <p:cNvPicPr preferRelativeResize="0"/>
            <p:nvPr/>
          </p:nvPicPr>
          <p:blipFill rotWithShape="1">
            <a:blip r:embed="rId3">
              <a:alphaModFix/>
            </a:blip>
            <a:srcRect b="0" l="0" r="0" t="0"/>
            <a:stretch/>
          </p:blipFill>
          <p:spPr>
            <a:xfrm>
              <a:off x="6426200" y="3722688"/>
              <a:ext cx="2794000" cy="2597150"/>
            </a:xfrm>
            <a:prstGeom prst="rect">
              <a:avLst/>
            </a:prstGeom>
            <a:noFill/>
            <a:ln>
              <a:noFill/>
            </a:ln>
          </p:spPr>
        </p:pic>
        <p:pic>
          <p:nvPicPr>
            <p:cNvPr descr="C:\Users\rimeleng\Documents\A_IMAGES_PPT2015\SaoPaulo.jpg" id="262" name="Google Shape;262;p7"/>
            <p:cNvPicPr preferRelativeResize="0"/>
            <p:nvPr/>
          </p:nvPicPr>
          <p:blipFill rotWithShape="1">
            <a:blip r:embed="rId4">
              <a:alphaModFix/>
            </a:blip>
            <a:srcRect b="0" l="0" r="0" t="0"/>
            <a:stretch/>
          </p:blipFill>
          <p:spPr>
            <a:xfrm>
              <a:off x="9290051" y="3289300"/>
              <a:ext cx="2901949" cy="3028950"/>
            </a:xfrm>
            <a:prstGeom prst="rect">
              <a:avLst/>
            </a:prstGeom>
            <a:noFill/>
            <a:ln>
              <a:noFill/>
            </a:ln>
          </p:spPr>
        </p:pic>
        <p:pic>
          <p:nvPicPr>
            <p:cNvPr descr="C:\Users\rimeleng\Documents\A_IMAGES_PPT2015\Image22.jpg" id="263" name="Google Shape;263;p7"/>
            <p:cNvPicPr preferRelativeResize="0"/>
            <p:nvPr/>
          </p:nvPicPr>
          <p:blipFill rotWithShape="1">
            <a:blip r:embed="rId5">
              <a:alphaModFix/>
            </a:blip>
            <a:srcRect b="0" l="0" r="0" t="0"/>
            <a:stretch/>
          </p:blipFill>
          <p:spPr>
            <a:xfrm>
              <a:off x="3352801" y="3103563"/>
              <a:ext cx="2952751" cy="3217862"/>
            </a:xfrm>
            <a:prstGeom prst="rect">
              <a:avLst/>
            </a:prstGeom>
            <a:noFill/>
            <a:ln>
              <a:noFill/>
            </a:ln>
          </p:spPr>
        </p:pic>
        <p:pic>
          <p:nvPicPr>
            <p:cNvPr descr="C:\Users\rimeleng\Documents\A_IMAGES_PPT2015\Feordi.jpg" id="264" name="Google Shape;264;p7"/>
            <p:cNvPicPr preferRelativeResize="0"/>
            <p:nvPr/>
          </p:nvPicPr>
          <p:blipFill rotWithShape="1">
            <a:blip r:embed="rId6">
              <a:alphaModFix/>
            </a:blip>
            <a:srcRect b="0" l="0" r="0" t="0"/>
            <a:stretch/>
          </p:blipFill>
          <p:spPr>
            <a:xfrm>
              <a:off x="0" y="3398839"/>
              <a:ext cx="3295651" cy="2917824"/>
            </a:xfrm>
            <a:prstGeom prst="rect">
              <a:avLst/>
            </a:prstGeom>
            <a:noFill/>
            <a:ln>
              <a:noFill/>
            </a:ln>
          </p:spPr>
        </p:pic>
        <p:pic>
          <p:nvPicPr>
            <p:cNvPr descr="C:\Users\rimeleng\Documents\A_IMAGES_PPT2015\Verres.jpg" id="265" name="Google Shape;265;p7"/>
            <p:cNvPicPr preferRelativeResize="0"/>
            <p:nvPr/>
          </p:nvPicPr>
          <p:blipFill rotWithShape="1">
            <a:blip r:embed="rId7">
              <a:alphaModFix/>
            </a:blip>
            <a:srcRect b="0" l="0" r="0" t="1525"/>
            <a:stretch/>
          </p:blipFill>
          <p:spPr>
            <a:xfrm>
              <a:off x="1" y="1720850"/>
              <a:ext cx="3291417" cy="1627188"/>
            </a:xfrm>
            <a:prstGeom prst="rect">
              <a:avLst/>
            </a:prstGeom>
            <a:noFill/>
            <a:ln>
              <a:noFill/>
            </a:ln>
          </p:spPr>
        </p:pic>
        <p:pic>
          <p:nvPicPr>
            <p:cNvPr descr="C:\Users\rimeleng\Documents\A_IMAGES_PPT2015\Image17.jpg" id="266" name="Google Shape;266;p7"/>
            <p:cNvPicPr preferRelativeResize="0"/>
            <p:nvPr/>
          </p:nvPicPr>
          <p:blipFill rotWithShape="1">
            <a:blip r:embed="rId8">
              <a:alphaModFix/>
            </a:blip>
            <a:srcRect b="0" l="0" r="0" t="2466"/>
            <a:stretch/>
          </p:blipFill>
          <p:spPr>
            <a:xfrm>
              <a:off x="3359152" y="1720851"/>
              <a:ext cx="2950633" cy="1330325"/>
            </a:xfrm>
            <a:prstGeom prst="rect">
              <a:avLst/>
            </a:prstGeom>
            <a:noFill/>
            <a:ln>
              <a:noFill/>
            </a:ln>
          </p:spPr>
        </p:pic>
        <p:pic>
          <p:nvPicPr>
            <p:cNvPr descr="C:\Users\rimeleng\Documents\A_IMAGES_PPT2015\Image19.jpg" id="267" name="Google Shape;267;p7"/>
            <p:cNvPicPr preferRelativeResize="0"/>
            <p:nvPr/>
          </p:nvPicPr>
          <p:blipFill rotWithShape="1">
            <a:blip r:embed="rId9">
              <a:alphaModFix/>
            </a:blip>
            <a:srcRect b="0" l="0" r="0" t="0"/>
            <a:stretch/>
          </p:blipFill>
          <p:spPr>
            <a:xfrm>
              <a:off x="9309101" y="1704976"/>
              <a:ext cx="2882900" cy="1527175"/>
            </a:xfrm>
            <a:prstGeom prst="rect">
              <a:avLst/>
            </a:prstGeom>
            <a:noFill/>
            <a:ln>
              <a:noFill/>
            </a:ln>
          </p:spPr>
        </p:pic>
        <p:pic>
          <p:nvPicPr>
            <p:cNvPr descr="C:\Users\rimeleng\Documents\A_IMAGES_PPT2015\Enfants_chin.jpg" id="268" name="Google Shape;268;p7"/>
            <p:cNvPicPr preferRelativeResize="0"/>
            <p:nvPr/>
          </p:nvPicPr>
          <p:blipFill rotWithShape="1">
            <a:blip r:embed="rId10">
              <a:alphaModFix/>
            </a:blip>
            <a:srcRect b="0" l="0" r="0" t="0"/>
            <a:stretch/>
          </p:blipFill>
          <p:spPr>
            <a:xfrm>
              <a:off x="6411385" y="1709739"/>
              <a:ext cx="2813049" cy="1951037"/>
            </a:xfrm>
            <a:prstGeom prst="rect">
              <a:avLst/>
            </a:prstGeom>
            <a:noFill/>
            <a:ln>
              <a:noFill/>
            </a:ln>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8"/>
          <p:cNvSpPr/>
          <p:nvPr/>
        </p:nvSpPr>
        <p:spPr>
          <a:xfrm>
            <a:off x="5792050" y="1280925"/>
            <a:ext cx="3180000" cy="3659700"/>
          </a:xfrm>
          <a:prstGeom prst="rect">
            <a:avLst/>
          </a:prstGeom>
          <a:gradFill>
            <a:gsLst>
              <a:gs pos="0">
                <a:srgbClr val="D4E5F5"/>
              </a:gs>
              <a:gs pos="100000">
                <a:srgbClr val="70A4D5"/>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8"/>
          <p:cNvSpPr/>
          <p:nvPr/>
        </p:nvSpPr>
        <p:spPr>
          <a:xfrm>
            <a:off x="153250" y="1357125"/>
            <a:ext cx="3180000" cy="3456300"/>
          </a:xfrm>
          <a:prstGeom prst="rect">
            <a:avLst/>
          </a:prstGeom>
          <a:gradFill>
            <a:gsLst>
              <a:gs pos="0">
                <a:srgbClr val="D4E5F5"/>
              </a:gs>
              <a:gs pos="100000">
                <a:srgbClr val="70A4D5"/>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8"/>
          <p:cNvSpPr txBox="1"/>
          <p:nvPr>
            <p:ph idx="12" type="sldNum"/>
          </p:nvPr>
        </p:nvSpPr>
        <p:spPr>
          <a:xfrm>
            <a:off x="8472458" y="6065222"/>
            <a:ext cx="548700" cy="524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277" name="Google Shape;277;p8"/>
          <p:cNvSpPr/>
          <p:nvPr/>
        </p:nvSpPr>
        <p:spPr>
          <a:xfrm>
            <a:off x="3581400" y="2796550"/>
            <a:ext cx="1086000" cy="838200"/>
          </a:xfrm>
          <a:prstGeom prst="chevron">
            <a:avLst>
              <a:gd fmla="val 50000" name="adj"/>
            </a:avLst>
          </a:prstGeom>
          <a:gradFill>
            <a:gsLst>
              <a:gs pos="0">
                <a:srgbClr val="D4E5F5"/>
              </a:gs>
              <a:gs pos="100000">
                <a:srgbClr val="70A4D5"/>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8"/>
          <p:cNvSpPr/>
          <p:nvPr/>
        </p:nvSpPr>
        <p:spPr>
          <a:xfrm>
            <a:off x="381000" y="933450"/>
            <a:ext cx="2743200" cy="838200"/>
          </a:xfrm>
          <a:prstGeom prst="rect">
            <a:avLst/>
          </a:prstGeom>
          <a:gradFill>
            <a:gsLst>
              <a:gs pos="0">
                <a:srgbClr val="3177EE"/>
              </a:gs>
              <a:gs pos="100000">
                <a:srgbClr val="113D8A"/>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Eyecloud V2 </a:t>
            </a:r>
            <a:endParaRPr b="1"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with the current Architecture</a:t>
            </a:r>
            <a:endParaRPr b="0" i="0" sz="1400" u="none" cap="none" strike="noStrike">
              <a:solidFill>
                <a:srgbClr val="000000"/>
              </a:solidFill>
              <a:latin typeface="Arial"/>
              <a:ea typeface="Arial"/>
              <a:cs typeface="Arial"/>
              <a:sym typeface="Arial"/>
            </a:endParaRPr>
          </a:p>
        </p:txBody>
      </p:sp>
      <p:sp>
        <p:nvSpPr>
          <p:cNvPr id="279" name="Google Shape;279;p8"/>
          <p:cNvSpPr/>
          <p:nvPr/>
        </p:nvSpPr>
        <p:spPr>
          <a:xfrm>
            <a:off x="6019800" y="933450"/>
            <a:ext cx="2743200" cy="838200"/>
          </a:xfrm>
          <a:prstGeom prst="rect">
            <a:avLst/>
          </a:prstGeom>
          <a:gradFill>
            <a:gsLst>
              <a:gs pos="0">
                <a:srgbClr val="3177EE"/>
              </a:gs>
              <a:gs pos="100000">
                <a:srgbClr val="113D8A"/>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Eyecloud V3</a:t>
            </a:r>
            <a:r>
              <a:rPr b="0" i="0" lang="en-US" sz="1400" u="none" cap="none" strike="noStrike">
                <a:solidFill>
                  <a:srgbClr val="000000"/>
                </a:solidFill>
                <a:latin typeface="Arial"/>
                <a:ea typeface="Arial"/>
                <a:cs typeface="Arial"/>
                <a:sym typeface="Arial"/>
              </a:rPr>
              <a:t> with the new architecture</a:t>
            </a:r>
            <a:endParaRPr b="0" i="0" sz="1400" u="none" cap="none" strike="noStrike">
              <a:solidFill>
                <a:srgbClr val="000000"/>
              </a:solidFill>
              <a:latin typeface="Arial"/>
              <a:ea typeface="Arial"/>
              <a:cs typeface="Arial"/>
              <a:sym typeface="Arial"/>
            </a:endParaRPr>
          </a:p>
        </p:txBody>
      </p:sp>
      <p:sp>
        <p:nvSpPr>
          <p:cNvPr id="280" name="Google Shape;280;p8"/>
          <p:cNvSpPr/>
          <p:nvPr/>
        </p:nvSpPr>
        <p:spPr>
          <a:xfrm>
            <a:off x="4038600" y="2796550"/>
            <a:ext cx="1086000" cy="838200"/>
          </a:xfrm>
          <a:prstGeom prst="chevron">
            <a:avLst>
              <a:gd fmla="val 50000" name="adj"/>
            </a:avLst>
          </a:prstGeom>
          <a:gradFill>
            <a:gsLst>
              <a:gs pos="0">
                <a:srgbClr val="D4E5F5"/>
              </a:gs>
              <a:gs pos="100000">
                <a:srgbClr val="70A4D5"/>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8"/>
          <p:cNvSpPr/>
          <p:nvPr/>
        </p:nvSpPr>
        <p:spPr>
          <a:xfrm>
            <a:off x="4495800" y="2796550"/>
            <a:ext cx="1086000" cy="838200"/>
          </a:xfrm>
          <a:prstGeom prst="chevron">
            <a:avLst>
              <a:gd fmla="val 50000" name="adj"/>
            </a:avLst>
          </a:prstGeom>
          <a:gradFill>
            <a:gsLst>
              <a:gs pos="0">
                <a:srgbClr val="D4E5F5"/>
              </a:gs>
              <a:gs pos="100000">
                <a:srgbClr val="70A4D5"/>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8"/>
          <p:cNvSpPr/>
          <p:nvPr/>
        </p:nvSpPr>
        <p:spPr>
          <a:xfrm>
            <a:off x="381000" y="3390900"/>
            <a:ext cx="2743200" cy="666900"/>
          </a:xfrm>
          <a:prstGeom prst="rect">
            <a:avLst/>
          </a:prstGeom>
          <a:gradFill>
            <a:gsLst>
              <a:gs pos="0">
                <a:srgbClr val="D4E5F5"/>
              </a:gs>
              <a:gs pos="100000">
                <a:srgbClr val="70A4D5"/>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Current Users are using V2  </a:t>
            </a:r>
            <a:endParaRPr b="0" i="0" sz="1400" u="none" cap="none" strike="noStrike">
              <a:solidFill>
                <a:srgbClr val="000000"/>
              </a:solidFill>
              <a:latin typeface="Arial"/>
              <a:ea typeface="Arial"/>
              <a:cs typeface="Arial"/>
              <a:sym typeface="Arial"/>
            </a:endParaRPr>
          </a:p>
        </p:txBody>
      </p:sp>
      <p:cxnSp>
        <p:nvCxnSpPr>
          <p:cNvPr id="283" name="Google Shape;283;p8"/>
          <p:cNvCxnSpPr/>
          <p:nvPr/>
        </p:nvCxnSpPr>
        <p:spPr>
          <a:xfrm flipH="1" rot="10800000">
            <a:off x="304800" y="5638950"/>
            <a:ext cx="8763600" cy="18900"/>
          </a:xfrm>
          <a:prstGeom prst="straightConnector1">
            <a:avLst/>
          </a:prstGeom>
          <a:noFill/>
          <a:ln cap="flat" cmpd="sng" w="9525">
            <a:solidFill>
              <a:schemeClr val="dk2"/>
            </a:solidFill>
            <a:prstDash val="solid"/>
            <a:round/>
            <a:headEnd len="sm" w="sm" type="none"/>
            <a:tailEnd len="med" w="med" type="triangle"/>
          </a:ln>
        </p:spPr>
      </p:cxnSp>
      <p:sp>
        <p:nvSpPr>
          <p:cNvPr id="284" name="Google Shape;284;p8"/>
          <p:cNvSpPr txBox="1"/>
          <p:nvPr/>
        </p:nvSpPr>
        <p:spPr>
          <a:xfrm>
            <a:off x="1219200" y="5200650"/>
            <a:ext cx="742800" cy="400200"/>
          </a:xfrm>
          <a:prstGeom prst="rect">
            <a:avLst/>
          </a:prstGeom>
          <a:gradFill>
            <a:gsLst>
              <a:gs pos="0">
                <a:srgbClr val="D4E5F5"/>
              </a:gs>
              <a:gs pos="100000">
                <a:srgbClr val="70A4D5"/>
              </a:gs>
            </a:gsLst>
            <a:lin ang="5400012" scaled="0"/>
          </a:gra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Today</a:t>
            </a:r>
            <a:endParaRPr b="0" i="0" sz="1400" u="none" cap="none" strike="noStrike">
              <a:solidFill>
                <a:srgbClr val="000000"/>
              </a:solidFill>
              <a:latin typeface="Arial"/>
              <a:ea typeface="Arial"/>
              <a:cs typeface="Arial"/>
              <a:sym typeface="Arial"/>
            </a:endParaRPr>
          </a:p>
        </p:txBody>
      </p:sp>
      <p:sp>
        <p:nvSpPr>
          <p:cNvPr id="285" name="Google Shape;285;p8"/>
          <p:cNvSpPr txBox="1"/>
          <p:nvPr/>
        </p:nvSpPr>
        <p:spPr>
          <a:xfrm>
            <a:off x="7010400" y="5200650"/>
            <a:ext cx="1086000" cy="400200"/>
          </a:xfrm>
          <a:prstGeom prst="rect">
            <a:avLst/>
          </a:prstGeom>
          <a:gradFill>
            <a:gsLst>
              <a:gs pos="0">
                <a:srgbClr val="D4E5F5"/>
              </a:gs>
              <a:gs pos="100000">
                <a:srgbClr val="70A4D5"/>
              </a:gs>
            </a:gsLst>
            <a:lin ang="5400012" scaled="0"/>
          </a:gra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Tomorrow</a:t>
            </a:r>
            <a:endParaRPr b="0" i="0" sz="1400" u="none" cap="none" strike="noStrike">
              <a:solidFill>
                <a:srgbClr val="000000"/>
              </a:solidFill>
              <a:latin typeface="Arial"/>
              <a:ea typeface="Arial"/>
              <a:cs typeface="Arial"/>
              <a:sym typeface="Arial"/>
            </a:endParaRPr>
          </a:p>
        </p:txBody>
      </p:sp>
      <p:sp>
        <p:nvSpPr>
          <p:cNvPr id="286" name="Google Shape;286;p8"/>
          <p:cNvSpPr/>
          <p:nvPr/>
        </p:nvSpPr>
        <p:spPr>
          <a:xfrm>
            <a:off x="6019800" y="3314700"/>
            <a:ext cx="2743200" cy="913800"/>
          </a:xfrm>
          <a:prstGeom prst="rect">
            <a:avLst/>
          </a:prstGeom>
          <a:gradFill>
            <a:gsLst>
              <a:gs pos="0">
                <a:srgbClr val="D4E5F5"/>
              </a:gs>
              <a:gs pos="100000">
                <a:srgbClr val="70A4D5"/>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Current and new Users will use V3 to get and create new IDs</a:t>
            </a:r>
            <a:endParaRPr b="0" i="0" sz="1400" u="none" cap="none" strike="noStrike">
              <a:solidFill>
                <a:srgbClr val="000000"/>
              </a:solidFill>
              <a:latin typeface="Arial"/>
              <a:ea typeface="Arial"/>
              <a:cs typeface="Arial"/>
              <a:sym typeface="Arial"/>
            </a:endParaRPr>
          </a:p>
        </p:txBody>
      </p:sp>
      <p:sp>
        <p:nvSpPr>
          <p:cNvPr id="287" name="Google Shape;287;p8"/>
          <p:cNvSpPr/>
          <p:nvPr/>
        </p:nvSpPr>
        <p:spPr>
          <a:xfrm>
            <a:off x="381000" y="2552700"/>
            <a:ext cx="2743200" cy="666900"/>
          </a:xfrm>
          <a:prstGeom prst="rect">
            <a:avLst/>
          </a:prstGeom>
          <a:gradFill>
            <a:gsLst>
              <a:gs pos="0">
                <a:srgbClr val="D4E5F5"/>
              </a:gs>
              <a:gs pos="100000">
                <a:srgbClr val="70A4D5"/>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Multiple ID Types (UEID, ULID</a:t>
            </a:r>
            <a:r>
              <a:rPr b="1" i="0" lang="en-US" sz="1600" u="none" cap="none" strike="noStrike">
                <a:solidFill>
                  <a:srgbClr val="000000"/>
                </a:solidFill>
                <a:latin typeface="Arial"/>
                <a:ea typeface="Arial"/>
                <a:cs typeface="Arial"/>
                <a:sym typeface="Arial"/>
              </a:rPr>
              <a:t>,</a:t>
            </a:r>
            <a:r>
              <a:rPr b="0" i="0" lang="en-US" sz="1400" u="none" cap="none" strike="noStrike">
                <a:solidFill>
                  <a:srgbClr val="000000"/>
                </a:solidFill>
                <a:latin typeface="Arial"/>
                <a:ea typeface="Arial"/>
                <a:cs typeface="Arial"/>
                <a:sym typeface="Arial"/>
              </a:rPr>
              <a:t>UFID, UOID)  with the V2 </a:t>
            </a:r>
            <a:endParaRPr b="0" i="0" sz="1400" u="none" cap="none" strike="noStrike">
              <a:solidFill>
                <a:srgbClr val="000000"/>
              </a:solidFill>
              <a:latin typeface="Arial"/>
              <a:ea typeface="Arial"/>
              <a:cs typeface="Arial"/>
              <a:sym typeface="Arial"/>
            </a:endParaRPr>
          </a:p>
        </p:txBody>
      </p:sp>
      <p:sp>
        <p:nvSpPr>
          <p:cNvPr id="288" name="Google Shape;288;p8"/>
          <p:cNvSpPr/>
          <p:nvPr/>
        </p:nvSpPr>
        <p:spPr>
          <a:xfrm>
            <a:off x="6019800" y="2476500"/>
            <a:ext cx="2743200" cy="666900"/>
          </a:xfrm>
          <a:prstGeom prst="rect">
            <a:avLst/>
          </a:prstGeom>
          <a:gradFill>
            <a:gsLst>
              <a:gs pos="0">
                <a:srgbClr val="D4E5F5"/>
              </a:gs>
              <a:gs pos="100000">
                <a:srgbClr val="70A4D5"/>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Unique ID Type with the V3 and uniqueness reinforcement </a:t>
            </a:r>
            <a:endParaRPr b="0" i="0" sz="1400" u="none" cap="none" strike="noStrike">
              <a:solidFill>
                <a:srgbClr val="000000"/>
              </a:solidFill>
              <a:latin typeface="Arial"/>
              <a:ea typeface="Arial"/>
              <a:cs typeface="Arial"/>
              <a:sym typeface="Arial"/>
            </a:endParaRPr>
          </a:p>
        </p:txBody>
      </p:sp>
      <p:sp>
        <p:nvSpPr>
          <p:cNvPr id="289" name="Google Shape;289;p8"/>
          <p:cNvSpPr txBox="1"/>
          <p:nvPr>
            <p:ph idx="4294967295" type="title"/>
          </p:nvPr>
        </p:nvSpPr>
        <p:spPr>
          <a:xfrm>
            <a:off x="481013" y="107950"/>
            <a:ext cx="7831200" cy="50010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SzPts val="2000"/>
              <a:buNone/>
            </a:pPr>
            <a:r>
              <a:rPr b="1" lang="en-US" sz="2000">
                <a:solidFill>
                  <a:schemeClr val="dk2"/>
                </a:solidFill>
                <a:latin typeface="Calibri"/>
                <a:ea typeface="Calibri"/>
                <a:cs typeface="Calibri"/>
                <a:sym typeface="Calibri"/>
              </a:rPr>
              <a:t>Functional Scope Step 1 </a:t>
            </a:r>
            <a:endParaRPr b="0" i="1">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9"/>
          <p:cNvSpPr txBox="1"/>
          <p:nvPr>
            <p:ph type="title"/>
          </p:nvPr>
        </p:nvSpPr>
        <p:spPr>
          <a:xfrm>
            <a:off x="603075" y="232150"/>
            <a:ext cx="7702800" cy="571500"/>
          </a:xfrm>
          <a:prstGeom prst="rect">
            <a:avLst/>
          </a:prstGeom>
          <a:noFill/>
          <a:ln>
            <a:noFill/>
          </a:ln>
        </p:spPr>
        <p:txBody>
          <a:bodyPr anchorCtr="0" anchor="ctr" bIns="0" lIns="0" spcFirstLastPara="1" rIns="0" wrap="square" tIns="0">
            <a:noAutofit/>
          </a:bodyPr>
          <a:lstStyle/>
          <a:p>
            <a:pPr indent="0" lvl="0" marL="0" rtl="0" algn="l">
              <a:lnSpc>
                <a:spcPct val="150000"/>
              </a:lnSpc>
              <a:spcBef>
                <a:spcPts val="0"/>
              </a:spcBef>
              <a:spcAft>
                <a:spcPts val="0"/>
              </a:spcAft>
              <a:buSzPts val="1800"/>
              <a:buNone/>
            </a:pPr>
            <a:r>
              <a:rPr lang="en-US"/>
              <a:t>Current Version Vs future version (relation with storage/DB components)</a:t>
            </a:r>
            <a:endParaRPr/>
          </a:p>
        </p:txBody>
      </p:sp>
      <p:sp>
        <p:nvSpPr>
          <p:cNvPr id="296" name="Google Shape;296;p9"/>
          <p:cNvSpPr txBox="1"/>
          <p:nvPr>
            <p:ph idx="12" type="sldNum"/>
          </p:nvPr>
        </p:nvSpPr>
        <p:spPr>
          <a:xfrm>
            <a:off x="8459788" y="6416675"/>
            <a:ext cx="360300" cy="1800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Clr>
                <a:srgbClr val="000000"/>
              </a:buClr>
              <a:buSzPts val="700"/>
              <a:buFont typeface="Arial"/>
              <a:buNone/>
            </a:pPr>
            <a:r>
              <a:rPr lang="en-US"/>
              <a:t>P.</a:t>
            </a:r>
            <a:fld id="{00000000-1234-1234-1234-123412341234}" type="slidenum">
              <a:rPr lang="en-US"/>
              <a:t>‹#›</a:t>
            </a:fld>
            <a:endParaRPr/>
          </a:p>
        </p:txBody>
      </p:sp>
      <p:pic>
        <p:nvPicPr>
          <p:cNvPr id="297" name="Google Shape;297;p9"/>
          <p:cNvPicPr preferRelativeResize="0"/>
          <p:nvPr/>
        </p:nvPicPr>
        <p:blipFill rotWithShape="1">
          <a:blip r:embed="rId3">
            <a:alphaModFix/>
          </a:blip>
          <a:srcRect b="0" l="0" r="0" t="0"/>
          <a:stretch/>
        </p:blipFill>
        <p:spPr>
          <a:xfrm>
            <a:off x="152400" y="956050"/>
            <a:ext cx="8839200" cy="350219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0"/>
          <p:cNvSpPr/>
          <p:nvPr/>
        </p:nvSpPr>
        <p:spPr>
          <a:xfrm>
            <a:off x="5792050" y="1585725"/>
            <a:ext cx="3180000" cy="2446500"/>
          </a:xfrm>
          <a:prstGeom prst="rect">
            <a:avLst/>
          </a:prstGeom>
          <a:gradFill>
            <a:gsLst>
              <a:gs pos="0">
                <a:srgbClr val="D4E5F5"/>
              </a:gs>
              <a:gs pos="100000">
                <a:srgbClr val="70A4D5"/>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10"/>
          <p:cNvSpPr/>
          <p:nvPr/>
        </p:nvSpPr>
        <p:spPr>
          <a:xfrm>
            <a:off x="153250" y="1661925"/>
            <a:ext cx="3180000" cy="2370300"/>
          </a:xfrm>
          <a:prstGeom prst="rect">
            <a:avLst/>
          </a:prstGeom>
          <a:gradFill>
            <a:gsLst>
              <a:gs pos="0">
                <a:srgbClr val="D4E5F5"/>
              </a:gs>
              <a:gs pos="100000">
                <a:srgbClr val="70A4D5"/>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10"/>
          <p:cNvSpPr txBox="1"/>
          <p:nvPr>
            <p:ph idx="12" type="sldNum"/>
          </p:nvPr>
        </p:nvSpPr>
        <p:spPr>
          <a:xfrm>
            <a:off x="8472458" y="6065222"/>
            <a:ext cx="548700" cy="524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306" name="Google Shape;306;p10"/>
          <p:cNvSpPr/>
          <p:nvPr/>
        </p:nvSpPr>
        <p:spPr>
          <a:xfrm>
            <a:off x="3581400" y="2567950"/>
            <a:ext cx="1086000" cy="838200"/>
          </a:xfrm>
          <a:prstGeom prst="chevron">
            <a:avLst>
              <a:gd fmla="val 50000" name="adj"/>
            </a:avLst>
          </a:prstGeom>
          <a:gradFill>
            <a:gsLst>
              <a:gs pos="0">
                <a:srgbClr val="D4E5F5"/>
              </a:gs>
              <a:gs pos="100000">
                <a:srgbClr val="70A4D5"/>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10"/>
          <p:cNvSpPr/>
          <p:nvPr/>
        </p:nvSpPr>
        <p:spPr>
          <a:xfrm>
            <a:off x="381000" y="1238250"/>
            <a:ext cx="2743200" cy="838200"/>
          </a:xfrm>
          <a:prstGeom prst="rect">
            <a:avLst/>
          </a:prstGeom>
          <a:gradFill>
            <a:gsLst>
              <a:gs pos="0">
                <a:srgbClr val="3177EE"/>
              </a:gs>
              <a:gs pos="100000">
                <a:srgbClr val="113D8A"/>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Eyecloud V2 </a:t>
            </a:r>
            <a:endParaRPr b="1"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with the current Architecture</a:t>
            </a:r>
            <a:endParaRPr b="0" i="0" sz="1400" u="none" cap="none" strike="noStrike">
              <a:solidFill>
                <a:srgbClr val="000000"/>
              </a:solidFill>
              <a:latin typeface="Arial"/>
              <a:ea typeface="Arial"/>
              <a:cs typeface="Arial"/>
              <a:sym typeface="Arial"/>
            </a:endParaRPr>
          </a:p>
        </p:txBody>
      </p:sp>
      <p:sp>
        <p:nvSpPr>
          <p:cNvPr id="308" name="Google Shape;308;p10"/>
          <p:cNvSpPr/>
          <p:nvPr/>
        </p:nvSpPr>
        <p:spPr>
          <a:xfrm>
            <a:off x="6019800" y="1238250"/>
            <a:ext cx="2743200" cy="838200"/>
          </a:xfrm>
          <a:prstGeom prst="rect">
            <a:avLst/>
          </a:prstGeom>
          <a:gradFill>
            <a:gsLst>
              <a:gs pos="0">
                <a:srgbClr val="3177EE"/>
              </a:gs>
              <a:gs pos="100000">
                <a:srgbClr val="113D8A"/>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Eyecloud V3</a:t>
            </a:r>
            <a:r>
              <a:rPr b="0" i="0" lang="en-US" sz="1400" u="none" cap="none" strike="noStrike">
                <a:solidFill>
                  <a:srgbClr val="000000"/>
                </a:solidFill>
                <a:latin typeface="Arial"/>
                <a:ea typeface="Arial"/>
                <a:cs typeface="Arial"/>
                <a:sym typeface="Arial"/>
              </a:rPr>
              <a:t> with the new architecture</a:t>
            </a:r>
            <a:endParaRPr b="0" i="0" sz="1400" u="none" cap="none" strike="noStrike">
              <a:solidFill>
                <a:srgbClr val="000000"/>
              </a:solidFill>
              <a:latin typeface="Arial"/>
              <a:ea typeface="Arial"/>
              <a:cs typeface="Arial"/>
              <a:sym typeface="Arial"/>
            </a:endParaRPr>
          </a:p>
        </p:txBody>
      </p:sp>
      <p:sp>
        <p:nvSpPr>
          <p:cNvPr id="309" name="Google Shape;309;p10"/>
          <p:cNvSpPr/>
          <p:nvPr/>
        </p:nvSpPr>
        <p:spPr>
          <a:xfrm>
            <a:off x="4038600" y="2567950"/>
            <a:ext cx="1086000" cy="838200"/>
          </a:xfrm>
          <a:prstGeom prst="chevron">
            <a:avLst>
              <a:gd fmla="val 50000" name="adj"/>
            </a:avLst>
          </a:prstGeom>
          <a:gradFill>
            <a:gsLst>
              <a:gs pos="0">
                <a:srgbClr val="D4E5F5"/>
              </a:gs>
              <a:gs pos="100000">
                <a:srgbClr val="70A4D5"/>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10"/>
          <p:cNvSpPr/>
          <p:nvPr/>
        </p:nvSpPr>
        <p:spPr>
          <a:xfrm>
            <a:off x="4495800" y="2567950"/>
            <a:ext cx="1086000" cy="838200"/>
          </a:xfrm>
          <a:prstGeom prst="chevron">
            <a:avLst>
              <a:gd fmla="val 50000" name="adj"/>
            </a:avLst>
          </a:prstGeom>
          <a:gradFill>
            <a:gsLst>
              <a:gs pos="0">
                <a:srgbClr val="D4E5F5"/>
              </a:gs>
              <a:gs pos="100000">
                <a:srgbClr val="70A4D5"/>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11" name="Google Shape;311;p10"/>
          <p:cNvCxnSpPr/>
          <p:nvPr/>
        </p:nvCxnSpPr>
        <p:spPr>
          <a:xfrm flipH="1" rot="10800000">
            <a:off x="304800" y="4648350"/>
            <a:ext cx="8763600" cy="18900"/>
          </a:xfrm>
          <a:prstGeom prst="straightConnector1">
            <a:avLst/>
          </a:prstGeom>
          <a:noFill/>
          <a:ln cap="flat" cmpd="sng" w="9525">
            <a:solidFill>
              <a:schemeClr val="dk2"/>
            </a:solidFill>
            <a:prstDash val="solid"/>
            <a:round/>
            <a:headEnd len="sm" w="sm" type="none"/>
            <a:tailEnd len="med" w="med" type="triangle"/>
          </a:ln>
        </p:spPr>
      </p:cxnSp>
      <p:sp>
        <p:nvSpPr>
          <p:cNvPr id="312" name="Google Shape;312;p10"/>
          <p:cNvSpPr txBox="1"/>
          <p:nvPr/>
        </p:nvSpPr>
        <p:spPr>
          <a:xfrm>
            <a:off x="1219200" y="4210050"/>
            <a:ext cx="742800" cy="400200"/>
          </a:xfrm>
          <a:prstGeom prst="rect">
            <a:avLst/>
          </a:prstGeom>
          <a:gradFill>
            <a:gsLst>
              <a:gs pos="0">
                <a:srgbClr val="D4E5F5"/>
              </a:gs>
              <a:gs pos="100000">
                <a:srgbClr val="70A4D5"/>
              </a:gs>
            </a:gsLst>
            <a:path path="circle">
              <a:fillToRect b="50%" l="50%" r="50%" t="50%"/>
            </a:path>
            <a:tileRect/>
          </a:gra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Today</a:t>
            </a:r>
            <a:endParaRPr b="0" i="0" sz="1400" u="none" cap="none" strike="noStrike">
              <a:solidFill>
                <a:srgbClr val="000000"/>
              </a:solidFill>
              <a:latin typeface="Arial"/>
              <a:ea typeface="Arial"/>
              <a:cs typeface="Arial"/>
              <a:sym typeface="Arial"/>
            </a:endParaRPr>
          </a:p>
        </p:txBody>
      </p:sp>
      <p:sp>
        <p:nvSpPr>
          <p:cNvPr id="313" name="Google Shape;313;p10"/>
          <p:cNvSpPr txBox="1"/>
          <p:nvPr/>
        </p:nvSpPr>
        <p:spPr>
          <a:xfrm>
            <a:off x="7010400" y="4210050"/>
            <a:ext cx="1086000" cy="400200"/>
          </a:xfrm>
          <a:prstGeom prst="rect">
            <a:avLst/>
          </a:prstGeom>
          <a:gradFill>
            <a:gsLst>
              <a:gs pos="0">
                <a:srgbClr val="D4E5F5"/>
              </a:gs>
              <a:gs pos="100000">
                <a:srgbClr val="70A4D5"/>
              </a:gs>
            </a:gsLst>
            <a:path path="circle">
              <a:fillToRect b="50%" l="50%" r="50%" t="50%"/>
            </a:path>
            <a:tileRect/>
          </a:gra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Tomorrow</a:t>
            </a:r>
            <a:endParaRPr b="0" i="0" sz="1400" u="none" cap="none" strike="noStrike">
              <a:solidFill>
                <a:srgbClr val="000000"/>
              </a:solidFill>
              <a:latin typeface="Arial"/>
              <a:ea typeface="Arial"/>
              <a:cs typeface="Arial"/>
              <a:sym typeface="Arial"/>
            </a:endParaRPr>
          </a:p>
        </p:txBody>
      </p:sp>
      <p:sp>
        <p:nvSpPr>
          <p:cNvPr id="314" name="Google Shape;314;p10"/>
          <p:cNvSpPr/>
          <p:nvPr/>
        </p:nvSpPr>
        <p:spPr>
          <a:xfrm>
            <a:off x="381000" y="2628900"/>
            <a:ext cx="2743200" cy="666900"/>
          </a:xfrm>
          <a:prstGeom prst="rect">
            <a:avLst/>
          </a:prstGeom>
          <a:gradFill>
            <a:gsLst>
              <a:gs pos="0">
                <a:srgbClr val="D4E5F5"/>
              </a:gs>
              <a:gs pos="100000">
                <a:srgbClr val="70A4D5"/>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Authentication and Authorization are working with Actor/Application Keys </a:t>
            </a:r>
            <a:endParaRPr b="0" i="0" sz="1400" u="none" cap="none" strike="noStrike">
              <a:solidFill>
                <a:srgbClr val="000000"/>
              </a:solidFill>
              <a:latin typeface="Arial"/>
              <a:ea typeface="Arial"/>
              <a:cs typeface="Arial"/>
              <a:sym typeface="Arial"/>
            </a:endParaRPr>
          </a:p>
        </p:txBody>
      </p:sp>
      <p:sp>
        <p:nvSpPr>
          <p:cNvPr id="315" name="Google Shape;315;p10"/>
          <p:cNvSpPr/>
          <p:nvPr/>
        </p:nvSpPr>
        <p:spPr>
          <a:xfrm>
            <a:off x="6019800" y="2247900"/>
            <a:ext cx="2743200" cy="666900"/>
          </a:xfrm>
          <a:prstGeom prst="rect">
            <a:avLst/>
          </a:prstGeom>
          <a:gradFill>
            <a:gsLst>
              <a:gs pos="0">
                <a:srgbClr val="D4E5F5"/>
              </a:gs>
              <a:gs pos="100000">
                <a:srgbClr val="70A4D5"/>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Authentication will work either </a:t>
            </a:r>
            <a:r>
              <a:rPr b="0" i="0" lang="en-US" sz="1400" u="none" cap="none" strike="noStrike">
                <a:solidFill>
                  <a:schemeClr val="dk1"/>
                </a:solidFill>
                <a:latin typeface="Arial"/>
                <a:ea typeface="Arial"/>
                <a:cs typeface="Arial"/>
                <a:sym typeface="Arial"/>
              </a:rPr>
              <a:t>with </a:t>
            </a:r>
            <a:r>
              <a:rPr b="1" i="0" lang="en-US" sz="1400" u="none" cap="none" strike="noStrike">
                <a:solidFill>
                  <a:srgbClr val="000000"/>
                </a:solidFill>
                <a:latin typeface="Arial"/>
                <a:ea typeface="Arial"/>
                <a:cs typeface="Arial"/>
                <a:sym typeface="Arial"/>
              </a:rPr>
              <a:t>API keys</a:t>
            </a:r>
            <a:r>
              <a:rPr b="0" i="0" lang="en-US" sz="1400" u="none" cap="none" strike="noStrike">
                <a:solidFill>
                  <a:srgbClr val="000000"/>
                </a:solidFill>
                <a:latin typeface="Arial"/>
                <a:ea typeface="Arial"/>
                <a:cs typeface="Arial"/>
                <a:sym typeface="Arial"/>
              </a:rPr>
              <a:t> or with </a:t>
            </a:r>
            <a:r>
              <a:rPr b="1" i="0" lang="en-US" sz="1400" u="none" cap="none" strike="noStrike">
                <a:solidFill>
                  <a:srgbClr val="000000"/>
                </a:solidFill>
                <a:latin typeface="Arial"/>
                <a:ea typeface="Arial"/>
                <a:cs typeface="Arial"/>
                <a:sym typeface="Arial"/>
              </a:rPr>
              <a:t>Oauth2 </a:t>
            </a:r>
            <a:r>
              <a:rPr b="0" i="0" lang="en-US" sz="1400" u="none" cap="none" strike="noStrike">
                <a:solidFill>
                  <a:srgbClr val="000000"/>
                </a:solidFill>
                <a:latin typeface="Arial"/>
                <a:ea typeface="Arial"/>
                <a:cs typeface="Arial"/>
                <a:sym typeface="Arial"/>
              </a:rPr>
              <a:t>process*  </a:t>
            </a:r>
            <a:endParaRPr b="0" i="0" sz="1400" u="none" cap="none" strike="noStrike">
              <a:solidFill>
                <a:srgbClr val="000000"/>
              </a:solidFill>
              <a:latin typeface="Arial"/>
              <a:ea typeface="Arial"/>
              <a:cs typeface="Arial"/>
              <a:sym typeface="Arial"/>
            </a:endParaRPr>
          </a:p>
        </p:txBody>
      </p:sp>
      <p:sp>
        <p:nvSpPr>
          <p:cNvPr id="316" name="Google Shape;316;p10"/>
          <p:cNvSpPr txBox="1"/>
          <p:nvPr>
            <p:ph idx="4294967295" type="title"/>
          </p:nvPr>
        </p:nvSpPr>
        <p:spPr>
          <a:xfrm>
            <a:off x="481013" y="107950"/>
            <a:ext cx="7831200" cy="50010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SzPts val="2000"/>
              <a:buNone/>
            </a:pPr>
            <a:r>
              <a:rPr b="1" lang="en-US" sz="2000">
                <a:solidFill>
                  <a:schemeClr val="dk2"/>
                </a:solidFill>
                <a:latin typeface="Calibri"/>
                <a:ea typeface="Calibri"/>
                <a:cs typeface="Calibri"/>
                <a:sym typeface="Calibri"/>
              </a:rPr>
              <a:t>Functional Scope Step 2 </a:t>
            </a:r>
            <a:endParaRPr b="0" i="1">
              <a:solidFill>
                <a:srgbClr val="000000"/>
              </a:solidFill>
            </a:endParaRPr>
          </a:p>
        </p:txBody>
      </p:sp>
      <p:sp>
        <p:nvSpPr>
          <p:cNvPr id="317" name="Google Shape;317;p10"/>
          <p:cNvSpPr/>
          <p:nvPr/>
        </p:nvSpPr>
        <p:spPr>
          <a:xfrm>
            <a:off x="6096000" y="3162300"/>
            <a:ext cx="2743200" cy="666900"/>
          </a:xfrm>
          <a:prstGeom prst="rect">
            <a:avLst/>
          </a:prstGeom>
          <a:gradFill>
            <a:gsLst>
              <a:gs pos="0">
                <a:srgbClr val="D4E5F5"/>
              </a:gs>
              <a:gs pos="100000">
                <a:srgbClr val="70A4D5"/>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Authorization will work with </a:t>
            </a:r>
            <a:r>
              <a:rPr b="1" i="0" lang="en-US" sz="1400" u="none" cap="none" strike="noStrike">
                <a:solidFill>
                  <a:srgbClr val="000000"/>
                </a:solidFill>
                <a:latin typeface="Arial"/>
                <a:ea typeface="Arial"/>
                <a:cs typeface="Arial"/>
                <a:sym typeface="Arial"/>
              </a:rPr>
              <a:t>Authz </a:t>
            </a:r>
            <a:r>
              <a:rPr b="0" i="0" lang="en-US" sz="1400" u="none" cap="none" strike="noStrike">
                <a:solidFill>
                  <a:srgbClr val="000000"/>
                </a:solidFill>
                <a:latin typeface="Arial"/>
                <a:ea typeface="Arial"/>
                <a:cs typeface="Arial"/>
                <a:sym typeface="Arial"/>
              </a:rPr>
              <a:t>Component </a:t>
            </a:r>
            <a:endParaRPr b="0" i="0" sz="1400" u="none" cap="none" strike="noStrike">
              <a:solidFill>
                <a:srgbClr val="000000"/>
              </a:solidFill>
              <a:latin typeface="Arial"/>
              <a:ea typeface="Arial"/>
              <a:cs typeface="Arial"/>
              <a:sym typeface="Arial"/>
            </a:endParaRPr>
          </a:p>
        </p:txBody>
      </p:sp>
      <p:sp>
        <p:nvSpPr>
          <p:cNvPr id="318" name="Google Shape;318;p10"/>
          <p:cNvSpPr txBox="1"/>
          <p:nvPr/>
        </p:nvSpPr>
        <p:spPr>
          <a:xfrm>
            <a:off x="88875" y="6309950"/>
            <a:ext cx="3792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1" lang="en-US" sz="1000" u="none" cap="none" strike="noStrike">
                <a:solidFill>
                  <a:srgbClr val="000000"/>
                </a:solidFill>
                <a:latin typeface="Arial"/>
                <a:ea typeface="Arial"/>
                <a:cs typeface="Arial"/>
                <a:sym typeface="Arial"/>
              </a:rPr>
              <a:t>*depending on the study (in progress) on the GDP authentication. EyeCloud will reuse the same mechanism</a:t>
            </a:r>
            <a:endParaRPr b="0" i="1" sz="10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11"/>
          <p:cNvSpPr txBox="1"/>
          <p:nvPr>
            <p:ph idx="12" type="sldNum"/>
          </p:nvPr>
        </p:nvSpPr>
        <p:spPr>
          <a:xfrm>
            <a:off x="8472458" y="6217622"/>
            <a:ext cx="548700" cy="524700"/>
          </a:xfrm>
          <a:prstGeom prst="rect">
            <a:avLst/>
          </a:prstGeom>
          <a:noFill/>
          <a:ln>
            <a:noFill/>
          </a:ln>
        </p:spPr>
        <p:txBody>
          <a:bodyPr anchorCtr="0" anchor="ctr" bIns="121900" lIns="121900" spcFirstLastPara="1" rIns="121900" wrap="square" tIns="121900">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pic>
        <p:nvPicPr>
          <p:cNvPr id="325" name="Google Shape;325;p11"/>
          <p:cNvPicPr preferRelativeResize="0"/>
          <p:nvPr/>
        </p:nvPicPr>
        <p:blipFill rotWithShape="1">
          <a:blip r:embed="rId4">
            <a:alphaModFix/>
          </a:blip>
          <a:srcRect b="0" l="0" r="0" t="0"/>
          <a:stretch/>
        </p:blipFill>
        <p:spPr>
          <a:xfrm>
            <a:off x="488175" y="696675"/>
            <a:ext cx="8167660" cy="6274248"/>
          </a:xfrm>
          <a:prstGeom prst="rect">
            <a:avLst/>
          </a:prstGeom>
          <a:noFill/>
          <a:ln>
            <a:noFill/>
          </a:ln>
        </p:spPr>
      </p:pic>
      <p:sp>
        <p:nvSpPr>
          <p:cNvPr id="326" name="Google Shape;326;p11"/>
          <p:cNvSpPr/>
          <p:nvPr/>
        </p:nvSpPr>
        <p:spPr>
          <a:xfrm>
            <a:off x="655050" y="96925"/>
            <a:ext cx="7833900" cy="609600"/>
          </a:xfrm>
          <a:prstGeom prst="rect">
            <a:avLst/>
          </a:prstGeom>
          <a:solidFill>
            <a:srgbClr val="45818E"/>
          </a:solidFill>
          <a:ln>
            <a:noFill/>
          </a:ln>
        </p:spPr>
        <p:txBody>
          <a:bodyPr anchorCtr="0" anchor="ctr" bIns="121900" lIns="121900" spcFirstLastPara="1" rIns="121900" wrap="square" tIns="121900">
            <a:noAutofit/>
          </a:bodyPr>
          <a:lstStyle/>
          <a:p>
            <a:pPr indent="0" lvl="0" marL="0" rtl="0" algn="l">
              <a:spcBef>
                <a:spcPts val="0"/>
              </a:spcBef>
              <a:spcAft>
                <a:spcPts val="0"/>
              </a:spcAft>
              <a:buClr>
                <a:schemeClr val="dk1"/>
              </a:buClr>
              <a:buSzPts val="2400"/>
              <a:buFont typeface="Arial"/>
              <a:buNone/>
            </a:pPr>
            <a:r>
              <a:rPr b="1" lang="en-US" sz="2100">
                <a:solidFill>
                  <a:schemeClr val="lt1"/>
                </a:solidFill>
              </a:rPr>
              <a:t>Setting an High Availability Multi Region (HAMR) API on AWS </a:t>
            </a:r>
            <a:endParaRPr b="1" sz="2100">
              <a:solidFill>
                <a:srgbClr val="FFFF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12"/>
          <p:cNvSpPr txBox="1"/>
          <p:nvPr>
            <p:ph type="title"/>
          </p:nvPr>
        </p:nvSpPr>
        <p:spPr>
          <a:xfrm>
            <a:off x="1390606" y="476256"/>
            <a:ext cx="7200900" cy="571500"/>
          </a:xfrm>
          <a:prstGeom prst="rect">
            <a:avLst/>
          </a:prstGeom>
          <a:noFill/>
          <a:ln>
            <a:noFill/>
          </a:ln>
        </p:spPr>
        <p:txBody>
          <a:bodyPr anchorCtr="0" anchor="ctr" bIns="0" lIns="0" spcFirstLastPara="1" rIns="0" wrap="square" tIns="0">
            <a:noAutofit/>
          </a:bodyPr>
          <a:lstStyle/>
          <a:p>
            <a:pPr indent="0" lvl="0" marL="0" rtl="0" algn="l">
              <a:lnSpc>
                <a:spcPct val="135000"/>
              </a:lnSpc>
              <a:spcBef>
                <a:spcPts val="0"/>
              </a:spcBef>
              <a:spcAft>
                <a:spcPts val="0"/>
              </a:spcAft>
              <a:buClr>
                <a:schemeClr val="dk2"/>
              </a:buClr>
              <a:buSzPts val="2000"/>
              <a:buFont typeface="Calibri"/>
              <a:buNone/>
            </a:pPr>
            <a:r>
              <a:rPr lang="en-US" sz="2900"/>
              <a:t>RoadMap and scheduling </a:t>
            </a:r>
            <a:endParaRPr sz="3300"/>
          </a:p>
        </p:txBody>
      </p:sp>
      <p:sp>
        <p:nvSpPr>
          <p:cNvPr id="333" name="Google Shape;333;p12"/>
          <p:cNvSpPr txBox="1"/>
          <p:nvPr>
            <p:ph idx="12" type="sldNum"/>
          </p:nvPr>
        </p:nvSpPr>
        <p:spPr>
          <a:xfrm>
            <a:off x="8459788" y="6416675"/>
            <a:ext cx="360300" cy="1800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700"/>
              <a:buNone/>
            </a:pPr>
            <a:r>
              <a:rPr lang="en-US"/>
              <a:t>P.</a:t>
            </a:r>
            <a:fld id="{00000000-1234-1234-1234-123412341234}" type="slidenum">
              <a:rPr lang="en-US"/>
              <a:t>‹#›</a:t>
            </a:fld>
            <a:endParaRPr/>
          </a:p>
        </p:txBody>
      </p:sp>
      <p:grpSp>
        <p:nvGrpSpPr>
          <p:cNvPr id="334" name="Google Shape;334;p12"/>
          <p:cNvGrpSpPr/>
          <p:nvPr/>
        </p:nvGrpSpPr>
        <p:grpSpPr>
          <a:xfrm>
            <a:off x="-58532" y="1447917"/>
            <a:ext cx="9202522" cy="3788720"/>
            <a:chOff x="0" y="1704976"/>
            <a:chExt cx="12192001" cy="4616449"/>
          </a:xfrm>
        </p:grpSpPr>
        <p:pic>
          <p:nvPicPr>
            <p:cNvPr descr="C:\Users\rimeleng\Documents\A_IMAGES_PPT2015\Image21.jpg" id="335" name="Google Shape;335;p12"/>
            <p:cNvPicPr preferRelativeResize="0"/>
            <p:nvPr/>
          </p:nvPicPr>
          <p:blipFill rotWithShape="1">
            <a:blip r:embed="rId3">
              <a:alphaModFix/>
            </a:blip>
            <a:srcRect b="0" l="0" r="0" t="0"/>
            <a:stretch/>
          </p:blipFill>
          <p:spPr>
            <a:xfrm>
              <a:off x="6426200" y="3722688"/>
              <a:ext cx="2794000" cy="2597150"/>
            </a:xfrm>
            <a:prstGeom prst="rect">
              <a:avLst/>
            </a:prstGeom>
            <a:noFill/>
            <a:ln>
              <a:noFill/>
            </a:ln>
          </p:spPr>
        </p:pic>
        <p:pic>
          <p:nvPicPr>
            <p:cNvPr descr="C:\Users\rimeleng\Documents\A_IMAGES_PPT2015\SaoPaulo.jpg" id="336" name="Google Shape;336;p12"/>
            <p:cNvPicPr preferRelativeResize="0"/>
            <p:nvPr/>
          </p:nvPicPr>
          <p:blipFill rotWithShape="1">
            <a:blip r:embed="rId4">
              <a:alphaModFix/>
            </a:blip>
            <a:srcRect b="0" l="0" r="0" t="0"/>
            <a:stretch/>
          </p:blipFill>
          <p:spPr>
            <a:xfrm>
              <a:off x="9290051" y="3289300"/>
              <a:ext cx="2901949" cy="3028950"/>
            </a:xfrm>
            <a:prstGeom prst="rect">
              <a:avLst/>
            </a:prstGeom>
            <a:noFill/>
            <a:ln>
              <a:noFill/>
            </a:ln>
          </p:spPr>
        </p:pic>
        <p:pic>
          <p:nvPicPr>
            <p:cNvPr descr="C:\Users\rimeleng\Documents\A_IMAGES_PPT2015\Image22.jpg" id="337" name="Google Shape;337;p12"/>
            <p:cNvPicPr preferRelativeResize="0"/>
            <p:nvPr/>
          </p:nvPicPr>
          <p:blipFill rotWithShape="1">
            <a:blip r:embed="rId5">
              <a:alphaModFix/>
            </a:blip>
            <a:srcRect b="0" l="0" r="0" t="0"/>
            <a:stretch/>
          </p:blipFill>
          <p:spPr>
            <a:xfrm>
              <a:off x="3352801" y="3103563"/>
              <a:ext cx="2952751" cy="3217862"/>
            </a:xfrm>
            <a:prstGeom prst="rect">
              <a:avLst/>
            </a:prstGeom>
            <a:noFill/>
            <a:ln>
              <a:noFill/>
            </a:ln>
          </p:spPr>
        </p:pic>
        <p:pic>
          <p:nvPicPr>
            <p:cNvPr descr="C:\Users\rimeleng\Documents\A_IMAGES_PPT2015\Feordi.jpg" id="338" name="Google Shape;338;p12"/>
            <p:cNvPicPr preferRelativeResize="0"/>
            <p:nvPr/>
          </p:nvPicPr>
          <p:blipFill rotWithShape="1">
            <a:blip r:embed="rId6">
              <a:alphaModFix/>
            </a:blip>
            <a:srcRect b="0" l="0" r="0" t="0"/>
            <a:stretch/>
          </p:blipFill>
          <p:spPr>
            <a:xfrm>
              <a:off x="0" y="3398839"/>
              <a:ext cx="3295651" cy="2917824"/>
            </a:xfrm>
            <a:prstGeom prst="rect">
              <a:avLst/>
            </a:prstGeom>
            <a:noFill/>
            <a:ln>
              <a:noFill/>
            </a:ln>
          </p:spPr>
        </p:pic>
        <p:pic>
          <p:nvPicPr>
            <p:cNvPr descr="C:\Users\rimeleng\Documents\A_IMAGES_PPT2015\Verres.jpg" id="339" name="Google Shape;339;p12"/>
            <p:cNvPicPr preferRelativeResize="0"/>
            <p:nvPr/>
          </p:nvPicPr>
          <p:blipFill rotWithShape="1">
            <a:blip r:embed="rId7">
              <a:alphaModFix/>
            </a:blip>
            <a:srcRect b="0" l="0" r="0" t="1525"/>
            <a:stretch/>
          </p:blipFill>
          <p:spPr>
            <a:xfrm>
              <a:off x="1" y="1720850"/>
              <a:ext cx="3291417" cy="1627188"/>
            </a:xfrm>
            <a:prstGeom prst="rect">
              <a:avLst/>
            </a:prstGeom>
            <a:noFill/>
            <a:ln>
              <a:noFill/>
            </a:ln>
          </p:spPr>
        </p:pic>
        <p:pic>
          <p:nvPicPr>
            <p:cNvPr descr="C:\Users\rimeleng\Documents\A_IMAGES_PPT2015\Image17.jpg" id="340" name="Google Shape;340;p12"/>
            <p:cNvPicPr preferRelativeResize="0"/>
            <p:nvPr/>
          </p:nvPicPr>
          <p:blipFill rotWithShape="1">
            <a:blip r:embed="rId8">
              <a:alphaModFix/>
            </a:blip>
            <a:srcRect b="0" l="0" r="0" t="2466"/>
            <a:stretch/>
          </p:blipFill>
          <p:spPr>
            <a:xfrm>
              <a:off x="3359152" y="1720851"/>
              <a:ext cx="2950633" cy="1330325"/>
            </a:xfrm>
            <a:prstGeom prst="rect">
              <a:avLst/>
            </a:prstGeom>
            <a:noFill/>
            <a:ln>
              <a:noFill/>
            </a:ln>
          </p:spPr>
        </p:pic>
        <p:pic>
          <p:nvPicPr>
            <p:cNvPr descr="C:\Users\rimeleng\Documents\A_IMAGES_PPT2015\Image19.jpg" id="341" name="Google Shape;341;p12"/>
            <p:cNvPicPr preferRelativeResize="0"/>
            <p:nvPr/>
          </p:nvPicPr>
          <p:blipFill rotWithShape="1">
            <a:blip r:embed="rId9">
              <a:alphaModFix/>
            </a:blip>
            <a:srcRect b="0" l="0" r="0" t="0"/>
            <a:stretch/>
          </p:blipFill>
          <p:spPr>
            <a:xfrm>
              <a:off x="9309101" y="1704976"/>
              <a:ext cx="2882900" cy="1527175"/>
            </a:xfrm>
            <a:prstGeom prst="rect">
              <a:avLst/>
            </a:prstGeom>
            <a:noFill/>
            <a:ln>
              <a:noFill/>
            </a:ln>
          </p:spPr>
        </p:pic>
        <p:pic>
          <p:nvPicPr>
            <p:cNvPr descr="C:\Users\rimeleng\Documents\A_IMAGES_PPT2015\Enfants_chin.jpg" id="342" name="Google Shape;342;p12"/>
            <p:cNvPicPr preferRelativeResize="0"/>
            <p:nvPr/>
          </p:nvPicPr>
          <p:blipFill rotWithShape="1">
            <a:blip r:embed="rId10">
              <a:alphaModFix/>
            </a:blip>
            <a:srcRect b="0" l="0" r="0" t="0"/>
            <a:stretch/>
          </p:blipFill>
          <p:spPr>
            <a:xfrm>
              <a:off x="6411385" y="1709739"/>
              <a:ext cx="2813049" cy="1951037"/>
            </a:xfrm>
            <a:prstGeom prst="rect">
              <a:avLst/>
            </a:prstGeom>
            <a:noFill/>
            <a:ln>
              <a:noFill/>
            </a:ln>
          </p:spPr>
        </p:pic>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graphicFrame>
        <p:nvGraphicFramePr>
          <p:cNvPr id="348" name="Google Shape;348;p13"/>
          <p:cNvGraphicFramePr/>
          <p:nvPr/>
        </p:nvGraphicFramePr>
        <p:xfrm>
          <a:off x="969602" y="765178"/>
          <a:ext cx="3000000" cy="3000000"/>
        </p:xfrm>
        <a:graphic>
          <a:graphicData uri="http://schemas.openxmlformats.org/drawingml/2006/table">
            <a:tbl>
              <a:tblPr>
                <a:noFill/>
                <a:tableStyleId>{F3A23405-A6D6-44C8-B694-50B9CCFBD653}</a:tableStyleId>
              </a:tblPr>
              <a:tblGrid>
                <a:gridCol w="1904525"/>
                <a:gridCol w="1865600"/>
                <a:gridCol w="939525"/>
                <a:gridCol w="852375"/>
                <a:gridCol w="805875"/>
                <a:gridCol w="836900"/>
              </a:tblGrid>
              <a:tr h="294500">
                <a:tc gridSpan="2">
                  <a:txBody>
                    <a:bodyPr/>
                    <a:lstStyle/>
                    <a:p>
                      <a:pPr indent="0" lvl="0" marL="0" marR="0" rtl="0" algn="ctr">
                        <a:lnSpc>
                          <a:spcPct val="100000"/>
                        </a:lnSpc>
                        <a:spcBef>
                          <a:spcPts val="0"/>
                        </a:spcBef>
                        <a:spcAft>
                          <a:spcPts val="0"/>
                        </a:spcAft>
                        <a:buClr>
                          <a:schemeClr val="dk2"/>
                        </a:buClr>
                        <a:buSzPts val="1300"/>
                        <a:buFont typeface="Noto Sans Symbols"/>
                        <a:buNone/>
                      </a:pPr>
                      <a:r>
                        <a:rPr b="1" i="0" lang="en-US" sz="1600" u="none" cap="none" strike="noStrike">
                          <a:solidFill>
                            <a:srgbClr val="FFFFFF"/>
                          </a:solidFill>
                          <a:latin typeface="Arial"/>
                          <a:ea typeface="Arial"/>
                          <a:cs typeface="Arial"/>
                          <a:sym typeface="Arial"/>
                        </a:rPr>
                        <a:t>202</a:t>
                      </a:r>
                      <a:r>
                        <a:rPr b="1" lang="en-US" sz="1600" u="none" cap="none" strike="noStrike">
                          <a:solidFill>
                            <a:srgbClr val="FFFFFF"/>
                          </a:solidFill>
                        </a:rPr>
                        <a:t>1</a:t>
                      </a:r>
                      <a:endParaRPr sz="1500" u="none" cap="none" strike="noStrike"/>
                    </a:p>
                  </a:txBody>
                  <a:tcPr marT="42200" marB="42200" marR="91450" marL="91450">
                    <a:lnL cap="flat" cmpd="sng" w="12700">
                      <a:solidFill>
                        <a:srgbClr val="91C8EB"/>
                      </a:solidFill>
                      <a:prstDash val="solid"/>
                      <a:round/>
                      <a:headEnd len="sm" w="sm" type="none"/>
                      <a:tailEnd len="sm" w="sm" type="none"/>
                    </a:lnL>
                    <a:lnR cap="flat" cmpd="sng" w="12700">
                      <a:solidFill>
                        <a:srgbClr val="91C8EB"/>
                      </a:solidFill>
                      <a:prstDash val="solid"/>
                      <a:round/>
                      <a:headEnd len="sm" w="sm" type="none"/>
                      <a:tailEnd len="sm" w="sm" type="none"/>
                    </a:lnR>
                    <a:lnT cap="flat" cmpd="sng" w="12700">
                      <a:solidFill>
                        <a:srgbClr val="91C8EB"/>
                      </a:solidFill>
                      <a:prstDash val="solid"/>
                      <a:round/>
                      <a:headEnd len="sm" w="sm" type="none"/>
                      <a:tailEnd len="sm" w="sm" type="none"/>
                    </a:lnT>
                    <a:lnB cap="flat" cmpd="sng" w="12700">
                      <a:solidFill>
                        <a:srgbClr val="91C8EB"/>
                      </a:solidFill>
                      <a:prstDash val="solid"/>
                      <a:round/>
                      <a:headEnd len="sm" w="sm" type="none"/>
                      <a:tailEnd len="sm" w="sm" type="none"/>
                    </a:lnB>
                    <a:solidFill>
                      <a:srgbClr val="556496"/>
                    </a:solidFill>
                  </a:tcPr>
                </a:tc>
                <a:tc hMerge="1"/>
                <a:tc gridSpan="4">
                  <a:txBody>
                    <a:bodyPr/>
                    <a:lstStyle/>
                    <a:p>
                      <a:pPr indent="0" lvl="0" marL="0" marR="0" rtl="0" algn="ctr">
                        <a:lnSpc>
                          <a:spcPct val="100000"/>
                        </a:lnSpc>
                        <a:spcBef>
                          <a:spcPts val="0"/>
                        </a:spcBef>
                        <a:spcAft>
                          <a:spcPts val="0"/>
                        </a:spcAft>
                        <a:buClr>
                          <a:schemeClr val="dk2"/>
                        </a:buClr>
                        <a:buSzPts val="1300"/>
                        <a:buFont typeface="Noto Sans Symbols"/>
                        <a:buNone/>
                      </a:pPr>
                      <a:r>
                        <a:rPr b="1" i="0" lang="en-US" sz="1600" u="none" cap="none" strike="noStrike">
                          <a:solidFill>
                            <a:srgbClr val="FFFFFF"/>
                          </a:solidFill>
                          <a:latin typeface="Arial"/>
                          <a:ea typeface="Arial"/>
                          <a:cs typeface="Arial"/>
                          <a:sym typeface="Arial"/>
                        </a:rPr>
                        <a:t>202</a:t>
                      </a:r>
                      <a:r>
                        <a:rPr b="1" lang="en-US" sz="1600" u="none" cap="none" strike="noStrike">
                          <a:solidFill>
                            <a:srgbClr val="FFFFFF"/>
                          </a:solidFill>
                        </a:rPr>
                        <a:t>2</a:t>
                      </a:r>
                      <a:endParaRPr sz="1500" u="none" cap="none" strike="noStrike"/>
                    </a:p>
                  </a:txBody>
                  <a:tcPr marT="42200" marB="42200" marR="91450" marL="91450">
                    <a:lnL cap="flat" cmpd="sng" w="12700">
                      <a:solidFill>
                        <a:srgbClr val="91C8EB"/>
                      </a:solidFill>
                      <a:prstDash val="solid"/>
                      <a:round/>
                      <a:headEnd len="sm" w="sm" type="none"/>
                      <a:tailEnd len="sm" w="sm" type="none"/>
                    </a:lnL>
                    <a:lnR cap="flat" cmpd="sng" w="12700">
                      <a:solidFill>
                        <a:srgbClr val="91C8EB"/>
                      </a:solidFill>
                      <a:prstDash val="solid"/>
                      <a:round/>
                      <a:headEnd len="sm" w="sm" type="none"/>
                      <a:tailEnd len="sm" w="sm" type="none"/>
                    </a:lnR>
                    <a:lnT cap="flat" cmpd="sng" w="12700">
                      <a:solidFill>
                        <a:srgbClr val="91C8EB"/>
                      </a:solidFill>
                      <a:prstDash val="solid"/>
                      <a:round/>
                      <a:headEnd len="sm" w="sm" type="none"/>
                      <a:tailEnd len="sm" w="sm" type="none"/>
                    </a:lnT>
                    <a:lnB cap="flat" cmpd="sng" w="12700">
                      <a:solidFill>
                        <a:srgbClr val="91C8EB"/>
                      </a:solidFill>
                      <a:prstDash val="solid"/>
                      <a:round/>
                      <a:headEnd len="sm" w="sm" type="none"/>
                      <a:tailEnd len="sm" w="sm" type="none"/>
                    </a:lnB>
                    <a:solidFill>
                      <a:srgbClr val="556496"/>
                    </a:solidFill>
                  </a:tcPr>
                </a:tc>
                <a:tc hMerge="1"/>
                <a:tc hMerge="1"/>
                <a:tc hMerge="1"/>
              </a:tr>
              <a:tr h="376375">
                <a:tc>
                  <a:txBody>
                    <a:bodyPr/>
                    <a:lstStyle/>
                    <a:p>
                      <a:pPr indent="0" lvl="0" marL="0" marR="0" rtl="0" algn="ctr">
                        <a:lnSpc>
                          <a:spcPct val="100000"/>
                        </a:lnSpc>
                        <a:spcBef>
                          <a:spcPts val="0"/>
                        </a:spcBef>
                        <a:spcAft>
                          <a:spcPts val="0"/>
                        </a:spcAft>
                        <a:buClr>
                          <a:schemeClr val="dk2"/>
                        </a:buClr>
                        <a:buSzPts val="800"/>
                        <a:buFont typeface="Noto Sans Symbols"/>
                        <a:buNone/>
                      </a:pPr>
                      <a:r>
                        <a:rPr b="1" i="0" lang="en-US" sz="1100" u="none" cap="none" strike="noStrike">
                          <a:solidFill>
                            <a:srgbClr val="FFFFFF"/>
                          </a:solidFill>
                          <a:latin typeface="Arial"/>
                          <a:ea typeface="Arial"/>
                          <a:cs typeface="Arial"/>
                          <a:sym typeface="Arial"/>
                        </a:rPr>
                        <a:t>November</a:t>
                      </a:r>
                      <a:endParaRPr sz="1500" u="none" cap="none" strike="noStrike"/>
                    </a:p>
                  </a:txBody>
                  <a:tcPr marT="42200" marB="42200" marR="91450" marL="91450">
                    <a:lnL cap="flat" cmpd="sng" w="12700">
                      <a:solidFill>
                        <a:srgbClr val="91C8EB"/>
                      </a:solidFill>
                      <a:prstDash val="solid"/>
                      <a:round/>
                      <a:headEnd len="sm" w="sm" type="none"/>
                      <a:tailEnd len="sm" w="sm" type="none"/>
                    </a:lnL>
                    <a:lnR cap="flat" cmpd="sng" w="12700">
                      <a:solidFill>
                        <a:srgbClr val="91C8EB"/>
                      </a:solidFill>
                      <a:prstDash val="solid"/>
                      <a:round/>
                      <a:headEnd len="sm" w="sm" type="none"/>
                      <a:tailEnd len="sm" w="sm" type="none"/>
                    </a:lnR>
                    <a:lnT cap="flat" cmpd="sng" w="12700">
                      <a:solidFill>
                        <a:srgbClr val="91C8EB"/>
                      </a:solidFill>
                      <a:prstDash val="solid"/>
                      <a:round/>
                      <a:headEnd len="sm" w="sm" type="none"/>
                      <a:tailEnd len="sm" w="sm" type="none"/>
                    </a:lnT>
                    <a:lnB cap="flat" cmpd="sng" w="12700">
                      <a:solidFill>
                        <a:srgbClr val="91C8EB"/>
                      </a:solidFill>
                      <a:prstDash val="solid"/>
                      <a:round/>
                      <a:headEnd len="sm" w="sm" type="none"/>
                      <a:tailEnd len="sm" w="sm" type="none"/>
                    </a:lnB>
                    <a:solidFill>
                      <a:srgbClr val="7BAAC9"/>
                    </a:solidFill>
                  </a:tcPr>
                </a:tc>
                <a:tc>
                  <a:txBody>
                    <a:bodyPr/>
                    <a:lstStyle/>
                    <a:p>
                      <a:pPr indent="0" lvl="0" marL="0" marR="0" rtl="0" algn="ctr">
                        <a:lnSpc>
                          <a:spcPct val="100000"/>
                        </a:lnSpc>
                        <a:spcBef>
                          <a:spcPts val="0"/>
                        </a:spcBef>
                        <a:spcAft>
                          <a:spcPts val="0"/>
                        </a:spcAft>
                        <a:buClr>
                          <a:schemeClr val="dk2"/>
                        </a:buClr>
                        <a:buSzPts val="800"/>
                        <a:buFont typeface="Noto Sans Symbols"/>
                        <a:buNone/>
                      </a:pPr>
                      <a:r>
                        <a:rPr b="1" i="0" lang="en-US" sz="1100" u="none" cap="none" strike="noStrike">
                          <a:solidFill>
                            <a:srgbClr val="FFFFFF"/>
                          </a:solidFill>
                          <a:latin typeface="Arial"/>
                          <a:ea typeface="Arial"/>
                          <a:cs typeface="Arial"/>
                          <a:sym typeface="Arial"/>
                        </a:rPr>
                        <a:t>December</a:t>
                      </a:r>
                      <a:endParaRPr sz="1500" u="none" cap="none" strike="noStrike"/>
                    </a:p>
                  </a:txBody>
                  <a:tcPr marT="42200" marB="42200" marR="91450" marL="91450">
                    <a:lnL cap="flat" cmpd="sng" w="12700">
                      <a:solidFill>
                        <a:srgbClr val="91C8EB"/>
                      </a:solidFill>
                      <a:prstDash val="solid"/>
                      <a:round/>
                      <a:headEnd len="sm" w="sm" type="none"/>
                      <a:tailEnd len="sm" w="sm" type="none"/>
                    </a:lnL>
                    <a:lnR cap="flat" cmpd="sng" w="12700">
                      <a:solidFill>
                        <a:srgbClr val="91C8EB"/>
                      </a:solidFill>
                      <a:prstDash val="solid"/>
                      <a:round/>
                      <a:headEnd len="sm" w="sm" type="none"/>
                      <a:tailEnd len="sm" w="sm" type="none"/>
                    </a:lnR>
                    <a:lnT cap="flat" cmpd="sng" w="12700">
                      <a:solidFill>
                        <a:srgbClr val="91C8EB"/>
                      </a:solidFill>
                      <a:prstDash val="solid"/>
                      <a:round/>
                      <a:headEnd len="sm" w="sm" type="none"/>
                      <a:tailEnd len="sm" w="sm" type="none"/>
                    </a:lnT>
                    <a:lnB cap="flat" cmpd="sng" w="12700">
                      <a:solidFill>
                        <a:srgbClr val="91C8EB"/>
                      </a:solidFill>
                      <a:prstDash val="solid"/>
                      <a:round/>
                      <a:headEnd len="sm" w="sm" type="none"/>
                      <a:tailEnd len="sm" w="sm" type="none"/>
                    </a:lnB>
                    <a:solidFill>
                      <a:srgbClr val="7BAAC9"/>
                    </a:solidFill>
                  </a:tcPr>
                </a:tc>
                <a:tc>
                  <a:txBody>
                    <a:bodyPr/>
                    <a:lstStyle/>
                    <a:p>
                      <a:pPr indent="0" lvl="0" marL="0" marR="0" rtl="0" algn="ctr">
                        <a:lnSpc>
                          <a:spcPct val="100000"/>
                        </a:lnSpc>
                        <a:spcBef>
                          <a:spcPts val="0"/>
                        </a:spcBef>
                        <a:spcAft>
                          <a:spcPts val="0"/>
                        </a:spcAft>
                        <a:buClr>
                          <a:schemeClr val="dk2"/>
                        </a:buClr>
                        <a:buSzPts val="800"/>
                        <a:buFont typeface="Noto Sans Symbols"/>
                        <a:buNone/>
                      </a:pPr>
                      <a:r>
                        <a:rPr b="1" i="0" lang="en-US" sz="1100" u="none" cap="none" strike="noStrike">
                          <a:solidFill>
                            <a:srgbClr val="FFFFFF"/>
                          </a:solidFill>
                          <a:latin typeface="Arial"/>
                          <a:ea typeface="Arial"/>
                          <a:cs typeface="Arial"/>
                          <a:sym typeface="Arial"/>
                        </a:rPr>
                        <a:t>Q1</a:t>
                      </a:r>
                      <a:endParaRPr sz="1500" u="none" cap="none" strike="noStrike"/>
                    </a:p>
                  </a:txBody>
                  <a:tcPr marT="42200" marB="42200" marR="91450" marL="91450">
                    <a:lnL cap="flat" cmpd="sng" w="12700">
                      <a:solidFill>
                        <a:srgbClr val="91C8EB"/>
                      </a:solidFill>
                      <a:prstDash val="solid"/>
                      <a:round/>
                      <a:headEnd len="sm" w="sm" type="none"/>
                      <a:tailEnd len="sm" w="sm" type="none"/>
                    </a:lnL>
                    <a:lnR cap="flat" cmpd="sng" w="12700">
                      <a:solidFill>
                        <a:srgbClr val="91C8EB"/>
                      </a:solidFill>
                      <a:prstDash val="solid"/>
                      <a:round/>
                      <a:headEnd len="sm" w="sm" type="none"/>
                      <a:tailEnd len="sm" w="sm" type="none"/>
                    </a:lnR>
                    <a:lnT cap="flat" cmpd="sng" w="12700">
                      <a:solidFill>
                        <a:srgbClr val="91C8EB"/>
                      </a:solidFill>
                      <a:prstDash val="solid"/>
                      <a:round/>
                      <a:headEnd len="sm" w="sm" type="none"/>
                      <a:tailEnd len="sm" w="sm" type="none"/>
                    </a:lnT>
                    <a:lnB cap="flat" cmpd="sng" w="12700">
                      <a:solidFill>
                        <a:srgbClr val="91C8EB"/>
                      </a:solidFill>
                      <a:prstDash val="solid"/>
                      <a:round/>
                      <a:headEnd len="sm" w="sm" type="none"/>
                      <a:tailEnd len="sm" w="sm" type="none"/>
                    </a:lnB>
                    <a:solidFill>
                      <a:srgbClr val="7BAAC9"/>
                    </a:solidFill>
                  </a:tcPr>
                </a:tc>
                <a:tc>
                  <a:txBody>
                    <a:bodyPr/>
                    <a:lstStyle/>
                    <a:p>
                      <a:pPr indent="0" lvl="0" marL="0" marR="0" rtl="0" algn="ctr">
                        <a:lnSpc>
                          <a:spcPct val="100000"/>
                        </a:lnSpc>
                        <a:spcBef>
                          <a:spcPts val="0"/>
                        </a:spcBef>
                        <a:spcAft>
                          <a:spcPts val="0"/>
                        </a:spcAft>
                        <a:buClr>
                          <a:schemeClr val="dk2"/>
                        </a:buClr>
                        <a:buSzPts val="800"/>
                        <a:buFont typeface="Noto Sans Symbols"/>
                        <a:buNone/>
                      </a:pPr>
                      <a:r>
                        <a:rPr b="1" i="0" lang="en-US" sz="1100" u="none" cap="none" strike="noStrike">
                          <a:solidFill>
                            <a:srgbClr val="FFFFFF"/>
                          </a:solidFill>
                          <a:latin typeface="Arial"/>
                          <a:ea typeface="Arial"/>
                          <a:cs typeface="Arial"/>
                          <a:sym typeface="Arial"/>
                        </a:rPr>
                        <a:t>Q2</a:t>
                      </a:r>
                      <a:endParaRPr sz="1500" u="none" cap="none" strike="noStrike"/>
                    </a:p>
                  </a:txBody>
                  <a:tcPr marT="42200" marB="42200" marR="91450" marL="91450">
                    <a:lnL cap="flat" cmpd="sng" w="12700">
                      <a:solidFill>
                        <a:srgbClr val="91C8EB"/>
                      </a:solidFill>
                      <a:prstDash val="solid"/>
                      <a:round/>
                      <a:headEnd len="sm" w="sm" type="none"/>
                      <a:tailEnd len="sm" w="sm" type="none"/>
                    </a:lnL>
                    <a:lnR cap="flat" cmpd="sng" w="12700">
                      <a:solidFill>
                        <a:srgbClr val="91C8EB"/>
                      </a:solidFill>
                      <a:prstDash val="solid"/>
                      <a:round/>
                      <a:headEnd len="sm" w="sm" type="none"/>
                      <a:tailEnd len="sm" w="sm" type="none"/>
                    </a:lnR>
                    <a:lnT cap="flat" cmpd="sng" w="12700">
                      <a:solidFill>
                        <a:srgbClr val="91C8EB"/>
                      </a:solidFill>
                      <a:prstDash val="solid"/>
                      <a:round/>
                      <a:headEnd len="sm" w="sm" type="none"/>
                      <a:tailEnd len="sm" w="sm" type="none"/>
                    </a:lnT>
                    <a:lnB cap="flat" cmpd="sng" w="12700">
                      <a:solidFill>
                        <a:srgbClr val="91C8EB"/>
                      </a:solidFill>
                      <a:prstDash val="solid"/>
                      <a:round/>
                      <a:headEnd len="sm" w="sm" type="none"/>
                      <a:tailEnd len="sm" w="sm" type="none"/>
                    </a:lnB>
                    <a:solidFill>
                      <a:srgbClr val="7BAAC9"/>
                    </a:solidFill>
                  </a:tcPr>
                </a:tc>
                <a:tc>
                  <a:txBody>
                    <a:bodyPr/>
                    <a:lstStyle/>
                    <a:p>
                      <a:pPr indent="0" lvl="0" marL="0" marR="0" rtl="0" algn="ctr">
                        <a:lnSpc>
                          <a:spcPct val="100000"/>
                        </a:lnSpc>
                        <a:spcBef>
                          <a:spcPts val="0"/>
                        </a:spcBef>
                        <a:spcAft>
                          <a:spcPts val="0"/>
                        </a:spcAft>
                        <a:buClr>
                          <a:schemeClr val="dk2"/>
                        </a:buClr>
                        <a:buSzPts val="800"/>
                        <a:buFont typeface="Noto Sans Symbols"/>
                        <a:buNone/>
                      </a:pPr>
                      <a:r>
                        <a:rPr b="1" i="0" lang="en-US" sz="1100" u="none" cap="none" strike="noStrike">
                          <a:solidFill>
                            <a:srgbClr val="FFFFFF"/>
                          </a:solidFill>
                          <a:latin typeface="Arial"/>
                          <a:ea typeface="Arial"/>
                          <a:cs typeface="Arial"/>
                          <a:sym typeface="Arial"/>
                        </a:rPr>
                        <a:t>Q3</a:t>
                      </a:r>
                      <a:endParaRPr sz="1500" u="none" cap="none" strike="noStrike"/>
                    </a:p>
                  </a:txBody>
                  <a:tcPr marT="42200" marB="42200" marR="91450" marL="91450">
                    <a:lnL cap="flat" cmpd="sng" w="12700">
                      <a:solidFill>
                        <a:srgbClr val="91C8EB"/>
                      </a:solidFill>
                      <a:prstDash val="solid"/>
                      <a:round/>
                      <a:headEnd len="sm" w="sm" type="none"/>
                      <a:tailEnd len="sm" w="sm" type="none"/>
                    </a:lnL>
                    <a:lnR cap="flat" cmpd="sng" w="12700">
                      <a:solidFill>
                        <a:srgbClr val="91C8EB"/>
                      </a:solidFill>
                      <a:prstDash val="solid"/>
                      <a:round/>
                      <a:headEnd len="sm" w="sm" type="none"/>
                      <a:tailEnd len="sm" w="sm" type="none"/>
                    </a:lnR>
                    <a:lnT cap="flat" cmpd="sng" w="12700">
                      <a:solidFill>
                        <a:srgbClr val="91C8EB"/>
                      </a:solidFill>
                      <a:prstDash val="solid"/>
                      <a:round/>
                      <a:headEnd len="sm" w="sm" type="none"/>
                      <a:tailEnd len="sm" w="sm" type="none"/>
                    </a:lnT>
                    <a:lnB cap="flat" cmpd="sng" w="12700">
                      <a:solidFill>
                        <a:srgbClr val="91C8EB"/>
                      </a:solidFill>
                      <a:prstDash val="solid"/>
                      <a:round/>
                      <a:headEnd len="sm" w="sm" type="none"/>
                      <a:tailEnd len="sm" w="sm" type="none"/>
                    </a:lnB>
                    <a:solidFill>
                      <a:srgbClr val="7BAAC9"/>
                    </a:solidFill>
                  </a:tcPr>
                </a:tc>
                <a:tc>
                  <a:txBody>
                    <a:bodyPr/>
                    <a:lstStyle/>
                    <a:p>
                      <a:pPr indent="0" lvl="0" marL="0" marR="0" rtl="0" algn="ctr">
                        <a:lnSpc>
                          <a:spcPct val="100000"/>
                        </a:lnSpc>
                        <a:spcBef>
                          <a:spcPts val="0"/>
                        </a:spcBef>
                        <a:spcAft>
                          <a:spcPts val="0"/>
                        </a:spcAft>
                        <a:buClr>
                          <a:schemeClr val="dk2"/>
                        </a:buClr>
                        <a:buSzPts val="800"/>
                        <a:buFont typeface="Noto Sans Symbols"/>
                        <a:buNone/>
                      </a:pPr>
                      <a:r>
                        <a:rPr b="1" i="0" lang="en-US" sz="1100" u="none" cap="none" strike="noStrike">
                          <a:solidFill>
                            <a:srgbClr val="FFFFFF"/>
                          </a:solidFill>
                          <a:latin typeface="Arial"/>
                          <a:ea typeface="Arial"/>
                          <a:cs typeface="Arial"/>
                          <a:sym typeface="Arial"/>
                        </a:rPr>
                        <a:t>Q4</a:t>
                      </a:r>
                      <a:endParaRPr sz="1500" u="none" cap="none" strike="noStrike"/>
                    </a:p>
                  </a:txBody>
                  <a:tcPr marT="42200" marB="42200" marR="91450" marL="91450">
                    <a:lnL cap="flat" cmpd="sng" w="12700">
                      <a:solidFill>
                        <a:srgbClr val="91C8EB"/>
                      </a:solidFill>
                      <a:prstDash val="solid"/>
                      <a:round/>
                      <a:headEnd len="sm" w="sm" type="none"/>
                      <a:tailEnd len="sm" w="sm" type="none"/>
                    </a:lnL>
                    <a:lnR cap="flat" cmpd="sng" w="12700">
                      <a:solidFill>
                        <a:srgbClr val="91C8EB"/>
                      </a:solidFill>
                      <a:prstDash val="solid"/>
                      <a:round/>
                      <a:headEnd len="sm" w="sm" type="none"/>
                      <a:tailEnd len="sm" w="sm" type="none"/>
                    </a:lnR>
                    <a:lnT cap="flat" cmpd="sng" w="12700">
                      <a:solidFill>
                        <a:srgbClr val="91C8EB"/>
                      </a:solidFill>
                      <a:prstDash val="solid"/>
                      <a:round/>
                      <a:headEnd len="sm" w="sm" type="none"/>
                      <a:tailEnd len="sm" w="sm" type="none"/>
                    </a:lnT>
                    <a:lnB cap="flat" cmpd="sng" w="12700">
                      <a:solidFill>
                        <a:srgbClr val="91C8EB"/>
                      </a:solidFill>
                      <a:prstDash val="solid"/>
                      <a:round/>
                      <a:headEnd len="sm" w="sm" type="none"/>
                      <a:tailEnd len="sm" w="sm" type="none"/>
                    </a:lnB>
                    <a:solidFill>
                      <a:srgbClr val="7BAAC9"/>
                    </a:solidFill>
                  </a:tcPr>
                </a:tc>
              </a:tr>
              <a:tr h="3566900">
                <a:tc>
                  <a:txBody>
                    <a:bodyPr/>
                    <a:lstStyle/>
                    <a:p>
                      <a:pPr indent="0" lvl="0" marL="0" marR="0" rtl="0" algn="l">
                        <a:lnSpc>
                          <a:spcPct val="100000"/>
                        </a:lnSpc>
                        <a:spcBef>
                          <a:spcPts val="0"/>
                        </a:spcBef>
                        <a:spcAft>
                          <a:spcPts val="0"/>
                        </a:spcAft>
                        <a:buClr>
                          <a:schemeClr val="dk2"/>
                        </a:buClr>
                        <a:buSzPts val="500"/>
                        <a:buFont typeface="Noto Sans Symbols"/>
                        <a:buNone/>
                      </a:pPr>
                      <a:r>
                        <a:t/>
                      </a:r>
                      <a:endParaRPr b="0" i="0" sz="700" u="none" cap="none" strike="noStrike">
                        <a:solidFill>
                          <a:srgbClr val="103184"/>
                        </a:solidFill>
                        <a:latin typeface="Arial"/>
                        <a:ea typeface="Arial"/>
                        <a:cs typeface="Arial"/>
                        <a:sym typeface="Arial"/>
                      </a:endParaRPr>
                    </a:p>
                  </a:txBody>
                  <a:tcPr marT="42200" marB="42200" marR="91450" marL="91450">
                    <a:lnL cap="flat" cmpd="sng" w="12700">
                      <a:solidFill>
                        <a:srgbClr val="91C8EB"/>
                      </a:solidFill>
                      <a:prstDash val="solid"/>
                      <a:round/>
                      <a:headEnd len="sm" w="sm" type="none"/>
                      <a:tailEnd len="sm" w="sm" type="none"/>
                    </a:lnL>
                    <a:lnR cap="flat" cmpd="sng" w="12700">
                      <a:solidFill>
                        <a:srgbClr val="91C8EB"/>
                      </a:solidFill>
                      <a:prstDash val="solid"/>
                      <a:round/>
                      <a:headEnd len="sm" w="sm" type="none"/>
                      <a:tailEnd len="sm" w="sm" type="none"/>
                    </a:lnR>
                    <a:lnT cap="flat" cmpd="sng" w="12700">
                      <a:solidFill>
                        <a:srgbClr val="91C8EB"/>
                      </a:solidFill>
                      <a:prstDash val="solid"/>
                      <a:round/>
                      <a:headEnd len="sm" w="sm" type="none"/>
                      <a:tailEnd len="sm" w="sm" type="none"/>
                    </a:lnT>
                    <a:lnB cap="flat" cmpd="sng" w="12700">
                      <a:solidFill>
                        <a:srgbClr val="91C8EB"/>
                      </a:solidFill>
                      <a:prstDash val="solid"/>
                      <a:round/>
                      <a:headEnd len="sm" w="sm" type="none"/>
                      <a:tailEnd len="sm" w="sm" type="none"/>
                    </a:lnB>
                    <a:solidFill>
                      <a:srgbClr val="EFF4F9"/>
                    </a:solidFill>
                  </a:tcPr>
                </a:tc>
                <a:tc>
                  <a:txBody>
                    <a:bodyPr/>
                    <a:lstStyle/>
                    <a:p>
                      <a:pPr indent="0" lvl="0" marL="0" marR="0" rtl="0" algn="l">
                        <a:lnSpc>
                          <a:spcPct val="100000"/>
                        </a:lnSpc>
                        <a:spcBef>
                          <a:spcPts val="0"/>
                        </a:spcBef>
                        <a:spcAft>
                          <a:spcPts val="0"/>
                        </a:spcAft>
                        <a:buClr>
                          <a:schemeClr val="dk2"/>
                        </a:buClr>
                        <a:buSzPts val="500"/>
                        <a:buFont typeface="Noto Sans Symbols"/>
                        <a:buNone/>
                      </a:pPr>
                      <a:r>
                        <a:t/>
                      </a:r>
                      <a:endParaRPr b="0" i="0" sz="700" u="none" cap="none" strike="noStrike">
                        <a:solidFill>
                          <a:srgbClr val="103184"/>
                        </a:solidFill>
                        <a:latin typeface="Arial"/>
                        <a:ea typeface="Arial"/>
                        <a:cs typeface="Arial"/>
                        <a:sym typeface="Arial"/>
                      </a:endParaRPr>
                    </a:p>
                  </a:txBody>
                  <a:tcPr marT="42200" marB="42200" marR="91450" marL="91450">
                    <a:lnL cap="flat" cmpd="sng" w="12700">
                      <a:solidFill>
                        <a:srgbClr val="91C8EB"/>
                      </a:solidFill>
                      <a:prstDash val="solid"/>
                      <a:round/>
                      <a:headEnd len="sm" w="sm" type="none"/>
                      <a:tailEnd len="sm" w="sm" type="none"/>
                    </a:lnL>
                    <a:lnR cap="flat" cmpd="sng" w="12700">
                      <a:solidFill>
                        <a:srgbClr val="91C8EB"/>
                      </a:solidFill>
                      <a:prstDash val="solid"/>
                      <a:round/>
                      <a:headEnd len="sm" w="sm" type="none"/>
                      <a:tailEnd len="sm" w="sm" type="none"/>
                    </a:lnR>
                    <a:lnT cap="flat" cmpd="sng" w="12700">
                      <a:solidFill>
                        <a:srgbClr val="91C8EB"/>
                      </a:solidFill>
                      <a:prstDash val="solid"/>
                      <a:round/>
                      <a:headEnd len="sm" w="sm" type="none"/>
                      <a:tailEnd len="sm" w="sm" type="none"/>
                    </a:lnT>
                    <a:lnB cap="flat" cmpd="sng" w="12700">
                      <a:solidFill>
                        <a:srgbClr val="91C8EB"/>
                      </a:solidFill>
                      <a:prstDash val="solid"/>
                      <a:round/>
                      <a:headEnd len="sm" w="sm" type="none"/>
                      <a:tailEnd len="sm" w="sm" type="none"/>
                    </a:lnB>
                    <a:solidFill>
                      <a:srgbClr val="EFF4F9"/>
                    </a:solidFill>
                  </a:tcPr>
                </a:tc>
                <a:tc>
                  <a:txBody>
                    <a:bodyPr/>
                    <a:lstStyle/>
                    <a:p>
                      <a:pPr indent="0" lvl="0" marL="0" marR="0" rtl="0" algn="l">
                        <a:lnSpc>
                          <a:spcPct val="100000"/>
                        </a:lnSpc>
                        <a:spcBef>
                          <a:spcPts val="0"/>
                        </a:spcBef>
                        <a:spcAft>
                          <a:spcPts val="0"/>
                        </a:spcAft>
                        <a:buClr>
                          <a:schemeClr val="dk2"/>
                        </a:buClr>
                        <a:buSzPts val="500"/>
                        <a:buFont typeface="Noto Sans Symbols"/>
                        <a:buNone/>
                      </a:pPr>
                      <a:r>
                        <a:t/>
                      </a:r>
                      <a:endParaRPr b="0" i="0" sz="700" u="none" cap="none" strike="noStrike">
                        <a:solidFill>
                          <a:srgbClr val="103184"/>
                        </a:solidFill>
                        <a:latin typeface="Arial"/>
                        <a:ea typeface="Arial"/>
                        <a:cs typeface="Arial"/>
                        <a:sym typeface="Arial"/>
                      </a:endParaRPr>
                    </a:p>
                  </a:txBody>
                  <a:tcPr marT="42200" marB="42200" marR="91450" marL="91450">
                    <a:lnL cap="flat" cmpd="sng" w="12700">
                      <a:solidFill>
                        <a:srgbClr val="91C8EB"/>
                      </a:solidFill>
                      <a:prstDash val="solid"/>
                      <a:round/>
                      <a:headEnd len="sm" w="sm" type="none"/>
                      <a:tailEnd len="sm" w="sm" type="none"/>
                    </a:lnL>
                    <a:lnR cap="flat" cmpd="sng" w="12700">
                      <a:solidFill>
                        <a:srgbClr val="91C8EB"/>
                      </a:solidFill>
                      <a:prstDash val="solid"/>
                      <a:round/>
                      <a:headEnd len="sm" w="sm" type="none"/>
                      <a:tailEnd len="sm" w="sm" type="none"/>
                    </a:lnR>
                    <a:lnT cap="flat" cmpd="sng" w="12700">
                      <a:solidFill>
                        <a:srgbClr val="91C8EB"/>
                      </a:solidFill>
                      <a:prstDash val="solid"/>
                      <a:round/>
                      <a:headEnd len="sm" w="sm" type="none"/>
                      <a:tailEnd len="sm" w="sm" type="none"/>
                    </a:lnT>
                    <a:lnB cap="flat" cmpd="sng" w="12700">
                      <a:solidFill>
                        <a:srgbClr val="91C8EB"/>
                      </a:solidFill>
                      <a:prstDash val="solid"/>
                      <a:round/>
                      <a:headEnd len="sm" w="sm" type="none"/>
                      <a:tailEnd len="sm" w="sm" type="none"/>
                    </a:lnB>
                    <a:solidFill>
                      <a:srgbClr val="EFF4F9"/>
                    </a:solidFill>
                  </a:tcPr>
                </a:tc>
                <a:tc>
                  <a:txBody>
                    <a:bodyPr/>
                    <a:lstStyle/>
                    <a:p>
                      <a:pPr indent="0" lvl="0" marL="0" marR="0" rtl="0" algn="l">
                        <a:lnSpc>
                          <a:spcPct val="100000"/>
                        </a:lnSpc>
                        <a:spcBef>
                          <a:spcPts val="0"/>
                        </a:spcBef>
                        <a:spcAft>
                          <a:spcPts val="0"/>
                        </a:spcAft>
                        <a:buClr>
                          <a:schemeClr val="dk2"/>
                        </a:buClr>
                        <a:buSzPts val="500"/>
                        <a:buFont typeface="Noto Sans Symbols"/>
                        <a:buNone/>
                      </a:pPr>
                      <a:r>
                        <a:t/>
                      </a:r>
                      <a:endParaRPr b="0" i="0" sz="700" u="none" cap="none" strike="noStrike">
                        <a:solidFill>
                          <a:srgbClr val="103184"/>
                        </a:solidFill>
                        <a:latin typeface="Arial"/>
                        <a:ea typeface="Arial"/>
                        <a:cs typeface="Arial"/>
                        <a:sym typeface="Arial"/>
                      </a:endParaRPr>
                    </a:p>
                  </a:txBody>
                  <a:tcPr marT="42200" marB="42200" marR="91450" marL="91450">
                    <a:lnL cap="flat" cmpd="sng" w="12700">
                      <a:solidFill>
                        <a:srgbClr val="91C8EB"/>
                      </a:solidFill>
                      <a:prstDash val="solid"/>
                      <a:round/>
                      <a:headEnd len="sm" w="sm" type="none"/>
                      <a:tailEnd len="sm" w="sm" type="none"/>
                    </a:lnL>
                    <a:lnR cap="flat" cmpd="sng" w="12700">
                      <a:solidFill>
                        <a:srgbClr val="91C8EB"/>
                      </a:solidFill>
                      <a:prstDash val="solid"/>
                      <a:round/>
                      <a:headEnd len="sm" w="sm" type="none"/>
                      <a:tailEnd len="sm" w="sm" type="none"/>
                    </a:lnR>
                    <a:lnT cap="flat" cmpd="sng" w="12700">
                      <a:solidFill>
                        <a:srgbClr val="91C8EB"/>
                      </a:solidFill>
                      <a:prstDash val="solid"/>
                      <a:round/>
                      <a:headEnd len="sm" w="sm" type="none"/>
                      <a:tailEnd len="sm" w="sm" type="none"/>
                    </a:lnT>
                    <a:lnB cap="flat" cmpd="sng" w="12700">
                      <a:solidFill>
                        <a:srgbClr val="91C8EB"/>
                      </a:solidFill>
                      <a:prstDash val="solid"/>
                      <a:round/>
                      <a:headEnd len="sm" w="sm" type="none"/>
                      <a:tailEnd len="sm" w="sm" type="none"/>
                    </a:lnB>
                    <a:solidFill>
                      <a:srgbClr val="EFF4F9"/>
                    </a:solidFill>
                  </a:tcPr>
                </a:tc>
                <a:tc>
                  <a:txBody>
                    <a:bodyPr/>
                    <a:lstStyle/>
                    <a:p>
                      <a:pPr indent="0" lvl="0" marL="0" marR="0" rtl="0" algn="l">
                        <a:lnSpc>
                          <a:spcPct val="100000"/>
                        </a:lnSpc>
                        <a:spcBef>
                          <a:spcPts val="0"/>
                        </a:spcBef>
                        <a:spcAft>
                          <a:spcPts val="0"/>
                        </a:spcAft>
                        <a:buClr>
                          <a:schemeClr val="dk2"/>
                        </a:buClr>
                        <a:buSzPts val="500"/>
                        <a:buFont typeface="Noto Sans Symbols"/>
                        <a:buNone/>
                      </a:pPr>
                      <a:r>
                        <a:t/>
                      </a:r>
                      <a:endParaRPr b="0" i="0" sz="700" u="none" cap="none" strike="noStrike">
                        <a:solidFill>
                          <a:srgbClr val="103184"/>
                        </a:solidFill>
                        <a:latin typeface="Arial"/>
                        <a:ea typeface="Arial"/>
                        <a:cs typeface="Arial"/>
                        <a:sym typeface="Arial"/>
                      </a:endParaRPr>
                    </a:p>
                  </a:txBody>
                  <a:tcPr marT="42200" marB="42200" marR="91450" marL="91450">
                    <a:lnL cap="flat" cmpd="sng" w="12700">
                      <a:solidFill>
                        <a:srgbClr val="91C8EB"/>
                      </a:solidFill>
                      <a:prstDash val="solid"/>
                      <a:round/>
                      <a:headEnd len="sm" w="sm" type="none"/>
                      <a:tailEnd len="sm" w="sm" type="none"/>
                    </a:lnL>
                    <a:lnR cap="flat" cmpd="sng" w="12700">
                      <a:solidFill>
                        <a:srgbClr val="91C8EB"/>
                      </a:solidFill>
                      <a:prstDash val="solid"/>
                      <a:round/>
                      <a:headEnd len="sm" w="sm" type="none"/>
                      <a:tailEnd len="sm" w="sm" type="none"/>
                    </a:lnR>
                    <a:lnT cap="flat" cmpd="sng" w="12700">
                      <a:solidFill>
                        <a:srgbClr val="91C8EB"/>
                      </a:solidFill>
                      <a:prstDash val="solid"/>
                      <a:round/>
                      <a:headEnd len="sm" w="sm" type="none"/>
                      <a:tailEnd len="sm" w="sm" type="none"/>
                    </a:lnT>
                    <a:lnB cap="flat" cmpd="sng" w="12700">
                      <a:solidFill>
                        <a:srgbClr val="91C8EB"/>
                      </a:solidFill>
                      <a:prstDash val="solid"/>
                      <a:round/>
                      <a:headEnd len="sm" w="sm" type="none"/>
                      <a:tailEnd len="sm" w="sm" type="none"/>
                    </a:lnB>
                    <a:solidFill>
                      <a:srgbClr val="EFF4F9"/>
                    </a:solidFill>
                  </a:tcPr>
                </a:tc>
                <a:tc>
                  <a:txBody>
                    <a:bodyPr/>
                    <a:lstStyle/>
                    <a:p>
                      <a:pPr indent="0" lvl="0" marL="0" marR="0" rtl="0" algn="l">
                        <a:lnSpc>
                          <a:spcPct val="100000"/>
                        </a:lnSpc>
                        <a:spcBef>
                          <a:spcPts val="0"/>
                        </a:spcBef>
                        <a:spcAft>
                          <a:spcPts val="0"/>
                        </a:spcAft>
                        <a:buClr>
                          <a:schemeClr val="dk2"/>
                        </a:buClr>
                        <a:buSzPts val="500"/>
                        <a:buFont typeface="Noto Sans Symbols"/>
                        <a:buNone/>
                      </a:pPr>
                      <a:r>
                        <a:t/>
                      </a:r>
                      <a:endParaRPr b="0" i="0" sz="700" u="none" cap="none" strike="noStrike">
                        <a:solidFill>
                          <a:srgbClr val="103184"/>
                        </a:solidFill>
                        <a:latin typeface="Arial"/>
                        <a:ea typeface="Arial"/>
                        <a:cs typeface="Arial"/>
                        <a:sym typeface="Arial"/>
                      </a:endParaRPr>
                    </a:p>
                  </a:txBody>
                  <a:tcPr marT="42200" marB="42200" marR="91450" marL="91450">
                    <a:lnL cap="flat" cmpd="sng" w="12700">
                      <a:solidFill>
                        <a:srgbClr val="91C8EB"/>
                      </a:solidFill>
                      <a:prstDash val="solid"/>
                      <a:round/>
                      <a:headEnd len="sm" w="sm" type="none"/>
                      <a:tailEnd len="sm" w="sm" type="none"/>
                    </a:lnL>
                    <a:lnR cap="flat" cmpd="sng" w="12700">
                      <a:solidFill>
                        <a:srgbClr val="91C8EB"/>
                      </a:solidFill>
                      <a:prstDash val="solid"/>
                      <a:round/>
                      <a:headEnd len="sm" w="sm" type="none"/>
                      <a:tailEnd len="sm" w="sm" type="none"/>
                    </a:lnR>
                    <a:lnT cap="flat" cmpd="sng" w="12700">
                      <a:solidFill>
                        <a:srgbClr val="91C8EB"/>
                      </a:solidFill>
                      <a:prstDash val="solid"/>
                      <a:round/>
                      <a:headEnd len="sm" w="sm" type="none"/>
                      <a:tailEnd len="sm" w="sm" type="none"/>
                    </a:lnT>
                    <a:lnB cap="flat" cmpd="sng" w="12700">
                      <a:solidFill>
                        <a:srgbClr val="91C8EB"/>
                      </a:solidFill>
                      <a:prstDash val="solid"/>
                      <a:round/>
                      <a:headEnd len="sm" w="sm" type="none"/>
                      <a:tailEnd len="sm" w="sm" type="none"/>
                    </a:lnB>
                    <a:solidFill>
                      <a:srgbClr val="EFF4F9"/>
                    </a:solidFill>
                  </a:tcPr>
                </a:tc>
              </a:tr>
            </a:tbl>
          </a:graphicData>
        </a:graphic>
      </p:graphicFrame>
      <p:sp>
        <p:nvSpPr>
          <p:cNvPr id="349" name="Google Shape;349;p13"/>
          <p:cNvSpPr txBox="1"/>
          <p:nvPr>
            <p:ph idx="4294967295" type="sldNum"/>
          </p:nvPr>
        </p:nvSpPr>
        <p:spPr>
          <a:xfrm>
            <a:off x="4534278" y="6426479"/>
            <a:ext cx="407400" cy="3648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700"/>
              <a:buNone/>
            </a:pPr>
            <a:r>
              <a:rPr lang="en-US">
                <a:solidFill>
                  <a:srgbClr val="003985"/>
                </a:solidFill>
              </a:rPr>
              <a:t>P.</a:t>
            </a:r>
            <a:fld id="{00000000-1234-1234-1234-123412341234}" type="slidenum">
              <a:rPr lang="en-US">
                <a:solidFill>
                  <a:srgbClr val="003985"/>
                </a:solidFill>
              </a:rPr>
              <a:t>‹#›</a:t>
            </a:fld>
            <a:endParaRPr>
              <a:solidFill>
                <a:srgbClr val="003985"/>
              </a:solidFill>
            </a:endParaRPr>
          </a:p>
        </p:txBody>
      </p:sp>
      <p:sp>
        <p:nvSpPr>
          <p:cNvPr id="350" name="Google Shape;350;p13"/>
          <p:cNvSpPr/>
          <p:nvPr/>
        </p:nvSpPr>
        <p:spPr>
          <a:xfrm>
            <a:off x="2106875" y="1717300"/>
            <a:ext cx="2498700" cy="788100"/>
          </a:xfrm>
          <a:prstGeom prst="chevron">
            <a:avLst>
              <a:gd fmla="val 12125" name="adj"/>
            </a:avLst>
          </a:prstGeom>
          <a:solidFill>
            <a:srgbClr val="DDDDDD"/>
          </a:solidFill>
          <a:ln cap="flat" cmpd="sng" w="9525">
            <a:solidFill>
              <a:srgbClr val="9E9E9E"/>
            </a:solidFill>
            <a:prstDash val="solid"/>
            <a:round/>
            <a:headEnd len="sm" w="sm" type="none"/>
            <a:tailEnd len="sm" w="sm" type="none"/>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FF3300"/>
              </a:buClr>
              <a:buSzPts val="554"/>
              <a:buFont typeface="Noto Sans Symbols"/>
              <a:buNone/>
            </a:pPr>
            <a:r>
              <a:t/>
            </a:r>
            <a:endParaRPr b="1" i="1" sz="554" u="none" cap="none" strike="noStrike">
              <a:solidFill>
                <a:srgbClr val="FFFFFF"/>
              </a:solidFill>
              <a:latin typeface="Calibri"/>
              <a:ea typeface="Calibri"/>
              <a:cs typeface="Calibri"/>
              <a:sym typeface="Calibri"/>
            </a:endParaRPr>
          </a:p>
        </p:txBody>
      </p:sp>
      <p:grpSp>
        <p:nvGrpSpPr>
          <p:cNvPr id="351" name="Google Shape;351;p13"/>
          <p:cNvGrpSpPr/>
          <p:nvPr/>
        </p:nvGrpSpPr>
        <p:grpSpPr>
          <a:xfrm>
            <a:off x="2553260" y="1965879"/>
            <a:ext cx="1827000" cy="383400"/>
            <a:chOff x="962733" y="2156518"/>
            <a:chExt cx="1827000" cy="383400"/>
          </a:xfrm>
        </p:grpSpPr>
        <p:sp>
          <p:nvSpPr>
            <p:cNvPr id="352" name="Google Shape;352;p13"/>
            <p:cNvSpPr/>
            <p:nvPr/>
          </p:nvSpPr>
          <p:spPr>
            <a:xfrm>
              <a:off x="962733" y="2156518"/>
              <a:ext cx="1827000" cy="383400"/>
            </a:xfrm>
            <a:prstGeom prst="chevron">
              <a:avLst>
                <a:gd fmla="val 17064" name="adj"/>
              </a:avLst>
            </a:prstGeom>
            <a:solidFill>
              <a:srgbClr val="556496"/>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FF3300"/>
                </a:buClr>
                <a:buSzPts val="554"/>
                <a:buFont typeface="Noto Sans Symbols"/>
                <a:buNone/>
              </a:pPr>
              <a:r>
                <a:t/>
              </a:r>
              <a:endParaRPr b="1" i="1" sz="554" u="none" cap="none" strike="noStrike">
                <a:solidFill>
                  <a:srgbClr val="FFFFFF"/>
                </a:solidFill>
                <a:latin typeface="Arial"/>
                <a:ea typeface="Arial"/>
                <a:cs typeface="Arial"/>
                <a:sym typeface="Arial"/>
              </a:endParaRPr>
            </a:p>
          </p:txBody>
        </p:sp>
        <p:sp>
          <p:nvSpPr>
            <p:cNvPr id="353" name="Google Shape;353;p13"/>
            <p:cNvSpPr/>
            <p:nvPr/>
          </p:nvSpPr>
          <p:spPr>
            <a:xfrm>
              <a:off x="1108525" y="2228073"/>
              <a:ext cx="1505400" cy="230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FFFFFF"/>
                  </a:solidFill>
                  <a:latin typeface="Arial"/>
                  <a:ea typeface="Arial"/>
                  <a:cs typeface="Arial"/>
                  <a:sym typeface="Arial"/>
                </a:rPr>
                <a:t>Scoping / Requirements</a:t>
              </a:r>
              <a:endParaRPr b="0" i="0" sz="900" u="none" cap="none" strike="noStrike">
                <a:solidFill>
                  <a:srgbClr val="000000"/>
                </a:solidFill>
                <a:latin typeface="Calibri"/>
                <a:ea typeface="Calibri"/>
                <a:cs typeface="Calibri"/>
                <a:sym typeface="Calibri"/>
              </a:endParaRPr>
            </a:p>
          </p:txBody>
        </p:sp>
      </p:grpSp>
      <p:sp>
        <p:nvSpPr>
          <p:cNvPr id="354" name="Google Shape;354;p13"/>
          <p:cNvSpPr/>
          <p:nvPr/>
        </p:nvSpPr>
        <p:spPr>
          <a:xfrm>
            <a:off x="3237858" y="1764286"/>
            <a:ext cx="995400" cy="17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1" lang="en-US" sz="1000" u="none" cap="none" strike="noStrike">
                <a:solidFill>
                  <a:srgbClr val="103184"/>
                </a:solidFill>
                <a:latin typeface="Calibri"/>
                <a:ea typeface="Calibri"/>
                <a:cs typeface="Calibri"/>
                <a:sym typeface="Calibri"/>
              </a:rPr>
              <a:t>Scoping STEP</a:t>
            </a:r>
            <a:endParaRPr b="1" i="1" sz="1000" u="none" cap="none" strike="noStrike">
              <a:solidFill>
                <a:srgbClr val="103184"/>
              </a:solidFill>
              <a:latin typeface="Calibri"/>
              <a:ea typeface="Calibri"/>
              <a:cs typeface="Calibri"/>
              <a:sym typeface="Calibri"/>
            </a:endParaRPr>
          </a:p>
        </p:txBody>
      </p:sp>
      <p:sp>
        <p:nvSpPr>
          <p:cNvPr id="355" name="Google Shape;355;p13"/>
          <p:cNvSpPr/>
          <p:nvPr/>
        </p:nvSpPr>
        <p:spPr>
          <a:xfrm>
            <a:off x="4676825" y="1663475"/>
            <a:ext cx="2019300" cy="2442000"/>
          </a:xfrm>
          <a:prstGeom prst="chevron">
            <a:avLst>
              <a:gd fmla="val 12125" name="adj"/>
            </a:avLst>
          </a:prstGeom>
          <a:solidFill>
            <a:srgbClr val="DDDDDD"/>
          </a:solidFill>
          <a:ln cap="flat" cmpd="sng" w="9525">
            <a:solidFill>
              <a:srgbClr val="949494"/>
            </a:solidFill>
            <a:prstDash val="solid"/>
            <a:round/>
            <a:headEnd len="sm" w="sm" type="none"/>
            <a:tailEnd len="sm" w="sm" type="none"/>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FF3300"/>
              </a:buClr>
              <a:buSzPts val="554"/>
              <a:buFont typeface="Noto Sans Symbols"/>
              <a:buNone/>
            </a:pPr>
            <a:r>
              <a:t/>
            </a:r>
            <a:endParaRPr b="1" i="1" sz="554" u="none" cap="none" strike="noStrike">
              <a:solidFill>
                <a:srgbClr val="FFFFFF"/>
              </a:solidFill>
              <a:latin typeface="Calibri"/>
              <a:ea typeface="Calibri"/>
              <a:cs typeface="Calibri"/>
              <a:sym typeface="Calibri"/>
            </a:endParaRPr>
          </a:p>
        </p:txBody>
      </p:sp>
      <p:sp>
        <p:nvSpPr>
          <p:cNvPr id="356" name="Google Shape;356;p13"/>
          <p:cNvSpPr/>
          <p:nvPr/>
        </p:nvSpPr>
        <p:spPr>
          <a:xfrm>
            <a:off x="4905425" y="1888150"/>
            <a:ext cx="863400" cy="248700"/>
          </a:xfrm>
          <a:prstGeom prst="chevron">
            <a:avLst>
              <a:gd fmla="val 17064" name="adj"/>
            </a:avLst>
          </a:prstGeom>
          <a:solidFill>
            <a:srgbClr val="556496"/>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FF3300"/>
              </a:buClr>
              <a:buSzPts val="554"/>
              <a:buFont typeface="Noto Sans Symbols"/>
              <a:buNone/>
            </a:pPr>
            <a:r>
              <a:rPr b="1" i="1" lang="en-US" sz="754" u="none" cap="none" strike="noStrike">
                <a:solidFill>
                  <a:srgbClr val="FFFFFF"/>
                </a:solidFill>
                <a:latin typeface="Arial"/>
                <a:ea typeface="Arial"/>
                <a:cs typeface="Arial"/>
                <a:sym typeface="Arial"/>
              </a:rPr>
              <a:t>Route 53</a:t>
            </a:r>
            <a:endParaRPr b="1" i="1" sz="754"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FF3300"/>
              </a:buClr>
              <a:buSzPts val="554"/>
              <a:buFont typeface="Noto Sans Symbols"/>
              <a:buNone/>
            </a:pPr>
            <a:r>
              <a:t/>
            </a:r>
            <a:endParaRPr b="1" i="1" sz="754" u="none" cap="none" strike="noStrike">
              <a:solidFill>
                <a:srgbClr val="FFFFFF"/>
              </a:solidFill>
              <a:latin typeface="Arial"/>
              <a:ea typeface="Arial"/>
              <a:cs typeface="Arial"/>
              <a:sym typeface="Arial"/>
            </a:endParaRPr>
          </a:p>
        </p:txBody>
      </p:sp>
      <p:sp>
        <p:nvSpPr>
          <p:cNvPr id="357" name="Google Shape;357;p13"/>
          <p:cNvSpPr/>
          <p:nvPr/>
        </p:nvSpPr>
        <p:spPr>
          <a:xfrm>
            <a:off x="4716550" y="1688075"/>
            <a:ext cx="1827000" cy="17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1" lang="en-US" sz="900" u="none" cap="none" strike="noStrike">
                <a:solidFill>
                  <a:srgbClr val="103184"/>
                </a:solidFill>
                <a:latin typeface="Calibri"/>
                <a:ea typeface="Calibri"/>
                <a:cs typeface="Calibri"/>
                <a:sym typeface="Calibri"/>
              </a:rPr>
              <a:t>Conception and Realization STEP 1</a:t>
            </a:r>
            <a:endParaRPr b="1" i="1" sz="900" u="none" cap="none" strike="noStrike">
              <a:solidFill>
                <a:srgbClr val="103184"/>
              </a:solidFill>
              <a:latin typeface="Calibri"/>
              <a:ea typeface="Calibri"/>
              <a:cs typeface="Calibri"/>
              <a:sym typeface="Calibri"/>
            </a:endParaRPr>
          </a:p>
        </p:txBody>
      </p:sp>
      <p:sp>
        <p:nvSpPr>
          <p:cNvPr id="358" name="Google Shape;358;p13"/>
          <p:cNvSpPr/>
          <p:nvPr/>
        </p:nvSpPr>
        <p:spPr>
          <a:xfrm>
            <a:off x="5057825" y="2590275"/>
            <a:ext cx="863400" cy="248700"/>
          </a:xfrm>
          <a:prstGeom prst="chevron">
            <a:avLst>
              <a:gd fmla="val 17064" name="adj"/>
            </a:avLst>
          </a:prstGeom>
          <a:solidFill>
            <a:srgbClr val="556496"/>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FF3300"/>
              </a:buClr>
              <a:buSzPts val="554"/>
              <a:buFont typeface="Noto Sans Symbols"/>
              <a:buNone/>
            </a:pPr>
            <a:r>
              <a:rPr b="1" i="1" lang="en-US" sz="754" u="none" cap="none" strike="noStrike">
                <a:solidFill>
                  <a:srgbClr val="FFFFFF"/>
                </a:solidFill>
                <a:latin typeface="Arial"/>
                <a:ea typeface="Arial"/>
                <a:cs typeface="Arial"/>
                <a:sym typeface="Arial"/>
              </a:rPr>
              <a:t>S3  Replication </a:t>
            </a:r>
            <a:endParaRPr b="1" i="1" sz="754"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FF3300"/>
              </a:buClr>
              <a:buSzPts val="554"/>
              <a:buFont typeface="Noto Sans Symbols"/>
              <a:buNone/>
            </a:pPr>
            <a:r>
              <a:t/>
            </a:r>
            <a:endParaRPr b="1" i="1" sz="754" u="none" cap="none" strike="noStrike">
              <a:solidFill>
                <a:srgbClr val="FFFFFF"/>
              </a:solidFill>
              <a:latin typeface="Arial"/>
              <a:ea typeface="Arial"/>
              <a:cs typeface="Arial"/>
              <a:sym typeface="Arial"/>
            </a:endParaRPr>
          </a:p>
        </p:txBody>
      </p:sp>
      <p:sp>
        <p:nvSpPr>
          <p:cNvPr id="359" name="Google Shape;359;p13"/>
          <p:cNvSpPr/>
          <p:nvPr/>
        </p:nvSpPr>
        <p:spPr>
          <a:xfrm>
            <a:off x="5057825" y="2971275"/>
            <a:ext cx="863400" cy="248700"/>
          </a:xfrm>
          <a:prstGeom prst="chevron">
            <a:avLst>
              <a:gd fmla="val 17064" name="adj"/>
            </a:avLst>
          </a:prstGeom>
          <a:solidFill>
            <a:srgbClr val="556496"/>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FF3300"/>
              </a:buClr>
              <a:buSzPts val="554"/>
              <a:buFont typeface="Noto Sans Symbols"/>
              <a:buNone/>
            </a:pPr>
            <a:r>
              <a:t/>
            </a:r>
            <a:endParaRPr b="1" i="1" sz="654"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FF3300"/>
              </a:buClr>
              <a:buSzPts val="554"/>
              <a:buFont typeface="Noto Sans Symbols"/>
              <a:buNone/>
            </a:pPr>
            <a:r>
              <a:rPr b="1" i="1" lang="en-US" sz="654" u="none" cap="none" strike="noStrike">
                <a:solidFill>
                  <a:srgbClr val="FFFFFF"/>
                </a:solidFill>
                <a:latin typeface="Arial"/>
                <a:ea typeface="Arial"/>
                <a:cs typeface="Arial"/>
                <a:sym typeface="Arial"/>
              </a:rPr>
              <a:t>Global table in Dynamo DBs</a:t>
            </a:r>
            <a:endParaRPr b="1" i="1" sz="654"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FF3300"/>
              </a:buClr>
              <a:buSzPts val="554"/>
              <a:buFont typeface="Noto Sans Symbols"/>
              <a:buNone/>
            </a:pPr>
            <a:r>
              <a:t/>
            </a:r>
            <a:endParaRPr b="1" i="1" sz="754" u="none" cap="none" strike="noStrike">
              <a:solidFill>
                <a:srgbClr val="FFFFFF"/>
              </a:solidFill>
              <a:latin typeface="Arial"/>
              <a:ea typeface="Arial"/>
              <a:cs typeface="Arial"/>
              <a:sym typeface="Arial"/>
            </a:endParaRPr>
          </a:p>
        </p:txBody>
      </p:sp>
      <p:sp>
        <p:nvSpPr>
          <p:cNvPr id="360" name="Google Shape;360;p13"/>
          <p:cNvSpPr/>
          <p:nvPr/>
        </p:nvSpPr>
        <p:spPr>
          <a:xfrm>
            <a:off x="4830250" y="3279425"/>
            <a:ext cx="1694400" cy="804900"/>
          </a:xfrm>
          <a:prstGeom prst="chevron">
            <a:avLst>
              <a:gd fmla="val 12125" name="adj"/>
            </a:avLst>
          </a:prstGeom>
          <a:solidFill>
            <a:srgbClr val="CFE2F3"/>
          </a:solidFill>
          <a:ln cap="flat" cmpd="sng" w="9525">
            <a:solidFill>
              <a:schemeClr val="dk2"/>
            </a:solidFill>
            <a:prstDash val="solid"/>
            <a:round/>
            <a:headEnd len="sm" w="sm" type="none"/>
            <a:tailEnd len="sm" w="sm" type="none"/>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FF3300"/>
              </a:buClr>
              <a:buSzPts val="554"/>
              <a:buFont typeface="Noto Sans Symbols"/>
              <a:buNone/>
            </a:pPr>
            <a:r>
              <a:rPr b="1" i="1" lang="en-US" sz="554" u="none" cap="none" strike="noStrike">
                <a:solidFill>
                  <a:srgbClr val="FFFFFF"/>
                </a:solidFill>
                <a:latin typeface="Calibri"/>
                <a:ea typeface="Calibri"/>
                <a:cs typeface="Calibri"/>
                <a:sym typeface="Calibri"/>
              </a:rPr>
              <a:t>I</a:t>
            </a:r>
            <a:endParaRPr b="1" i="1" sz="554" u="none" cap="none" strike="noStrike">
              <a:solidFill>
                <a:srgbClr val="FFFFFF"/>
              </a:solidFill>
              <a:latin typeface="Calibri"/>
              <a:ea typeface="Calibri"/>
              <a:cs typeface="Calibri"/>
              <a:sym typeface="Calibri"/>
            </a:endParaRPr>
          </a:p>
        </p:txBody>
      </p:sp>
      <p:sp>
        <p:nvSpPr>
          <p:cNvPr id="361" name="Google Shape;361;p13"/>
          <p:cNvSpPr/>
          <p:nvPr/>
        </p:nvSpPr>
        <p:spPr>
          <a:xfrm>
            <a:off x="4905425" y="3504675"/>
            <a:ext cx="787200" cy="286500"/>
          </a:xfrm>
          <a:prstGeom prst="chevron">
            <a:avLst>
              <a:gd fmla="val 17064" name="adj"/>
            </a:avLst>
          </a:prstGeom>
          <a:solidFill>
            <a:srgbClr val="556496"/>
          </a:solidFill>
          <a:ln>
            <a:noFill/>
          </a:ln>
        </p:spPr>
        <p:txBody>
          <a:bodyPr anchorCtr="0" anchor="ctr" bIns="45700" lIns="0" spcFirstLastPara="1" rIns="0" wrap="square" tIns="45700">
            <a:noAutofit/>
          </a:bodyPr>
          <a:lstStyle/>
          <a:p>
            <a:pPr indent="0" lvl="0" marL="0" marR="0" rtl="0" algn="l">
              <a:lnSpc>
                <a:spcPct val="100000"/>
              </a:lnSpc>
              <a:spcBef>
                <a:spcPts val="0"/>
              </a:spcBef>
              <a:spcAft>
                <a:spcPts val="0"/>
              </a:spcAft>
              <a:buClr>
                <a:srgbClr val="FF3300"/>
              </a:buClr>
              <a:buSzPts val="554"/>
              <a:buFont typeface="Noto Sans Symbols"/>
              <a:buNone/>
            </a:pPr>
            <a:r>
              <a:t/>
            </a:r>
            <a:endParaRPr b="1" i="1" sz="654"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FF3300"/>
              </a:buClr>
              <a:buSzPts val="554"/>
              <a:buFont typeface="Noto Sans Symbols"/>
              <a:buNone/>
            </a:pPr>
            <a:r>
              <a:rPr b="1" i="1" lang="en-US" sz="654" u="none" cap="none" strike="noStrike">
                <a:solidFill>
                  <a:srgbClr val="FFFFFF"/>
                </a:solidFill>
                <a:latin typeface="Arial"/>
                <a:ea typeface="Arial"/>
                <a:cs typeface="Arial"/>
                <a:sym typeface="Arial"/>
              </a:rPr>
              <a:t>Discussion with users</a:t>
            </a:r>
            <a:endParaRPr b="1" i="1" sz="654"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FF3300"/>
              </a:buClr>
              <a:buSzPts val="554"/>
              <a:buFont typeface="Noto Sans Symbols"/>
              <a:buNone/>
            </a:pPr>
            <a:r>
              <a:t/>
            </a:r>
            <a:endParaRPr b="1" i="1" sz="754" u="none" cap="none" strike="noStrike">
              <a:solidFill>
                <a:srgbClr val="FFFFFF"/>
              </a:solidFill>
              <a:latin typeface="Arial"/>
              <a:ea typeface="Arial"/>
              <a:cs typeface="Arial"/>
              <a:sym typeface="Arial"/>
            </a:endParaRPr>
          </a:p>
        </p:txBody>
      </p:sp>
      <p:sp>
        <p:nvSpPr>
          <p:cNvPr id="362" name="Google Shape;362;p13"/>
          <p:cNvSpPr/>
          <p:nvPr/>
        </p:nvSpPr>
        <p:spPr>
          <a:xfrm>
            <a:off x="4981625" y="3843075"/>
            <a:ext cx="787200" cy="178800"/>
          </a:xfrm>
          <a:prstGeom prst="chevron">
            <a:avLst>
              <a:gd fmla="val 17064" name="adj"/>
            </a:avLst>
          </a:prstGeom>
          <a:solidFill>
            <a:srgbClr val="556496"/>
          </a:solidFill>
          <a:ln>
            <a:noFill/>
          </a:ln>
        </p:spPr>
        <p:txBody>
          <a:bodyPr anchorCtr="0" anchor="ctr" bIns="45700" lIns="0" spcFirstLastPara="1" rIns="0" wrap="square" tIns="45700">
            <a:noAutofit/>
          </a:bodyPr>
          <a:lstStyle/>
          <a:p>
            <a:pPr indent="0" lvl="0" marL="0" marR="0" rtl="0" algn="l">
              <a:lnSpc>
                <a:spcPct val="100000"/>
              </a:lnSpc>
              <a:spcBef>
                <a:spcPts val="0"/>
              </a:spcBef>
              <a:spcAft>
                <a:spcPts val="0"/>
              </a:spcAft>
              <a:buClr>
                <a:srgbClr val="FF3300"/>
              </a:buClr>
              <a:buSzPts val="554"/>
              <a:buFont typeface="Noto Sans Symbols"/>
              <a:buNone/>
            </a:pPr>
            <a:r>
              <a:rPr b="1" i="1" lang="en-US" sz="654" u="none" cap="none" strike="noStrike">
                <a:solidFill>
                  <a:srgbClr val="FFFFFF"/>
                </a:solidFill>
                <a:latin typeface="Arial"/>
                <a:ea typeface="Arial"/>
                <a:cs typeface="Arial"/>
                <a:sym typeface="Arial"/>
              </a:rPr>
              <a:t>       Realization</a:t>
            </a:r>
            <a:endParaRPr b="1" i="1" sz="754" u="none" cap="none" strike="noStrike">
              <a:solidFill>
                <a:srgbClr val="FFFFFF"/>
              </a:solidFill>
              <a:latin typeface="Arial"/>
              <a:ea typeface="Arial"/>
              <a:cs typeface="Arial"/>
              <a:sym typeface="Arial"/>
            </a:endParaRPr>
          </a:p>
        </p:txBody>
      </p:sp>
      <p:sp>
        <p:nvSpPr>
          <p:cNvPr id="363" name="Google Shape;363;p13"/>
          <p:cNvSpPr/>
          <p:nvPr/>
        </p:nvSpPr>
        <p:spPr>
          <a:xfrm>
            <a:off x="5057823" y="3288275"/>
            <a:ext cx="1232700" cy="17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1" lang="en-US" sz="800" u="none" cap="none" strike="noStrike">
                <a:solidFill>
                  <a:srgbClr val="103184"/>
                </a:solidFill>
                <a:latin typeface="Calibri"/>
                <a:ea typeface="Calibri"/>
                <a:cs typeface="Calibri"/>
                <a:sym typeface="Calibri"/>
              </a:rPr>
              <a:t>Id uniqueness enhancement</a:t>
            </a:r>
            <a:endParaRPr b="1" i="1" sz="800" u="none" cap="none" strike="noStrike">
              <a:solidFill>
                <a:srgbClr val="103184"/>
              </a:solidFill>
              <a:latin typeface="Calibri"/>
              <a:ea typeface="Calibri"/>
              <a:cs typeface="Calibri"/>
              <a:sym typeface="Calibri"/>
            </a:endParaRPr>
          </a:p>
        </p:txBody>
      </p:sp>
      <p:sp>
        <p:nvSpPr>
          <p:cNvPr id="364" name="Google Shape;364;p13"/>
          <p:cNvSpPr/>
          <p:nvPr/>
        </p:nvSpPr>
        <p:spPr>
          <a:xfrm>
            <a:off x="4981625" y="2269150"/>
            <a:ext cx="863400" cy="248700"/>
          </a:xfrm>
          <a:prstGeom prst="chevron">
            <a:avLst>
              <a:gd fmla="val 17064" name="adj"/>
            </a:avLst>
          </a:prstGeom>
          <a:solidFill>
            <a:srgbClr val="556496"/>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FF3300"/>
              </a:buClr>
              <a:buSzPts val="554"/>
              <a:buFont typeface="Noto Sans Symbols"/>
              <a:buNone/>
            </a:pPr>
            <a:r>
              <a:rPr b="1" i="1" lang="en-US" sz="654" u="none" cap="none" strike="noStrike">
                <a:solidFill>
                  <a:srgbClr val="FFFFFF"/>
                </a:solidFill>
                <a:latin typeface="Arial"/>
                <a:ea typeface="Arial"/>
                <a:cs typeface="Arial"/>
                <a:sym typeface="Arial"/>
              </a:rPr>
              <a:t>ASGs duplication </a:t>
            </a:r>
            <a:endParaRPr b="1" i="1" sz="654"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FF3300"/>
              </a:buClr>
              <a:buSzPts val="554"/>
              <a:buFont typeface="Noto Sans Symbols"/>
              <a:buNone/>
            </a:pPr>
            <a:r>
              <a:t/>
            </a:r>
            <a:endParaRPr b="1" i="1" sz="754" u="none" cap="none" strike="noStrike">
              <a:solidFill>
                <a:srgbClr val="FFFFFF"/>
              </a:solidFill>
              <a:latin typeface="Arial"/>
              <a:ea typeface="Arial"/>
              <a:cs typeface="Arial"/>
              <a:sym typeface="Arial"/>
            </a:endParaRPr>
          </a:p>
        </p:txBody>
      </p:sp>
      <p:sp>
        <p:nvSpPr>
          <p:cNvPr id="365" name="Google Shape;365;p13"/>
          <p:cNvSpPr/>
          <p:nvPr/>
        </p:nvSpPr>
        <p:spPr>
          <a:xfrm>
            <a:off x="6505625" y="3949466"/>
            <a:ext cx="1694400" cy="1084800"/>
          </a:xfrm>
          <a:prstGeom prst="chevron">
            <a:avLst>
              <a:gd fmla="val 12125" name="adj"/>
            </a:avLst>
          </a:prstGeom>
          <a:solidFill>
            <a:srgbClr val="DDDDDD"/>
          </a:solidFill>
          <a:ln cap="flat" cmpd="sng" w="9525">
            <a:solidFill>
              <a:srgbClr val="949494"/>
            </a:solidFill>
            <a:prstDash val="solid"/>
            <a:round/>
            <a:headEnd len="sm" w="sm" type="none"/>
            <a:tailEnd len="sm" w="sm" type="none"/>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FF3300"/>
              </a:buClr>
              <a:buSzPts val="554"/>
              <a:buFont typeface="Noto Sans Symbols"/>
              <a:buNone/>
            </a:pPr>
            <a:r>
              <a:t/>
            </a:r>
            <a:endParaRPr b="1" i="1" sz="554" u="none" cap="none" strike="noStrike">
              <a:solidFill>
                <a:srgbClr val="FFFFFF"/>
              </a:solidFill>
              <a:latin typeface="Calibri"/>
              <a:ea typeface="Calibri"/>
              <a:cs typeface="Calibri"/>
              <a:sym typeface="Calibri"/>
            </a:endParaRPr>
          </a:p>
        </p:txBody>
      </p:sp>
      <p:sp>
        <p:nvSpPr>
          <p:cNvPr id="366" name="Google Shape;366;p13"/>
          <p:cNvSpPr/>
          <p:nvPr/>
        </p:nvSpPr>
        <p:spPr>
          <a:xfrm>
            <a:off x="6658025" y="4199550"/>
            <a:ext cx="863400" cy="248700"/>
          </a:xfrm>
          <a:prstGeom prst="chevron">
            <a:avLst>
              <a:gd fmla="val 17064" name="adj"/>
            </a:avLst>
          </a:prstGeom>
          <a:solidFill>
            <a:srgbClr val="556496"/>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FF3300"/>
              </a:buClr>
              <a:buSzPts val="554"/>
              <a:buFont typeface="Noto Sans Symbols"/>
              <a:buNone/>
            </a:pPr>
            <a:r>
              <a:rPr b="1" i="1" lang="en-US" sz="754" u="none" cap="none" strike="noStrike">
                <a:solidFill>
                  <a:srgbClr val="FFFFFF"/>
                </a:solidFill>
                <a:latin typeface="Arial"/>
                <a:ea typeface="Arial"/>
                <a:cs typeface="Arial"/>
                <a:sym typeface="Arial"/>
              </a:rPr>
              <a:t>Authentication</a:t>
            </a:r>
            <a:endParaRPr b="1" i="1" sz="754"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FF3300"/>
              </a:buClr>
              <a:buSzPts val="554"/>
              <a:buFont typeface="Noto Sans Symbols"/>
              <a:buNone/>
            </a:pPr>
            <a:r>
              <a:t/>
            </a:r>
            <a:endParaRPr b="1" i="1" sz="754" u="none" cap="none" strike="noStrike">
              <a:solidFill>
                <a:srgbClr val="FFFFFF"/>
              </a:solidFill>
              <a:latin typeface="Arial"/>
              <a:ea typeface="Arial"/>
              <a:cs typeface="Arial"/>
              <a:sym typeface="Arial"/>
            </a:endParaRPr>
          </a:p>
        </p:txBody>
      </p:sp>
      <p:sp>
        <p:nvSpPr>
          <p:cNvPr id="367" name="Google Shape;367;p13"/>
          <p:cNvSpPr/>
          <p:nvPr/>
        </p:nvSpPr>
        <p:spPr>
          <a:xfrm>
            <a:off x="7191425" y="4656750"/>
            <a:ext cx="863400" cy="248700"/>
          </a:xfrm>
          <a:prstGeom prst="chevron">
            <a:avLst>
              <a:gd fmla="val 17064" name="adj"/>
            </a:avLst>
          </a:prstGeom>
          <a:solidFill>
            <a:srgbClr val="556496"/>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FF3300"/>
              </a:buClr>
              <a:buSzPts val="554"/>
              <a:buFont typeface="Noto Sans Symbols"/>
              <a:buNone/>
            </a:pPr>
            <a:r>
              <a:rPr b="1" i="1" lang="en-US" sz="754" u="none" cap="none" strike="noStrike">
                <a:solidFill>
                  <a:srgbClr val="FFFFFF"/>
                </a:solidFill>
                <a:latin typeface="Arial"/>
                <a:ea typeface="Arial"/>
                <a:cs typeface="Arial"/>
                <a:sym typeface="Arial"/>
              </a:rPr>
              <a:t>Authorization</a:t>
            </a:r>
            <a:endParaRPr b="1" i="1" sz="754"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FF3300"/>
              </a:buClr>
              <a:buSzPts val="554"/>
              <a:buFont typeface="Noto Sans Symbols"/>
              <a:buNone/>
            </a:pPr>
            <a:r>
              <a:t/>
            </a:r>
            <a:endParaRPr b="1" i="1" sz="754" u="none" cap="none" strike="noStrike">
              <a:solidFill>
                <a:srgbClr val="FFFFFF"/>
              </a:solidFill>
              <a:latin typeface="Arial"/>
              <a:ea typeface="Arial"/>
              <a:cs typeface="Arial"/>
              <a:sym typeface="Arial"/>
            </a:endParaRPr>
          </a:p>
        </p:txBody>
      </p:sp>
      <p:sp>
        <p:nvSpPr>
          <p:cNvPr id="368" name="Google Shape;368;p13"/>
          <p:cNvSpPr/>
          <p:nvPr/>
        </p:nvSpPr>
        <p:spPr>
          <a:xfrm>
            <a:off x="6545350" y="3923275"/>
            <a:ext cx="1827000" cy="17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1" lang="en-US" sz="800" u="none" cap="none" strike="noStrike">
                <a:solidFill>
                  <a:srgbClr val="103184"/>
                </a:solidFill>
                <a:latin typeface="Calibri"/>
                <a:ea typeface="Calibri"/>
                <a:cs typeface="Calibri"/>
                <a:sym typeface="Calibri"/>
              </a:rPr>
              <a:t>Conception and Realization STEP 2</a:t>
            </a:r>
            <a:endParaRPr b="1" i="1" sz="800" u="none" cap="none" strike="noStrike">
              <a:solidFill>
                <a:srgbClr val="103184"/>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14"/>
          <p:cNvSpPr txBox="1"/>
          <p:nvPr>
            <p:ph type="title"/>
          </p:nvPr>
        </p:nvSpPr>
        <p:spPr>
          <a:xfrm>
            <a:off x="1390606" y="476256"/>
            <a:ext cx="7200900" cy="571500"/>
          </a:xfrm>
          <a:prstGeom prst="rect">
            <a:avLst/>
          </a:prstGeom>
          <a:noFill/>
          <a:ln>
            <a:noFill/>
          </a:ln>
        </p:spPr>
        <p:txBody>
          <a:bodyPr anchorCtr="0" anchor="ctr" bIns="0" lIns="0" spcFirstLastPara="1" rIns="0" wrap="square" tIns="0">
            <a:noAutofit/>
          </a:bodyPr>
          <a:lstStyle/>
          <a:p>
            <a:pPr indent="0" lvl="0" marL="0" rtl="0" algn="l">
              <a:lnSpc>
                <a:spcPct val="150000"/>
              </a:lnSpc>
              <a:spcBef>
                <a:spcPts val="0"/>
              </a:spcBef>
              <a:spcAft>
                <a:spcPts val="0"/>
              </a:spcAft>
              <a:buSzPts val="1800"/>
              <a:buNone/>
            </a:pPr>
            <a:r>
              <a:rPr lang="en-US" sz="3800"/>
              <a:t>Details of different steps </a:t>
            </a:r>
            <a:endParaRPr sz="3800"/>
          </a:p>
        </p:txBody>
      </p:sp>
      <p:sp>
        <p:nvSpPr>
          <p:cNvPr id="375" name="Google Shape;375;p14"/>
          <p:cNvSpPr txBox="1"/>
          <p:nvPr>
            <p:ph idx="12" type="sldNum"/>
          </p:nvPr>
        </p:nvSpPr>
        <p:spPr>
          <a:xfrm>
            <a:off x="8459788" y="6416675"/>
            <a:ext cx="360300" cy="1800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700"/>
              <a:buNone/>
            </a:pPr>
            <a:r>
              <a:rPr lang="en-US"/>
              <a:t>P.</a:t>
            </a:r>
            <a:fld id="{00000000-1234-1234-1234-123412341234}" type="slidenum">
              <a:rPr lang="en-US"/>
              <a:t>‹#›</a:t>
            </a:fld>
            <a:endParaRPr/>
          </a:p>
        </p:txBody>
      </p:sp>
      <p:grpSp>
        <p:nvGrpSpPr>
          <p:cNvPr id="376" name="Google Shape;376;p14"/>
          <p:cNvGrpSpPr/>
          <p:nvPr/>
        </p:nvGrpSpPr>
        <p:grpSpPr>
          <a:xfrm>
            <a:off x="-58532" y="1447917"/>
            <a:ext cx="9202522" cy="3788720"/>
            <a:chOff x="0" y="1704976"/>
            <a:chExt cx="12192001" cy="4616449"/>
          </a:xfrm>
        </p:grpSpPr>
        <p:pic>
          <p:nvPicPr>
            <p:cNvPr descr="C:\Users\rimeleng\Documents\A_IMAGES_PPT2015\Image21.jpg" id="377" name="Google Shape;377;p14"/>
            <p:cNvPicPr preferRelativeResize="0"/>
            <p:nvPr/>
          </p:nvPicPr>
          <p:blipFill rotWithShape="1">
            <a:blip r:embed="rId3">
              <a:alphaModFix/>
            </a:blip>
            <a:srcRect b="0" l="0" r="0" t="0"/>
            <a:stretch/>
          </p:blipFill>
          <p:spPr>
            <a:xfrm>
              <a:off x="6426200" y="3722688"/>
              <a:ext cx="2794000" cy="2597150"/>
            </a:xfrm>
            <a:prstGeom prst="rect">
              <a:avLst/>
            </a:prstGeom>
            <a:noFill/>
            <a:ln>
              <a:noFill/>
            </a:ln>
          </p:spPr>
        </p:pic>
        <p:pic>
          <p:nvPicPr>
            <p:cNvPr descr="C:\Users\rimeleng\Documents\A_IMAGES_PPT2015\SaoPaulo.jpg" id="378" name="Google Shape;378;p14"/>
            <p:cNvPicPr preferRelativeResize="0"/>
            <p:nvPr/>
          </p:nvPicPr>
          <p:blipFill rotWithShape="1">
            <a:blip r:embed="rId4">
              <a:alphaModFix/>
            </a:blip>
            <a:srcRect b="0" l="0" r="0" t="0"/>
            <a:stretch/>
          </p:blipFill>
          <p:spPr>
            <a:xfrm>
              <a:off x="9290051" y="3289300"/>
              <a:ext cx="2901949" cy="3028950"/>
            </a:xfrm>
            <a:prstGeom prst="rect">
              <a:avLst/>
            </a:prstGeom>
            <a:noFill/>
            <a:ln>
              <a:noFill/>
            </a:ln>
          </p:spPr>
        </p:pic>
        <p:pic>
          <p:nvPicPr>
            <p:cNvPr descr="C:\Users\rimeleng\Documents\A_IMAGES_PPT2015\Image22.jpg" id="379" name="Google Shape;379;p14"/>
            <p:cNvPicPr preferRelativeResize="0"/>
            <p:nvPr/>
          </p:nvPicPr>
          <p:blipFill rotWithShape="1">
            <a:blip r:embed="rId5">
              <a:alphaModFix/>
            </a:blip>
            <a:srcRect b="0" l="0" r="0" t="0"/>
            <a:stretch/>
          </p:blipFill>
          <p:spPr>
            <a:xfrm>
              <a:off x="3352801" y="3103563"/>
              <a:ext cx="2952751" cy="3217862"/>
            </a:xfrm>
            <a:prstGeom prst="rect">
              <a:avLst/>
            </a:prstGeom>
            <a:noFill/>
            <a:ln>
              <a:noFill/>
            </a:ln>
          </p:spPr>
        </p:pic>
        <p:pic>
          <p:nvPicPr>
            <p:cNvPr descr="C:\Users\rimeleng\Documents\A_IMAGES_PPT2015\Feordi.jpg" id="380" name="Google Shape;380;p14"/>
            <p:cNvPicPr preferRelativeResize="0"/>
            <p:nvPr/>
          </p:nvPicPr>
          <p:blipFill rotWithShape="1">
            <a:blip r:embed="rId6">
              <a:alphaModFix/>
            </a:blip>
            <a:srcRect b="0" l="0" r="0" t="0"/>
            <a:stretch/>
          </p:blipFill>
          <p:spPr>
            <a:xfrm>
              <a:off x="0" y="3398839"/>
              <a:ext cx="3295651" cy="2917824"/>
            </a:xfrm>
            <a:prstGeom prst="rect">
              <a:avLst/>
            </a:prstGeom>
            <a:noFill/>
            <a:ln>
              <a:noFill/>
            </a:ln>
          </p:spPr>
        </p:pic>
        <p:pic>
          <p:nvPicPr>
            <p:cNvPr descr="C:\Users\rimeleng\Documents\A_IMAGES_PPT2015\Verres.jpg" id="381" name="Google Shape;381;p14"/>
            <p:cNvPicPr preferRelativeResize="0"/>
            <p:nvPr/>
          </p:nvPicPr>
          <p:blipFill rotWithShape="1">
            <a:blip r:embed="rId7">
              <a:alphaModFix/>
            </a:blip>
            <a:srcRect b="0" l="0" r="0" t="1525"/>
            <a:stretch/>
          </p:blipFill>
          <p:spPr>
            <a:xfrm>
              <a:off x="1" y="1720850"/>
              <a:ext cx="3291417" cy="1627188"/>
            </a:xfrm>
            <a:prstGeom prst="rect">
              <a:avLst/>
            </a:prstGeom>
            <a:noFill/>
            <a:ln>
              <a:noFill/>
            </a:ln>
          </p:spPr>
        </p:pic>
        <p:pic>
          <p:nvPicPr>
            <p:cNvPr descr="C:\Users\rimeleng\Documents\A_IMAGES_PPT2015\Image17.jpg" id="382" name="Google Shape;382;p14"/>
            <p:cNvPicPr preferRelativeResize="0"/>
            <p:nvPr/>
          </p:nvPicPr>
          <p:blipFill rotWithShape="1">
            <a:blip r:embed="rId8">
              <a:alphaModFix/>
            </a:blip>
            <a:srcRect b="0" l="0" r="0" t="2466"/>
            <a:stretch/>
          </p:blipFill>
          <p:spPr>
            <a:xfrm>
              <a:off x="3359152" y="1720851"/>
              <a:ext cx="2950633" cy="1330325"/>
            </a:xfrm>
            <a:prstGeom prst="rect">
              <a:avLst/>
            </a:prstGeom>
            <a:noFill/>
            <a:ln>
              <a:noFill/>
            </a:ln>
          </p:spPr>
        </p:pic>
        <p:pic>
          <p:nvPicPr>
            <p:cNvPr descr="C:\Users\rimeleng\Documents\A_IMAGES_PPT2015\Image19.jpg" id="383" name="Google Shape;383;p14"/>
            <p:cNvPicPr preferRelativeResize="0"/>
            <p:nvPr/>
          </p:nvPicPr>
          <p:blipFill rotWithShape="1">
            <a:blip r:embed="rId9">
              <a:alphaModFix/>
            </a:blip>
            <a:srcRect b="0" l="0" r="0" t="0"/>
            <a:stretch/>
          </p:blipFill>
          <p:spPr>
            <a:xfrm>
              <a:off x="9309101" y="1704976"/>
              <a:ext cx="2882900" cy="1527175"/>
            </a:xfrm>
            <a:prstGeom prst="rect">
              <a:avLst/>
            </a:prstGeom>
            <a:noFill/>
            <a:ln>
              <a:noFill/>
            </a:ln>
          </p:spPr>
        </p:pic>
        <p:pic>
          <p:nvPicPr>
            <p:cNvPr descr="C:\Users\rimeleng\Documents\A_IMAGES_PPT2015\Enfants_chin.jpg" id="384" name="Google Shape;384;p14"/>
            <p:cNvPicPr preferRelativeResize="0"/>
            <p:nvPr/>
          </p:nvPicPr>
          <p:blipFill rotWithShape="1">
            <a:blip r:embed="rId10">
              <a:alphaModFix/>
            </a:blip>
            <a:srcRect b="0" l="0" r="0" t="0"/>
            <a:stretch/>
          </p:blipFill>
          <p:spPr>
            <a:xfrm>
              <a:off x="6411385" y="1709739"/>
              <a:ext cx="2813049" cy="1951037"/>
            </a:xfrm>
            <a:prstGeom prst="rect">
              <a:avLst/>
            </a:prstGeom>
            <a:noFill/>
            <a:ln>
              <a:noFill/>
            </a:ln>
          </p:spPr>
        </p:pic>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15"/>
          <p:cNvSpPr txBox="1"/>
          <p:nvPr>
            <p:ph type="title"/>
          </p:nvPr>
        </p:nvSpPr>
        <p:spPr>
          <a:xfrm>
            <a:off x="1095281" y="255456"/>
            <a:ext cx="7200900" cy="571500"/>
          </a:xfrm>
          <a:prstGeom prst="rect">
            <a:avLst/>
          </a:prstGeom>
          <a:noFill/>
          <a:ln>
            <a:noFill/>
          </a:ln>
        </p:spPr>
        <p:txBody>
          <a:bodyPr anchorCtr="0" anchor="ctr" bIns="0" lIns="0" spcFirstLastPara="1" rIns="0" wrap="square" tIns="0">
            <a:noAutofit/>
          </a:bodyPr>
          <a:lstStyle/>
          <a:p>
            <a:pPr indent="0" lvl="0" marL="0" rtl="0" algn="ctr">
              <a:lnSpc>
                <a:spcPct val="150000"/>
              </a:lnSpc>
              <a:spcBef>
                <a:spcPts val="0"/>
              </a:spcBef>
              <a:spcAft>
                <a:spcPts val="0"/>
              </a:spcAft>
              <a:buSzPts val="1800"/>
              <a:buNone/>
            </a:pPr>
            <a:r>
              <a:rPr lang="en-US"/>
              <a:t>Route 53 </a:t>
            </a:r>
            <a:endParaRPr/>
          </a:p>
        </p:txBody>
      </p:sp>
      <p:sp>
        <p:nvSpPr>
          <p:cNvPr id="391" name="Google Shape;391;p15"/>
          <p:cNvSpPr txBox="1"/>
          <p:nvPr>
            <p:ph idx="12" type="sldNum"/>
          </p:nvPr>
        </p:nvSpPr>
        <p:spPr>
          <a:xfrm>
            <a:off x="8459788" y="6416675"/>
            <a:ext cx="360300" cy="1800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700"/>
              <a:buNone/>
            </a:pPr>
            <a:r>
              <a:rPr lang="en-US"/>
              <a:t>P.</a:t>
            </a:r>
            <a:fld id="{00000000-1234-1234-1234-123412341234}" type="slidenum">
              <a:rPr lang="en-US"/>
              <a:t>‹#›</a:t>
            </a:fld>
            <a:endParaRPr/>
          </a:p>
        </p:txBody>
      </p:sp>
      <p:graphicFrame>
        <p:nvGraphicFramePr>
          <p:cNvPr id="392" name="Google Shape;392;p15"/>
          <p:cNvGraphicFramePr/>
          <p:nvPr/>
        </p:nvGraphicFramePr>
        <p:xfrm>
          <a:off x="138425" y="1105910"/>
          <a:ext cx="3000000" cy="3000000"/>
        </p:xfrm>
        <a:graphic>
          <a:graphicData uri="http://schemas.openxmlformats.org/drawingml/2006/table">
            <a:tbl>
              <a:tblPr>
                <a:noFill/>
                <a:tableStyleId>{0C34126B-26C5-4597-8551-FDAF70939266}</a:tableStyleId>
              </a:tblPr>
              <a:tblGrid>
                <a:gridCol w="2227575"/>
                <a:gridCol w="2227575"/>
                <a:gridCol w="3200975"/>
                <a:gridCol w="1254150"/>
              </a:tblGrid>
              <a:tr h="3855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Current Situation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Target Situation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Solutions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Constraint</a:t>
                      </a:r>
                      <a:endParaRPr sz="1400" u="none" cap="none" strike="noStrike"/>
                    </a:p>
                  </a:txBody>
                  <a:tcPr marT="91425" marB="91425" marR="91425" marL="91425"/>
                </a:tc>
              </a:tr>
              <a:tr h="1341325">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chemeClr val="dk1"/>
                          </a:solidFill>
                          <a:highlight>
                            <a:srgbClr val="FFFFFF"/>
                          </a:highlight>
                        </a:rPr>
                        <a:t>Today, Route 53 routes only to Ireland As we have only one region </a:t>
                      </a:r>
                      <a:endParaRPr sz="1000" u="none" cap="none" strike="noStrike">
                        <a:solidFill>
                          <a:schemeClr val="dk1"/>
                        </a:solidFill>
                        <a:highlight>
                          <a:srgbClr val="FFFFFF"/>
                        </a:highligh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chemeClr val="dk1"/>
                          </a:solidFill>
                          <a:highlight>
                            <a:srgbClr val="FFFFFF"/>
                          </a:highlight>
                        </a:rPr>
                        <a:t>The goal is to route to both region depending on the latency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dk1"/>
                          </a:solidFill>
                          <a:highlight>
                            <a:srgbClr val="FFFFFF"/>
                          </a:highlight>
                        </a:rPr>
                        <a:t>INFRA SIDE</a:t>
                      </a:r>
                      <a:endParaRPr b="1" sz="1000" u="none" cap="none" strike="noStrike">
                        <a:solidFill>
                          <a:schemeClr val="dk1"/>
                        </a:solidFill>
                        <a:highlight>
                          <a:srgbClr val="FFFFFF"/>
                        </a:highlight>
                      </a:endParaRPr>
                    </a:p>
                    <a:p>
                      <a:pPr indent="-292100" lvl="0" marL="457200" marR="0" rtl="0" algn="l">
                        <a:lnSpc>
                          <a:spcPct val="100000"/>
                        </a:lnSpc>
                        <a:spcBef>
                          <a:spcPts val="0"/>
                        </a:spcBef>
                        <a:spcAft>
                          <a:spcPts val="0"/>
                        </a:spcAft>
                        <a:buClr>
                          <a:schemeClr val="dk1"/>
                        </a:buClr>
                        <a:buSzPts val="1000"/>
                        <a:buFont typeface="Arial"/>
                        <a:buChar char="●"/>
                      </a:pPr>
                      <a:r>
                        <a:rPr lang="en-US" sz="1000" u="none" cap="none" strike="noStrike">
                          <a:solidFill>
                            <a:schemeClr val="dk1"/>
                          </a:solidFill>
                          <a:highlight>
                            <a:srgbClr val="FFFFFF"/>
                          </a:highlight>
                        </a:rPr>
                        <a:t>set Cname definition (DNS) for each region </a:t>
                      </a:r>
                      <a:endParaRPr sz="1000" u="none" cap="none" strike="noStrike">
                        <a:solidFill>
                          <a:schemeClr val="dk1"/>
                        </a:solidFill>
                        <a:highlight>
                          <a:srgbClr val="FFFFFF"/>
                        </a:highlight>
                      </a:endParaRPr>
                    </a:p>
                    <a:p>
                      <a:pPr indent="0" lvl="0" marL="45720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highlight>
                          <a:srgbClr val="FFFFFF"/>
                        </a:highlight>
                      </a:endParaRPr>
                    </a:p>
                    <a:p>
                      <a:pPr indent="-292100" lvl="0" marL="457200" marR="0" rtl="0" algn="l">
                        <a:lnSpc>
                          <a:spcPct val="100000"/>
                        </a:lnSpc>
                        <a:spcBef>
                          <a:spcPts val="0"/>
                        </a:spcBef>
                        <a:spcAft>
                          <a:spcPts val="0"/>
                        </a:spcAft>
                        <a:buClr>
                          <a:schemeClr val="dk1"/>
                        </a:buClr>
                        <a:buSzPts val="1000"/>
                        <a:buFont typeface="Arial"/>
                        <a:buChar char="●"/>
                      </a:pPr>
                      <a:r>
                        <a:rPr lang="en-US" sz="1000" u="none" cap="none" strike="noStrike">
                          <a:solidFill>
                            <a:schemeClr val="dk1"/>
                          </a:solidFill>
                          <a:highlight>
                            <a:srgbClr val="FFFFFF"/>
                          </a:highlight>
                        </a:rPr>
                        <a:t>Set the traffic Policies : </a:t>
                      </a:r>
                      <a:endParaRPr sz="1000" u="none" cap="none" strike="noStrike">
                        <a:solidFill>
                          <a:schemeClr val="dk1"/>
                        </a:solidFill>
                        <a:highlight>
                          <a:srgbClr val="FFFFFF"/>
                        </a:highlight>
                      </a:endParaRPr>
                    </a:p>
                    <a:p>
                      <a:pPr indent="-292100" lvl="1" marL="914400" marR="0" rtl="0" algn="l">
                        <a:lnSpc>
                          <a:spcPct val="100000"/>
                        </a:lnSpc>
                        <a:spcBef>
                          <a:spcPts val="0"/>
                        </a:spcBef>
                        <a:spcAft>
                          <a:spcPts val="0"/>
                        </a:spcAft>
                        <a:buClr>
                          <a:schemeClr val="dk1"/>
                        </a:buClr>
                        <a:buSzPts val="1000"/>
                        <a:buFont typeface="Arial"/>
                        <a:buChar char="○"/>
                      </a:pPr>
                      <a:r>
                        <a:rPr lang="en-US" sz="1000" u="none" cap="none" strike="noStrike">
                          <a:solidFill>
                            <a:schemeClr val="dk1"/>
                          </a:solidFill>
                          <a:highlight>
                            <a:srgbClr val="FFFFFF"/>
                          </a:highlight>
                        </a:rPr>
                        <a:t>Which metrics have we to consider for failure </a:t>
                      </a:r>
                      <a:endParaRPr sz="1000" u="none" cap="none" strike="noStrike">
                        <a:solidFill>
                          <a:schemeClr val="dk1"/>
                        </a:solidFill>
                        <a:highlight>
                          <a:srgbClr val="FFFFFF"/>
                        </a:highlight>
                      </a:endParaRPr>
                    </a:p>
                    <a:p>
                      <a:pPr indent="-292100" lvl="1" marL="914400" marR="0" rtl="0" algn="l">
                        <a:lnSpc>
                          <a:spcPct val="100000"/>
                        </a:lnSpc>
                        <a:spcBef>
                          <a:spcPts val="0"/>
                        </a:spcBef>
                        <a:spcAft>
                          <a:spcPts val="0"/>
                        </a:spcAft>
                        <a:buClr>
                          <a:schemeClr val="dk1"/>
                        </a:buClr>
                        <a:buSzPts val="1000"/>
                        <a:buFont typeface="Arial"/>
                        <a:buChar char="○"/>
                      </a:pPr>
                      <a:r>
                        <a:rPr lang="en-US" sz="1000" u="none" cap="none" strike="noStrike">
                          <a:solidFill>
                            <a:schemeClr val="dk1"/>
                          </a:solidFill>
                          <a:highlight>
                            <a:srgbClr val="FFFFFF"/>
                          </a:highlight>
                        </a:rPr>
                        <a:t>Which actions have we to execute </a:t>
                      </a:r>
                      <a:endParaRPr sz="1000" u="none" cap="none" strike="noStrike">
                        <a:solidFill>
                          <a:schemeClr val="dk1"/>
                        </a:solidFill>
                        <a:highlight>
                          <a:srgbClr val="FFFFFF"/>
                        </a:highligh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16"/>
          <p:cNvSpPr txBox="1"/>
          <p:nvPr>
            <p:ph type="title"/>
          </p:nvPr>
        </p:nvSpPr>
        <p:spPr>
          <a:xfrm>
            <a:off x="1095281" y="255456"/>
            <a:ext cx="7200900" cy="571500"/>
          </a:xfrm>
          <a:prstGeom prst="rect">
            <a:avLst/>
          </a:prstGeom>
          <a:noFill/>
          <a:ln>
            <a:noFill/>
          </a:ln>
        </p:spPr>
        <p:txBody>
          <a:bodyPr anchorCtr="0" anchor="ctr" bIns="0" lIns="0" spcFirstLastPara="1" rIns="0" wrap="square" tIns="0">
            <a:noAutofit/>
          </a:bodyPr>
          <a:lstStyle/>
          <a:p>
            <a:pPr indent="0" lvl="0" marL="0" rtl="0" algn="ctr">
              <a:lnSpc>
                <a:spcPct val="150000"/>
              </a:lnSpc>
              <a:spcBef>
                <a:spcPts val="0"/>
              </a:spcBef>
              <a:spcAft>
                <a:spcPts val="0"/>
              </a:spcAft>
              <a:buSzPts val="1800"/>
              <a:buNone/>
            </a:pPr>
            <a:r>
              <a:rPr lang="en-US"/>
              <a:t>ASGs duplication </a:t>
            </a:r>
            <a:endParaRPr/>
          </a:p>
        </p:txBody>
      </p:sp>
      <p:sp>
        <p:nvSpPr>
          <p:cNvPr id="399" name="Google Shape;399;p16"/>
          <p:cNvSpPr txBox="1"/>
          <p:nvPr>
            <p:ph idx="12" type="sldNum"/>
          </p:nvPr>
        </p:nvSpPr>
        <p:spPr>
          <a:xfrm>
            <a:off x="8459788" y="6416675"/>
            <a:ext cx="360300" cy="1800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700"/>
              <a:buNone/>
            </a:pPr>
            <a:r>
              <a:rPr lang="en-US"/>
              <a:t>P.</a:t>
            </a:r>
            <a:fld id="{00000000-1234-1234-1234-123412341234}" type="slidenum">
              <a:rPr lang="en-US"/>
              <a:t>‹#›</a:t>
            </a:fld>
            <a:endParaRPr/>
          </a:p>
        </p:txBody>
      </p:sp>
      <p:graphicFrame>
        <p:nvGraphicFramePr>
          <p:cNvPr id="400" name="Google Shape;400;p16"/>
          <p:cNvGraphicFramePr/>
          <p:nvPr/>
        </p:nvGraphicFramePr>
        <p:xfrm>
          <a:off x="138425" y="1105910"/>
          <a:ext cx="3000000" cy="3000000"/>
        </p:xfrm>
        <a:graphic>
          <a:graphicData uri="http://schemas.openxmlformats.org/drawingml/2006/table">
            <a:tbl>
              <a:tblPr>
                <a:noFill/>
                <a:tableStyleId>{0C34126B-26C5-4597-8551-FDAF70939266}</a:tableStyleId>
              </a:tblPr>
              <a:tblGrid>
                <a:gridCol w="2227575"/>
                <a:gridCol w="2227575"/>
                <a:gridCol w="3200975"/>
                <a:gridCol w="1254150"/>
              </a:tblGrid>
              <a:tr h="3855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Current Situation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Target Situation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Solutions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Constraint</a:t>
                      </a:r>
                      <a:endParaRPr sz="1400" u="none" cap="none" strike="noStrike"/>
                    </a:p>
                  </a:txBody>
                  <a:tcPr marT="91425" marB="91425" marR="91425" marL="91425"/>
                </a:tc>
              </a:tr>
              <a:tr h="1341325">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chemeClr val="dk1"/>
                          </a:solidFill>
                          <a:highlight>
                            <a:srgbClr val="FFFFFF"/>
                          </a:highlight>
                        </a:rPr>
                        <a:t>Today, we have only ASGs in Ireland </a:t>
                      </a:r>
                      <a:endParaRPr sz="1000" u="none" cap="none" strike="noStrike">
                        <a:solidFill>
                          <a:schemeClr val="dk1"/>
                        </a:solidFill>
                        <a:highlight>
                          <a:srgbClr val="FFFFFF"/>
                        </a:highligh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chemeClr val="dk1"/>
                          </a:solidFill>
                          <a:highlight>
                            <a:srgbClr val="FFFFFF"/>
                          </a:highlight>
                        </a:rPr>
                        <a:t>The goal is to duplicate ASGs in canada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dk1"/>
                          </a:solidFill>
                          <a:highlight>
                            <a:srgbClr val="FFFFFF"/>
                          </a:highlight>
                        </a:rPr>
                        <a:t>INFRA SIDE</a:t>
                      </a:r>
                      <a:endParaRPr b="1" sz="1000" u="none" cap="none" strike="noStrike">
                        <a:solidFill>
                          <a:schemeClr val="dk1"/>
                        </a:solidFill>
                        <a:highlight>
                          <a:srgbClr val="FFFFFF"/>
                        </a:highlight>
                      </a:endParaRPr>
                    </a:p>
                    <a:p>
                      <a:pPr indent="-292100" lvl="0" marL="457200" marR="0" rtl="0" algn="l">
                        <a:lnSpc>
                          <a:spcPct val="100000"/>
                        </a:lnSpc>
                        <a:spcBef>
                          <a:spcPts val="0"/>
                        </a:spcBef>
                        <a:spcAft>
                          <a:spcPts val="0"/>
                        </a:spcAft>
                        <a:buClr>
                          <a:schemeClr val="dk1"/>
                        </a:buClr>
                        <a:buSzPts val="1000"/>
                        <a:buFont typeface="Arial"/>
                        <a:buChar char="●"/>
                      </a:pPr>
                      <a:r>
                        <a:rPr lang="en-US" sz="1000" u="none" cap="none" strike="noStrike">
                          <a:solidFill>
                            <a:schemeClr val="dk1"/>
                          </a:solidFill>
                          <a:highlight>
                            <a:srgbClr val="FFFFFF"/>
                          </a:highlight>
                        </a:rPr>
                        <a:t>Creation of EC2 instances </a:t>
                      </a:r>
                      <a:endParaRPr sz="1000" u="none" cap="none" strike="noStrike">
                        <a:solidFill>
                          <a:schemeClr val="dk1"/>
                        </a:solidFill>
                        <a:highlight>
                          <a:srgbClr val="FFFFFF"/>
                        </a:highlight>
                      </a:endParaRPr>
                    </a:p>
                    <a:p>
                      <a:pPr indent="-292100" lvl="0" marL="457200" marR="0" rtl="0" algn="l">
                        <a:lnSpc>
                          <a:spcPct val="100000"/>
                        </a:lnSpc>
                        <a:spcBef>
                          <a:spcPts val="0"/>
                        </a:spcBef>
                        <a:spcAft>
                          <a:spcPts val="0"/>
                        </a:spcAft>
                        <a:buClr>
                          <a:schemeClr val="dk1"/>
                        </a:buClr>
                        <a:buSzPts val="1000"/>
                        <a:buFont typeface="Arial"/>
                        <a:buChar char="●"/>
                      </a:pPr>
                      <a:r>
                        <a:rPr lang="en-US" sz="1000" u="none" cap="none" strike="noStrike">
                          <a:solidFill>
                            <a:schemeClr val="dk1"/>
                          </a:solidFill>
                          <a:highlight>
                            <a:srgbClr val="FFFFFF"/>
                          </a:highlight>
                        </a:rPr>
                        <a:t>Creation of ASGs </a:t>
                      </a:r>
                      <a:endParaRPr sz="1000" u="none" cap="none" strike="noStrike">
                        <a:solidFill>
                          <a:schemeClr val="dk1"/>
                        </a:solidFill>
                        <a:highlight>
                          <a:srgbClr val="FFFFFF"/>
                        </a:highlight>
                      </a:endParaRPr>
                    </a:p>
                    <a:p>
                      <a:pPr indent="0" lvl="0" marL="45720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highlight>
                          <a:srgbClr val="FFFFFF"/>
                        </a:highlight>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dk1"/>
                          </a:solidFill>
                          <a:highlight>
                            <a:srgbClr val="FFFFFF"/>
                          </a:highlight>
                        </a:rPr>
                        <a:t>APPLICATION SIDE</a:t>
                      </a:r>
                      <a:endParaRPr b="1" sz="1000" u="none" cap="none" strike="noStrike">
                        <a:solidFill>
                          <a:schemeClr val="dk1"/>
                        </a:solidFill>
                        <a:highlight>
                          <a:srgbClr val="FFFFFF"/>
                        </a:highlight>
                      </a:endParaRPr>
                    </a:p>
                    <a:p>
                      <a:pPr indent="-292100" lvl="0" marL="457200" marR="0" rtl="0" algn="l">
                        <a:lnSpc>
                          <a:spcPct val="100000"/>
                        </a:lnSpc>
                        <a:spcBef>
                          <a:spcPts val="0"/>
                        </a:spcBef>
                        <a:spcAft>
                          <a:spcPts val="0"/>
                        </a:spcAft>
                        <a:buClr>
                          <a:schemeClr val="dk1"/>
                        </a:buClr>
                        <a:buSzPts val="1000"/>
                        <a:buFont typeface="Arial"/>
                        <a:buChar char="●"/>
                      </a:pPr>
                      <a:r>
                        <a:rPr lang="en-US" sz="1000" u="none" cap="none" strike="noStrike">
                          <a:solidFill>
                            <a:schemeClr val="dk1"/>
                          </a:solidFill>
                          <a:highlight>
                            <a:srgbClr val="FFFFFF"/>
                          </a:highlight>
                        </a:rPr>
                        <a:t>Creation of dedicated Pipelines to deploy in Canada ASGs </a:t>
                      </a:r>
                      <a:endParaRPr sz="1000" u="none" cap="none" strike="noStrike">
                        <a:solidFill>
                          <a:schemeClr val="dk1"/>
                        </a:solidFill>
                        <a:highlight>
                          <a:srgbClr val="FFFFFF"/>
                        </a:highligh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17"/>
          <p:cNvSpPr txBox="1"/>
          <p:nvPr>
            <p:ph type="title"/>
          </p:nvPr>
        </p:nvSpPr>
        <p:spPr>
          <a:xfrm>
            <a:off x="1095281" y="255456"/>
            <a:ext cx="7200900" cy="571500"/>
          </a:xfrm>
          <a:prstGeom prst="rect">
            <a:avLst/>
          </a:prstGeom>
          <a:noFill/>
          <a:ln>
            <a:noFill/>
          </a:ln>
        </p:spPr>
        <p:txBody>
          <a:bodyPr anchorCtr="0" anchor="ctr" bIns="0" lIns="0" spcFirstLastPara="1" rIns="0" wrap="square" tIns="0">
            <a:noAutofit/>
          </a:bodyPr>
          <a:lstStyle/>
          <a:p>
            <a:pPr indent="0" lvl="0" marL="0" rtl="0" algn="ctr">
              <a:lnSpc>
                <a:spcPct val="150000"/>
              </a:lnSpc>
              <a:spcBef>
                <a:spcPts val="0"/>
              </a:spcBef>
              <a:spcAft>
                <a:spcPts val="0"/>
              </a:spcAft>
              <a:buSzPts val="1800"/>
              <a:buNone/>
            </a:pPr>
            <a:r>
              <a:rPr lang="en-US"/>
              <a:t>S3 Buckets</a:t>
            </a:r>
            <a:endParaRPr/>
          </a:p>
        </p:txBody>
      </p:sp>
      <p:sp>
        <p:nvSpPr>
          <p:cNvPr id="407" name="Google Shape;407;p17"/>
          <p:cNvSpPr txBox="1"/>
          <p:nvPr>
            <p:ph idx="12" type="sldNum"/>
          </p:nvPr>
        </p:nvSpPr>
        <p:spPr>
          <a:xfrm>
            <a:off x="8459788" y="6416675"/>
            <a:ext cx="360300" cy="1800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700"/>
              <a:buNone/>
            </a:pPr>
            <a:r>
              <a:rPr lang="en-US"/>
              <a:t>P.</a:t>
            </a:r>
            <a:fld id="{00000000-1234-1234-1234-123412341234}" type="slidenum">
              <a:rPr lang="en-US"/>
              <a:t>‹#›</a:t>
            </a:fld>
            <a:endParaRPr/>
          </a:p>
        </p:txBody>
      </p:sp>
      <p:graphicFrame>
        <p:nvGraphicFramePr>
          <p:cNvPr id="408" name="Google Shape;408;p17"/>
          <p:cNvGraphicFramePr/>
          <p:nvPr/>
        </p:nvGraphicFramePr>
        <p:xfrm>
          <a:off x="138425" y="1105910"/>
          <a:ext cx="3000000" cy="3000000"/>
        </p:xfrm>
        <a:graphic>
          <a:graphicData uri="http://schemas.openxmlformats.org/drawingml/2006/table">
            <a:tbl>
              <a:tblPr>
                <a:noFill/>
                <a:tableStyleId>{0C34126B-26C5-4597-8551-FDAF70939266}</a:tableStyleId>
              </a:tblPr>
              <a:tblGrid>
                <a:gridCol w="2227575"/>
                <a:gridCol w="2227575"/>
                <a:gridCol w="3200975"/>
                <a:gridCol w="1254150"/>
              </a:tblGrid>
              <a:tr h="4510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Current Situation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Target Situation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Solutions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Constraint</a:t>
                      </a:r>
                      <a:endParaRPr sz="1400" u="none" cap="none" strike="noStrike"/>
                    </a:p>
                  </a:txBody>
                  <a:tcPr marT="91425" marB="91425" marR="91425" marL="91425"/>
                </a:tc>
              </a:tr>
              <a:tr h="1569275">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chemeClr val="dk1"/>
                          </a:solidFill>
                          <a:highlight>
                            <a:srgbClr val="FFFFFF"/>
                          </a:highlight>
                        </a:rPr>
                        <a:t>Today :</a:t>
                      </a:r>
                      <a:endParaRPr sz="1000" u="none" cap="none" strike="noStrike">
                        <a:solidFill>
                          <a:schemeClr val="dk1"/>
                        </a:solidFill>
                        <a:highlight>
                          <a:srgbClr val="FFFFFF"/>
                        </a:highlight>
                      </a:endParaRPr>
                    </a:p>
                    <a:p>
                      <a:pPr indent="-292100" lvl="0" marL="457200" marR="0" rtl="0" algn="l">
                        <a:lnSpc>
                          <a:spcPct val="100000"/>
                        </a:lnSpc>
                        <a:spcBef>
                          <a:spcPts val="0"/>
                        </a:spcBef>
                        <a:spcAft>
                          <a:spcPts val="0"/>
                        </a:spcAft>
                        <a:buClr>
                          <a:schemeClr val="dk1"/>
                        </a:buClr>
                        <a:buSzPts val="1000"/>
                        <a:buFont typeface="Arial"/>
                        <a:buChar char="●"/>
                      </a:pPr>
                      <a:r>
                        <a:rPr lang="en-US" sz="1000" u="none" cap="none" strike="noStrike">
                          <a:solidFill>
                            <a:schemeClr val="dk1"/>
                          </a:solidFill>
                          <a:highlight>
                            <a:srgbClr val="FFFFFF"/>
                          </a:highlight>
                        </a:rPr>
                        <a:t>We have S3 bucket in only Ireland region </a:t>
                      </a:r>
                      <a:endParaRPr sz="1000" u="none" cap="none" strike="noStrike">
                        <a:solidFill>
                          <a:schemeClr val="dk1"/>
                        </a:solidFill>
                        <a:highlight>
                          <a:srgbClr val="FFFFFF"/>
                        </a:highlight>
                      </a:endParaRPr>
                    </a:p>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highlight>
                          <a:srgbClr val="FFFFFF"/>
                        </a:highlight>
                      </a:endParaRPr>
                    </a:p>
                    <a:p>
                      <a:pPr indent="-292100" lvl="0" marL="457200" marR="0" rtl="0" algn="l">
                        <a:lnSpc>
                          <a:spcPct val="100000"/>
                        </a:lnSpc>
                        <a:spcBef>
                          <a:spcPts val="0"/>
                        </a:spcBef>
                        <a:spcAft>
                          <a:spcPts val="0"/>
                        </a:spcAft>
                        <a:buClr>
                          <a:schemeClr val="dk1"/>
                        </a:buClr>
                        <a:buSzPts val="1000"/>
                        <a:buFont typeface="Arial"/>
                        <a:buChar char="●"/>
                      </a:pPr>
                      <a:r>
                        <a:rPr lang="en-US" sz="1000" u="none" cap="none" strike="noStrike">
                          <a:solidFill>
                            <a:schemeClr val="dk1"/>
                          </a:solidFill>
                          <a:highlight>
                            <a:srgbClr val="FFFFFF"/>
                          </a:highlight>
                        </a:rPr>
                        <a:t>The region is present in the S3 path which is saved in“location” column in the dynamo DB  </a:t>
                      </a:r>
                      <a:endParaRPr sz="1000" u="none" cap="none" strike="noStrike">
                        <a:solidFill>
                          <a:schemeClr val="dk1"/>
                        </a:solidFill>
                        <a:highlight>
                          <a:srgbClr val="FFFFFF"/>
                        </a:highligh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chemeClr val="dk1"/>
                          </a:solidFill>
                          <a:highlight>
                            <a:schemeClr val="lt1"/>
                          </a:highlight>
                        </a:rPr>
                        <a:t>Goal is to  :</a:t>
                      </a:r>
                      <a:endParaRPr sz="1000" u="none" cap="none" strike="noStrike">
                        <a:solidFill>
                          <a:schemeClr val="dk1"/>
                        </a:solidFill>
                        <a:highlight>
                          <a:schemeClr val="lt1"/>
                        </a:highlight>
                      </a:endParaRPr>
                    </a:p>
                    <a:p>
                      <a:pPr indent="-292100" lvl="0" marL="457200" marR="0" rtl="0" algn="l">
                        <a:lnSpc>
                          <a:spcPct val="100000"/>
                        </a:lnSpc>
                        <a:spcBef>
                          <a:spcPts val="0"/>
                        </a:spcBef>
                        <a:spcAft>
                          <a:spcPts val="0"/>
                        </a:spcAft>
                        <a:buClr>
                          <a:schemeClr val="dk1"/>
                        </a:buClr>
                        <a:buSzPts val="1000"/>
                        <a:buFont typeface="Arial"/>
                        <a:buChar char="●"/>
                      </a:pPr>
                      <a:r>
                        <a:rPr lang="en-US" sz="1000" u="none" cap="none" strike="noStrike">
                          <a:solidFill>
                            <a:schemeClr val="dk1"/>
                          </a:solidFill>
                          <a:highlight>
                            <a:schemeClr val="lt1"/>
                          </a:highlight>
                        </a:rPr>
                        <a:t>Having S3 data in both  Canada and Ireland</a:t>
                      </a:r>
                      <a:endParaRPr sz="1000" u="none" cap="none" strike="noStrike">
                        <a:solidFill>
                          <a:schemeClr val="dk1"/>
                        </a:solidFill>
                        <a:highlight>
                          <a:schemeClr val="lt1"/>
                        </a:highligh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dk1"/>
                          </a:solidFill>
                          <a:highlight>
                            <a:schemeClr val="lt1"/>
                          </a:highlight>
                        </a:rPr>
                        <a:t>INFRA SIDE</a:t>
                      </a:r>
                      <a:endParaRPr b="1" sz="1000" u="none" cap="none" strike="noStrike">
                        <a:solidFill>
                          <a:schemeClr val="dk1"/>
                        </a:solidFill>
                        <a:highlight>
                          <a:schemeClr val="lt1"/>
                        </a:highlight>
                      </a:endParaRPr>
                    </a:p>
                    <a:p>
                      <a:pPr indent="-292100" lvl="0" marL="457200" marR="0" rtl="0" algn="l">
                        <a:lnSpc>
                          <a:spcPct val="100000"/>
                        </a:lnSpc>
                        <a:spcBef>
                          <a:spcPts val="0"/>
                        </a:spcBef>
                        <a:spcAft>
                          <a:spcPts val="0"/>
                        </a:spcAft>
                        <a:buClr>
                          <a:schemeClr val="dk1"/>
                        </a:buClr>
                        <a:buSzPts val="1000"/>
                        <a:buFont typeface="Arial"/>
                        <a:buChar char="●"/>
                      </a:pPr>
                      <a:r>
                        <a:rPr lang="en-US" sz="1000" u="none" cap="none" strike="noStrike">
                          <a:solidFill>
                            <a:schemeClr val="dk1"/>
                          </a:solidFill>
                          <a:highlight>
                            <a:schemeClr val="lt1"/>
                          </a:highlight>
                        </a:rPr>
                        <a:t>Set bidirectional replication (RTO ~ less than a minute)</a:t>
                      </a:r>
                      <a:endParaRPr sz="1000" u="none" cap="none" strike="noStrike">
                        <a:solidFill>
                          <a:schemeClr val="dk1"/>
                        </a:solidFill>
                        <a:highlight>
                          <a:schemeClr val="lt1"/>
                        </a:highlight>
                      </a:endParaRPr>
                    </a:p>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highlight>
                          <a:schemeClr val="lt1"/>
                        </a:highlight>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dk1"/>
                          </a:solidFill>
                          <a:highlight>
                            <a:schemeClr val="lt1"/>
                          </a:highlight>
                        </a:rPr>
                        <a:t>APPLICATION SIDE</a:t>
                      </a:r>
                      <a:endParaRPr b="1" sz="1000" u="none" cap="none" strike="noStrike">
                        <a:solidFill>
                          <a:schemeClr val="dk1"/>
                        </a:solidFill>
                        <a:highlight>
                          <a:schemeClr val="lt1"/>
                        </a:highlight>
                      </a:endParaRPr>
                    </a:p>
                    <a:p>
                      <a:pPr indent="-292100" lvl="0" marL="457200" marR="0" rtl="0" algn="l">
                        <a:lnSpc>
                          <a:spcPct val="100000"/>
                        </a:lnSpc>
                        <a:spcBef>
                          <a:spcPts val="0"/>
                        </a:spcBef>
                        <a:spcAft>
                          <a:spcPts val="0"/>
                        </a:spcAft>
                        <a:buClr>
                          <a:schemeClr val="dk1"/>
                        </a:buClr>
                        <a:buSzPts val="1000"/>
                        <a:buFont typeface="Arial"/>
                        <a:buChar char="●"/>
                      </a:pPr>
                      <a:r>
                        <a:rPr lang="en-US" sz="1000" u="none" cap="none" strike="noStrike">
                          <a:solidFill>
                            <a:schemeClr val="dk1"/>
                          </a:solidFill>
                          <a:highlight>
                            <a:schemeClr val="lt1"/>
                          </a:highlight>
                        </a:rPr>
                        <a:t>Set in the application Side the bucket Path (not in the dynamo DB value anymore) as an SSM key. This way we ensure that a request from a dedicated region will hit the dedicated S3 bucket. </a:t>
                      </a:r>
                      <a:endParaRPr sz="1000" u="none" cap="none" strike="noStrike">
                        <a:solidFill>
                          <a:schemeClr val="dk1"/>
                        </a:solidFill>
                        <a:highlight>
                          <a:schemeClr val="lt1"/>
                        </a:highlight>
                      </a:endParaRPr>
                    </a:p>
                    <a:p>
                      <a:pPr indent="0" lvl="0" marL="45720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highlight>
                          <a:schemeClr val="lt1"/>
                        </a:highligh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18"/>
          <p:cNvSpPr txBox="1"/>
          <p:nvPr>
            <p:ph type="title"/>
          </p:nvPr>
        </p:nvSpPr>
        <p:spPr>
          <a:xfrm>
            <a:off x="1095281" y="255456"/>
            <a:ext cx="7200900" cy="571500"/>
          </a:xfrm>
          <a:prstGeom prst="rect">
            <a:avLst/>
          </a:prstGeom>
          <a:noFill/>
          <a:ln>
            <a:noFill/>
          </a:ln>
        </p:spPr>
        <p:txBody>
          <a:bodyPr anchorCtr="0" anchor="ctr" bIns="0" lIns="0" spcFirstLastPara="1" rIns="0" wrap="square" tIns="0">
            <a:noAutofit/>
          </a:bodyPr>
          <a:lstStyle/>
          <a:p>
            <a:pPr indent="0" lvl="0" marL="0" rtl="0" algn="ctr">
              <a:lnSpc>
                <a:spcPct val="150000"/>
              </a:lnSpc>
              <a:spcBef>
                <a:spcPts val="0"/>
              </a:spcBef>
              <a:spcAft>
                <a:spcPts val="0"/>
              </a:spcAft>
              <a:buSzPts val="1800"/>
              <a:buNone/>
            </a:pPr>
            <a:r>
              <a:rPr lang="en-US"/>
              <a:t>ID uniqueness </a:t>
            </a:r>
            <a:endParaRPr/>
          </a:p>
        </p:txBody>
      </p:sp>
      <p:sp>
        <p:nvSpPr>
          <p:cNvPr id="415" name="Google Shape;415;p18"/>
          <p:cNvSpPr txBox="1"/>
          <p:nvPr>
            <p:ph idx="12" type="sldNum"/>
          </p:nvPr>
        </p:nvSpPr>
        <p:spPr>
          <a:xfrm>
            <a:off x="8459788" y="6416675"/>
            <a:ext cx="360300" cy="1800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Clr>
                <a:srgbClr val="000000"/>
              </a:buClr>
              <a:buSzPts val="700"/>
              <a:buFont typeface="Arial"/>
              <a:buNone/>
            </a:pPr>
            <a:r>
              <a:rPr lang="en-US"/>
              <a:t>P.</a:t>
            </a:r>
            <a:fld id="{00000000-1234-1234-1234-123412341234}" type="slidenum">
              <a:rPr lang="en-US"/>
              <a:t>‹#›</a:t>
            </a:fld>
            <a:endParaRPr/>
          </a:p>
        </p:txBody>
      </p:sp>
      <p:graphicFrame>
        <p:nvGraphicFramePr>
          <p:cNvPr id="416" name="Google Shape;416;p18"/>
          <p:cNvGraphicFramePr/>
          <p:nvPr/>
        </p:nvGraphicFramePr>
        <p:xfrm>
          <a:off x="138425" y="1105910"/>
          <a:ext cx="3000000" cy="3000000"/>
        </p:xfrm>
        <a:graphic>
          <a:graphicData uri="http://schemas.openxmlformats.org/drawingml/2006/table">
            <a:tbl>
              <a:tblPr>
                <a:noFill/>
                <a:tableStyleId>{0C34126B-26C5-4597-8551-FDAF70939266}</a:tableStyleId>
              </a:tblPr>
              <a:tblGrid>
                <a:gridCol w="2227575"/>
                <a:gridCol w="2227575"/>
                <a:gridCol w="3200975"/>
                <a:gridCol w="1254150"/>
              </a:tblGrid>
              <a:tr h="83605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Current Situation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Target Situation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Solutions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Constraint</a:t>
                      </a:r>
                      <a:endParaRPr sz="1400" u="none" cap="none" strike="noStrike"/>
                    </a:p>
                  </a:txBody>
                  <a:tcPr marT="91425" marB="91425" marR="91425" marL="91425"/>
                </a:tc>
              </a:tr>
              <a:tr h="2908575">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chemeClr val="dk1"/>
                          </a:solidFill>
                          <a:highlight>
                            <a:srgbClr val="FFFFFF"/>
                          </a:highlight>
                        </a:rPr>
                        <a:t>Today, we have 4  pattern for ID and dynamo DB for each  : </a:t>
                      </a:r>
                      <a:endParaRPr sz="1000" u="none" cap="none" strike="noStrike">
                        <a:solidFill>
                          <a:schemeClr val="dk1"/>
                        </a:solidFill>
                        <a:highlight>
                          <a:srgbClr val="FFFFFF"/>
                        </a:highlight>
                      </a:endParaRPr>
                    </a:p>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chemeClr val="dk1"/>
                          </a:solidFill>
                          <a:highlight>
                            <a:srgbClr val="FFFFFF"/>
                          </a:highlight>
                        </a:rPr>
                        <a:t>ueid : AAANAAAA</a:t>
                      </a:r>
                      <a:endParaRPr sz="1000" u="none" cap="none" strike="noStrike">
                        <a:solidFill>
                          <a:schemeClr val="dk1"/>
                        </a:solidFill>
                        <a:highlight>
                          <a:srgbClr val="FFFFFF"/>
                        </a:highlight>
                      </a:endParaRPr>
                    </a:p>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chemeClr val="dk1"/>
                          </a:solidFill>
                          <a:highlight>
                            <a:srgbClr val="FFFFFF"/>
                          </a:highlight>
                        </a:rPr>
                        <a:t>uoid : A*N*A*N*</a:t>
                      </a:r>
                      <a:endParaRPr sz="1000" u="none" cap="none" strike="noStrike">
                        <a:solidFill>
                          <a:schemeClr val="dk1"/>
                        </a:solidFill>
                        <a:highlight>
                          <a:srgbClr val="FFFFFF"/>
                        </a:highlight>
                      </a:endParaRPr>
                    </a:p>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chemeClr val="dk1"/>
                          </a:solidFill>
                          <a:highlight>
                            <a:srgbClr val="FFFFFF"/>
                          </a:highlight>
                        </a:rPr>
                        <a:t>ufid: AA**NN</a:t>
                      </a:r>
                      <a:endParaRPr sz="1000" u="none" cap="none" strike="noStrike">
                        <a:solidFill>
                          <a:schemeClr val="dk1"/>
                        </a:solidFill>
                        <a:highlight>
                          <a:srgbClr val="FFFFFF"/>
                        </a:highlight>
                      </a:endParaRPr>
                    </a:p>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chemeClr val="dk1"/>
                          </a:solidFill>
                          <a:highlight>
                            <a:srgbClr val="FFFFFF"/>
                          </a:highlight>
                        </a:rPr>
                        <a:t>ulid : ********</a:t>
                      </a:r>
                      <a:endParaRPr sz="1000" u="none" cap="none" strike="noStrike">
                        <a:solidFill>
                          <a:schemeClr val="dk1"/>
                        </a:solidFill>
                        <a:highlight>
                          <a:srgbClr val="FFFFFF"/>
                        </a:highligh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chemeClr val="dk1"/>
                          </a:solidFill>
                          <a:highlight>
                            <a:srgbClr val="FFFFFF"/>
                          </a:highlight>
                        </a:rPr>
                        <a:t>Goal is to  :</a:t>
                      </a:r>
                      <a:endParaRPr sz="1000" u="none" cap="none" strike="noStrike">
                        <a:solidFill>
                          <a:schemeClr val="dk1"/>
                        </a:solidFill>
                        <a:highlight>
                          <a:srgbClr val="FFFFFF"/>
                        </a:highlight>
                      </a:endParaRPr>
                    </a:p>
                    <a:p>
                      <a:pPr indent="-292100" lvl="0" marL="457200" marR="0" rtl="0" algn="l">
                        <a:lnSpc>
                          <a:spcPct val="100000"/>
                        </a:lnSpc>
                        <a:spcBef>
                          <a:spcPts val="0"/>
                        </a:spcBef>
                        <a:spcAft>
                          <a:spcPts val="0"/>
                        </a:spcAft>
                        <a:buClr>
                          <a:schemeClr val="dk1"/>
                        </a:buClr>
                        <a:buSzPts val="1000"/>
                        <a:buFont typeface="Arial"/>
                        <a:buChar char="●"/>
                      </a:pPr>
                      <a:r>
                        <a:rPr lang="en-US" sz="1000" u="none" cap="none" strike="noStrike">
                          <a:solidFill>
                            <a:schemeClr val="dk1"/>
                          </a:solidFill>
                          <a:highlight>
                            <a:srgbClr val="FFFFFF"/>
                          </a:highlight>
                        </a:rPr>
                        <a:t>Ensure the uniqueness of the generated ID </a:t>
                      </a:r>
                      <a:endParaRPr sz="1000" u="none" cap="none" strike="noStrike">
                        <a:solidFill>
                          <a:schemeClr val="dk1"/>
                        </a:solidFill>
                        <a:highlight>
                          <a:srgbClr val="FFFFFF"/>
                        </a:highlight>
                      </a:endParaRPr>
                    </a:p>
                    <a:p>
                      <a:pPr indent="-292100" lvl="0" marL="457200" marR="0" rtl="0" algn="l">
                        <a:lnSpc>
                          <a:spcPct val="100000"/>
                        </a:lnSpc>
                        <a:spcBef>
                          <a:spcPts val="0"/>
                        </a:spcBef>
                        <a:spcAft>
                          <a:spcPts val="0"/>
                        </a:spcAft>
                        <a:buClr>
                          <a:schemeClr val="dk1"/>
                        </a:buClr>
                        <a:buSzPts val="1000"/>
                        <a:buFont typeface="Arial"/>
                        <a:buChar char="●"/>
                      </a:pPr>
                      <a:r>
                        <a:rPr lang="en-US" sz="1000" u="none" cap="none" strike="noStrike">
                          <a:solidFill>
                            <a:schemeClr val="dk1"/>
                          </a:solidFill>
                          <a:highlight>
                            <a:srgbClr val="FFFFFF"/>
                          </a:highlight>
                        </a:rPr>
                        <a:t> have One unique Id type  (UOID)</a:t>
                      </a:r>
                      <a:endParaRPr sz="1000" u="none" cap="none" strike="noStrike">
                        <a:solidFill>
                          <a:schemeClr val="dk1"/>
                        </a:solidFill>
                        <a:highlight>
                          <a:srgbClr val="FFFFFF"/>
                        </a:highligh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dk1"/>
                          </a:solidFill>
                        </a:rPr>
                        <a:t>INFRA SIDE</a:t>
                      </a:r>
                      <a:endParaRPr sz="1000" u="none" cap="none" strike="noStrike">
                        <a:solidFill>
                          <a:schemeClr val="dk1"/>
                        </a:solidFill>
                      </a:endParaRPr>
                    </a:p>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chemeClr val="dk1"/>
                          </a:solidFill>
                        </a:rPr>
                        <a:t>Set the Global Table feature : </a:t>
                      </a:r>
                      <a:endParaRPr sz="1000" u="none" cap="none" strike="noStrike">
                        <a:solidFill>
                          <a:schemeClr val="dk1"/>
                        </a:solidFill>
                      </a:endParaRPr>
                    </a:p>
                    <a:p>
                      <a:pPr indent="-292100" lvl="0" marL="457200" marR="0" rtl="0" algn="l">
                        <a:lnSpc>
                          <a:spcPct val="100000"/>
                        </a:lnSpc>
                        <a:spcBef>
                          <a:spcPts val="0"/>
                        </a:spcBef>
                        <a:spcAft>
                          <a:spcPts val="0"/>
                        </a:spcAft>
                        <a:buClr>
                          <a:schemeClr val="dk1"/>
                        </a:buClr>
                        <a:buSzPts val="1000"/>
                        <a:buFont typeface="Arial"/>
                        <a:buChar char="●"/>
                      </a:pPr>
                      <a:r>
                        <a:rPr lang="en-US" sz="1000" u="none" cap="none" strike="noStrike">
                          <a:solidFill>
                            <a:schemeClr val="dk1"/>
                          </a:solidFill>
                        </a:rPr>
                        <a:t>Configuration of Global table on each dynamo DB table </a:t>
                      </a:r>
                      <a:endParaRPr sz="1000" u="none" cap="none" strike="noStrike">
                        <a:solidFill>
                          <a:schemeClr val="dk1"/>
                        </a:solidFill>
                      </a:endParaRPr>
                    </a:p>
                    <a:p>
                      <a:pPr indent="-292100" lvl="0" marL="457200" marR="0" rtl="0" algn="l">
                        <a:lnSpc>
                          <a:spcPct val="100000"/>
                        </a:lnSpc>
                        <a:spcBef>
                          <a:spcPts val="0"/>
                        </a:spcBef>
                        <a:spcAft>
                          <a:spcPts val="0"/>
                        </a:spcAft>
                        <a:buClr>
                          <a:schemeClr val="dk1"/>
                        </a:buClr>
                        <a:buSzPts val="1000"/>
                        <a:buFont typeface="Arial"/>
                        <a:buChar char="●"/>
                      </a:pPr>
                      <a:r>
                        <a:rPr lang="en-US" sz="1000" u="none" cap="none" strike="noStrike">
                          <a:solidFill>
                            <a:schemeClr val="dk1"/>
                          </a:solidFill>
                        </a:rPr>
                        <a:t>ensure that we have the same table in each Region. </a:t>
                      </a:r>
                      <a:endParaRPr sz="1000" u="none" cap="none" strike="noStrike">
                        <a:solidFill>
                          <a:schemeClr val="dk1"/>
                        </a:solidFill>
                      </a:endParaRPr>
                    </a:p>
                    <a:p>
                      <a:pPr indent="-292100" lvl="0" marL="457200" marR="0" rtl="0" algn="l">
                        <a:lnSpc>
                          <a:spcPct val="100000"/>
                        </a:lnSpc>
                        <a:spcBef>
                          <a:spcPts val="0"/>
                        </a:spcBef>
                        <a:spcAft>
                          <a:spcPts val="0"/>
                        </a:spcAft>
                        <a:buClr>
                          <a:schemeClr val="dk1"/>
                        </a:buClr>
                        <a:buSzPts val="1000"/>
                        <a:buFont typeface="Arial"/>
                        <a:buChar char="●"/>
                      </a:pPr>
                      <a:r>
                        <a:rPr lang="en-US" sz="1000" u="none" cap="none" strike="noStrike">
                          <a:solidFill>
                            <a:schemeClr val="dk1"/>
                          </a:solidFill>
                        </a:rPr>
                        <a:t>Create an additional Dynamo DB for the new pattern ID (V3) </a:t>
                      </a:r>
                      <a:endParaRPr sz="1000" u="none" cap="none" strike="noStrike">
                        <a:solidFill>
                          <a:schemeClr val="dk1"/>
                        </a:solidFill>
                      </a:endParaRPr>
                    </a:p>
                    <a:p>
                      <a:pPr indent="0" lvl="0" marL="45720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dk1"/>
                          </a:solidFill>
                        </a:rPr>
                        <a:t>APPLICATION SIDE</a:t>
                      </a:r>
                      <a:endParaRPr b="1" sz="1000" u="none" cap="none" strike="noStrike">
                        <a:solidFill>
                          <a:schemeClr val="dk1"/>
                        </a:solidFill>
                      </a:endParaRPr>
                    </a:p>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chemeClr val="dk1"/>
                          </a:solidFill>
                        </a:rPr>
                        <a:t>Ensure not to generate the same id</a:t>
                      </a:r>
                      <a:endParaRPr sz="1000" u="none" cap="none" strike="noStrike">
                        <a:solidFill>
                          <a:schemeClr val="dk1"/>
                        </a:solidFill>
                      </a:endParaRPr>
                    </a:p>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endParaRPr>
                    </a:p>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chemeClr val="dk1"/>
                          </a:solidFill>
                        </a:rPr>
                        <a:t>different solutions : </a:t>
                      </a:r>
                      <a:endParaRPr sz="1000" u="none" cap="none" strike="noStrike">
                        <a:solidFill>
                          <a:schemeClr val="dk1"/>
                        </a:solidFill>
                      </a:endParaRPr>
                    </a:p>
                    <a:p>
                      <a:pPr indent="-292100" lvl="0" marL="457200" marR="0" rtl="0" algn="l">
                        <a:lnSpc>
                          <a:spcPct val="100000"/>
                        </a:lnSpc>
                        <a:spcBef>
                          <a:spcPts val="0"/>
                        </a:spcBef>
                        <a:spcAft>
                          <a:spcPts val="0"/>
                        </a:spcAft>
                        <a:buClr>
                          <a:schemeClr val="dk1"/>
                        </a:buClr>
                        <a:buSzPts val="1000"/>
                        <a:buFont typeface="Arial"/>
                        <a:buChar char="●"/>
                      </a:pPr>
                      <a:r>
                        <a:rPr lang="en-US" sz="1000" u="none" cap="none" strike="noStrike">
                          <a:solidFill>
                            <a:schemeClr val="dk1"/>
                          </a:solidFill>
                        </a:rPr>
                        <a:t>Build a Unique ID Generator Using AWS DynamoDB (timestamp, at least 10 characters) </a:t>
                      </a:r>
                      <a:endParaRPr sz="1000" u="none" cap="none" strike="noStrike">
                        <a:solidFill>
                          <a:schemeClr val="dk1"/>
                        </a:solidFill>
                      </a:endParaRPr>
                    </a:p>
                    <a:p>
                      <a:pPr indent="-292100" lvl="0" marL="457200" marR="0" rtl="0" algn="l">
                        <a:lnSpc>
                          <a:spcPct val="100000"/>
                        </a:lnSpc>
                        <a:spcBef>
                          <a:spcPts val="0"/>
                        </a:spcBef>
                        <a:spcAft>
                          <a:spcPts val="0"/>
                        </a:spcAft>
                        <a:buClr>
                          <a:schemeClr val="dk1"/>
                        </a:buClr>
                        <a:buSzPts val="1000"/>
                        <a:buFont typeface="Arial"/>
                        <a:buChar char="●"/>
                      </a:pPr>
                      <a:r>
                        <a:rPr lang="en-US" sz="1000" u="none" cap="none" strike="noStrike">
                          <a:solidFill>
                            <a:schemeClr val="dk1"/>
                          </a:solidFill>
                        </a:rPr>
                        <a:t>or Add a prefix with the notion of Region (CA, IR)  </a:t>
                      </a:r>
                      <a:endParaRPr sz="1000" u="none" cap="none" strike="noStrike">
                        <a:solidFill>
                          <a:schemeClr val="dk1"/>
                        </a:solidFill>
                      </a:endParaRPr>
                    </a:p>
                    <a:p>
                      <a:pPr indent="-292100" lvl="0" marL="457200" marR="0" rtl="0" algn="l">
                        <a:lnSpc>
                          <a:spcPct val="100000"/>
                        </a:lnSpc>
                        <a:spcBef>
                          <a:spcPts val="0"/>
                        </a:spcBef>
                        <a:spcAft>
                          <a:spcPts val="0"/>
                        </a:spcAft>
                        <a:buClr>
                          <a:schemeClr val="dk1"/>
                        </a:buClr>
                        <a:buSzPts val="1000"/>
                        <a:buFont typeface="Arial"/>
                        <a:buChar char="●"/>
                      </a:pPr>
                      <a:r>
                        <a:rPr lang="en-US" sz="1000" u="none" cap="none" strike="noStrike">
                          <a:solidFill>
                            <a:schemeClr val="dk1"/>
                          </a:solidFill>
                        </a:rPr>
                        <a:t>or put in place the case sensitive </a:t>
                      </a:r>
                      <a:endParaRPr sz="1000" u="none" cap="none" strike="noStrike">
                        <a:solidFill>
                          <a:schemeClr val="dk1"/>
                        </a:solidFill>
                      </a:endParaRPr>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chemeClr val="dk1"/>
                          </a:solidFill>
                        </a:rPr>
                        <a:t>Ensure that the end users will be able to consume the new ID format </a:t>
                      </a:r>
                      <a:endParaRPr sz="1000" u="none" cap="none" strike="noStrike">
                        <a:solidFill>
                          <a:schemeClr val="dk1"/>
                        </a:solidFill>
                      </a:endParaRPr>
                    </a:p>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endParaRPr>
                    </a:p>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endParaRPr>
                    </a:p>
                  </a:txBody>
                  <a:tcPr marT="91425" marB="91425" marR="91425" marL="9142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19"/>
          <p:cNvSpPr txBox="1"/>
          <p:nvPr>
            <p:ph type="title"/>
          </p:nvPr>
        </p:nvSpPr>
        <p:spPr>
          <a:xfrm>
            <a:off x="1095281" y="255456"/>
            <a:ext cx="7200900" cy="571500"/>
          </a:xfrm>
          <a:prstGeom prst="rect">
            <a:avLst/>
          </a:prstGeom>
          <a:noFill/>
          <a:ln>
            <a:noFill/>
          </a:ln>
        </p:spPr>
        <p:txBody>
          <a:bodyPr anchorCtr="0" anchor="ctr" bIns="0" lIns="0" spcFirstLastPara="1" rIns="0" wrap="square" tIns="0">
            <a:noAutofit/>
          </a:bodyPr>
          <a:lstStyle/>
          <a:p>
            <a:pPr indent="0" lvl="0" marL="0" rtl="0" algn="ctr">
              <a:lnSpc>
                <a:spcPct val="150000"/>
              </a:lnSpc>
              <a:spcBef>
                <a:spcPts val="0"/>
              </a:spcBef>
              <a:spcAft>
                <a:spcPts val="0"/>
              </a:spcAft>
              <a:buSzPts val="1800"/>
              <a:buNone/>
            </a:pPr>
            <a:r>
              <a:rPr lang="en-US"/>
              <a:t>Authentication </a:t>
            </a:r>
            <a:endParaRPr/>
          </a:p>
        </p:txBody>
      </p:sp>
      <p:sp>
        <p:nvSpPr>
          <p:cNvPr id="423" name="Google Shape;423;p19"/>
          <p:cNvSpPr txBox="1"/>
          <p:nvPr>
            <p:ph idx="12" type="sldNum"/>
          </p:nvPr>
        </p:nvSpPr>
        <p:spPr>
          <a:xfrm>
            <a:off x="8459788" y="6416675"/>
            <a:ext cx="360300" cy="1800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700"/>
              <a:buNone/>
            </a:pPr>
            <a:r>
              <a:rPr lang="en-US"/>
              <a:t>P.</a:t>
            </a:r>
            <a:fld id="{00000000-1234-1234-1234-123412341234}" type="slidenum">
              <a:rPr lang="en-US"/>
              <a:t>‹#›</a:t>
            </a:fld>
            <a:endParaRPr/>
          </a:p>
        </p:txBody>
      </p:sp>
      <p:graphicFrame>
        <p:nvGraphicFramePr>
          <p:cNvPr id="424" name="Google Shape;424;p19"/>
          <p:cNvGraphicFramePr/>
          <p:nvPr/>
        </p:nvGraphicFramePr>
        <p:xfrm>
          <a:off x="0" y="1041060"/>
          <a:ext cx="3000000" cy="3000000"/>
        </p:xfrm>
        <a:graphic>
          <a:graphicData uri="http://schemas.openxmlformats.org/drawingml/2006/table">
            <a:tbl>
              <a:tblPr>
                <a:noFill/>
                <a:tableStyleId>{0C34126B-26C5-4597-8551-FDAF70939266}</a:tableStyleId>
              </a:tblPr>
              <a:tblGrid>
                <a:gridCol w="2227575"/>
                <a:gridCol w="2227575"/>
                <a:gridCol w="2385850"/>
                <a:gridCol w="2069275"/>
              </a:tblGrid>
              <a:tr h="6904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Current Situation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Target Situation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Solutions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Constraint</a:t>
                      </a:r>
                      <a:endParaRPr sz="1400" u="none" cap="none" strike="noStrike"/>
                    </a:p>
                  </a:txBody>
                  <a:tcPr marT="91425" marB="91425" marR="91425" marL="91425"/>
                </a:tc>
              </a:tr>
              <a:tr h="311215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chemeClr val="dk1"/>
                          </a:solidFill>
                          <a:highlight>
                            <a:srgbClr val="FFFFFF"/>
                          </a:highlight>
                        </a:rPr>
                        <a:t>Today </a:t>
                      </a:r>
                      <a:r>
                        <a:rPr lang="en-US" sz="1000" u="none" cap="none" strike="noStrike">
                          <a:solidFill>
                            <a:schemeClr val="dk1"/>
                          </a:solidFill>
                          <a:highlight>
                            <a:srgbClr val="FFFFFF"/>
                          </a:highlight>
                          <a:latin typeface="Roboto"/>
                          <a:ea typeface="Roboto"/>
                          <a:cs typeface="Roboto"/>
                          <a:sym typeface="Roboto"/>
                        </a:rPr>
                        <a:t>usage of Application_key and actor_key as headers</a:t>
                      </a:r>
                      <a:endParaRPr sz="1000" u="none" cap="none" strike="noStrike">
                        <a:solidFill>
                          <a:schemeClr val="dk1"/>
                        </a:solidFill>
                        <a:highlight>
                          <a:srgbClr val="FFFFFF"/>
                        </a:highlight>
                      </a:endParaRPr>
                    </a:p>
                  </a:txBody>
                  <a:tcPr marT="91425" marB="91425" marR="91425" marL="91425"/>
                </a:tc>
                <a:tc>
                  <a:txBody>
                    <a:bodyPr/>
                    <a:lstStyle/>
                    <a:p>
                      <a:pPr indent="-292100" lvl="0" marL="457200" marR="0" rtl="0" algn="l">
                        <a:lnSpc>
                          <a:spcPct val="100000"/>
                        </a:lnSpc>
                        <a:spcBef>
                          <a:spcPts val="0"/>
                        </a:spcBef>
                        <a:spcAft>
                          <a:spcPts val="0"/>
                        </a:spcAft>
                        <a:buClr>
                          <a:schemeClr val="dk1"/>
                        </a:buClr>
                        <a:buSzPts val="1000"/>
                        <a:buFont typeface="Arial"/>
                        <a:buChar char="●"/>
                      </a:pPr>
                      <a:r>
                        <a:rPr lang="en-US" sz="1000" u="none" cap="none" strike="noStrike">
                          <a:solidFill>
                            <a:schemeClr val="dk1"/>
                          </a:solidFill>
                          <a:highlight>
                            <a:schemeClr val="lt1"/>
                          </a:highlight>
                        </a:rPr>
                        <a:t>Goal is to have more secure method by using ApiGateway </a:t>
                      </a:r>
                      <a:endParaRPr sz="1000" u="none" cap="none" strike="noStrike">
                        <a:solidFill>
                          <a:schemeClr val="dk1"/>
                        </a:solidFill>
                        <a:highlight>
                          <a:schemeClr val="lt1"/>
                        </a:highligh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dk1"/>
                          </a:solidFill>
                          <a:highlight>
                            <a:schemeClr val="lt1"/>
                          </a:highlight>
                        </a:rPr>
                        <a:t>INFRA SIDE :</a:t>
                      </a:r>
                      <a:endParaRPr b="1" sz="1000" u="none" cap="none" strike="noStrike">
                        <a:solidFill>
                          <a:schemeClr val="dk1"/>
                        </a:solidFill>
                        <a:highlight>
                          <a:schemeClr val="lt1"/>
                        </a:highlight>
                      </a:endParaRPr>
                    </a:p>
                    <a:p>
                      <a:pPr indent="-292100" lvl="0" marL="457200" marR="0" rtl="0" algn="l">
                        <a:lnSpc>
                          <a:spcPct val="100000"/>
                        </a:lnSpc>
                        <a:spcBef>
                          <a:spcPts val="0"/>
                        </a:spcBef>
                        <a:spcAft>
                          <a:spcPts val="0"/>
                        </a:spcAft>
                        <a:buClr>
                          <a:schemeClr val="dk1"/>
                        </a:buClr>
                        <a:buSzPts val="1000"/>
                        <a:buFont typeface="Arial"/>
                        <a:buChar char="●"/>
                      </a:pPr>
                      <a:r>
                        <a:rPr lang="en-US" sz="1000" u="none" cap="none" strike="noStrike">
                          <a:solidFill>
                            <a:schemeClr val="dk1"/>
                          </a:solidFill>
                          <a:highlight>
                            <a:schemeClr val="lt1"/>
                          </a:highlight>
                        </a:rPr>
                        <a:t>Set the API gateway service in order to provide and manage API keys for Users </a:t>
                      </a:r>
                      <a:endParaRPr sz="1000" u="none" cap="none" strike="noStrike">
                        <a:solidFill>
                          <a:schemeClr val="dk1"/>
                        </a:solidFill>
                        <a:highlight>
                          <a:schemeClr val="lt1"/>
                        </a:highlight>
                      </a:endParaRPr>
                    </a:p>
                    <a:p>
                      <a:pPr indent="0" lvl="0" marL="45720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highlight>
                          <a:schemeClr val="lt1"/>
                        </a:highlight>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dk1"/>
                          </a:solidFill>
                          <a:highlight>
                            <a:schemeClr val="lt1"/>
                          </a:highlight>
                        </a:rPr>
                        <a:t>Api security  (cf ext slides) : </a:t>
                      </a:r>
                      <a:endParaRPr b="1" sz="1000" u="none" cap="none" strike="noStrike">
                        <a:solidFill>
                          <a:schemeClr val="dk1"/>
                        </a:solidFill>
                        <a:highlight>
                          <a:schemeClr val="lt1"/>
                        </a:highlight>
                      </a:endParaRPr>
                    </a:p>
                    <a:p>
                      <a:pPr indent="-292100" lvl="0" marL="457200" marR="0" rtl="0" algn="l">
                        <a:lnSpc>
                          <a:spcPct val="100000"/>
                        </a:lnSpc>
                        <a:spcBef>
                          <a:spcPts val="0"/>
                        </a:spcBef>
                        <a:spcAft>
                          <a:spcPts val="0"/>
                        </a:spcAft>
                        <a:buClr>
                          <a:schemeClr val="dk1"/>
                        </a:buClr>
                        <a:buSzPts val="1000"/>
                        <a:buFont typeface="Arial"/>
                        <a:buChar char="●"/>
                      </a:pPr>
                      <a:r>
                        <a:rPr lang="en-US" sz="1000" u="none" cap="none" strike="noStrike">
                          <a:solidFill>
                            <a:schemeClr val="dk1"/>
                          </a:solidFill>
                          <a:highlight>
                            <a:schemeClr val="lt1"/>
                          </a:highlight>
                        </a:rPr>
                        <a:t>Api key mechanism  </a:t>
                      </a:r>
                      <a:endParaRPr sz="1000" u="none" cap="none" strike="noStrike">
                        <a:solidFill>
                          <a:schemeClr val="dk1"/>
                        </a:solidFill>
                        <a:highlight>
                          <a:schemeClr val="lt1"/>
                        </a:highlight>
                      </a:endParaRPr>
                    </a:p>
                    <a:p>
                      <a:pPr indent="-292100" lvl="1" marL="914400" marR="0" rtl="0" algn="l">
                        <a:lnSpc>
                          <a:spcPct val="100000"/>
                        </a:lnSpc>
                        <a:spcBef>
                          <a:spcPts val="0"/>
                        </a:spcBef>
                        <a:spcAft>
                          <a:spcPts val="0"/>
                        </a:spcAft>
                        <a:buClr>
                          <a:schemeClr val="dk1"/>
                        </a:buClr>
                        <a:buSzPts val="1000"/>
                        <a:buFont typeface="Arial"/>
                        <a:buChar char="○"/>
                      </a:pPr>
                      <a:r>
                        <a:rPr lang="en-US" sz="1000" u="none" cap="none" strike="noStrike">
                          <a:solidFill>
                            <a:schemeClr val="dk1"/>
                          </a:solidFill>
                          <a:highlight>
                            <a:schemeClr val="lt1"/>
                          </a:highlight>
                        </a:rPr>
                        <a:t>Users simply call the resource with API keys which rotate frequently </a:t>
                      </a:r>
                      <a:endParaRPr sz="1000" u="none" cap="none" strike="noStrike">
                        <a:solidFill>
                          <a:schemeClr val="dk1"/>
                        </a:solidFill>
                        <a:highlight>
                          <a:schemeClr val="lt1"/>
                        </a:highlight>
                      </a:endParaRPr>
                    </a:p>
                    <a:p>
                      <a:pPr indent="-292100" lvl="0" marL="457200" marR="0" rtl="0" algn="l">
                        <a:lnSpc>
                          <a:spcPct val="100000"/>
                        </a:lnSpc>
                        <a:spcBef>
                          <a:spcPts val="0"/>
                        </a:spcBef>
                        <a:spcAft>
                          <a:spcPts val="0"/>
                        </a:spcAft>
                        <a:buClr>
                          <a:schemeClr val="dk1"/>
                        </a:buClr>
                        <a:buSzPts val="1000"/>
                        <a:buFont typeface="Arial"/>
                        <a:buChar char="●"/>
                      </a:pPr>
                      <a:r>
                        <a:rPr lang="en-US" sz="1000" u="none" cap="none" strike="noStrike">
                          <a:solidFill>
                            <a:schemeClr val="dk1"/>
                          </a:solidFill>
                          <a:highlight>
                            <a:schemeClr val="lt1"/>
                          </a:highlight>
                        </a:rPr>
                        <a:t>or oauth2 :</a:t>
                      </a:r>
                      <a:endParaRPr sz="1000" u="none" cap="none" strike="noStrike">
                        <a:solidFill>
                          <a:schemeClr val="dk1"/>
                        </a:solidFill>
                        <a:highlight>
                          <a:schemeClr val="lt1"/>
                        </a:highlight>
                      </a:endParaRPr>
                    </a:p>
                    <a:p>
                      <a:pPr indent="-292100" lvl="1" marL="914400" marR="0" rtl="0" algn="l">
                        <a:lnSpc>
                          <a:spcPct val="100000"/>
                        </a:lnSpc>
                        <a:spcBef>
                          <a:spcPts val="0"/>
                        </a:spcBef>
                        <a:spcAft>
                          <a:spcPts val="0"/>
                        </a:spcAft>
                        <a:buClr>
                          <a:schemeClr val="dk1"/>
                        </a:buClr>
                        <a:buSzPts val="1000"/>
                        <a:buFont typeface="Arial"/>
                        <a:buChar char="○"/>
                      </a:pPr>
                      <a:r>
                        <a:rPr lang="en-US" sz="1000" u="none" cap="none" strike="noStrike">
                          <a:solidFill>
                            <a:schemeClr val="dk1"/>
                          </a:solidFill>
                          <a:highlight>
                            <a:schemeClr val="lt1"/>
                          </a:highlight>
                        </a:rPr>
                        <a:t>Users call the ApiGateway and get a Token </a:t>
                      </a:r>
                      <a:endParaRPr sz="1000" u="none" cap="none" strike="noStrike">
                        <a:solidFill>
                          <a:schemeClr val="dk1"/>
                        </a:solidFill>
                        <a:highlight>
                          <a:schemeClr val="lt1"/>
                        </a:highlight>
                      </a:endParaRPr>
                    </a:p>
                    <a:p>
                      <a:pPr indent="-292100" lvl="1" marL="914400" marR="0" rtl="0" algn="l">
                        <a:lnSpc>
                          <a:spcPct val="100000"/>
                        </a:lnSpc>
                        <a:spcBef>
                          <a:spcPts val="0"/>
                        </a:spcBef>
                        <a:spcAft>
                          <a:spcPts val="0"/>
                        </a:spcAft>
                        <a:buClr>
                          <a:schemeClr val="dk1"/>
                        </a:buClr>
                        <a:buSzPts val="1000"/>
                        <a:buFont typeface="Arial"/>
                        <a:buChar char="○"/>
                      </a:pPr>
                      <a:r>
                        <a:rPr lang="en-US" sz="1000" u="none" cap="none" strike="noStrike">
                          <a:solidFill>
                            <a:schemeClr val="dk1"/>
                          </a:solidFill>
                          <a:highlight>
                            <a:schemeClr val="lt1"/>
                          </a:highlight>
                        </a:rPr>
                        <a:t>then, users call the resource with the token provided before </a:t>
                      </a:r>
                      <a:endParaRPr sz="1000" u="none" cap="none" strike="noStrike">
                        <a:solidFill>
                          <a:schemeClr val="dk1"/>
                        </a:solidFill>
                        <a:highlight>
                          <a:schemeClr val="lt1"/>
                        </a:highligh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dk1"/>
                          </a:solidFill>
                          <a:highlight>
                            <a:schemeClr val="lt1"/>
                          </a:highlight>
                        </a:rPr>
                        <a:t>Api key mechanism </a:t>
                      </a:r>
                      <a:r>
                        <a:rPr lang="en-US" sz="1000" u="none" cap="none" strike="noStrike">
                          <a:solidFill>
                            <a:schemeClr val="dk1"/>
                          </a:solidFill>
                          <a:highlight>
                            <a:schemeClr val="lt1"/>
                          </a:highlight>
                        </a:rPr>
                        <a:t>: Not so secure because anybody who know the api key could call the resource, but easier to put in place </a:t>
                      </a:r>
                      <a:endParaRPr sz="1000" u="none" cap="none" strike="noStrike">
                        <a:solidFill>
                          <a:schemeClr val="dk1"/>
                        </a:solidFill>
                        <a:highlight>
                          <a:schemeClr val="lt1"/>
                        </a:highlight>
                      </a:endParaRPr>
                    </a:p>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highlight>
                          <a:schemeClr val="lt1"/>
                        </a:highlight>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dk1"/>
                          </a:solidFill>
                          <a:highlight>
                            <a:schemeClr val="lt1"/>
                          </a:highlight>
                        </a:rPr>
                        <a:t>oauth2 </a:t>
                      </a:r>
                      <a:r>
                        <a:rPr lang="en-US" sz="1000" u="none" cap="none" strike="noStrike">
                          <a:solidFill>
                            <a:schemeClr val="dk1"/>
                          </a:solidFill>
                          <a:highlight>
                            <a:schemeClr val="lt1"/>
                          </a:highlight>
                        </a:rPr>
                        <a:t>: More secure but not so easy to put in place because users has to evolve in order to call the provider first to get the token, and then call the API. </a:t>
                      </a:r>
                      <a:endParaRPr sz="1000" u="none" cap="none" strike="noStrike">
                        <a:solidFill>
                          <a:schemeClr val="dk1"/>
                        </a:solidFill>
                        <a:highlight>
                          <a:schemeClr val="lt1"/>
                        </a:highlight>
                      </a:endParaRPr>
                    </a:p>
                  </a:txBody>
                  <a:tcPr marT="91425" marB="91425" marR="91425" marL="9142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20"/>
          <p:cNvSpPr/>
          <p:nvPr/>
        </p:nvSpPr>
        <p:spPr>
          <a:xfrm>
            <a:off x="3229575" y="952150"/>
            <a:ext cx="5790000" cy="4240200"/>
          </a:xfrm>
          <a:prstGeom prst="roundRect">
            <a:avLst>
              <a:gd fmla="val 16667" name="adj"/>
            </a:avLst>
          </a:prstGeom>
          <a:gradFill>
            <a:gsLst>
              <a:gs pos="0">
                <a:srgbClr val="FFFFFF"/>
              </a:gs>
              <a:gs pos="100000">
                <a:srgbClr val="B3B3B3"/>
              </a:gs>
            </a:gsLst>
            <a:lin ang="5400012" scaled="0"/>
          </a:gradFill>
          <a:ln cap="flat" cmpd="sng" w="9525">
            <a:solidFill>
              <a:schemeClr val="dk2"/>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20"/>
          <p:cNvSpPr txBox="1"/>
          <p:nvPr>
            <p:ph type="title"/>
          </p:nvPr>
        </p:nvSpPr>
        <p:spPr>
          <a:xfrm>
            <a:off x="2912856" y="-59769"/>
            <a:ext cx="7200900" cy="571500"/>
          </a:xfrm>
          <a:prstGeom prst="rect">
            <a:avLst/>
          </a:prstGeom>
          <a:noFill/>
          <a:ln>
            <a:noFill/>
          </a:ln>
        </p:spPr>
        <p:txBody>
          <a:bodyPr anchorCtr="0" anchor="ctr" bIns="0" lIns="0" spcFirstLastPara="1" rIns="0" wrap="square" tIns="0">
            <a:noAutofit/>
          </a:bodyPr>
          <a:lstStyle/>
          <a:p>
            <a:pPr indent="0" lvl="0" marL="0" rtl="0" algn="l">
              <a:lnSpc>
                <a:spcPct val="150000"/>
              </a:lnSpc>
              <a:spcBef>
                <a:spcPts val="0"/>
              </a:spcBef>
              <a:spcAft>
                <a:spcPts val="0"/>
              </a:spcAft>
              <a:buSzPts val="1800"/>
              <a:buNone/>
            </a:pPr>
            <a:r>
              <a:rPr lang="en-US" sz="1800"/>
              <a:t>Authentication solution 1 : APi Key Mechanism </a:t>
            </a:r>
            <a:endParaRPr sz="1800"/>
          </a:p>
        </p:txBody>
      </p:sp>
      <p:sp>
        <p:nvSpPr>
          <p:cNvPr id="432" name="Google Shape;432;p20"/>
          <p:cNvSpPr txBox="1"/>
          <p:nvPr>
            <p:ph idx="12" type="sldNum"/>
          </p:nvPr>
        </p:nvSpPr>
        <p:spPr>
          <a:xfrm>
            <a:off x="4153278" y="5588279"/>
            <a:ext cx="407400" cy="3648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Clr>
                <a:srgbClr val="000000"/>
              </a:buClr>
              <a:buSzPts val="700"/>
              <a:buFont typeface="Arial"/>
              <a:buNone/>
            </a:pPr>
            <a:fld id="{00000000-1234-1234-1234-123412341234}" type="slidenum">
              <a:rPr lang="en-US">
                <a:solidFill>
                  <a:srgbClr val="003985"/>
                </a:solidFill>
              </a:rPr>
              <a:t>‹#›</a:t>
            </a:fld>
            <a:endParaRPr>
              <a:solidFill>
                <a:srgbClr val="003985"/>
              </a:solidFill>
            </a:endParaRPr>
          </a:p>
        </p:txBody>
      </p:sp>
      <p:sp>
        <p:nvSpPr>
          <p:cNvPr id="433" name="Google Shape;433;p20"/>
          <p:cNvSpPr/>
          <p:nvPr/>
        </p:nvSpPr>
        <p:spPr>
          <a:xfrm>
            <a:off x="-20950" y="2813633"/>
            <a:ext cx="1305300" cy="1163700"/>
          </a:xfrm>
          <a:prstGeom prst="rect">
            <a:avLst/>
          </a:prstGeom>
          <a:gradFill>
            <a:gsLst>
              <a:gs pos="0">
                <a:srgbClr val="DFE9FB"/>
              </a:gs>
              <a:gs pos="100000">
                <a:srgbClr val="6E9BE7"/>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Arial"/>
                <a:ea typeface="Arial"/>
                <a:cs typeface="Arial"/>
                <a:sym typeface="Arial"/>
              </a:rPr>
              <a:t>Calling System </a:t>
            </a:r>
            <a:endParaRPr b="1" i="0" sz="900" u="none" cap="none" strike="noStrike">
              <a:solidFill>
                <a:srgbClr val="000000"/>
              </a:solidFill>
              <a:latin typeface="Arial"/>
              <a:ea typeface="Arial"/>
              <a:cs typeface="Arial"/>
              <a:sym typeface="Arial"/>
            </a:endParaRPr>
          </a:p>
        </p:txBody>
      </p:sp>
      <p:sp>
        <p:nvSpPr>
          <p:cNvPr id="434" name="Google Shape;434;p20"/>
          <p:cNvSpPr/>
          <p:nvPr/>
        </p:nvSpPr>
        <p:spPr>
          <a:xfrm>
            <a:off x="7049375" y="2350950"/>
            <a:ext cx="1746300" cy="1972200"/>
          </a:xfrm>
          <a:prstGeom prst="rect">
            <a:avLst/>
          </a:prstGeom>
          <a:gradFill>
            <a:gsLst>
              <a:gs pos="0">
                <a:srgbClr val="DFE9FB"/>
              </a:gs>
              <a:gs pos="100000">
                <a:srgbClr val="6E9BE7"/>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Arial"/>
                <a:ea typeface="Arial"/>
                <a:cs typeface="Arial"/>
                <a:sym typeface="Arial"/>
              </a:rPr>
              <a:t>Eyecloud API </a:t>
            </a:r>
            <a:endParaRPr b="1" i="0" sz="900" u="none" cap="none" strike="noStrike">
              <a:solidFill>
                <a:srgbClr val="000000"/>
              </a:solidFill>
              <a:latin typeface="Arial"/>
              <a:ea typeface="Arial"/>
              <a:cs typeface="Arial"/>
              <a:sym typeface="Arial"/>
            </a:endParaRPr>
          </a:p>
        </p:txBody>
      </p:sp>
      <p:cxnSp>
        <p:nvCxnSpPr>
          <p:cNvPr id="435" name="Google Shape;435;p20"/>
          <p:cNvCxnSpPr/>
          <p:nvPr/>
        </p:nvCxnSpPr>
        <p:spPr>
          <a:xfrm flipH="1" rot="10800000">
            <a:off x="1284350" y="3233483"/>
            <a:ext cx="2305200" cy="9600"/>
          </a:xfrm>
          <a:prstGeom prst="straightConnector1">
            <a:avLst/>
          </a:prstGeom>
          <a:noFill/>
          <a:ln cap="flat" cmpd="sng" w="9525">
            <a:solidFill>
              <a:schemeClr val="dk2"/>
            </a:solidFill>
            <a:prstDash val="dash"/>
            <a:round/>
            <a:headEnd len="sm" w="sm" type="none"/>
            <a:tailEnd len="med" w="med" type="triangle"/>
          </a:ln>
        </p:spPr>
      </p:cxnSp>
      <p:sp>
        <p:nvSpPr>
          <p:cNvPr id="436" name="Google Shape;436;p20"/>
          <p:cNvSpPr/>
          <p:nvPr/>
        </p:nvSpPr>
        <p:spPr>
          <a:xfrm>
            <a:off x="3797507" y="2001497"/>
            <a:ext cx="859200" cy="943200"/>
          </a:xfrm>
          <a:prstGeom prst="curvedDownArrow">
            <a:avLst>
              <a:gd fmla="val 25000" name="adj1"/>
              <a:gd fmla="val 50000" name="adj2"/>
              <a:gd fmla="val 25000" name="adj3"/>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20"/>
          <p:cNvSpPr txBox="1"/>
          <p:nvPr/>
        </p:nvSpPr>
        <p:spPr>
          <a:xfrm>
            <a:off x="3514267" y="1591050"/>
            <a:ext cx="27603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Calibri"/>
                <a:ea typeface="Calibri"/>
                <a:cs typeface="Calibri"/>
                <a:sym typeface="Calibri"/>
              </a:rPr>
              <a:t>Api Key validation (2)</a:t>
            </a:r>
            <a:endParaRPr b="0" i="0" sz="900" u="none" cap="none" strike="noStrike">
              <a:solidFill>
                <a:srgbClr val="000000"/>
              </a:solidFill>
              <a:latin typeface="Calibri"/>
              <a:ea typeface="Calibri"/>
              <a:cs typeface="Calibri"/>
              <a:sym typeface="Calibri"/>
            </a:endParaRPr>
          </a:p>
        </p:txBody>
      </p:sp>
      <p:sp>
        <p:nvSpPr>
          <p:cNvPr id="438" name="Google Shape;438;p20"/>
          <p:cNvSpPr txBox="1"/>
          <p:nvPr/>
        </p:nvSpPr>
        <p:spPr>
          <a:xfrm>
            <a:off x="4979850" y="2856275"/>
            <a:ext cx="20001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Calibri"/>
                <a:ea typeface="Calibri"/>
                <a:cs typeface="Calibri"/>
                <a:sym typeface="Calibri"/>
              </a:rPr>
              <a:t>Call to the API with the validated API key (3)</a:t>
            </a:r>
            <a:endParaRPr b="0" i="0" sz="800" u="none" cap="none" strike="noStrike">
              <a:solidFill>
                <a:srgbClr val="000000"/>
              </a:solidFill>
              <a:latin typeface="Calibri"/>
              <a:ea typeface="Calibri"/>
              <a:cs typeface="Calibri"/>
              <a:sym typeface="Calibri"/>
            </a:endParaRPr>
          </a:p>
        </p:txBody>
      </p:sp>
      <p:pic>
        <p:nvPicPr>
          <p:cNvPr id="439" name="Google Shape;439;p20"/>
          <p:cNvPicPr preferRelativeResize="0"/>
          <p:nvPr/>
        </p:nvPicPr>
        <p:blipFill rotWithShape="1">
          <a:blip r:embed="rId3">
            <a:alphaModFix/>
          </a:blip>
          <a:srcRect b="0" l="0" r="0" t="0"/>
          <a:stretch/>
        </p:blipFill>
        <p:spPr>
          <a:xfrm>
            <a:off x="7609238" y="1074138"/>
            <a:ext cx="1133475" cy="714375"/>
          </a:xfrm>
          <a:prstGeom prst="rect">
            <a:avLst/>
          </a:prstGeom>
          <a:noFill/>
          <a:ln>
            <a:noFill/>
          </a:ln>
        </p:spPr>
      </p:pic>
      <p:sp>
        <p:nvSpPr>
          <p:cNvPr id="440" name="Google Shape;440;p20"/>
          <p:cNvSpPr/>
          <p:nvPr/>
        </p:nvSpPr>
        <p:spPr>
          <a:xfrm>
            <a:off x="3589350" y="3008675"/>
            <a:ext cx="1305300" cy="806400"/>
          </a:xfrm>
          <a:prstGeom prst="rect">
            <a:avLst/>
          </a:prstGeom>
          <a:gradFill>
            <a:gsLst>
              <a:gs pos="0">
                <a:srgbClr val="DFE9FB"/>
              </a:gs>
              <a:gs pos="100000">
                <a:srgbClr val="6E9BE7"/>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Arial"/>
                <a:ea typeface="Arial"/>
                <a:cs typeface="Arial"/>
                <a:sym typeface="Arial"/>
              </a:rPr>
              <a:t>API Gateway </a:t>
            </a:r>
            <a:endParaRPr b="1" i="0" sz="900" u="none" cap="none" strike="noStrike">
              <a:solidFill>
                <a:srgbClr val="000000"/>
              </a:solidFill>
              <a:latin typeface="Arial"/>
              <a:ea typeface="Arial"/>
              <a:cs typeface="Arial"/>
              <a:sym typeface="Arial"/>
            </a:endParaRPr>
          </a:p>
        </p:txBody>
      </p:sp>
      <p:sp>
        <p:nvSpPr>
          <p:cNvPr id="441" name="Google Shape;441;p20"/>
          <p:cNvSpPr txBox="1"/>
          <p:nvPr/>
        </p:nvSpPr>
        <p:spPr>
          <a:xfrm>
            <a:off x="1398450" y="2932475"/>
            <a:ext cx="17463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Calibri"/>
                <a:ea typeface="Calibri"/>
                <a:cs typeface="Calibri"/>
                <a:sym typeface="Calibri"/>
              </a:rPr>
              <a:t>Call the API Gateway  with API key (1)</a:t>
            </a:r>
            <a:endParaRPr b="0" i="0" sz="800" u="none" cap="none" strike="noStrike">
              <a:solidFill>
                <a:srgbClr val="000000"/>
              </a:solidFill>
              <a:latin typeface="Calibri"/>
              <a:ea typeface="Calibri"/>
              <a:cs typeface="Calibri"/>
              <a:sym typeface="Calibri"/>
            </a:endParaRPr>
          </a:p>
        </p:txBody>
      </p:sp>
      <p:sp>
        <p:nvSpPr>
          <p:cNvPr id="442" name="Google Shape;442;p20"/>
          <p:cNvSpPr txBox="1"/>
          <p:nvPr/>
        </p:nvSpPr>
        <p:spPr>
          <a:xfrm>
            <a:off x="5208450" y="3542075"/>
            <a:ext cx="20001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Calibri"/>
                <a:ea typeface="Calibri"/>
                <a:cs typeface="Calibri"/>
                <a:sym typeface="Calibri"/>
              </a:rPr>
              <a:t>Response to the APi Gateway (4)</a:t>
            </a:r>
            <a:endParaRPr b="0" i="0" sz="800" u="none" cap="none" strike="noStrike">
              <a:solidFill>
                <a:srgbClr val="000000"/>
              </a:solidFill>
              <a:latin typeface="Calibri"/>
              <a:ea typeface="Calibri"/>
              <a:cs typeface="Calibri"/>
              <a:sym typeface="Calibri"/>
            </a:endParaRPr>
          </a:p>
        </p:txBody>
      </p:sp>
      <p:cxnSp>
        <p:nvCxnSpPr>
          <p:cNvPr id="443" name="Google Shape;443;p20"/>
          <p:cNvCxnSpPr/>
          <p:nvPr/>
        </p:nvCxnSpPr>
        <p:spPr>
          <a:xfrm flipH="1" rot="10800000">
            <a:off x="4933950" y="3538200"/>
            <a:ext cx="2125500" cy="5100"/>
          </a:xfrm>
          <a:prstGeom prst="straightConnector1">
            <a:avLst/>
          </a:prstGeom>
          <a:noFill/>
          <a:ln cap="flat" cmpd="sng" w="9525">
            <a:solidFill>
              <a:schemeClr val="dk2"/>
            </a:solidFill>
            <a:prstDash val="dash"/>
            <a:round/>
            <a:headEnd len="med" w="med" type="triangle"/>
            <a:tailEnd len="sm" w="sm" type="none"/>
          </a:ln>
        </p:spPr>
      </p:cxnSp>
      <p:sp>
        <p:nvSpPr>
          <p:cNvPr id="444" name="Google Shape;444;p20"/>
          <p:cNvSpPr txBox="1"/>
          <p:nvPr/>
        </p:nvSpPr>
        <p:spPr>
          <a:xfrm>
            <a:off x="1703250" y="3542075"/>
            <a:ext cx="20001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Calibri"/>
                <a:ea typeface="Calibri"/>
                <a:cs typeface="Calibri"/>
                <a:sym typeface="Calibri"/>
              </a:rPr>
              <a:t>Response to the Caller (5)</a:t>
            </a:r>
            <a:endParaRPr b="0" i="0" sz="800" u="none" cap="none" strike="noStrike">
              <a:solidFill>
                <a:srgbClr val="000000"/>
              </a:solidFill>
              <a:latin typeface="Calibri"/>
              <a:ea typeface="Calibri"/>
              <a:cs typeface="Calibri"/>
              <a:sym typeface="Calibri"/>
            </a:endParaRPr>
          </a:p>
        </p:txBody>
      </p:sp>
      <p:cxnSp>
        <p:nvCxnSpPr>
          <p:cNvPr id="445" name="Google Shape;445;p20"/>
          <p:cNvCxnSpPr/>
          <p:nvPr/>
        </p:nvCxnSpPr>
        <p:spPr>
          <a:xfrm flipH="1" rot="10800000">
            <a:off x="4933950" y="3233400"/>
            <a:ext cx="2125500" cy="5100"/>
          </a:xfrm>
          <a:prstGeom prst="straightConnector1">
            <a:avLst/>
          </a:prstGeom>
          <a:noFill/>
          <a:ln cap="flat" cmpd="sng" w="9525">
            <a:solidFill>
              <a:schemeClr val="dk2"/>
            </a:solidFill>
            <a:prstDash val="dash"/>
            <a:round/>
            <a:headEnd len="sm" w="sm" type="none"/>
            <a:tailEnd len="med" w="med" type="triangle"/>
          </a:ln>
        </p:spPr>
      </p:cxnSp>
      <p:cxnSp>
        <p:nvCxnSpPr>
          <p:cNvPr id="446" name="Google Shape;446;p20"/>
          <p:cNvCxnSpPr/>
          <p:nvPr/>
        </p:nvCxnSpPr>
        <p:spPr>
          <a:xfrm flipH="1" rot="10800000">
            <a:off x="1284350" y="3538283"/>
            <a:ext cx="2305200" cy="9600"/>
          </a:xfrm>
          <a:prstGeom prst="straightConnector1">
            <a:avLst/>
          </a:prstGeom>
          <a:noFill/>
          <a:ln cap="flat" cmpd="sng" w="9525">
            <a:solidFill>
              <a:schemeClr val="dk2"/>
            </a:solidFill>
            <a:prstDash val="dash"/>
            <a:round/>
            <a:headEnd len="med" w="med" type="triangle"/>
            <a:tailEnd len="sm" w="sm"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21"/>
          <p:cNvSpPr/>
          <p:nvPr/>
        </p:nvSpPr>
        <p:spPr>
          <a:xfrm>
            <a:off x="2838450" y="1006100"/>
            <a:ext cx="6254700" cy="4240200"/>
          </a:xfrm>
          <a:prstGeom prst="roundRect">
            <a:avLst>
              <a:gd fmla="val 16667" name="adj"/>
            </a:avLst>
          </a:prstGeom>
          <a:gradFill>
            <a:gsLst>
              <a:gs pos="0">
                <a:srgbClr val="FFFFFF"/>
              </a:gs>
              <a:gs pos="100000">
                <a:srgbClr val="B3B3B3"/>
              </a:gs>
            </a:gsLst>
            <a:lin ang="5400012" scaled="0"/>
          </a:gradFill>
          <a:ln cap="flat" cmpd="sng" w="9525">
            <a:solidFill>
              <a:schemeClr val="dk2"/>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21"/>
          <p:cNvSpPr txBox="1"/>
          <p:nvPr>
            <p:ph type="title"/>
          </p:nvPr>
        </p:nvSpPr>
        <p:spPr>
          <a:xfrm>
            <a:off x="2912856" y="-59769"/>
            <a:ext cx="7200900" cy="571500"/>
          </a:xfrm>
          <a:prstGeom prst="rect">
            <a:avLst/>
          </a:prstGeom>
          <a:noFill/>
          <a:ln>
            <a:noFill/>
          </a:ln>
        </p:spPr>
        <p:txBody>
          <a:bodyPr anchorCtr="0" anchor="ctr" bIns="0" lIns="0" spcFirstLastPara="1" rIns="0" wrap="square" tIns="0">
            <a:noAutofit/>
          </a:bodyPr>
          <a:lstStyle/>
          <a:p>
            <a:pPr indent="0" lvl="0" marL="0" rtl="0" algn="l">
              <a:lnSpc>
                <a:spcPct val="150000"/>
              </a:lnSpc>
              <a:spcBef>
                <a:spcPts val="0"/>
              </a:spcBef>
              <a:spcAft>
                <a:spcPts val="0"/>
              </a:spcAft>
              <a:buSzPts val="1800"/>
              <a:buNone/>
            </a:pPr>
            <a:r>
              <a:rPr lang="en-US" sz="1800"/>
              <a:t>Authentication solution 2 : Oauth2 Mechanism </a:t>
            </a:r>
            <a:endParaRPr sz="1800"/>
          </a:p>
        </p:txBody>
      </p:sp>
      <p:sp>
        <p:nvSpPr>
          <p:cNvPr id="454" name="Google Shape;454;p21"/>
          <p:cNvSpPr txBox="1"/>
          <p:nvPr>
            <p:ph idx="12" type="sldNum"/>
          </p:nvPr>
        </p:nvSpPr>
        <p:spPr>
          <a:xfrm>
            <a:off x="4153278" y="5588279"/>
            <a:ext cx="407400" cy="3648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Clr>
                <a:srgbClr val="000000"/>
              </a:buClr>
              <a:buSzPts val="700"/>
              <a:buFont typeface="Arial"/>
              <a:buNone/>
            </a:pPr>
            <a:fld id="{00000000-1234-1234-1234-123412341234}" type="slidenum">
              <a:rPr lang="en-US">
                <a:solidFill>
                  <a:srgbClr val="003985"/>
                </a:solidFill>
              </a:rPr>
              <a:t>‹#›</a:t>
            </a:fld>
            <a:endParaRPr>
              <a:solidFill>
                <a:srgbClr val="003985"/>
              </a:solidFill>
            </a:endParaRPr>
          </a:p>
        </p:txBody>
      </p:sp>
      <p:sp>
        <p:nvSpPr>
          <p:cNvPr id="455" name="Google Shape;455;p21"/>
          <p:cNvSpPr/>
          <p:nvPr/>
        </p:nvSpPr>
        <p:spPr>
          <a:xfrm>
            <a:off x="7049375" y="3692875"/>
            <a:ext cx="1746300" cy="1295700"/>
          </a:xfrm>
          <a:prstGeom prst="rect">
            <a:avLst/>
          </a:prstGeom>
          <a:gradFill>
            <a:gsLst>
              <a:gs pos="0">
                <a:srgbClr val="DFE9FB"/>
              </a:gs>
              <a:gs pos="100000">
                <a:srgbClr val="6E9BE7"/>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Arial"/>
                <a:ea typeface="Arial"/>
                <a:cs typeface="Arial"/>
                <a:sym typeface="Arial"/>
              </a:rPr>
              <a:t>Eyecloud API </a:t>
            </a:r>
            <a:endParaRPr b="1" i="0" sz="900" u="none" cap="none" strike="noStrike">
              <a:solidFill>
                <a:srgbClr val="000000"/>
              </a:solidFill>
              <a:latin typeface="Arial"/>
              <a:ea typeface="Arial"/>
              <a:cs typeface="Arial"/>
              <a:sym typeface="Arial"/>
            </a:endParaRPr>
          </a:p>
        </p:txBody>
      </p:sp>
      <p:sp>
        <p:nvSpPr>
          <p:cNvPr id="456" name="Google Shape;456;p21"/>
          <p:cNvSpPr txBox="1"/>
          <p:nvPr/>
        </p:nvSpPr>
        <p:spPr>
          <a:xfrm>
            <a:off x="5132250" y="4761275"/>
            <a:ext cx="20001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Calibri"/>
                <a:ea typeface="Calibri"/>
                <a:cs typeface="Calibri"/>
                <a:sym typeface="Calibri"/>
              </a:rPr>
              <a:t>Response to the APi Gateway (7)</a:t>
            </a:r>
            <a:endParaRPr b="0" i="0" sz="800" u="none" cap="none" strike="noStrike">
              <a:solidFill>
                <a:srgbClr val="000000"/>
              </a:solidFill>
              <a:latin typeface="Calibri"/>
              <a:ea typeface="Calibri"/>
              <a:cs typeface="Calibri"/>
              <a:sym typeface="Calibri"/>
            </a:endParaRPr>
          </a:p>
        </p:txBody>
      </p:sp>
      <p:pic>
        <p:nvPicPr>
          <p:cNvPr id="457" name="Google Shape;457;p21"/>
          <p:cNvPicPr preferRelativeResize="0"/>
          <p:nvPr/>
        </p:nvPicPr>
        <p:blipFill rotWithShape="1">
          <a:blip r:embed="rId3">
            <a:alphaModFix/>
          </a:blip>
          <a:srcRect b="0" l="0" r="0" t="0"/>
          <a:stretch/>
        </p:blipFill>
        <p:spPr>
          <a:xfrm>
            <a:off x="7609238" y="1074138"/>
            <a:ext cx="1133475" cy="714375"/>
          </a:xfrm>
          <a:prstGeom prst="rect">
            <a:avLst/>
          </a:prstGeom>
          <a:noFill/>
          <a:ln>
            <a:noFill/>
          </a:ln>
        </p:spPr>
      </p:pic>
      <p:cxnSp>
        <p:nvCxnSpPr>
          <p:cNvPr id="458" name="Google Shape;458;p21"/>
          <p:cNvCxnSpPr/>
          <p:nvPr/>
        </p:nvCxnSpPr>
        <p:spPr>
          <a:xfrm>
            <a:off x="1420575" y="3380275"/>
            <a:ext cx="2184900" cy="253800"/>
          </a:xfrm>
          <a:prstGeom prst="straightConnector1">
            <a:avLst/>
          </a:prstGeom>
          <a:noFill/>
          <a:ln cap="flat" cmpd="sng" w="9525">
            <a:solidFill>
              <a:schemeClr val="dk2"/>
            </a:solidFill>
            <a:prstDash val="dash"/>
            <a:round/>
            <a:headEnd len="sm" w="sm" type="none"/>
            <a:tailEnd len="med" w="med" type="triangle"/>
          </a:ln>
        </p:spPr>
      </p:cxnSp>
      <p:cxnSp>
        <p:nvCxnSpPr>
          <p:cNvPr id="459" name="Google Shape;459;p21"/>
          <p:cNvCxnSpPr/>
          <p:nvPr/>
        </p:nvCxnSpPr>
        <p:spPr>
          <a:xfrm flipH="1" rot="10800000">
            <a:off x="4857750" y="4224000"/>
            <a:ext cx="2125500" cy="5100"/>
          </a:xfrm>
          <a:prstGeom prst="straightConnector1">
            <a:avLst/>
          </a:prstGeom>
          <a:noFill/>
          <a:ln cap="flat" cmpd="sng" w="9525">
            <a:solidFill>
              <a:schemeClr val="dk2"/>
            </a:solidFill>
            <a:prstDash val="dash"/>
            <a:round/>
            <a:headEnd len="sm" w="sm" type="none"/>
            <a:tailEnd len="med" w="med" type="triangle"/>
          </a:ln>
        </p:spPr>
      </p:cxnSp>
      <p:sp>
        <p:nvSpPr>
          <p:cNvPr id="460" name="Google Shape;460;p21"/>
          <p:cNvSpPr txBox="1"/>
          <p:nvPr/>
        </p:nvSpPr>
        <p:spPr>
          <a:xfrm rot="443884">
            <a:off x="1474636" y="3237386"/>
            <a:ext cx="2311240" cy="30795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Calibri"/>
                <a:ea typeface="Calibri"/>
                <a:cs typeface="Calibri"/>
                <a:sym typeface="Calibri"/>
              </a:rPr>
              <a:t>Call from the caller to get access Token  (1)</a:t>
            </a:r>
            <a:endParaRPr b="0" i="0" sz="800" u="none" cap="none" strike="noStrike">
              <a:solidFill>
                <a:srgbClr val="000000"/>
              </a:solidFill>
              <a:latin typeface="Calibri"/>
              <a:ea typeface="Calibri"/>
              <a:cs typeface="Calibri"/>
              <a:sym typeface="Calibri"/>
            </a:endParaRPr>
          </a:p>
        </p:txBody>
      </p:sp>
      <p:sp>
        <p:nvSpPr>
          <p:cNvPr id="461" name="Google Shape;461;p21"/>
          <p:cNvSpPr txBox="1"/>
          <p:nvPr/>
        </p:nvSpPr>
        <p:spPr>
          <a:xfrm>
            <a:off x="5132250" y="4151675"/>
            <a:ext cx="12210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Calibri"/>
                <a:ea typeface="Calibri"/>
                <a:cs typeface="Calibri"/>
                <a:sym typeface="Calibri"/>
              </a:rPr>
              <a:t>Call  the Eyecloud API (6)</a:t>
            </a:r>
            <a:endParaRPr b="0" i="0" sz="800" u="none" cap="none" strike="noStrike">
              <a:solidFill>
                <a:srgbClr val="000000"/>
              </a:solidFill>
              <a:latin typeface="Calibri"/>
              <a:ea typeface="Calibri"/>
              <a:cs typeface="Calibri"/>
              <a:sym typeface="Calibri"/>
            </a:endParaRPr>
          </a:p>
        </p:txBody>
      </p:sp>
      <p:cxnSp>
        <p:nvCxnSpPr>
          <p:cNvPr id="462" name="Google Shape;462;p21"/>
          <p:cNvCxnSpPr/>
          <p:nvPr/>
        </p:nvCxnSpPr>
        <p:spPr>
          <a:xfrm flipH="1" rot="10800000">
            <a:off x="3971925" y="2390775"/>
            <a:ext cx="19200" cy="914400"/>
          </a:xfrm>
          <a:prstGeom prst="straightConnector1">
            <a:avLst/>
          </a:prstGeom>
          <a:noFill/>
          <a:ln cap="flat" cmpd="sng" w="9525">
            <a:solidFill>
              <a:schemeClr val="dk2"/>
            </a:solidFill>
            <a:prstDash val="dash"/>
            <a:round/>
            <a:headEnd len="sm" w="sm" type="none"/>
            <a:tailEnd len="med" w="med" type="triangle"/>
          </a:ln>
        </p:spPr>
      </p:cxnSp>
      <p:cxnSp>
        <p:nvCxnSpPr>
          <p:cNvPr id="463" name="Google Shape;463;p21"/>
          <p:cNvCxnSpPr/>
          <p:nvPr/>
        </p:nvCxnSpPr>
        <p:spPr>
          <a:xfrm flipH="1" rot="10800000">
            <a:off x="4352925" y="2390775"/>
            <a:ext cx="19200" cy="914400"/>
          </a:xfrm>
          <a:prstGeom prst="straightConnector1">
            <a:avLst/>
          </a:prstGeom>
          <a:noFill/>
          <a:ln cap="flat" cmpd="sng" w="9525">
            <a:solidFill>
              <a:schemeClr val="dk2"/>
            </a:solidFill>
            <a:prstDash val="dash"/>
            <a:round/>
            <a:headEnd len="med" w="med" type="triangle"/>
            <a:tailEnd len="sm" w="sm" type="none"/>
          </a:ln>
        </p:spPr>
      </p:cxnSp>
      <p:cxnSp>
        <p:nvCxnSpPr>
          <p:cNvPr id="464" name="Google Shape;464;p21"/>
          <p:cNvCxnSpPr/>
          <p:nvPr/>
        </p:nvCxnSpPr>
        <p:spPr>
          <a:xfrm flipH="1" rot="10800000">
            <a:off x="4857750" y="4757400"/>
            <a:ext cx="2125500" cy="5100"/>
          </a:xfrm>
          <a:prstGeom prst="straightConnector1">
            <a:avLst/>
          </a:prstGeom>
          <a:noFill/>
          <a:ln cap="flat" cmpd="sng" w="9525">
            <a:solidFill>
              <a:schemeClr val="dk2"/>
            </a:solidFill>
            <a:prstDash val="dash"/>
            <a:round/>
            <a:headEnd len="med" w="med" type="triangle"/>
            <a:tailEnd len="sm" w="sm" type="none"/>
          </a:ln>
        </p:spPr>
      </p:cxnSp>
      <p:cxnSp>
        <p:nvCxnSpPr>
          <p:cNvPr id="465" name="Google Shape;465;p21"/>
          <p:cNvCxnSpPr/>
          <p:nvPr/>
        </p:nvCxnSpPr>
        <p:spPr>
          <a:xfrm>
            <a:off x="1381125" y="4238625"/>
            <a:ext cx="2224200" cy="5100"/>
          </a:xfrm>
          <a:prstGeom prst="straightConnector1">
            <a:avLst/>
          </a:prstGeom>
          <a:noFill/>
          <a:ln cap="flat" cmpd="sng" w="9525">
            <a:solidFill>
              <a:schemeClr val="dk2"/>
            </a:solidFill>
            <a:prstDash val="dash"/>
            <a:round/>
            <a:headEnd len="sm" w="sm" type="none"/>
            <a:tailEnd len="med" w="med" type="triangle"/>
          </a:ln>
        </p:spPr>
      </p:cxnSp>
      <p:sp>
        <p:nvSpPr>
          <p:cNvPr id="466" name="Google Shape;466;p21"/>
          <p:cNvSpPr txBox="1"/>
          <p:nvPr/>
        </p:nvSpPr>
        <p:spPr>
          <a:xfrm>
            <a:off x="2846250" y="2627675"/>
            <a:ext cx="16971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Calibri"/>
                <a:ea typeface="Calibri"/>
                <a:cs typeface="Calibri"/>
                <a:sym typeface="Calibri"/>
              </a:rPr>
              <a:t>token generation (2)</a:t>
            </a:r>
            <a:endParaRPr b="0" i="0" sz="800" u="none" cap="none" strike="noStrike">
              <a:solidFill>
                <a:srgbClr val="000000"/>
              </a:solidFill>
              <a:latin typeface="Calibri"/>
              <a:ea typeface="Calibri"/>
              <a:cs typeface="Calibri"/>
              <a:sym typeface="Calibri"/>
            </a:endParaRPr>
          </a:p>
        </p:txBody>
      </p:sp>
      <p:sp>
        <p:nvSpPr>
          <p:cNvPr id="467" name="Google Shape;467;p21"/>
          <p:cNvSpPr txBox="1"/>
          <p:nvPr/>
        </p:nvSpPr>
        <p:spPr>
          <a:xfrm>
            <a:off x="1627050" y="4151675"/>
            <a:ext cx="20001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Calibri"/>
                <a:ea typeface="Calibri"/>
                <a:cs typeface="Calibri"/>
                <a:sym typeface="Calibri"/>
              </a:rPr>
              <a:t>Call from the caller with access Token  (5)</a:t>
            </a:r>
            <a:endParaRPr b="0" i="0" sz="800" u="none" cap="none" strike="noStrike">
              <a:solidFill>
                <a:srgbClr val="000000"/>
              </a:solidFill>
              <a:latin typeface="Calibri"/>
              <a:ea typeface="Calibri"/>
              <a:cs typeface="Calibri"/>
              <a:sym typeface="Calibri"/>
            </a:endParaRPr>
          </a:p>
        </p:txBody>
      </p:sp>
      <p:sp>
        <p:nvSpPr>
          <p:cNvPr id="468" name="Google Shape;468;p21"/>
          <p:cNvSpPr txBox="1"/>
          <p:nvPr/>
        </p:nvSpPr>
        <p:spPr>
          <a:xfrm>
            <a:off x="4370250" y="2703875"/>
            <a:ext cx="16971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Calibri"/>
                <a:ea typeface="Calibri"/>
                <a:cs typeface="Calibri"/>
                <a:sym typeface="Calibri"/>
              </a:rPr>
              <a:t> valid token (3)</a:t>
            </a:r>
            <a:endParaRPr b="0" i="0" sz="800" u="none" cap="none" strike="noStrike">
              <a:solidFill>
                <a:srgbClr val="000000"/>
              </a:solidFill>
              <a:latin typeface="Calibri"/>
              <a:ea typeface="Calibri"/>
              <a:cs typeface="Calibri"/>
              <a:sym typeface="Calibri"/>
            </a:endParaRPr>
          </a:p>
        </p:txBody>
      </p:sp>
      <p:sp>
        <p:nvSpPr>
          <p:cNvPr id="469" name="Google Shape;469;p21"/>
          <p:cNvSpPr/>
          <p:nvPr/>
        </p:nvSpPr>
        <p:spPr>
          <a:xfrm>
            <a:off x="55250" y="3270825"/>
            <a:ext cx="1305300" cy="1717800"/>
          </a:xfrm>
          <a:prstGeom prst="rect">
            <a:avLst/>
          </a:prstGeom>
          <a:gradFill>
            <a:gsLst>
              <a:gs pos="0">
                <a:srgbClr val="DFE9FB"/>
              </a:gs>
              <a:gs pos="100000">
                <a:srgbClr val="6E9BE7"/>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Arial"/>
                <a:ea typeface="Arial"/>
                <a:cs typeface="Arial"/>
                <a:sym typeface="Arial"/>
              </a:rPr>
              <a:t>Calling System </a:t>
            </a:r>
            <a:endParaRPr b="1" i="0" sz="900" u="none" cap="none" strike="noStrike">
              <a:solidFill>
                <a:srgbClr val="000000"/>
              </a:solidFill>
              <a:latin typeface="Arial"/>
              <a:ea typeface="Arial"/>
              <a:cs typeface="Arial"/>
              <a:sym typeface="Arial"/>
            </a:endParaRPr>
          </a:p>
        </p:txBody>
      </p:sp>
      <p:sp>
        <p:nvSpPr>
          <p:cNvPr id="470" name="Google Shape;470;p21"/>
          <p:cNvSpPr/>
          <p:nvPr/>
        </p:nvSpPr>
        <p:spPr>
          <a:xfrm>
            <a:off x="3712850" y="1442027"/>
            <a:ext cx="973500" cy="914400"/>
          </a:xfrm>
          <a:prstGeom prst="rect">
            <a:avLst/>
          </a:prstGeom>
          <a:gradFill>
            <a:gsLst>
              <a:gs pos="0">
                <a:srgbClr val="DFE9FB"/>
              </a:gs>
              <a:gs pos="100000">
                <a:srgbClr val="6E9BE7"/>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Arial"/>
                <a:ea typeface="Arial"/>
                <a:cs typeface="Arial"/>
                <a:sym typeface="Arial"/>
              </a:rPr>
              <a:t>ID Provider</a:t>
            </a:r>
            <a:endParaRPr b="1" i="0" sz="9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000000"/>
                </a:solidFill>
                <a:latin typeface="Arial"/>
                <a:ea typeface="Arial"/>
                <a:cs typeface="Arial"/>
                <a:sym typeface="Arial"/>
              </a:rPr>
              <a:t>like Cognito</a:t>
            </a:r>
            <a:endParaRPr b="1" i="0" sz="700" u="none" cap="none" strike="noStrike">
              <a:solidFill>
                <a:srgbClr val="000000"/>
              </a:solidFill>
              <a:latin typeface="Arial"/>
              <a:ea typeface="Arial"/>
              <a:cs typeface="Arial"/>
              <a:sym typeface="Arial"/>
            </a:endParaRPr>
          </a:p>
        </p:txBody>
      </p:sp>
      <p:sp>
        <p:nvSpPr>
          <p:cNvPr id="471" name="Google Shape;471;p21"/>
          <p:cNvSpPr/>
          <p:nvPr/>
        </p:nvSpPr>
        <p:spPr>
          <a:xfrm>
            <a:off x="3625250" y="3347025"/>
            <a:ext cx="1221000" cy="1641600"/>
          </a:xfrm>
          <a:prstGeom prst="rect">
            <a:avLst/>
          </a:prstGeom>
          <a:gradFill>
            <a:gsLst>
              <a:gs pos="0">
                <a:srgbClr val="DFE9FB"/>
              </a:gs>
              <a:gs pos="100000">
                <a:srgbClr val="6E9BE7"/>
              </a:gs>
            </a:gsLst>
            <a:lin ang="5400012"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Arial"/>
                <a:ea typeface="Arial"/>
                <a:cs typeface="Arial"/>
                <a:sym typeface="Arial"/>
              </a:rPr>
              <a:t>API Gateway</a:t>
            </a:r>
            <a:endParaRPr b="1" i="0" sz="900" u="none" cap="none" strike="noStrike">
              <a:solidFill>
                <a:srgbClr val="000000"/>
              </a:solidFill>
              <a:latin typeface="Arial"/>
              <a:ea typeface="Arial"/>
              <a:cs typeface="Arial"/>
              <a:sym typeface="Arial"/>
            </a:endParaRPr>
          </a:p>
        </p:txBody>
      </p:sp>
      <p:cxnSp>
        <p:nvCxnSpPr>
          <p:cNvPr id="472" name="Google Shape;472;p21"/>
          <p:cNvCxnSpPr/>
          <p:nvPr/>
        </p:nvCxnSpPr>
        <p:spPr>
          <a:xfrm>
            <a:off x="1420575" y="3532675"/>
            <a:ext cx="2184900" cy="253800"/>
          </a:xfrm>
          <a:prstGeom prst="straightConnector1">
            <a:avLst/>
          </a:prstGeom>
          <a:noFill/>
          <a:ln cap="flat" cmpd="sng" w="9525">
            <a:solidFill>
              <a:schemeClr val="dk2"/>
            </a:solidFill>
            <a:prstDash val="dash"/>
            <a:round/>
            <a:headEnd len="med" w="med" type="triangle"/>
            <a:tailEnd len="sm" w="sm" type="none"/>
          </a:ln>
        </p:spPr>
      </p:cxnSp>
      <p:sp>
        <p:nvSpPr>
          <p:cNvPr id="473" name="Google Shape;473;p21"/>
          <p:cNvSpPr txBox="1"/>
          <p:nvPr/>
        </p:nvSpPr>
        <p:spPr>
          <a:xfrm rot="443884">
            <a:off x="1627036" y="3618386"/>
            <a:ext cx="2311240" cy="30795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Calibri"/>
                <a:ea typeface="Calibri"/>
                <a:cs typeface="Calibri"/>
                <a:sym typeface="Calibri"/>
              </a:rPr>
              <a:t>response with valid Token  (4)</a:t>
            </a:r>
            <a:endParaRPr b="0" i="0" sz="800" u="none" cap="none" strike="noStrike">
              <a:solidFill>
                <a:srgbClr val="000000"/>
              </a:solidFill>
              <a:latin typeface="Calibri"/>
              <a:ea typeface="Calibri"/>
              <a:cs typeface="Calibri"/>
              <a:sym typeface="Calibri"/>
            </a:endParaRPr>
          </a:p>
        </p:txBody>
      </p:sp>
      <p:sp>
        <p:nvSpPr>
          <p:cNvPr id="474" name="Google Shape;474;p21"/>
          <p:cNvSpPr txBox="1"/>
          <p:nvPr/>
        </p:nvSpPr>
        <p:spPr>
          <a:xfrm>
            <a:off x="1627050" y="4761275"/>
            <a:ext cx="2000100" cy="307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Calibri"/>
                <a:ea typeface="Calibri"/>
                <a:cs typeface="Calibri"/>
                <a:sym typeface="Calibri"/>
              </a:rPr>
              <a:t>Response to the caller  (8)</a:t>
            </a:r>
            <a:endParaRPr b="0" i="0" sz="800" u="none" cap="none" strike="noStrike">
              <a:solidFill>
                <a:srgbClr val="000000"/>
              </a:solidFill>
              <a:latin typeface="Calibri"/>
              <a:ea typeface="Calibri"/>
              <a:cs typeface="Calibri"/>
              <a:sym typeface="Calibri"/>
            </a:endParaRPr>
          </a:p>
        </p:txBody>
      </p:sp>
      <p:cxnSp>
        <p:nvCxnSpPr>
          <p:cNvPr id="475" name="Google Shape;475;p21"/>
          <p:cNvCxnSpPr/>
          <p:nvPr/>
        </p:nvCxnSpPr>
        <p:spPr>
          <a:xfrm flipH="1" rot="10800000">
            <a:off x="1352550" y="4751100"/>
            <a:ext cx="2200200" cy="11400"/>
          </a:xfrm>
          <a:prstGeom prst="straightConnector1">
            <a:avLst/>
          </a:prstGeom>
          <a:noFill/>
          <a:ln cap="flat" cmpd="sng" w="9525">
            <a:solidFill>
              <a:schemeClr val="dk2"/>
            </a:solidFill>
            <a:prstDash val="dash"/>
            <a:round/>
            <a:headEnd len="med" w="med" type="triangle"/>
            <a:tailEnd len="sm" w="sm"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22"/>
          <p:cNvSpPr txBox="1"/>
          <p:nvPr>
            <p:ph type="title"/>
          </p:nvPr>
        </p:nvSpPr>
        <p:spPr>
          <a:xfrm>
            <a:off x="1095281" y="255456"/>
            <a:ext cx="7200900" cy="571500"/>
          </a:xfrm>
          <a:prstGeom prst="rect">
            <a:avLst/>
          </a:prstGeom>
          <a:noFill/>
          <a:ln>
            <a:noFill/>
          </a:ln>
        </p:spPr>
        <p:txBody>
          <a:bodyPr anchorCtr="0" anchor="ctr" bIns="0" lIns="0" spcFirstLastPara="1" rIns="0" wrap="square" tIns="0">
            <a:noAutofit/>
          </a:bodyPr>
          <a:lstStyle/>
          <a:p>
            <a:pPr indent="0" lvl="0" marL="0" rtl="0" algn="ctr">
              <a:lnSpc>
                <a:spcPct val="150000"/>
              </a:lnSpc>
              <a:spcBef>
                <a:spcPts val="0"/>
              </a:spcBef>
              <a:spcAft>
                <a:spcPts val="0"/>
              </a:spcAft>
              <a:buSzPts val="1800"/>
              <a:buNone/>
            </a:pPr>
            <a:r>
              <a:rPr lang="en-US"/>
              <a:t>Authorization and permissions</a:t>
            </a:r>
            <a:endParaRPr/>
          </a:p>
        </p:txBody>
      </p:sp>
      <p:sp>
        <p:nvSpPr>
          <p:cNvPr id="482" name="Google Shape;482;p22"/>
          <p:cNvSpPr txBox="1"/>
          <p:nvPr>
            <p:ph idx="12" type="sldNum"/>
          </p:nvPr>
        </p:nvSpPr>
        <p:spPr>
          <a:xfrm>
            <a:off x="8459788" y="6416675"/>
            <a:ext cx="360300" cy="1800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700"/>
              <a:buNone/>
            </a:pPr>
            <a:r>
              <a:rPr lang="en-US"/>
              <a:t>P.</a:t>
            </a:r>
            <a:fld id="{00000000-1234-1234-1234-123412341234}" type="slidenum">
              <a:rPr lang="en-US"/>
              <a:t>‹#›</a:t>
            </a:fld>
            <a:endParaRPr/>
          </a:p>
        </p:txBody>
      </p:sp>
      <p:graphicFrame>
        <p:nvGraphicFramePr>
          <p:cNvPr id="483" name="Google Shape;483;p22"/>
          <p:cNvGraphicFramePr/>
          <p:nvPr/>
        </p:nvGraphicFramePr>
        <p:xfrm>
          <a:off x="138425" y="1105910"/>
          <a:ext cx="3000000" cy="3000000"/>
        </p:xfrm>
        <a:graphic>
          <a:graphicData uri="http://schemas.openxmlformats.org/drawingml/2006/table">
            <a:tbl>
              <a:tblPr>
                <a:noFill/>
                <a:tableStyleId>{0C34126B-26C5-4597-8551-FDAF70939266}</a:tableStyleId>
              </a:tblPr>
              <a:tblGrid>
                <a:gridCol w="2227575"/>
                <a:gridCol w="2227575"/>
                <a:gridCol w="2385850"/>
                <a:gridCol w="2069275"/>
              </a:tblGrid>
              <a:tr h="4510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Current Situation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Target Situation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Solutions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Constraint</a:t>
                      </a:r>
                      <a:endParaRPr sz="1400" u="none" cap="none" strike="noStrike"/>
                    </a:p>
                  </a:txBody>
                  <a:tcPr marT="91425" marB="91425" marR="91425" marL="91425"/>
                </a:tc>
              </a:tr>
              <a:tr h="1569275">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chemeClr val="dk1"/>
                          </a:solidFill>
                          <a:highlight>
                            <a:srgbClr val="FFFFFF"/>
                          </a:highlight>
                        </a:rPr>
                        <a:t>Today </a:t>
                      </a:r>
                      <a:r>
                        <a:rPr lang="en-US" sz="1000" u="none" cap="none" strike="noStrike">
                          <a:solidFill>
                            <a:schemeClr val="dk1"/>
                          </a:solidFill>
                          <a:highlight>
                            <a:srgbClr val="FFFFFF"/>
                          </a:highlight>
                          <a:latin typeface="Roboto"/>
                          <a:ea typeface="Roboto"/>
                          <a:cs typeface="Roboto"/>
                          <a:sym typeface="Roboto"/>
                        </a:rPr>
                        <a:t>usage of Circle :</a:t>
                      </a:r>
                      <a:endParaRPr sz="1000" u="none" cap="none" strike="noStrike">
                        <a:solidFill>
                          <a:schemeClr val="dk1"/>
                        </a:solidFill>
                        <a:highlight>
                          <a:srgbClr val="FFFFFF"/>
                        </a:highlight>
                        <a:latin typeface="Roboto"/>
                        <a:ea typeface="Roboto"/>
                        <a:cs typeface="Roboto"/>
                        <a:sym typeface="Roboto"/>
                      </a:endParaRPr>
                    </a:p>
                    <a:p>
                      <a:pPr indent="-292100" lvl="0" marL="457200" marR="0" rtl="0" algn="l">
                        <a:lnSpc>
                          <a:spcPct val="100000"/>
                        </a:lnSpc>
                        <a:spcBef>
                          <a:spcPts val="0"/>
                        </a:spcBef>
                        <a:spcAft>
                          <a:spcPts val="0"/>
                        </a:spcAft>
                        <a:buClr>
                          <a:schemeClr val="dk1"/>
                        </a:buClr>
                        <a:buSzPts val="1000"/>
                        <a:buFont typeface="Roboto"/>
                        <a:buChar char="●"/>
                      </a:pPr>
                      <a:r>
                        <a:rPr lang="en-US" sz="1000" u="none" cap="none" strike="noStrike">
                          <a:solidFill>
                            <a:schemeClr val="dk1"/>
                          </a:solidFill>
                          <a:highlight>
                            <a:srgbClr val="FFFFFF"/>
                          </a:highlight>
                          <a:latin typeface="Roboto"/>
                          <a:ea typeface="Roboto"/>
                          <a:cs typeface="Roboto"/>
                          <a:sym typeface="Roboto"/>
                        </a:rPr>
                        <a:t>FileTypes are affected to Circle</a:t>
                      </a:r>
                      <a:endParaRPr sz="1000" u="none" cap="none" strike="noStrike">
                        <a:solidFill>
                          <a:schemeClr val="dk1"/>
                        </a:solidFill>
                        <a:highlight>
                          <a:srgbClr val="FFFFFF"/>
                        </a:highlight>
                        <a:latin typeface="Roboto"/>
                        <a:ea typeface="Roboto"/>
                        <a:cs typeface="Roboto"/>
                        <a:sym typeface="Roboto"/>
                      </a:endParaRPr>
                    </a:p>
                    <a:p>
                      <a:pPr indent="-292100" lvl="0" marL="457200" marR="0" rtl="0" algn="l">
                        <a:lnSpc>
                          <a:spcPct val="100000"/>
                        </a:lnSpc>
                        <a:spcBef>
                          <a:spcPts val="0"/>
                        </a:spcBef>
                        <a:spcAft>
                          <a:spcPts val="0"/>
                        </a:spcAft>
                        <a:buClr>
                          <a:schemeClr val="dk1"/>
                        </a:buClr>
                        <a:buSzPts val="1000"/>
                        <a:buFont typeface="Roboto"/>
                        <a:buChar char="●"/>
                      </a:pPr>
                      <a:r>
                        <a:rPr lang="en-US" sz="1000" u="none" cap="none" strike="noStrike">
                          <a:solidFill>
                            <a:schemeClr val="dk1"/>
                          </a:solidFill>
                          <a:highlight>
                            <a:srgbClr val="FFFFFF"/>
                          </a:highlight>
                          <a:latin typeface="Roboto"/>
                          <a:ea typeface="Roboto"/>
                          <a:cs typeface="Roboto"/>
                          <a:sym typeface="Roboto"/>
                        </a:rPr>
                        <a:t>Actors are associated to circle in order to use the dedicated fileType with the good permissions (Read or Write) </a:t>
                      </a:r>
                      <a:endParaRPr sz="1000" u="none" cap="none" strike="noStrike">
                        <a:solidFill>
                          <a:schemeClr val="dk1"/>
                        </a:solidFill>
                        <a:highlight>
                          <a:srgbClr val="FFFFFF"/>
                        </a:highlight>
                        <a:latin typeface="Roboto"/>
                        <a:ea typeface="Roboto"/>
                        <a:cs typeface="Roboto"/>
                        <a:sym typeface="Robot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chemeClr val="dk1"/>
                          </a:solidFill>
                          <a:highlight>
                            <a:srgbClr val="FFFFFF"/>
                          </a:highlight>
                        </a:rPr>
                        <a:t>Goal is to  use Authz to manage authorization</a:t>
                      </a:r>
                      <a:endParaRPr sz="1000" u="none" cap="none" strike="noStrike">
                        <a:solidFill>
                          <a:schemeClr val="dk1"/>
                        </a:solidFill>
                        <a:highlight>
                          <a:srgbClr val="FFFFFF"/>
                        </a:highligh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dk1"/>
                          </a:solidFill>
                        </a:rPr>
                        <a:t>INFRA SIDE </a:t>
                      </a:r>
                      <a:endParaRPr b="1" sz="1000" u="none" cap="none" strike="noStrike">
                        <a:solidFill>
                          <a:schemeClr val="dk1"/>
                        </a:solidFill>
                      </a:endParaRPr>
                    </a:p>
                    <a:p>
                      <a:pPr indent="-292100" lvl="0" marL="457200" marR="0" rtl="0" algn="l">
                        <a:lnSpc>
                          <a:spcPct val="100000"/>
                        </a:lnSpc>
                        <a:spcBef>
                          <a:spcPts val="0"/>
                        </a:spcBef>
                        <a:spcAft>
                          <a:spcPts val="0"/>
                        </a:spcAft>
                        <a:buClr>
                          <a:schemeClr val="dk1"/>
                        </a:buClr>
                        <a:buSzPts val="1000"/>
                        <a:buFont typeface="Roboto"/>
                        <a:buChar char="●"/>
                      </a:pPr>
                      <a:r>
                        <a:rPr lang="en-US" sz="1000" u="none" cap="none" strike="noStrike">
                          <a:solidFill>
                            <a:schemeClr val="dk1"/>
                          </a:solidFill>
                          <a:highlight>
                            <a:srgbClr val="FFFFFF"/>
                          </a:highlight>
                          <a:latin typeface="Roboto"/>
                          <a:ea typeface="Roboto"/>
                          <a:cs typeface="Roboto"/>
                          <a:sym typeface="Roboto"/>
                        </a:rPr>
                        <a:t>Creation of Dedicated ASGs </a:t>
                      </a:r>
                      <a:endParaRPr sz="1000" u="none" cap="none" strike="noStrike">
                        <a:solidFill>
                          <a:schemeClr val="dk1"/>
                        </a:solidFill>
                        <a:highlight>
                          <a:srgbClr val="FFFFFF"/>
                        </a:highlight>
                        <a:latin typeface="Roboto"/>
                        <a:ea typeface="Roboto"/>
                        <a:cs typeface="Roboto"/>
                        <a:sym typeface="Roboto"/>
                      </a:endParaRPr>
                    </a:p>
                    <a:p>
                      <a:pPr indent="-292100" lvl="0" marL="457200" marR="0" rtl="0" algn="l">
                        <a:lnSpc>
                          <a:spcPct val="100000"/>
                        </a:lnSpc>
                        <a:spcBef>
                          <a:spcPts val="0"/>
                        </a:spcBef>
                        <a:spcAft>
                          <a:spcPts val="0"/>
                        </a:spcAft>
                        <a:buClr>
                          <a:schemeClr val="dk1"/>
                        </a:buClr>
                        <a:buSzPts val="1000"/>
                        <a:buFont typeface="Roboto"/>
                        <a:buChar char="●"/>
                      </a:pPr>
                      <a:r>
                        <a:rPr lang="en-US" sz="1000" u="none" cap="none" strike="noStrike">
                          <a:solidFill>
                            <a:schemeClr val="dk1"/>
                          </a:solidFill>
                          <a:highlight>
                            <a:srgbClr val="FFFFFF"/>
                          </a:highlight>
                          <a:latin typeface="Roboto"/>
                          <a:ea typeface="Roboto"/>
                          <a:cs typeface="Roboto"/>
                          <a:sym typeface="Roboto"/>
                        </a:rPr>
                        <a:t>Creation of Posgres DB </a:t>
                      </a:r>
                      <a:endParaRPr b="1" sz="1000" u="none" cap="none" strike="noStrike">
                        <a:solidFill>
                          <a:schemeClr val="dk1"/>
                        </a:solidFill>
                      </a:endParaRPr>
                    </a:p>
                    <a:p>
                      <a:pPr indent="0" lvl="0" marL="0" marR="0" rtl="0" algn="l">
                        <a:lnSpc>
                          <a:spcPct val="100000"/>
                        </a:lnSpc>
                        <a:spcBef>
                          <a:spcPts val="0"/>
                        </a:spcBef>
                        <a:spcAft>
                          <a:spcPts val="0"/>
                        </a:spcAft>
                        <a:buClr>
                          <a:srgbClr val="000000"/>
                        </a:buClr>
                        <a:buSzPts val="1000"/>
                        <a:buFont typeface="Arial"/>
                        <a:buNone/>
                      </a:pPr>
                      <a:r>
                        <a:t/>
                      </a:r>
                      <a:endParaRPr b="1" sz="1000" u="none" cap="none" strike="noStrike">
                        <a:solidFill>
                          <a:schemeClr val="dk1"/>
                        </a:solidFill>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dk1"/>
                          </a:solidFill>
                        </a:rPr>
                        <a:t>APPLICATION SIDE</a:t>
                      </a:r>
                      <a:endParaRPr b="1" sz="1000" u="none" cap="none" strike="noStrike">
                        <a:solidFill>
                          <a:schemeClr val="dk1"/>
                        </a:solidFill>
                      </a:endParaRPr>
                    </a:p>
                    <a:p>
                      <a:pPr indent="0" lvl="0" marL="0" marR="0" rtl="0" algn="l">
                        <a:lnSpc>
                          <a:spcPct val="100000"/>
                        </a:lnSpc>
                        <a:spcBef>
                          <a:spcPts val="0"/>
                        </a:spcBef>
                        <a:spcAft>
                          <a:spcPts val="0"/>
                        </a:spcAft>
                        <a:buClr>
                          <a:srgbClr val="000000"/>
                        </a:buClr>
                        <a:buSzPts val="1000"/>
                        <a:buFont typeface="Arial"/>
                        <a:buNone/>
                      </a:pPr>
                      <a:r>
                        <a:rPr lang="en-US" sz="1000" u="none" cap="none" strike="noStrike">
                          <a:solidFill>
                            <a:schemeClr val="dk1"/>
                          </a:solidFill>
                        </a:rPr>
                        <a:t>Cf next slides</a:t>
                      </a:r>
                      <a:endParaRPr sz="1000" u="none" cap="none" strike="noStrike">
                        <a:solidFill>
                          <a:schemeClr val="dk1"/>
                        </a:solidFill>
                      </a:endParaRPr>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23"/>
          <p:cNvSpPr txBox="1"/>
          <p:nvPr>
            <p:ph type="title"/>
          </p:nvPr>
        </p:nvSpPr>
        <p:spPr>
          <a:xfrm>
            <a:off x="1441281" y="79756"/>
            <a:ext cx="7200900" cy="571500"/>
          </a:xfrm>
          <a:prstGeom prst="rect">
            <a:avLst/>
          </a:prstGeom>
          <a:noFill/>
          <a:ln>
            <a:noFill/>
          </a:ln>
        </p:spPr>
        <p:txBody>
          <a:bodyPr anchorCtr="0" anchor="ctr" bIns="0" lIns="0" spcFirstLastPara="1" rIns="0" wrap="square" tIns="0">
            <a:noAutofit/>
          </a:bodyPr>
          <a:lstStyle/>
          <a:p>
            <a:pPr indent="0" lvl="0" marL="0" rtl="0" algn="ctr">
              <a:lnSpc>
                <a:spcPct val="150000"/>
              </a:lnSpc>
              <a:spcBef>
                <a:spcPts val="0"/>
              </a:spcBef>
              <a:spcAft>
                <a:spcPts val="0"/>
              </a:spcAft>
              <a:buSzPts val="1800"/>
              <a:buNone/>
            </a:pPr>
            <a:r>
              <a:rPr lang="en-US"/>
              <a:t>Authorization : Eyecloud Objects interaction → Current Situation </a:t>
            </a:r>
            <a:endParaRPr/>
          </a:p>
        </p:txBody>
      </p:sp>
      <p:sp>
        <p:nvSpPr>
          <p:cNvPr id="490" name="Google Shape;490;p23"/>
          <p:cNvSpPr txBox="1"/>
          <p:nvPr>
            <p:ph idx="12" type="sldNum"/>
          </p:nvPr>
        </p:nvSpPr>
        <p:spPr>
          <a:xfrm>
            <a:off x="8459788" y="6416675"/>
            <a:ext cx="360300" cy="1800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Clr>
                <a:srgbClr val="000000"/>
              </a:buClr>
              <a:buSzPts val="700"/>
              <a:buFont typeface="Arial"/>
              <a:buNone/>
            </a:pPr>
            <a:r>
              <a:rPr lang="en-US"/>
              <a:t>P.</a:t>
            </a:r>
            <a:fld id="{00000000-1234-1234-1234-123412341234}" type="slidenum">
              <a:rPr lang="en-US"/>
              <a:t>‹#›</a:t>
            </a:fld>
            <a:endParaRPr/>
          </a:p>
        </p:txBody>
      </p:sp>
      <p:sp>
        <p:nvSpPr>
          <p:cNvPr id="491" name="Google Shape;491;p23"/>
          <p:cNvSpPr/>
          <p:nvPr/>
        </p:nvSpPr>
        <p:spPr>
          <a:xfrm>
            <a:off x="1752600" y="762000"/>
            <a:ext cx="5581800" cy="523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Application 1</a:t>
            </a:r>
            <a:endParaRPr b="0" i="0" sz="1400" u="none" cap="none" strike="noStrike">
              <a:solidFill>
                <a:srgbClr val="000000"/>
              </a:solidFill>
              <a:latin typeface="Arial"/>
              <a:ea typeface="Arial"/>
              <a:cs typeface="Arial"/>
              <a:sym typeface="Arial"/>
            </a:endParaRPr>
          </a:p>
        </p:txBody>
      </p:sp>
      <p:sp>
        <p:nvSpPr>
          <p:cNvPr id="492" name="Google Shape;492;p23"/>
          <p:cNvSpPr/>
          <p:nvPr/>
        </p:nvSpPr>
        <p:spPr>
          <a:xfrm>
            <a:off x="1933575" y="1295400"/>
            <a:ext cx="1152600" cy="523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Actor 1  </a:t>
            </a:r>
            <a:endParaRPr b="0" i="0" sz="1400" u="none" cap="none" strike="noStrike">
              <a:solidFill>
                <a:srgbClr val="000000"/>
              </a:solidFill>
              <a:latin typeface="Arial"/>
              <a:ea typeface="Arial"/>
              <a:cs typeface="Arial"/>
              <a:sym typeface="Arial"/>
            </a:endParaRPr>
          </a:p>
        </p:txBody>
      </p:sp>
      <p:sp>
        <p:nvSpPr>
          <p:cNvPr id="493" name="Google Shape;493;p23"/>
          <p:cNvSpPr/>
          <p:nvPr/>
        </p:nvSpPr>
        <p:spPr>
          <a:xfrm>
            <a:off x="3990975" y="1295400"/>
            <a:ext cx="1152600" cy="523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Actor 2  </a:t>
            </a:r>
            <a:endParaRPr b="0" i="0" sz="1400" u="none" cap="none" strike="noStrike">
              <a:solidFill>
                <a:srgbClr val="000000"/>
              </a:solidFill>
              <a:latin typeface="Arial"/>
              <a:ea typeface="Arial"/>
              <a:cs typeface="Arial"/>
              <a:sym typeface="Arial"/>
            </a:endParaRPr>
          </a:p>
        </p:txBody>
      </p:sp>
      <p:sp>
        <p:nvSpPr>
          <p:cNvPr id="494" name="Google Shape;494;p23"/>
          <p:cNvSpPr/>
          <p:nvPr/>
        </p:nvSpPr>
        <p:spPr>
          <a:xfrm>
            <a:off x="6048375" y="1295400"/>
            <a:ext cx="1152600" cy="523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Actor 3  </a:t>
            </a:r>
            <a:endParaRPr b="0" i="0" sz="1400" u="none" cap="none" strike="noStrike">
              <a:solidFill>
                <a:srgbClr val="000000"/>
              </a:solidFill>
              <a:latin typeface="Arial"/>
              <a:ea typeface="Arial"/>
              <a:cs typeface="Arial"/>
              <a:sym typeface="Arial"/>
            </a:endParaRPr>
          </a:p>
        </p:txBody>
      </p:sp>
      <p:sp>
        <p:nvSpPr>
          <p:cNvPr id="495" name="Google Shape;495;p23"/>
          <p:cNvSpPr/>
          <p:nvPr/>
        </p:nvSpPr>
        <p:spPr>
          <a:xfrm>
            <a:off x="2235150" y="3097400"/>
            <a:ext cx="4937100" cy="23466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23"/>
          <p:cNvSpPr/>
          <p:nvPr/>
        </p:nvSpPr>
        <p:spPr>
          <a:xfrm>
            <a:off x="2924175" y="3505200"/>
            <a:ext cx="1152600" cy="523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FileType 1  </a:t>
            </a:r>
            <a:endParaRPr b="0" i="0" sz="1400" u="none" cap="none" strike="noStrike">
              <a:solidFill>
                <a:srgbClr val="000000"/>
              </a:solidFill>
              <a:latin typeface="Arial"/>
              <a:ea typeface="Arial"/>
              <a:cs typeface="Arial"/>
              <a:sym typeface="Arial"/>
            </a:endParaRPr>
          </a:p>
        </p:txBody>
      </p:sp>
      <p:sp>
        <p:nvSpPr>
          <p:cNvPr id="497" name="Google Shape;497;p23"/>
          <p:cNvSpPr/>
          <p:nvPr/>
        </p:nvSpPr>
        <p:spPr>
          <a:xfrm>
            <a:off x="2924175" y="4038600"/>
            <a:ext cx="1152600" cy="523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FileType 2  </a:t>
            </a:r>
            <a:endParaRPr b="0" i="0" sz="1400" u="none" cap="none" strike="noStrike">
              <a:solidFill>
                <a:srgbClr val="000000"/>
              </a:solidFill>
              <a:latin typeface="Arial"/>
              <a:ea typeface="Arial"/>
              <a:cs typeface="Arial"/>
              <a:sym typeface="Arial"/>
            </a:endParaRPr>
          </a:p>
        </p:txBody>
      </p:sp>
      <p:sp>
        <p:nvSpPr>
          <p:cNvPr id="498" name="Google Shape;498;p23"/>
          <p:cNvSpPr/>
          <p:nvPr/>
        </p:nvSpPr>
        <p:spPr>
          <a:xfrm>
            <a:off x="2924175" y="4572000"/>
            <a:ext cx="1152600" cy="47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FileType 3   </a:t>
            </a:r>
            <a:endParaRPr b="0" i="0" sz="1400" u="none" cap="none" strike="noStrike">
              <a:solidFill>
                <a:srgbClr val="000000"/>
              </a:solidFill>
              <a:latin typeface="Arial"/>
              <a:ea typeface="Arial"/>
              <a:cs typeface="Arial"/>
              <a:sym typeface="Arial"/>
            </a:endParaRPr>
          </a:p>
        </p:txBody>
      </p:sp>
      <p:cxnSp>
        <p:nvCxnSpPr>
          <p:cNvPr id="499" name="Google Shape;499;p23"/>
          <p:cNvCxnSpPr>
            <a:stCxn id="492" idx="2"/>
          </p:cNvCxnSpPr>
          <p:nvPr/>
        </p:nvCxnSpPr>
        <p:spPr>
          <a:xfrm>
            <a:off x="2509875" y="1819200"/>
            <a:ext cx="14400" cy="1819500"/>
          </a:xfrm>
          <a:prstGeom prst="straightConnector1">
            <a:avLst/>
          </a:prstGeom>
          <a:noFill/>
          <a:ln cap="flat" cmpd="sng" w="9525">
            <a:solidFill>
              <a:schemeClr val="dk2"/>
            </a:solidFill>
            <a:prstDash val="solid"/>
            <a:round/>
            <a:headEnd len="sm" w="sm" type="none"/>
            <a:tailEnd len="med" w="med" type="triangle"/>
          </a:ln>
        </p:spPr>
      </p:cxnSp>
      <p:cxnSp>
        <p:nvCxnSpPr>
          <p:cNvPr id="500" name="Google Shape;500;p23"/>
          <p:cNvCxnSpPr>
            <a:stCxn id="493" idx="2"/>
          </p:cNvCxnSpPr>
          <p:nvPr/>
        </p:nvCxnSpPr>
        <p:spPr>
          <a:xfrm flipH="1">
            <a:off x="4555875" y="1819200"/>
            <a:ext cx="11400" cy="1279200"/>
          </a:xfrm>
          <a:prstGeom prst="straightConnector1">
            <a:avLst/>
          </a:prstGeom>
          <a:noFill/>
          <a:ln cap="flat" cmpd="sng" w="9525">
            <a:solidFill>
              <a:schemeClr val="dk2"/>
            </a:solidFill>
            <a:prstDash val="solid"/>
            <a:round/>
            <a:headEnd len="sm" w="sm" type="none"/>
            <a:tailEnd len="med" w="med" type="triangle"/>
          </a:ln>
        </p:spPr>
      </p:cxnSp>
      <p:cxnSp>
        <p:nvCxnSpPr>
          <p:cNvPr id="501" name="Google Shape;501;p23"/>
          <p:cNvCxnSpPr/>
          <p:nvPr/>
        </p:nvCxnSpPr>
        <p:spPr>
          <a:xfrm>
            <a:off x="6522675" y="1828800"/>
            <a:ext cx="14400" cy="1543200"/>
          </a:xfrm>
          <a:prstGeom prst="straightConnector1">
            <a:avLst/>
          </a:prstGeom>
          <a:noFill/>
          <a:ln cap="flat" cmpd="sng" w="9525">
            <a:solidFill>
              <a:schemeClr val="dk2"/>
            </a:solidFill>
            <a:prstDash val="solid"/>
            <a:round/>
            <a:headEnd len="sm" w="sm" type="none"/>
            <a:tailEnd len="med" w="med" type="triangle"/>
          </a:ln>
        </p:spPr>
      </p:cxnSp>
      <p:sp>
        <p:nvSpPr>
          <p:cNvPr id="502" name="Google Shape;502;p23"/>
          <p:cNvSpPr txBox="1"/>
          <p:nvPr/>
        </p:nvSpPr>
        <p:spPr>
          <a:xfrm>
            <a:off x="1003125" y="2030600"/>
            <a:ext cx="16383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chemeClr val="dk1"/>
                </a:solidFill>
                <a:latin typeface="Arial"/>
                <a:ea typeface="Arial"/>
                <a:cs typeface="Arial"/>
                <a:sym typeface="Arial"/>
              </a:rPr>
              <a:t>FileType 1 Read / Write </a:t>
            </a:r>
            <a:endParaRPr b="0" i="0" sz="900" u="none" cap="none" strike="noStrike">
              <a:solidFill>
                <a:schemeClr val="dk1"/>
              </a:solidFill>
              <a:latin typeface="Arial"/>
              <a:ea typeface="Arial"/>
              <a:cs typeface="Arial"/>
              <a:sym typeface="Arial"/>
            </a:endParaRPr>
          </a:p>
        </p:txBody>
      </p:sp>
      <p:sp>
        <p:nvSpPr>
          <p:cNvPr id="503" name="Google Shape;503;p23"/>
          <p:cNvSpPr txBox="1"/>
          <p:nvPr/>
        </p:nvSpPr>
        <p:spPr>
          <a:xfrm>
            <a:off x="1003125" y="2335400"/>
            <a:ext cx="16383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chemeClr val="dk1"/>
                </a:solidFill>
                <a:latin typeface="Arial"/>
                <a:ea typeface="Arial"/>
                <a:cs typeface="Arial"/>
                <a:sym typeface="Arial"/>
              </a:rPr>
              <a:t>FileType 2 : Read / Write </a:t>
            </a:r>
            <a:endParaRPr b="0" i="0" sz="900" u="none" cap="none" strike="noStrike">
              <a:solidFill>
                <a:schemeClr val="dk1"/>
              </a:solidFill>
              <a:latin typeface="Arial"/>
              <a:ea typeface="Arial"/>
              <a:cs typeface="Arial"/>
              <a:sym typeface="Arial"/>
            </a:endParaRPr>
          </a:p>
        </p:txBody>
      </p:sp>
      <p:sp>
        <p:nvSpPr>
          <p:cNvPr id="504" name="Google Shape;504;p23"/>
          <p:cNvSpPr txBox="1"/>
          <p:nvPr/>
        </p:nvSpPr>
        <p:spPr>
          <a:xfrm>
            <a:off x="1003125" y="2640200"/>
            <a:ext cx="16383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chemeClr val="dk1"/>
                </a:solidFill>
                <a:latin typeface="Arial"/>
                <a:ea typeface="Arial"/>
                <a:cs typeface="Arial"/>
                <a:sym typeface="Arial"/>
              </a:rPr>
              <a:t>FileType 3 : Read / Write </a:t>
            </a:r>
            <a:endParaRPr b="0" i="0" sz="900" u="none" cap="none" strike="noStrike">
              <a:solidFill>
                <a:schemeClr val="dk1"/>
              </a:solidFill>
              <a:latin typeface="Arial"/>
              <a:ea typeface="Arial"/>
              <a:cs typeface="Arial"/>
              <a:sym typeface="Arial"/>
            </a:endParaRPr>
          </a:p>
        </p:txBody>
      </p:sp>
      <p:sp>
        <p:nvSpPr>
          <p:cNvPr id="505" name="Google Shape;505;p23"/>
          <p:cNvSpPr txBox="1"/>
          <p:nvPr/>
        </p:nvSpPr>
        <p:spPr>
          <a:xfrm>
            <a:off x="3060525" y="1954400"/>
            <a:ext cx="16383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chemeClr val="dk1"/>
                </a:solidFill>
                <a:latin typeface="Arial"/>
                <a:ea typeface="Arial"/>
                <a:cs typeface="Arial"/>
                <a:sym typeface="Arial"/>
              </a:rPr>
              <a:t>FileType 1 : Read / Write </a:t>
            </a:r>
            <a:endParaRPr b="0" i="0" sz="900" u="none" cap="none" strike="noStrike">
              <a:solidFill>
                <a:schemeClr val="dk1"/>
              </a:solidFill>
              <a:latin typeface="Arial"/>
              <a:ea typeface="Arial"/>
              <a:cs typeface="Arial"/>
              <a:sym typeface="Arial"/>
            </a:endParaRPr>
          </a:p>
        </p:txBody>
      </p:sp>
      <p:sp>
        <p:nvSpPr>
          <p:cNvPr id="506" name="Google Shape;506;p23"/>
          <p:cNvSpPr txBox="1"/>
          <p:nvPr/>
        </p:nvSpPr>
        <p:spPr>
          <a:xfrm>
            <a:off x="3060525" y="2259200"/>
            <a:ext cx="16383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chemeClr val="dk1"/>
                </a:solidFill>
                <a:latin typeface="Arial"/>
                <a:ea typeface="Arial"/>
                <a:cs typeface="Arial"/>
                <a:sym typeface="Arial"/>
              </a:rPr>
              <a:t>FileType 2 : Read / Write </a:t>
            </a:r>
            <a:endParaRPr b="0" i="0" sz="900" u="none" cap="none" strike="noStrike">
              <a:solidFill>
                <a:schemeClr val="dk1"/>
              </a:solidFill>
              <a:latin typeface="Arial"/>
              <a:ea typeface="Arial"/>
              <a:cs typeface="Arial"/>
              <a:sym typeface="Arial"/>
            </a:endParaRPr>
          </a:p>
        </p:txBody>
      </p:sp>
      <p:sp>
        <p:nvSpPr>
          <p:cNvPr id="507" name="Google Shape;507;p23"/>
          <p:cNvSpPr txBox="1"/>
          <p:nvPr/>
        </p:nvSpPr>
        <p:spPr>
          <a:xfrm>
            <a:off x="3060525" y="2564000"/>
            <a:ext cx="16383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chemeClr val="dk1"/>
                </a:solidFill>
                <a:latin typeface="Arial"/>
                <a:ea typeface="Arial"/>
                <a:cs typeface="Arial"/>
                <a:sym typeface="Arial"/>
              </a:rPr>
              <a:t>FileType 3  : Read / Write </a:t>
            </a:r>
            <a:endParaRPr b="0" i="0" sz="900" u="none" cap="none" strike="noStrike">
              <a:solidFill>
                <a:schemeClr val="dk1"/>
              </a:solidFill>
              <a:latin typeface="Arial"/>
              <a:ea typeface="Arial"/>
              <a:cs typeface="Arial"/>
              <a:sym typeface="Arial"/>
            </a:endParaRPr>
          </a:p>
        </p:txBody>
      </p:sp>
      <p:sp>
        <p:nvSpPr>
          <p:cNvPr id="508" name="Google Shape;508;p23"/>
          <p:cNvSpPr txBox="1"/>
          <p:nvPr/>
        </p:nvSpPr>
        <p:spPr>
          <a:xfrm>
            <a:off x="6489525" y="1878200"/>
            <a:ext cx="16383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chemeClr val="dk1"/>
                </a:solidFill>
                <a:latin typeface="Arial"/>
                <a:ea typeface="Arial"/>
                <a:cs typeface="Arial"/>
                <a:sym typeface="Arial"/>
              </a:rPr>
              <a:t>FileType 1 : Read / Write </a:t>
            </a:r>
            <a:endParaRPr b="0" i="0" sz="900" u="none" cap="none" strike="noStrike">
              <a:solidFill>
                <a:schemeClr val="dk1"/>
              </a:solidFill>
              <a:latin typeface="Arial"/>
              <a:ea typeface="Arial"/>
              <a:cs typeface="Arial"/>
              <a:sym typeface="Arial"/>
            </a:endParaRPr>
          </a:p>
        </p:txBody>
      </p:sp>
      <p:sp>
        <p:nvSpPr>
          <p:cNvPr id="509" name="Google Shape;509;p23"/>
          <p:cNvSpPr txBox="1"/>
          <p:nvPr/>
        </p:nvSpPr>
        <p:spPr>
          <a:xfrm>
            <a:off x="6489525" y="2183000"/>
            <a:ext cx="16383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chemeClr val="dk1"/>
                </a:solidFill>
                <a:latin typeface="Arial"/>
                <a:ea typeface="Arial"/>
                <a:cs typeface="Arial"/>
                <a:sym typeface="Arial"/>
              </a:rPr>
              <a:t>FileType 2 : Read / Write </a:t>
            </a:r>
            <a:endParaRPr b="0" i="0" sz="900" u="none" cap="none" strike="noStrike">
              <a:solidFill>
                <a:schemeClr val="dk1"/>
              </a:solidFill>
              <a:latin typeface="Arial"/>
              <a:ea typeface="Arial"/>
              <a:cs typeface="Arial"/>
              <a:sym typeface="Arial"/>
            </a:endParaRPr>
          </a:p>
        </p:txBody>
      </p:sp>
      <p:sp>
        <p:nvSpPr>
          <p:cNvPr id="510" name="Google Shape;510;p23"/>
          <p:cNvSpPr txBox="1"/>
          <p:nvPr/>
        </p:nvSpPr>
        <p:spPr>
          <a:xfrm>
            <a:off x="6489525" y="2487800"/>
            <a:ext cx="16383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chemeClr val="dk1"/>
                </a:solidFill>
                <a:latin typeface="Arial"/>
                <a:ea typeface="Arial"/>
                <a:cs typeface="Arial"/>
                <a:sym typeface="Arial"/>
              </a:rPr>
              <a:t>FileType 3 : Read / Write </a:t>
            </a:r>
            <a:endParaRPr b="0" i="0" sz="900" u="none" cap="none" strike="noStrike">
              <a:solidFill>
                <a:schemeClr val="dk1"/>
              </a:solidFill>
              <a:latin typeface="Arial"/>
              <a:ea typeface="Arial"/>
              <a:cs typeface="Arial"/>
              <a:sym typeface="Arial"/>
            </a:endParaRPr>
          </a:p>
        </p:txBody>
      </p:sp>
      <p:sp>
        <p:nvSpPr>
          <p:cNvPr id="511" name="Google Shape;511;p23"/>
          <p:cNvSpPr txBox="1"/>
          <p:nvPr/>
        </p:nvSpPr>
        <p:spPr>
          <a:xfrm>
            <a:off x="6081675" y="5087875"/>
            <a:ext cx="6573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Circle</a:t>
            </a:r>
            <a:endParaRPr b="0" i="0" sz="1400" u="none" cap="none" strike="noStrike">
              <a:solidFill>
                <a:srgbClr val="000000"/>
              </a:solidFill>
              <a:latin typeface="Calibri"/>
              <a:ea typeface="Calibri"/>
              <a:cs typeface="Calibri"/>
              <a:sym typeface="Calibri"/>
            </a:endParaRPr>
          </a:p>
        </p:txBody>
      </p:sp>
      <p:sp>
        <p:nvSpPr>
          <p:cNvPr id="512" name="Google Shape;512;p23"/>
          <p:cNvSpPr/>
          <p:nvPr/>
        </p:nvSpPr>
        <p:spPr>
          <a:xfrm>
            <a:off x="4067175" y="3504900"/>
            <a:ext cx="360300" cy="1543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23"/>
          <p:cNvSpPr txBox="1"/>
          <p:nvPr/>
        </p:nvSpPr>
        <p:spPr>
          <a:xfrm>
            <a:off x="-308025" y="1298125"/>
            <a:ext cx="4658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14" name="Google Shape;514;p23"/>
          <p:cNvSpPr txBox="1"/>
          <p:nvPr/>
        </p:nvSpPr>
        <p:spPr>
          <a:xfrm rot="5400000">
            <a:off x="3443775" y="4361350"/>
            <a:ext cx="1576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alibri"/>
                <a:ea typeface="Calibri"/>
                <a:cs typeface="Calibri"/>
                <a:sym typeface="Calibri"/>
              </a:rPr>
              <a:t>Metadata</a:t>
            </a:r>
            <a:endParaRPr b="0" i="0" sz="1600" u="none" cap="none" strike="noStrike">
              <a:solidFill>
                <a:srgbClr val="000000"/>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24"/>
          <p:cNvSpPr txBox="1"/>
          <p:nvPr>
            <p:ph type="title"/>
          </p:nvPr>
        </p:nvSpPr>
        <p:spPr>
          <a:xfrm>
            <a:off x="907881" y="79756"/>
            <a:ext cx="7200900" cy="571500"/>
          </a:xfrm>
          <a:prstGeom prst="rect">
            <a:avLst/>
          </a:prstGeom>
          <a:noFill/>
          <a:ln>
            <a:noFill/>
          </a:ln>
        </p:spPr>
        <p:txBody>
          <a:bodyPr anchorCtr="0" anchor="ctr" bIns="0" lIns="0" spcFirstLastPara="1" rIns="0" wrap="square" tIns="0">
            <a:noAutofit/>
          </a:bodyPr>
          <a:lstStyle/>
          <a:p>
            <a:pPr indent="0" lvl="0" marL="0" rtl="0" algn="ctr">
              <a:lnSpc>
                <a:spcPct val="150000"/>
              </a:lnSpc>
              <a:spcBef>
                <a:spcPts val="0"/>
              </a:spcBef>
              <a:spcAft>
                <a:spcPts val="0"/>
              </a:spcAft>
              <a:buSzPts val="1800"/>
              <a:buNone/>
            </a:pPr>
            <a:r>
              <a:rPr lang="en-US" sz="1600"/>
              <a:t>Authorization : Eyecloud Objects interaction → Target Situation with Authz (proposal)  </a:t>
            </a:r>
            <a:endParaRPr sz="1600"/>
          </a:p>
        </p:txBody>
      </p:sp>
      <p:sp>
        <p:nvSpPr>
          <p:cNvPr id="521" name="Google Shape;521;p24"/>
          <p:cNvSpPr txBox="1"/>
          <p:nvPr>
            <p:ph idx="12" type="sldNum"/>
          </p:nvPr>
        </p:nvSpPr>
        <p:spPr>
          <a:xfrm>
            <a:off x="8459788" y="6416675"/>
            <a:ext cx="360300" cy="1800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Clr>
                <a:srgbClr val="000000"/>
              </a:buClr>
              <a:buSzPts val="700"/>
              <a:buFont typeface="Arial"/>
              <a:buNone/>
            </a:pPr>
            <a:r>
              <a:rPr lang="en-US"/>
              <a:t>P.</a:t>
            </a:r>
            <a:fld id="{00000000-1234-1234-1234-123412341234}" type="slidenum">
              <a:rPr lang="en-US"/>
              <a:t>‹#›</a:t>
            </a:fld>
            <a:endParaRPr/>
          </a:p>
        </p:txBody>
      </p:sp>
      <p:sp>
        <p:nvSpPr>
          <p:cNvPr id="522" name="Google Shape;522;p24"/>
          <p:cNvSpPr/>
          <p:nvPr/>
        </p:nvSpPr>
        <p:spPr>
          <a:xfrm>
            <a:off x="504825" y="1295400"/>
            <a:ext cx="2038200" cy="523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Actor 1 (Client Application 1)</a:t>
            </a:r>
            <a:r>
              <a:rPr b="0" i="0" lang="en-US" sz="1200" u="none" cap="none" strike="noStrike">
                <a:solidFill>
                  <a:srgbClr val="000000"/>
                </a:solidFill>
                <a:latin typeface="Arial"/>
                <a:ea typeface="Arial"/>
                <a:cs typeface="Arial"/>
                <a:sym typeface="Arial"/>
              </a:rPr>
              <a:t> </a:t>
            </a:r>
            <a:endParaRPr b="0" i="0" sz="1200" u="none" cap="none" strike="noStrike">
              <a:solidFill>
                <a:srgbClr val="000000"/>
              </a:solidFill>
              <a:latin typeface="Arial"/>
              <a:ea typeface="Arial"/>
              <a:cs typeface="Arial"/>
              <a:sym typeface="Arial"/>
            </a:endParaRPr>
          </a:p>
        </p:txBody>
      </p:sp>
      <p:sp>
        <p:nvSpPr>
          <p:cNvPr id="523" name="Google Shape;523;p24"/>
          <p:cNvSpPr/>
          <p:nvPr/>
        </p:nvSpPr>
        <p:spPr>
          <a:xfrm>
            <a:off x="1095375" y="3657600"/>
            <a:ext cx="1152600" cy="523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FileType 1 (Permission 1)  </a:t>
            </a:r>
            <a:endParaRPr b="0" i="0" sz="900" u="none" cap="none" strike="noStrike">
              <a:solidFill>
                <a:srgbClr val="000000"/>
              </a:solidFill>
              <a:latin typeface="Arial"/>
              <a:ea typeface="Arial"/>
              <a:cs typeface="Arial"/>
              <a:sym typeface="Arial"/>
            </a:endParaRPr>
          </a:p>
        </p:txBody>
      </p:sp>
      <p:sp>
        <p:nvSpPr>
          <p:cNvPr id="524" name="Google Shape;524;p24"/>
          <p:cNvSpPr/>
          <p:nvPr/>
        </p:nvSpPr>
        <p:spPr>
          <a:xfrm>
            <a:off x="1095375" y="4191000"/>
            <a:ext cx="1152600" cy="523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FileType 2 (Permission 2)  </a:t>
            </a:r>
            <a:endParaRPr b="0" i="0" sz="900" u="none" cap="none" strike="noStrike">
              <a:solidFill>
                <a:srgbClr val="000000"/>
              </a:solidFill>
              <a:latin typeface="Arial"/>
              <a:ea typeface="Arial"/>
              <a:cs typeface="Arial"/>
              <a:sym typeface="Arial"/>
            </a:endParaRPr>
          </a:p>
        </p:txBody>
      </p:sp>
      <p:sp>
        <p:nvSpPr>
          <p:cNvPr id="525" name="Google Shape;525;p24"/>
          <p:cNvSpPr/>
          <p:nvPr/>
        </p:nvSpPr>
        <p:spPr>
          <a:xfrm>
            <a:off x="1095375" y="4724400"/>
            <a:ext cx="1152600" cy="47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FileType 3 (Permission 3)  </a:t>
            </a:r>
            <a:endParaRPr b="0" i="0" sz="900" u="none" cap="none" strike="noStrike">
              <a:solidFill>
                <a:srgbClr val="000000"/>
              </a:solidFill>
              <a:latin typeface="Arial"/>
              <a:ea typeface="Arial"/>
              <a:cs typeface="Arial"/>
              <a:sym typeface="Arial"/>
            </a:endParaRPr>
          </a:p>
        </p:txBody>
      </p:sp>
      <p:cxnSp>
        <p:nvCxnSpPr>
          <p:cNvPr id="526" name="Google Shape;526;p24"/>
          <p:cNvCxnSpPr/>
          <p:nvPr/>
        </p:nvCxnSpPr>
        <p:spPr>
          <a:xfrm>
            <a:off x="1676325" y="1819200"/>
            <a:ext cx="14400" cy="1819500"/>
          </a:xfrm>
          <a:prstGeom prst="straightConnector1">
            <a:avLst/>
          </a:prstGeom>
          <a:noFill/>
          <a:ln cap="flat" cmpd="sng" w="9525">
            <a:solidFill>
              <a:schemeClr val="dk2"/>
            </a:solidFill>
            <a:prstDash val="solid"/>
            <a:round/>
            <a:headEnd len="sm" w="sm" type="none"/>
            <a:tailEnd len="med" w="med" type="triangle"/>
          </a:ln>
        </p:spPr>
      </p:cxnSp>
      <p:cxnSp>
        <p:nvCxnSpPr>
          <p:cNvPr id="527" name="Google Shape;527;p24"/>
          <p:cNvCxnSpPr>
            <a:stCxn id="528" idx="2"/>
          </p:cNvCxnSpPr>
          <p:nvPr/>
        </p:nvCxnSpPr>
        <p:spPr>
          <a:xfrm flipH="1">
            <a:off x="4250925" y="1819200"/>
            <a:ext cx="16200" cy="1812600"/>
          </a:xfrm>
          <a:prstGeom prst="straightConnector1">
            <a:avLst/>
          </a:prstGeom>
          <a:noFill/>
          <a:ln cap="flat" cmpd="sng" w="9525">
            <a:solidFill>
              <a:schemeClr val="dk2"/>
            </a:solidFill>
            <a:prstDash val="solid"/>
            <a:round/>
            <a:headEnd len="sm" w="sm" type="none"/>
            <a:tailEnd len="med" w="med" type="triangle"/>
          </a:ln>
        </p:spPr>
      </p:cxnSp>
      <p:cxnSp>
        <p:nvCxnSpPr>
          <p:cNvPr id="529" name="Google Shape;529;p24"/>
          <p:cNvCxnSpPr/>
          <p:nvPr/>
        </p:nvCxnSpPr>
        <p:spPr>
          <a:xfrm flipH="1">
            <a:off x="6537200" y="1826275"/>
            <a:ext cx="24600" cy="1850400"/>
          </a:xfrm>
          <a:prstGeom prst="straightConnector1">
            <a:avLst/>
          </a:prstGeom>
          <a:noFill/>
          <a:ln cap="flat" cmpd="sng" w="9525">
            <a:solidFill>
              <a:schemeClr val="dk2"/>
            </a:solidFill>
            <a:prstDash val="solid"/>
            <a:round/>
            <a:headEnd len="sm" w="sm" type="none"/>
            <a:tailEnd len="med" w="med" type="triangle"/>
          </a:ln>
        </p:spPr>
      </p:cxnSp>
      <p:sp>
        <p:nvSpPr>
          <p:cNvPr id="530" name="Google Shape;530;p24"/>
          <p:cNvSpPr txBox="1"/>
          <p:nvPr/>
        </p:nvSpPr>
        <p:spPr>
          <a:xfrm>
            <a:off x="88725" y="1954400"/>
            <a:ext cx="16383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chemeClr val="dk1"/>
                </a:solidFill>
                <a:latin typeface="Arial"/>
                <a:ea typeface="Arial"/>
                <a:cs typeface="Arial"/>
                <a:sym typeface="Arial"/>
              </a:rPr>
              <a:t>FileType 1 : Read / Write </a:t>
            </a:r>
            <a:endParaRPr b="0" i="0" sz="900" u="none" cap="none" strike="noStrike">
              <a:solidFill>
                <a:schemeClr val="dk1"/>
              </a:solidFill>
              <a:latin typeface="Arial"/>
              <a:ea typeface="Arial"/>
              <a:cs typeface="Arial"/>
              <a:sym typeface="Arial"/>
            </a:endParaRPr>
          </a:p>
        </p:txBody>
      </p:sp>
      <p:sp>
        <p:nvSpPr>
          <p:cNvPr id="531" name="Google Shape;531;p24"/>
          <p:cNvSpPr txBox="1"/>
          <p:nvPr/>
        </p:nvSpPr>
        <p:spPr>
          <a:xfrm>
            <a:off x="88725" y="2411600"/>
            <a:ext cx="16383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chemeClr val="dk1"/>
                </a:solidFill>
                <a:latin typeface="Arial"/>
                <a:ea typeface="Arial"/>
                <a:cs typeface="Arial"/>
                <a:sym typeface="Arial"/>
              </a:rPr>
              <a:t>FileType 2 :Read / Write </a:t>
            </a:r>
            <a:endParaRPr b="0" i="0" sz="900" u="none" cap="none" strike="noStrike">
              <a:solidFill>
                <a:schemeClr val="dk1"/>
              </a:solidFill>
              <a:latin typeface="Arial"/>
              <a:ea typeface="Arial"/>
              <a:cs typeface="Arial"/>
              <a:sym typeface="Arial"/>
            </a:endParaRPr>
          </a:p>
        </p:txBody>
      </p:sp>
      <p:sp>
        <p:nvSpPr>
          <p:cNvPr id="532" name="Google Shape;532;p24"/>
          <p:cNvSpPr txBox="1"/>
          <p:nvPr/>
        </p:nvSpPr>
        <p:spPr>
          <a:xfrm>
            <a:off x="88725" y="2868800"/>
            <a:ext cx="16383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chemeClr val="dk1"/>
                </a:solidFill>
                <a:latin typeface="Arial"/>
                <a:ea typeface="Arial"/>
                <a:cs typeface="Arial"/>
                <a:sym typeface="Arial"/>
              </a:rPr>
              <a:t>FileType 3 : Read / Write </a:t>
            </a:r>
            <a:endParaRPr b="0" i="0" sz="900" u="none" cap="none" strike="noStrike">
              <a:solidFill>
                <a:schemeClr val="dk1"/>
              </a:solidFill>
              <a:latin typeface="Arial"/>
              <a:ea typeface="Arial"/>
              <a:cs typeface="Arial"/>
              <a:sym typeface="Arial"/>
            </a:endParaRPr>
          </a:p>
        </p:txBody>
      </p:sp>
      <p:sp>
        <p:nvSpPr>
          <p:cNvPr id="533" name="Google Shape;533;p24"/>
          <p:cNvSpPr/>
          <p:nvPr/>
        </p:nvSpPr>
        <p:spPr>
          <a:xfrm>
            <a:off x="3609975" y="3657600"/>
            <a:ext cx="1152600" cy="523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FileType 1 (Permission 1)  </a:t>
            </a:r>
            <a:endParaRPr b="0" i="0" sz="900" u="none" cap="none" strike="noStrike">
              <a:solidFill>
                <a:srgbClr val="000000"/>
              </a:solidFill>
              <a:latin typeface="Arial"/>
              <a:ea typeface="Arial"/>
              <a:cs typeface="Arial"/>
              <a:sym typeface="Arial"/>
            </a:endParaRPr>
          </a:p>
        </p:txBody>
      </p:sp>
      <p:sp>
        <p:nvSpPr>
          <p:cNvPr id="534" name="Google Shape;534;p24"/>
          <p:cNvSpPr/>
          <p:nvPr/>
        </p:nvSpPr>
        <p:spPr>
          <a:xfrm>
            <a:off x="3609975" y="4191000"/>
            <a:ext cx="1152600" cy="523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FileType 2 (Permission 2)  </a:t>
            </a:r>
            <a:endParaRPr b="0" i="0" sz="900" u="none" cap="none" strike="noStrike">
              <a:solidFill>
                <a:srgbClr val="000000"/>
              </a:solidFill>
              <a:latin typeface="Arial"/>
              <a:ea typeface="Arial"/>
              <a:cs typeface="Arial"/>
              <a:sym typeface="Arial"/>
            </a:endParaRPr>
          </a:p>
        </p:txBody>
      </p:sp>
      <p:sp>
        <p:nvSpPr>
          <p:cNvPr id="535" name="Google Shape;535;p24"/>
          <p:cNvSpPr/>
          <p:nvPr/>
        </p:nvSpPr>
        <p:spPr>
          <a:xfrm>
            <a:off x="3609975" y="4724400"/>
            <a:ext cx="1152600" cy="47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FileType 3 (Permission 3)  </a:t>
            </a:r>
            <a:endParaRPr b="0" i="0" sz="900" u="none" cap="none" strike="noStrike">
              <a:solidFill>
                <a:srgbClr val="000000"/>
              </a:solidFill>
              <a:latin typeface="Arial"/>
              <a:ea typeface="Arial"/>
              <a:cs typeface="Arial"/>
              <a:sym typeface="Arial"/>
            </a:endParaRPr>
          </a:p>
        </p:txBody>
      </p:sp>
      <p:sp>
        <p:nvSpPr>
          <p:cNvPr id="536" name="Google Shape;536;p24"/>
          <p:cNvSpPr/>
          <p:nvPr/>
        </p:nvSpPr>
        <p:spPr>
          <a:xfrm>
            <a:off x="6048375" y="3657600"/>
            <a:ext cx="1152600" cy="523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FileType 1 (Permission 1)  </a:t>
            </a:r>
            <a:endParaRPr b="0" i="0" sz="900" u="none" cap="none" strike="noStrike">
              <a:solidFill>
                <a:srgbClr val="000000"/>
              </a:solidFill>
              <a:latin typeface="Arial"/>
              <a:ea typeface="Arial"/>
              <a:cs typeface="Arial"/>
              <a:sym typeface="Arial"/>
            </a:endParaRPr>
          </a:p>
        </p:txBody>
      </p:sp>
      <p:sp>
        <p:nvSpPr>
          <p:cNvPr id="537" name="Google Shape;537;p24"/>
          <p:cNvSpPr/>
          <p:nvPr/>
        </p:nvSpPr>
        <p:spPr>
          <a:xfrm>
            <a:off x="6048375" y="4191000"/>
            <a:ext cx="1152600" cy="523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FileType 2 (Permission 2)  </a:t>
            </a:r>
            <a:endParaRPr b="0" i="0" sz="900" u="none" cap="none" strike="noStrike">
              <a:solidFill>
                <a:srgbClr val="000000"/>
              </a:solidFill>
              <a:latin typeface="Arial"/>
              <a:ea typeface="Arial"/>
              <a:cs typeface="Arial"/>
              <a:sym typeface="Arial"/>
            </a:endParaRPr>
          </a:p>
        </p:txBody>
      </p:sp>
      <p:sp>
        <p:nvSpPr>
          <p:cNvPr id="538" name="Google Shape;538;p24"/>
          <p:cNvSpPr/>
          <p:nvPr/>
        </p:nvSpPr>
        <p:spPr>
          <a:xfrm>
            <a:off x="6048375" y="4724400"/>
            <a:ext cx="1152600" cy="476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000000"/>
                </a:solidFill>
                <a:latin typeface="Arial"/>
                <a:ea typeface="Arial"/>
                <a:cs typeface="Arial"/>
                <a:sym typeface="Arial"/>
              </a:rPr>
              <a:t>FileType 3 (Permission 3)  </a:t>
            </a:r>
            <a:endParaRPr b="0" i="0" sz="900" u="none" cap="none" strike="noStrike">
              <a:solidFill>
                <a:srgbClr val="000000"/>
              </a:solidFill>
              <a:latin typeface="Arial"/>
              <a:ea typeface="Arial"/>
              <a:cs typeface="Arial"/>
              <a:sym typeface="Arial"/>
            </a:endParaRPr>
          </a:p>
        </p:txBody>
      </p:sp>
      <p:sp>
        <p:nvSpPr>
          <p:cNvPr id="539" name="Google Shape;539;p24"/>
          <p:cNvSpPr/>
          <p:nvPr/>
        </p:nvSpPr>
        <p:spPr>
          <a:xfrm>
            <a:off x="476250" y="762000"/>
            <a:ext cx="7651500" cy="523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Application 1 (Organisation)</a:t>
            </a:r>
            <a:endParaRPr b="0" i="0" sz="1400" u="none" cap="none" strike="noStrike">
              <a:solidFill>
                <a:srgbClr val="000000"/>
              </a:solidFill>
              <a:latin typeface="Arial"/>
              <a:ea typeface="Arial"/>
              <a:cs typeface="Arial"/>
              <a:sym typeface="Arial"/>
            </a:endParaRPr>
          </a:p>
        </p:txBody>
      </p:sp>
      <p:sp>
        <p:nvSpPr>
          <p:cNvPr id="528" name="Google Shape;528;p24"/>
          <p:cNvSpPr/>
          <p:nvPr/>
        </p:nvSpPr>
        <p:spPr>
          <a:xfrm>
            <a:off x="3248025" y="1295400"/>
            <a:ext cx="2038200" cy="523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Actor 2 (Client Application 2)</a:t>
            </a:r>
            <a:r>
              <a:rPr b="0" i="0" lang="en-US" sz="1200" u="none" cap="none" strike="noStrike">
                <a:solidFill>
                  <a:srgbClr val="000000"/>
                </a:solidFill>
                <a:latin typeface="Arial"/>
                <a:ea typeface="Arial"/>
                <a:cs typeface="Arial"/>
                <a:sym typeface="Arial"/>
              </a:rPr>
              <a:t> </a:t>
            </a:r>
            <a:endParaRPr b="0" i="0" sz="1200" u="none" cap="none" strike="noStrike">
              <a:solidFill>
                <a:srgbClr val="000000"/>
              </a:solidFill>
              <a:latin typeface="Arial"/>
              <a:ea typeface="Arial"/>
              <a:cs typeface="Arial"/>
              <a:sym typeface="Arial"/>
            </a:endParaRPr>
          </a:p>
        </p:txBody>
      </p:sp>
      <p:sp>
        <p:nvSpPr>
          <p:cNvPr id="540" name="Google Shape;540;p24"/>
          <p:cNvSpPr/>
          <p:nvPr/>
        </p:nvSpPr>
        <p:spPr>
          <a:xfrm>
            <a:off x="5991225" y="1295400"/>
            <a:ext cx="2038200" cy="523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Actor 2 (Client Application 2)</a:t>
            </a:r>
            <a:r>
              <a:rPr b="0" i="0" lang="en-US" sz="1200" u="none" cap="none" strike="noStrike">
                <a:solidFill>
                  <a:srgbClr val="000000"/>
                </a:solidFill>
                <a:latin typeface="Arial"/>
                <a:ea typeface="Arial"/>
                <a:cs typeface="Arial"/>
                <a:sym typeface="Arial"/>
              </a:rPr>
              <a:t> </a:t>
            </a:r>
            <a:endParaRPr b="0" i="0" sz="1200" u="none" cap="none" strike="noStrike">
              <a:solidFill>
                <a:srgbClr val="000000"/>
              </a:solidFill>
              <a:latin typeface="Arial"/>
              <a:ea typeface="Arial"/>
              <a:cs typeface="Arial"/>
              <a:sym typeface="Arial"/>
            </a:endParaRPr>
          </a:p>
        </p:txBody>
      </p:sp>
      <p:sp>
        <p:nvSpPr>
          <p:cNvPr id="541" name="Google Shape;541;p24"/>
          <p:cNvSpPr txBox="1"/>
          <p:nvPr/>
        </p:nvSpPr>
        <p:spPr>
          <a:xfrm>
            <a:off x="2679525" y="2030600"/>
            <a:ext cx="16383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chemeClr val="dk1"/>
                </a:solidFill>
                <a:latin typeface="Arial"/>
                <a:ea typeface="Arial"/>
                <a:cs typeface="Arial"/>
                <a:sym typeface="Arial"/>
              </a:rPr>
              <a:t>FileType 1 : Read / Write </a:t>
            </a:r>
            <a:endParaRPr b="0" i="0" sz="900" u="none" cap="none" strike="noStrike">
              <a:solidFill>
                <a:schemeClr val="dk1"/>
              </a:solidFill>
              <a:latin typeface="Arial"/>
              <a:ea typeface="Arial"/>
              <a:cs typeface="Arial"/>
              <a:sym typeface="Arial"/>
            </a:endParaRPr>
          </a:p>
        </p:txBody>
      </p:sp>
      <p:sp>
        <p:nvSpPr>
          <p:cNvPr id="542" name="Google Shape;542;p24"/>
          <p:cNvSpPr txBox="1"/>
          <p:nvPr/>
        </p:nvSpPr>
        <p:spPr>
          <a:xfrm>
            <a:off x="2679525" y="2487800"/>
            <a:ext cx="16383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chemeClr val="dk1"/>
                </a:solidFill>
                <a:latin typeface="Arial"/>
                <a:ea typeface="Arial"/>
                <a:cs typeface="Arial"/>
                <a:sym typeface="Arial"/>
              </a:rPr>
              <a:t>FileType 2 :Read / Write </a:t>
            </a:r>
            <a:endParaRPr b="0" i="0" sz="900" u="none" cap="none" strike="noStrike">
              <a:solidFill>
                <a:schemeClr val="dk1"/>
              </a:solidFill>
              <a:latin typeface="Arial"/>
              <a:ea typeface="Arial"/>
              <a:cs typeface="Arial"/>
              <a:sym typeface="Arial"/>
            </a:endParaRPr>
          </a:p>
        </p:txBody>
      </p:sp>
      <p:sp>
        <p:nvSpPr>
          <p:cNvPr id="543" name="Google Shape;543;p24"/>
          <p:cNvSpPr txBox="1"/>
          <p:nvPr/>
        </p:nvSpPr>
        <p:spPr>
          <a:xfrm>
            <a:off x="2679525" y="2945000"/>
            <a:ext cx="16383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chemeClr val="dk1"/>
                </a:solidFill>
                <a:latin typeface="Arial"/>
                <a:ea typeface="Arial"/>
                <a:cs typeface="Arial"/>
                <a:sym typeface="Arial"/>
              </a:rPr>
              <a:t>FileType 3 : Read / Write </a:t>
            </a:r>
            <a:endParaRPr b="0" i="0" sz="900" u="none" cap="none" strike="noStrike">
              <a:solidFill>
                <a:schemeClr val="dk1"/>
              </a:solidFill>
              <a:latin typeface="Arial"/>
              <a:ea typeface="Arial"/>
              <a:cs typeface="Arial"/>
              <a:sym typeface="Arial"/>
            </a:endParaRPr>
          </a:p>
        </p:txBody>
      </p:sp>
      <p:sp>
        <p:nvSpPr>
          <p:cNvPr id="544" name="Google Shape;544;p24"/>
          <p:cNvSpPr txBox="1"/>
          <p:nvPr/>
        </p:nvSpPr>
        <p:spPr>
          <a:xfrm>
            <a:off x="6489525" y="2106800"/>
            <a:ext cx="16383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chemeClr val="dk1"/>
                </a:solidFill>
                <a:latin typeface="Arial"/>
                <a:ea typeface="Arial"/>
                <a:cs typeface="Arial"/>
                <a:sym typeface="Arial"/>
              </a:rPr>
              <a:t>FileType 1 : Read / Write </a:t>
            </a:r>
            <a:endParaRPr b="0" i="0" sz="900" u="none" cap="none" strike="noStrike">
              <a:solidFill>
                <a:schemeClr val="dk1"/>
              </a:solidFill>
              <a:latin typeface="Arial"/>
              <a:ea typeface="Arial"/>
              <a:cs typeface="Arial"/>
              <a:sym typeface="Arial"/>
            </a:endParaRPr>
          </a:p>
        </p:txBody>
      </p:sp>
      <p:sp>
        <p:nvSpPr>
          <p:cNvPr id="545" name="Google Shape;545;p24"/>
          <p:cNvSpPr txBox="1"/>
          <p:nvPr/>
        </p:nvSpPr>
        <p:spPr>
          <a:xfrm>
            <a:off x="6489525" y="2564000"/>
            <a:ext cx="16383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chemeClr val="dk1"/>
                </a:solidFill>
                <a:latin typeface="Arial"/>
                <a:ea typeface="Arial"/>
                <a:cs typeface="Arial"/>
                <a:sym typeface="Arial"/>
              </a:rPr>
              <a:t>FileType 2 :Read / Write </a:t>
            </a:r>
            <a:endParaRPr b="0" i="0" sz="900" u="none" cap="none" strike="noStrike">
              <a:solidFill>
                <a:schemeClr val="dk1"/>
              </a:solidFill>
              <a:latin typeface="Arial"/>
              <a:ea typeface="Arial"/>
              <a:cs typeface="Arial"/>
              <a:sym typeface="Arial"/>
            </a:endParaRPr>
          </a:p>
        </p:txBody>
      </p:sp>
      <p:sp>
        <p:nvSpPr>
          <p:cNvPr id="546" name="Google Shape;546;p24"/>
          <p:cNvSpPr txBox="1"/>
          <p:nvPr/>
        </p:nvSpPr>
        <p:spPr>
          <a:xfrm>
            <a:off x="6489525" y="3021200"/>
            <a:ext cx="16383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chemeClr val="dk1"/>
                </a:solidFill>
                <a:latin typeface="Arial"/>
                <a:ea typeface="Arial"/>
                <a:cs typeface="Arial"/>
                <a:sym typeface="Arial"/>
              </a:rPr>
              <a:t>FileType 3 : Read / Write </a:t>
            </a:r>
            <a:endParaRPr b="0" i="0" sz="900" u="none" cap="none" strike="noStrike">
              <a:solidFill>
                <a:schemeClr val="dk1"/>
              </a:solidFill>
              <a:latin typeface="Arial"/>
              <a:ea typeface="Arial"/>
              <a:cs typeface="Arial"/>
              <a:sym typeface="Arial"/>
            </a:endParaRPr>
          </a:p>
        </p:txBody>
      </p:sp>
      <p:sp>
        <p:nvSpPr>
          <p:cNvPr id="547" name="Google Shape;547;p24"/>
          <p:cNvSpPr txBox="1"/>
          <p:nvPr/>
        </p:nvSpPr>
        <p:spPr>
          <a:xfrm>
            <a:off x="3361425" y="5528325"/>
            <a:ext cx="2834700" cy="1262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alibri"/>
                <a:ea typeface="Calibri"/>
                <a:cs typeface="Calibri"/>
                <a:sym typeface="Calibri"/>
              </a:rPr>
              <a:t>Example of permissions : </a:t>
            </a:r>
            <a:endParaRPr b="0" i="0" sz="1400" u="none" cap="none" strike="noStrike">
              <a:solidFill>
                <a:srgbClr val="000000"/>
              </a:solidFill>
              <a:latin typeface="Calibri"/>
              <a:ea typeface="Calibri"/>
              <a:cs typeface="Calibri"/>
              <a:sym typeface="Calibri"/>
            </a:endParaRPr>
          </a:p>
          <a:p>
            <a:pPr indent="-317500" lvl="0" marL="457200" marR="0" rtl="0" algn="l">
              <a:lnSpc>
                <a:spcPct val="100000"/>
              </a:lnSpc>
              <a:spcBef>
                <a:spcPts val="0"/>
              </a:spcBef>
              <a:spcAft>
                <a:spcPts val="0"/>
              </a:spcAft>
              <a:buClr>
                <a:srgbClr val="000000"/>
              </a:buClr>
              <a:buSzPts val="1400"/>
              <a:buFont typeface="Calibri"/>
              <a:buChar char="●"/>
            </a:pPr>
            <a:r>
              <a:rPr b="0" i="0" lang="en-US" sz="1400" u="none" cap="none" strike="noStrike">
                <a:solidFill>
                  <a:srgbClr val="000000"/>
                </a:solidFill>
                <a:latin typeface="Calibri"/>
                <a:ea typeface="Calibri"/>
                <a:cs typeface="Calibri"/>
                <a:sym typeface="Calibri"/>
              </a:rPr>
              <a:t>{"Tracability": "w"}</a:t>
            </a:r>
            <a:endParaRPr b="0" i="0" sz="1400" u="none" cap="none" strike="noStrike">
              <a:solidFill>
                <a:srgbClr val="000000"/>
              </a:solidFill>
              <a:latin typeface="Calibri"/>
              <a:ea typeface="Calibri"/>
              <a:cs typeface="Calibri"/>
              <a:sym typeface="Calibri"/>
            </a:endParaRPr>
          </a:p>
          <a:p>
            <a:pPr indent="-317500" lvl="0" marL="457200" marR="0" rtl="0" algn="l">
              <a:lnSpc>
                <a:spcPct val="100000"/>
              </a:lnSpc>
              <a:spcBef>
                <a:spcPts val="0"/>
              </a:spcBef>
              <a:spcAft>
                <a:spcPts val="0"/>
              </a:spcAft>
              <a:buClr>
                <a:srgbClr val="000000"/>
              </a:buClr>
              <a:buSzPts val="1400"/>
              <a:buFont typeface="Calibri"/>
              <a:buChar char="●"/>
            </a:pPr>
            <a:r>
              <a:rPr b="0" i="0" lang="en-US" sz="1400" u="none" cap="none" strike="noStrike">
                <a:solidFill>
                  <a:schemeClr val="dk1"/>
                </a:solidFill>
                <a:latin typeface="Calibri"/>
                <a:ea typeface="Calibri"/>
                <a:cs typeface="Calibri"/>
                <a:sym typeface="Calibri"/>
              </a:rPr>
              <a:t>{"Tracability": "r"}</a:t>
            </a:r>
            <a:endParaRPr b="0" i="0" sz="1400" u="none" cap="none" strike="noStrike">
              <a:solidFill>
                <a:srgbClr val="000000"/>
              </a:solidFill>
              <a:latin typeface="Calibri"/>
              <a:ea typeface="Calibri"/>
              <a:cs typeface="Calibri"/>
              <a:sym typeface="Calibri"/>
            </a:endParaRPr>
          </a:p>
          <a:p>
            <a:pPr indent="-317500" lvl="0" marL="457200" marR="0" rtl="0" algn="l">
              <a:lnSpc>
                <a:spcPct val="100000"/>
              </a:lnSpc>
              <a:spcBef>
                <a:spcPts val="0"/>
              </a:spcBef>
              <a:spcAft>
                <a:spcPts val="0"/>
              </a:spcAft>
              <a:buClr>
                <a:schemeClr val="dk1"/>
              </a:buClr>
              <a:buSzPts val="1400"/>
              <a:buFont typeface="Calibri"/>
              <a:buChar char="●"/>
            </a:pPr>
            <a:r>
              <a:rPr b="0" i="0" lang="en-US" sz="1400" u="none" cap="none" strike="noStrike">
                <a:solidFill>
                  <a:schemeClr val="dk1"/>
                </a:solidFill>
                <a:latin typeface="Calibri"/>
                <a:ea typeface="Calibri"/>
                <a:cs typeface="Calibri"/>
                <a:sym typeface="Calibri"/>
              </a:rPr>
              <a:t>{"RxML file": "w"}</a:t>
            </a:r>
            <a:endParaRPr b="0" i="0" sz="1400" u="none" cap="none" strike="noStrike">
              <a:solidFill>
                <a:schemeClr val="dk1"/>
              </a:solidFill>
              <a:latin typeface="Calibri"/>
              <a:ea typeface="Calibri"/>
              <a:cs typeface="Calibri"/>
              <a:sym typeface="Calibri"/>
            </a:endParaRPr>
          </a:p>
          <a:p>
            <a:pPr indent="-317500" lvl="0" marL="457200" marR="0" rtl="0" algn="l">
              <a:lnSpc>
                <a:spcPct val="100000"/>
              </a:lnSpc>
              <a:spcBef>
                <a:spcPts val="0"/>
              </a:spcBef>
              <a:spcAft>
                <a:spcPts val="0"/>
              </a:spcAft>
              <a:buClr>
                <a:schemeClr val="dk1"/>
              </a:buClr>
              <a:buSzPts val="1400"/>
              <a:buFont typeface="Calibri"/>
              <a:buChar char="●"/>
            </a:pPr>
            <a:r>
              <a:rPr b="0" i="0" lang="en-US" sz="1400" u="none" cap="none" strike="noStrike">
                <a:solidFill>
                  <a:schemeClr val="dk1"/>
                </a:solidFill>
                <a:latin typeface="Calibri"/>
                <a:ea typeface="Calibri"/>
                <a:cs typeface="Calibri"/>
                <a:sym typeface="Calibri"/>
              </a:rPr>
              <a:t>{"RxML file": "r"}</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BRED">
  <a:themeElements>
    <a:clrScheme name="BRED">
      <a:dk1>
        <a:srgbClr val="000000"/>
      </a:dk1>
      <a:lt1>
        <a:srgbClr val="FFFFFF"/>
      </a:lt1>
      <a:dk2>
        <a:srgbClr val="003985"/>
      </a:dk2>
      <a:lt2>
        <a:srgbClr val="565656"/>
      </a:lt2>
      <a:accent1>
        <a:srgbClr val="003985"/>
      </a:accent1>
      <a:accent2>
        <a:srgbClr val="00B3E9"/>
      </a:accent2>
      <a:accent3>
        <a:srgbClr val="6BA8D2"/>
      </a:accent3>
      <a:accent4>
        <a:srgbClr val="005A8C"/>
      </a:accent4>
      <a:accent5>
        <a:srgbClr val="ACC6DB"/>
      </a:accent5>
      <a:accent6>
        <a:srgbClr val="F0EFEE"/>
      </a:accent6>
      <a:hlink>
        <a:srgbClr val="003985"/>
      </a:hlink>
      <a:folHlink>
        <a:srgbClr val="00398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Franfinance">
  <a:themeElements>
    <a:clrScheme name="SG_FR 1">
      <a:dk1>
        <a:srgbClr val="E60028"/>
      </a:dk1>
      <a:lt1>
        <a:srgbClr val="FFFFFF"/>
      </a:lt1>
      <a:dk2>
        <a:srgbClr val="7DBE78"/>
      </a:dk2>
      <a:lt2>
        <a:srgbClr val="6E6E87"/>
      </a:lt2>
      <a:accent1>
        <a:srgbClr val="69AACD"/>
      </a:accent1>
      <a:accent2>
        <a:srgbClr val="C8AAC3"/>
      </a:accent2>
      <a:accent3>
        <a:srgbClr val="FFFFFF"/>
      </a:accent3>
      <a:accent4>
        <a:srgbClr val="C40021"/>
      </a:accent4>
      <a:accent5>
        <a:srgbClr val="B9D2E3"/>
      </a:accent5>
      <a:accent6>
        <a:srgbClr val="B59AB0"/>
      </a:accent6>
      <a:hlink>
        <a:srgbClr val="F0B93C"/>
      </a:hlink>
      <a:folHlink>
        <a:srgbClr val="C86E5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0x010100FA86F4A466F26046961D2FEADA0F794E</vt:lpwstr>
  </property>
  <property fmtid="{D5CDD505-2E9C-101B-9397-08002B2CF9AE}" pid="3" name="MSIP_Label_2e9a4386-74b9-4603-ae20-950a659f9b6e_Enabled">
    <vt:lpwstr>true</vt:lpwstr>
  </property>
  <property fmtid="{D5CDD505-2E9C-101B-9397-08002B2CF9AE}" pid="4" name="MSIP_Label_2e9a4386-74b9-4603-ae20-950a659f9b6e_SetDate">
    <vt:lpwstr>2022-11-17T11:29:32Z</vt:lpwstr>
  </property>
  <property fmtid="{D5CDD505-2E9C-101B-9397-08002B2CF9AE}" pid="5" name="MSIP_Label_2e9a4386-74b9-4603-ae20-950a659f9b6e_Method">
    <vt:lpwstr>Standard</vt:lpwstr>
  </property>
  <property fmtid="{D5CDD505-2E9C-101B-9397-08002B2CF9AE}" pid="6" name="MSIP_Label_2e9a4386-74b9-4603-ae20-950a659f9b6e_Name">
    <vt:lpwstr>Internal Use Only</vt:lpwstr>
  </property>
  <property fmtid="{D5CDD505-2E9C-101B-9397-08002B2CF9AE}" pid="7" name="MSIP_Label_2e9a4386-74b9-4603-ae20-950a659f9b6e_SiteId">
    <vt:lpwstr>c7d1a8f7-0546-4a0c-8cf5-3ddaebf97d51</vt:lpwstr>
  </property>
  <property fmtid="{D5CDD505-2E9C-101B-9397-08002B2CF9AE}" pid="8" name="MSIP_Label_2e9a4386-74b9-4603-ae20-950a659f9b6e_ActionId">
    <vt:lpwstr>6b847285-dbde-4fd7-9948-1273192e392e</vt:lpwstr>
  </property>
  <property fmtid="{D5CDD505-2E9C-101B-9397-08002B2CF9AE}" pid="9" name="MSIP_Label_2e9a4386-74b9-4603-ae20-950a659f9b6e_ContentBits">
    <vt:lpwstr>0</vt:lpwstr>
  </property>
  <property fmtid="{D5CDD505-2E9C-101B-9397-08002B2CF9AE}" pid="10" name="MediaServiceImageTags">
    <vt:lpwstr/>
  </property>
</Properties>
</file>