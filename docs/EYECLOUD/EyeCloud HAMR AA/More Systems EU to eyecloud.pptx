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2" orient="horz"/>
        <p:guide pos="799" orient="horz"/>
        <p:guide pos="3430" orient="horz"/>
        <p:guide pos="1344" orient="horz"/>
        <p:guide pos="2840" orient="horz"/>
        <p:guide pos="2659" orient="horz"/>
        <p:guide pos="5511"/>
        <p:guide pos="975"/>
        <p:guide pos="362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11ac140285_0_21:notes"/>
          <p:cNvSpPr/>
          <p:nvPr>
            <p:ph idx="2" type="sldImg"/>
          </p:nvPr>
        </p:nvSpPr>
        <p:spPr>
          <a:xfrm>
            <a:off x="947738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11ac140285_0_21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111ac140285_0_21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cb63d2f03_0_62:notes"/>
          <p:cNvSpPr/>
          <p:nvPr>
            <p:ph idx="2" type="sldImg"/>
          </p:nvPr>
        </p:nvSpPr>
        <p:spPr>
          <a:xfrm>
            <a:off x="947738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8cb63d2f03_0_62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18cb63d2f03_0_62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d57ce9c49_0_76:notes"/>
          <p:cNvSpPr/>
          <p:nvPr>
            <p:ph idx="2" type="sldImg"/>
          </p:nvPr>
        </p:nvSpPr>
        <p:spPr>
          <a:xfrm>
            <a:off x="947738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d57ce9c49_0_76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18d57ce9c49_0_76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 showMasterSp="0">
  <p:cSld name="Sommair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indent="-301625" lvl="2" marL="13716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indent="-301625" lvl="3" marL="18288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indent="-301625" lvl="4" marL="22860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suite">
  <p:cSld name="Slide de suit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lonnes">
  <p:cSld name="Deux colonne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bleu">
  <p:cSld name="Titre et contenu bleu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i="0" sz="2800" u="none" cap="none" strike="noStrike"/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i="0" sz="2400" u="none" cap="none" strike="noStrike">
                <a:solidFill>
                  <a:srgbClr val="535353"/>
                </a:solidFill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i="0" sz="2000" u="none" cap="none" strike="noStrike">
                <a:solidFill>
                  <a:srgbClr val="535353"/>
                </a:solidFill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i="0" sz="2400" u="none" cap="none" strike="noStrike">
                <a:solidFill>
                  <a:schemeClr val="dk1"/>
                </a:solidFill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i="0" sz="2000" u="none" cap="none" strike="noStrike">
                <a:solidFill>
                  <a:schemeClr val="dk1"/>
                </a:solidFill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>
            <p:ph idx="11" type="ftr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b="1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1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b="0" i="1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005475" y="166750"/>
            <a:ext cx="7702800" cy="57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Difference between V2 and V3 : Infrastructure </a:t>
            </a:r>
            <a:endParaRPr/>
          </a:p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6050"/>
            <a:ext cx="8839200" cy="3502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/>
        </p:nvSpPr>
        <p:spPr>
          <a:xfrm rot="863849">
            <a:off x="2792365" y="3463451"/>
            <a:ext cx="1777215" cy="4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Save the UOID in DynamoDB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95075" y="4144275"/>
            <a:ext cx="1098600" cy="136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603075" y="79750"/>
            <a:ext cx="7702800" cy="57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between Orchestra and SAP sharing Eyecloud ID  : Issue</a:t>
            </a:r>
            <a:endParaRPr/>
          </a:p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339275" y="4332075"/>
            <a:ext cx="662700" cy="46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63" name="Google Shape;63;p9"/>
          <p:cNvSpPr/>
          <p:nvPr/>
        </p:nvSpPr>
        <p:spPr>
          <a:xfrm>
            <a:off x="343250" y="4866800"/>
            <a:ext cx="594975" cy="571500"/>
          </a:xfrm>
          <a:prstGeom prst="flowChartMagneticDisk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64" name="Google Shape;64;p9"/>
          <p:cNvSpPr txBox="1"/>
          <p:nvPr/>
        </p:nvSpPr>
        <p:spPr>
          <a:xfrm>
            <a:off x="352875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UEID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6610175" y="4144275"/>
            <a:ext cx="1098600" cy="136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6854375" y="4332075"/>
            <a:ext cx="662700" cy="46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67" name="Google Shape;67;p9"/>
          <p:cNvSpPr/>
          <p:nvPr/>
        </p:nvSpPr>
        <p:spPr>
          <a:xfrm>
            <a:off x="6858350" y="4866800"/>
            <a:ext cx="594975" cy="571500"/>
          </a:xfrm>
          <a:prstGeom prst="flowChartMagneticDisk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68" name="Google Shape;68;p9"/>
          <p:cNvSpPr txBox="1"/>
          <p:nvPr/>
        </p:nvSpPr>
        <p:spPr>
          <a:xfrm>
            <a:off x="6867975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ECID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1352375" y="4172013"/>
            <a:ext cx="1098600" cy="136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596575" y="4359813"/>
            <a:ext cx="662700" cy="46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71" name="Google Shape;71;p9"/>
          <p:cNvSpPr/>
          <p:nvPr/>
        </p:nvSpPr>
        <p:spPr>
          <a:xfrm>
            <a:off x="1600550" y="4894538"/>
            <a:ext cx="594975" cy="571500"/>
          </a:xfrm>
          <a:prstGeom prst="flowChartMagneticDisk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72" name="Google Shape;72;p9"/>
          <p:cNvSpPr txBox="1"/>
          <p:nvPr/>
        </p:nvSpPr>
        <p:spPr>
          <a:xfrm>
            <a:off x="1610175" y="40617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UFID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2729425" y="4129850"/>
            <a:ext cx="1098600" cy="136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2973625" y="4317650"/>
            <a:ext cx="662700" cy="46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75" name="Google Shape;75;p9"/>
          <p:cNvSpPr/>
          <p:nvPr/>
        </p:nvSpPr>
        <p:spPr>
          <a:xfrm>
            <a:off x="2977600" y="4852375"/>
            <a:ext cx="594975" cy="571500"/>
          </a:xfrm>
          <a:prstGeom prst="flowChartMagneticDisk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76" name="Google Shape;76;p9"/>
          <p:cNvSpPr txBox="1"/>
          <p:nvPr/>
        </p:nvSpPr>
        <p:spPr>
          <a:xfrm>
            <a:off x="2987225" y="40196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ULID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4004400" y="4144275"/>
            <a:ext cx="1098600" cy="13674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4248600" y="4332075"/>
            <a:ext cx="662700" cy="4614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S3 bucket</a:t>
            </a:r>
            <a:endParaRPr b="1" sz="800"/>
          </a:p>
        </p:txBody>
      </p:sp>
      <p:sp>
        <p:nvSpPr>
          <p:cNvPr id="79" name="Google Shape;79;p9"/>
          <p:cNvSpPr/>
          <p:nvPr/>
        </p:nvSpPr>
        <p:spPr>
          <a:xfrm>
            <a:off x="4252575" y="4866800"/>
            <a:ext cx="594975" cy="571500"/>
          </a:xfrm>
          <a:prstGeom prst="flowChartMagneticDisk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/>
              <a:t>DynamoDB</a:t>
            </a:r>
            <a:endParaRPr b="1" sz="600"/>
          </a:p>
        </p:txBody>
      </p:sp>
      <p:sp>
        <p:nvSpPr>
          <p:cNvPr id="80" name="Google Shape;80;p9"/>
          <p:cNvSpPr txBox="1"/>
          <p:nvPr/>
        </p:nvSpPr>
        <p:spPr>
          <a:xfrm>
            <a:off x="4262200" y="40340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UOID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9"/>
          <p:cNvCxnSpPr>
            <a:endCxn id="64" idx="0"/>
          </p:cNvCxnSpPr>
          <p:nvPr/>
        </p:nvCxnSpPr>
        <p:spPr>
          <a:xfrm flipH="1">
            <a:off x="631875" y="3470650"/>
            <a:ext cx="1473600" cy="56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9"/>
          <p:cNvCxnSpPr/>
          <p:nvPr/>
        </p:nvCxnSpPr>
        <p:spPr>
          <a:xfrm flipH="1">
            <a:off x="1889175" y="3470788"/>
            <a:ext cx="229800" cy="5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9"/>
          <p:cNvCxnSpPr/>
          <p:nvPr/>
        </p:nvCxnSpPr>
        <p:spPr>
          <a:xfrm>
            <a:off x="2098675" y="3457125"/>
            <a:ext cx="1054500" cy="57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9"/>
          <p:cNvCxnSpPr/>
          <p:nvPr/>
        </p:nvCxnSpPr>
        <p:spPr>
          <a:xfrm>
            <a:off x="2085725" y="3492525"/>
            <a:ext cx="2444100" cy="6372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9"/>
          <p:cNvCxnSpPr/>
          <p:nvPr/>
        </p:nvCxnSpPr>
        <p:spPr>
          <a:xfrm flipH="1">
            <a:off x="7510624" y="3057064"/>
            <a:ext cx="3300" cy="1099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9"/>
          <p:cNvSpPr txBox="1"/>
          <p:nvPr/>
        </p:nvSpPr>
        <p:spPr>
          <a:xfrm rot="828">
            <a:off x="7672001" y="12600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POST a Document with the UOID gotten from Orchestra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9"/>
          <p:cNvCxnSpPr/>
          <p:nvPr/>
        </p:nvCxnSpPr>
        <p:spPr>
          <a:xfrm flipH="1">
            <a:off x="2095925" y="1210100"/>
            <a:ext cx="15600" cy="1258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9"/>
          <p:cNvSpPr txBox="1"/>
          <p:nvPr/>
        </p:nvSpPr>
        <p:spPr>
          <a:xfrm rot="1161">
            <a:off x="2258977" y="1634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Ask </a:t>
            </a: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UOID to Eyecloud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9"/>
          <p:cNvCxnSpPr>
            <a:endCxn id="90" idx="1"/>
          </p:cNvCxnSpPr>
          <p:nvPr/>
        </p:nvCxnSpPr>
        <p:spPr>
          <a:xfrm flipH="1" rot="10800000">
            <a:off x="2765450" y="937500"/>
            <a:ext cx="3728700" cy="13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9"/>
          <p:cNvSpPr txBox="1"/>
          <p:nvPr/>
        </p:nvSpPr>
        <p:spPr>
          <a:xfrm rot="746">
            <a:off x="3977900" y="528175"/>
            <a:ext cx="13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Share the UOID with SAP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1001974" y="2526175"/>
            <a:ext cx="2114424" cy="879876"/>
          </a:xfrm>
          <a:prstGeom prst="cloud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Eyecloud API V2</a:t>
            </a:r>
            <a:endParaRPr sz="1100"/>
          </a:p>
        </p:txBody>
      </p:sp>
      <p:sp>
        <p:nvSpPr>
          <p:cNvPr id="93" name="Google Shape;93;p9"/>
          <p:cNvSpPr/>
          <p:nvPr/>
        </p:nvSpPr>
        <p:spPr>
          <a:xfrm>
            <a:off x="1160925" y="760500"/>
            <a:ext cx="1568400" cy="410400"/>
          </a:xfrm>
          <a:prstGeom prst="flowChartAlternateProcess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Orchestra </a:t>
            </a: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6171562" y="2178125"/>
            <a:ext cx="1922724" cy="879876"/>
          </a:xfrm>
          <a:prstGeom prst="cloud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Eyecloud API V3</a:t>
            </a:r>
            <a:endParaRPr sz="1100"/>
          </a:p>
        </p:txBody>
      </p:sp>
      <p:cxnSp>
        <p:nvCxnSpPr>
          <p:cNvPr id="95" name="Google Shape;95;p9"/>
          <p:cNvCxnSpPr/>
          <p:nvPr/>
        </p:nvCxnSpPr>
        <p:spPr>
          <a:xfrm>
            <a:off x="7504150" y="1198700"/>
            <a:ext cx="3600" cy="9801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9"/>
          <p:cNvSpPr/>
          <p:nvPr/>
        </p:nvSpPr>
        <p:spPr>
          <a:xfrm>
            <a:off x="6494150" y="760500"/>
            <a:ext cx="1340700" cy="354000"/>
          </a:xfrm>
          <a:prstGeom prst="flowChartAlternateProcess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SAP</a:t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1924925" y="15953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1</a:t>
            </a:r>
            <a:endParaRPr b="1" sz="1200"/>
          </a:p>
        </p:txBody>
      </p:sp>
      <p:sp>
        <p:nvSpPr>
          <p:cNvPr id="97" name="Google Shape;97;p9"/>
          <p:cNvSpPr/>
          <p:nvPr/>
        </p:nvSpPr>
        <p:spPr>
          <a:xfrm>
            <a:off x="3236600" y="36515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2</a:t>
            </a:r>
            <a:endParaRPr b="1" sz="1200"/>
          </a:p>
        </p:txBody>
      </p:sp>
      <p:cxnSp>
        <p:nvCxnSpPr>
          <p:cNvPr id="98" name="Google Shape;98;p9"/>
          <p:cNvCxnSpPr/>
          <p:nvPr/>
        </p:nvCxnSpPr>
        <p:spPr>
          <a:xfrm flipH="1">
            <a:off x="1725450" y="1189975"/>
            <a:ext cx="3600" cy="1288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" name="Google Shape;99;p9"/>
          <p:cNvSpPr/>
          <p:nvPr/>
        </p:nvSpPr>
        <p:spPr>
          <a:xfrm>
            <a:off x="1543925" y="15953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3</a:t>
            </a:r>
            <a:endParaRPr b="1" sz="1200"/>
          </a:p>
        </p:txBody>
      </p:sp>
      <p:sp>
        <p:nvSpPr>
          <p:cNvPr id="100" name="Google Shape;100;p9"/>
          <p:cNvSpPr txBox="1"/>
          <p:nvPr/>
        </p:nvSpPr>
        <p:spPr>
          <a:xfrm rot="1005">
            <a:off x="658775" y="1558225"/>
            <a:ext cx="102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Get back </a:t>
            </a: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UOID 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from Eyecloud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439525" y="8333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4</a:t>
            </a:r>
            <a:endParaRPr b="1" sz="1200"/>
          </a:p>
        </p:txBody>
      </p:sp>
      <p:sp>
        <p:nvSpPr>
          <p:cNvPr id="102" name="Google Shape;102;p9"/>
          <p:cNvSpPr/>
          <p:nvPr/>
        </p:nvSpPr>
        <p:spPr>
          <a:xfrm>
            <a:off x="7335125" y="14429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5</a:t>
            </a:r>
            <a:endParaRPr b="1" sz="1200"/>
          </a:p>
        </p:txBody>
      </p:sp>
      <p:sp>
        <p:nvSpPr>
          <p:cNvPr id="103" name="Google Shape;103;p9"/>
          <p:cNvSpPr txBox="1"/>
          <p:nvPr/>
        </p:nvSpPr>
        <p:spPr>
          <a:xfrm rot="828">
            <a:off x="7672001" y="3317463"/>
            <a:ext cx="124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Check if ID is present before posting Document on It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7335125" y="34241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6</a:t>
            </a:r>
            <a:endParaRPr b="1" sz="1200"/>
          </a:p>
        </p:txBody>
      </p:sp>
      <p:cxnSp>
        <p:nvCxnSpPr>
          <p:cNvPr id="105" name="Google Shape;105;p9"/>
          <p:cNvCxnSpPr/>
          <p:nvPr/>
        </p:nvCxnSpPr>
        <p:spPr>
          <a:xfrm flipH="1">
            <a:off x="6824824" y="3057064"/>
            <a:ext cx="3300" cy="1099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" name="Google Shape;106;p9"/>
          <p:cNvSpPr/>
          <p:nvPr/>
        </p:nvSpPr>
        <p:spPr>
          <a:xfrm>
            <a:off x="6649325" y="34241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7</a:t>
            </a:r>
            <a:endParaRPr b="1" sz="1200"/>
          </a:p>
        </p:txBody>
      </p:sp>
      <p:cxnSp>
        <p:nvCxnSpPr>
          <p:cNvPr id="107" name="Google Shape;107;p9"/>
          <p:cNvCxnSpPr/>
          <p:nvPr/>
        </p:nvCxnSpPr>
        <p:spPr>
          <a:xfrm flipH="1">
            <a:off x="6821824" y="1247133"/>
            <a:ext cx="6300" cy="931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8" name="Google Shape;108;p9"/>
          <p:cNvSpPr/>
          <p:nvPr/>
        </p:nvSpPr>
        <p:spPr>
          <a:xfrm>
            <a:off x="6649325" y="14429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8</a:t>
            </a:r>
            <a:endParaRPr b="1" sz="1200"/>
          </a:p>
        </p:txBody>
      </p:sp>
      <p:sp>
        <p:nvSpPr>
          <p:cNvPr id="109" name="Google Shape;109;p9"/>
          <p:cNvSpPr txBox="1"/>
          <p:nvPr/>
        </p:nvSpPr>
        <p:spPr>
          <a:xfrm rot="828">
            <a:off x="5690801" y="3393663"/>
            <a:ext cx="124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UOID not present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628">
            <a:off x="5139850" y="1412375"/>
            <a:ext cx="16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UOID not present, Impossible to store document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/>
        </p:nvSpPr>
        <p:spPr>
          <a:xfrm rot="1741">
            <a:off x="2258965" y="3696717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Save the ECID in DynamoDB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/>
          <p:nvPr>
            <p:ph type="title"/>
          </p:nvPr>
        </p:nvSpPr>
        <p:spPr>
          <a:xfrm>
            <a:off x="603075" y="79750"/>
            <a:ext cx="7702800" cy="57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between Orchestra and SAP sharing Eyecloud ID : Solution </a:t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1489800" y="4449075"/>
            <a:ext cx="1098600" cy="13674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00"/>
              </a:solidFill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734000" y="4636875"/>
            <a:ext cx="662700" cy="4614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S3 bucket</a:t>
            </a:r>
            <a:endParaRPr b="1" sz="800"/>
          </a:p>
        </p:txBody>
      </p:sp>
      <p:sp>
        <p:nvSpPr>
          <p:cNvPr id="120" name="Google Shape;120;p10"/>
          <p:cNvSpPr/>
          <p:nvPr/>
        </p:nvSpPr>
        <p:spPr>
          <a:xfrm>
            <a:off x="1737975" y="5171600"/>
            <a:ext cx="594975" cy="571500"/>
          </a:xfrm>
          <a:prstGeom prst="flowChartMagneticDisk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/>
              <a:t>DynamoDB</a:t>
            </a:r>
            <a:endParaRPr b="1" sz="600"/>
          </a:p>
        </p:txBody>
      </p:sp>
      <p:sp>
        <p:nvSpPr>
          <p:cNvPr id="121" name="Google Shape;121;p10"/>
          <p:cNvSpPr txBox="1"/>
          <p:nvPr/>
        </p:nvSpPr>
        <p:spPr>
          <a:xfrm>
            <a:off x="1823800" y="43388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EC</a:t>
            </a: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ID</a:t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 rot="-1077020">
            <a:off x="4853959" y="1962433"/>
            <a:ext cx="1245002" cy="6001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POST a Document with the ECID gotten from Orchestra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10"/>
          <p:cNvCxnSpPr/>
          <p:nvPr/>
        </p:nvCxnSpPr>
        <p:spPr>
          <a:xfrm flipH="1">
            <a:off x="2400725" y="1210100"/>
            <a:ext cx="15600" cy="1258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0"/>
          <p:cNvSpPr txBox="1"/>
          <p:nvPr/>
        </p:nvSpPr>
        <p:spPr>
          <a:xfrm rot="1161">
            <a:off x="2563777" y="1634575"/>
            <a:ext cx="177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Ask ECID to Eyecloud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0"/>
          <p:cNvCxnSpPr>
            <a:endCxn id="126" idx="1"/>
          </p:cNvCxnSpPr>
          <p:nvPr/>
        </p:nvCxnSpPr>
        <p:spPr>
          <a:xfrm flipH="1" rot="10800000">
            <a:off x="2765450" y="965700"/>
            <a:ext cx="3728700" cy="13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0"/>
          <p:cNvSpPr txBox="1"/>
          <p:nvPr/>
        </p:nvSpPr>
        <p:spPr>
          <a:xfrm rot="746">
            <a:off x="3977900" y="528175"/>
            <a:ext cx="13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Share the ECID with SAP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001974" y="2526175"/>
            <a:ext cx="2114424" cy="879876"/>
          </a:xfrm>
          <a:prstGeom prst="cloud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Eyecloud API V3</a:t>
            </a:r>
            <a:endParaRPr sz="1100"/>
          </a:p>
        </p:txBody>
      </p:sp>
      <p:sp>
        <p:nvSpPr>
          <p:cNvPr id="129" name="Google Shape;129;p10"/>
          <p:cNvSpPr/>
          <p:nvPr/>
        </p:nvSpPr>
        <p:spPr>
          <a:xfrm>
            <a:off x="1160925" y="760500"/>
            <a:ext cx="1568400" cy="410400"/>
          </a:xfrm>
          <a:prstGeom prst="flowChartAlternateProcess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Orchestra </a:t>
            </a:r>
            <a:endParaRPr/>
          </a:p>
        </p:txBody>
      </p:sp>
      <p:cxnSp>
        <p:nvCxnSpPr>
          <p:cNvPr id="130" name="Google Shape;130;p10"/>
          <p:cNvCxnSpPr>
            <a:stCxn id="126" idx="2"/>
          </p:cNvCxnSpPr>
          <p:nvPr/>
        </p:nvCxnSpPr>
        <p:spPr>
          <a:xfrm flipH="1">
            <a:off x="3043700" y="1170900"/>
            <a:ext cx="4120800" cy="14238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0"/>
          <p:cNvSpPr/>
          <p:nvPr/>
        </p:nvSpPr>
        <p:spPr>
          <a:xfrm>
            <a:off x="6494150" y="760500"/>
            <a:ext cx="1340700" cy="410400"/>
          </a:xfrm>
          <a:prstGeom prst="flowChartAlternateProcess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SAP</a:t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2229725" y="15953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1</a:t>
            </a:r>
            <a:endParaRPr b="1" sz="1200"/>
          </a:p>
        </p:txBody>
      </p:sp>
      <p:cxnSp>
        <p:nvCxnSpPr>
          <p:cNvPr id="132" name="Google Shape;132;p10"/>
          <p:cNvCxnSpPr/>
          <p:nvPr/>
        </p:nvCxnSpPr>
        <p:spPr>
          <a:xfrm flipH="1">
            <a:off x="1725450" y="1189975"/>
            <a:ext cx="3600" cy="1288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3" name="Google Shape;133;p10"/>
          <p:cNvSpPr/>
          <p:nvPr/>
        </p:nvSpPr>
        <p:spPr>
          <a:xfrm>
            <a:off x="1543925" y="15953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3</a:t>
            </a:r>
            <a:endParaRPr b="1" sz="1200"/>
          </a:p>
        </p:txBody>
      </p:sp>
      <p:sp>
        <p:nvSpPr>
          <p:cNvPr id="134" name="Google Shape;134;p10"/>
          <p:cNvSpPr txBox="1"/>
          <p:nvPr/>
        </p:nvSpPr>
        <p:spPr>
          <a:xfrm rot="1005">
            <a:off x="658775" y="1558225"/>
            <a:ext cx="1026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Get back ECID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Calibri"/>
                <a:ea typeface="Calibri"/>
                <a:cs typeface="Calibri"/>
                <a:sym typeface="Calibri"/>
              </a:rPr>
              <a:t>from Eyecloud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439525" y="8333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4</a:t>
            </a:r>
            <a:endParaRPr b="1" sz="1200"/>
          </a:p>
        </p:txBody>
      </p:sp>
      <p:sp>
        <p:nvSpPr>
          <p:cNvPr id="136" name="Google Shape;136;p10"/>
          <p:cNvSpPr/>
          <p:nvPr/>
        </p:nvSpPr>
        <p:spPr>
          <a:xfrm>
            <a:off x="4950863" y="1742563"/>
            <a:ext cx="360300" cy="354000"/>
          </a:xfrm>
          <a:prstGeom prst="ellipse">
            <a:avLst/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5</a:t>
            </a:r>
            <a:endParaRPr b="1" sz="1200"/>
          </a:p>
        </p:txBody>
      </p:sp>
      <p:cxnSp>
        <p:nvCxnSpPr>
          <p:cNvPr id="137" name="Google Shape;137;p10"/>
          <p:cNvCxnSpPr>
            <a:stCxn id="128" idx="1"/>
          </p:cNvCxnSpPr>
          <p:nvPr/>
        </p:nvCxnSpPr>
        <p:spPr>
          <a:xfrm flipH="1">
            <a:off x="2043886" y="3405114"/>
            <a:ext cx="15300" cy="10557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0"/>
          <p:cNvSpPr/>
          <p:nvPr/>
        </p:nvSpPr>
        <p:spPr>
          <a:xfrm>
            <a:off x="1885200" y="3695438"/>
            <a:ext cx="360300" cy="35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2</a:t>
            </a:r>
            <a:endParaRPr b="1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2023-07-05T09:01:20+00:00</Date>
  </documentManagement>
</p:properties>
</file>

<file path=customXml/itemProps1.xml><?xml version="1.0" encoding="utf-8"?>
<ds:datastoreItem xmlns:ds="http://schemas.openxmlformats.org/officeDocument/2006/customXml" ds:itemID="{2C5B2790-DB7C-4CAE-BA01-5A803A7A6721}"/>
</file>

<file path=customXml/itemProps2.xml><?xml version="1.0" encoding="utf-8"?>
<ds:datastoreItem xmlns:ds="http://schemas.openxmlformats.org/officeDocument/2006/customXml" ds:itemID="{7E2D7371-F534-4583-A964-13A02DDFF8B2}"/>
</file>

<file path=customXml/itemProps3.xml><?xml version="1.0" encoding="utf-8"?>
<ds:datastoreItem xmlns:ds="http://schemas.openxmlformats.org/officeDocument/2006/customXml" ds:itemID="{1E095AE5-8F6D-4509-968A-5BBE01BD6CC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</Properties>
</file>